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Lst>
  <p:notesMasterIdLst>
    <p:notesMasterId r:id="rId29"/>
  </p:notesMasterIdLst>
  <p:handoutMasterIdLst>
    <p:handoutMasterId r:id="rId128"/>
  </p:handoutMasterIdLst>
  <p:sldIdLst>
    <p:sldId id="316" r:id="rId18"/>
    <p:sldId id="304" r:id="rId23"/>
    <p:sldId id="329" r:id="rId43"/>
    <p:sldId id="306" r:id="rId25"/>
    <p:sldId id="319"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showGuides="1">
      <p:cViewPr>
        <p:scale>
          <a:sx n="25" d="100"/>
          <a:sy n="25" d="100"/>
        </p:scale>
        <p:origin x="2204" y="808"/>
      </p:cViewPr>
      <p:guideLst>
        <p:guide orient="horz" pos="2208"/>
        <p:guide pos="3859"/>
      </p:guideLst>
    </p:cSldViewPr>
  </p:slideViewPr>
  <p:notesTextViewPr>
    <p:cViewPr>
      <p:scale>
        <a:sx n="1" d="1"/>
        <a:sy n="1" d="1"/>
      </p:scale>
      <p:origin x="0" y="0"/>
    </p:cViewPr>
  </p:notesTextViewPr>
  <p:sorterViewPr>
    <p:cViewPr>
      <p:scale>
        <a:sx n="25" d="100"/>
        <a:sy n="25" d="100"/>
      </p:scale>
      <p:origin x="0" y="-441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notesMaster" Target="notesMasters/notesMaster1.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128" Type="http://schemas.openxmlformats.org/officeDocument/2006/relationships/handoutMaster" Target="handoutMasters/handout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00" b="0" i="0" u="none" strike="noStrike" kern="1200" spc="0" baseline="0">
                <a:solidFill>
                  <a:schemeClr val="tx1">
                    <a:lumMod val="65000"/>
                    <a:lumOff val="35000"/>
                  </a:schemeClr>
                </a:solidFill>
                <a:latin typeface="+mn-ea"/>
                <a:ea typeface="+mn-ea"/>
                <a:cs typeface="Roboto" panose="02000000000000000000" charset="0"/>
              </a:defRPr>
            </a:pPr>
            <a:r>
              <a:rPr lang="zh-CN" altLang="en-US" sz="1600" dirty="0">
                <a:latin typeface="+mn-ea"/>
                <a:ea typeface="+mn-ea"/>
                <a:cs typeface="Roboto" panose="02000000000000000000" charset="0"/>
              </a:rPr>
              <a:t>销售额及花费分析</a:t>
            </a:r>
            <a:endParaRPr lang="zh-CN" altLang="en-US" sz="1600" dirty="0">
              <a:latin typeface="+mn-ea"/>
              <a:ea typeface="+mn-ea"/>
              <a:cs typeface="Roboto" panose="02000000000000000000" charset="0"/>
            </a:endParaRPr>
          </a:p>
        </c:rich>
      </c:tx>
      <c:layout/>
      <c:overlay val="0"/>
      <c:spPr>
        <a:noFill/>
        <a:ln>
          <a:noFill/>
        </a:ln>
        <a:effectLst/>
      </c:spPr>
    </c:title>
    <c:autoTitleDeleted val="0"/>
    <c:plotArea>
      <c:layout/>
      <c:areaChart>
        <c:grouping val="stacked"/>
        <c:varyColors val="0"/>
        <c:ser>
          <c:idx val="0"/>
          <c:order val="0"/>
          <c:tx>
            <c:strRef>
              <c:f>Sheet1!$B$1</c:f>
              <c:strCache>
                <c:ptCount val="1"/>
                <c:pt idx="0">
                  <c:v>成本</c:v>
                </c:pt>
              </c:strCache>
            </c:strRef>
          </c:tx>
          <c:spPr>
            <a:solidFill>
              <a:schemeClr val="accent1"/>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Sheet1!$B$2:$B$13</c:f>
              <c:numCache>
                <c:formatCode>General</c:formatCode>
                <c:ptCount val="12"/>
                <c:pt idx="0">
                  <c:v>2.4</c:v>
                </c:pt>
                <c:pt idx="1">
                  <c:v>1.3</c:v>
                </c:pt>
                <c:pt idx="2">
                  <c:v>3.5</c:v>
                </c:pt>
                <c:pt idx="3">
                  <c:v>2.7</c:v>
                </c:pt>
                <c:pt idx="4">
                  <c:v>3.7</c:v>
                </c:pt>
                <c:pt idx="5">
                  <c:v>2.3</c:v>
                </c:pt>
                <c:pt idx="6">
                  <c:v>2.9</c:v>
                </c:pt>
                <c:pt idx="7">
                  <c:v>3.1</c:v>
                </c:pt>
                <c:pt idx="8">
                  <c:v>2.7</c:v>
                </c:pt>
                <c:pt idx="9">
                  <c:v>1.9</c:v>
                </c:pt>
                <c:pt idx="10">
                  <c:v>2.5</c:v>
                </c:pt>
                <c:pt idx="11">
                  <c:v>2.3</c:v>
                </c:pt>
              </c:numCache>
            </c:numRef>
          </c:val>
        </c:ser>
        <c:ser>
          <c:idx val="1"/>
          <c:order val="1"/>
          <c:tx>
            <c:strRef>
              <c:f>Sheet1!$C$1</c:f>
              <c:strCache>
                <c:ptCount val="1"/>
                <c:pt idx="0">
                  <c:v>利润</c:v>
                </c:pt>
              </c:strCache>
            </c:strRef>
          </c:tx>
          <c:spPr>
            <a:solidFill>
              <a:schemeClr val="accent1">
                <a:lumMod val="20000"/>
                <a:lumOff val="80000"/>
              </a:schemeClr>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Sheet1!$C$2:$C$13</c:f>
              <c:numCache>
                <c:formatCode>General</c:formatCode>
                <c:ptCount val="12"/>
                <c:pt idx="0">
                  <c:v>4.2</c:v>
                </c:pt>
                <c:pt idx="1">
                  <c:v>5.1</c:v>
                </c:pt>
                <c:pt idx="2">
                  <c:v>4.8</c:v>
                </c:pt>
                <c:pt idx="3">
                  <c:v>4.6</c:v>
                </c:pt>
                <c:pt idx="4">
                  <c:v>5.4</c:v>
                </c:pt>
                <c:pt idx="5">
                  <c:v>5.2</c:v>
                </c:pt>
                <c:pt idx="6">
                  <c:v>4.9</c:v>
                </c:pt>
                <c:pt idx="7">
                  <c:v>5.2</c:v>
                </c:pt>
                <c:pt idx="8">
                  <c:v>4.8</c:v>
                </c:pt>
                <c:pt idx="9">
                  <c:v>4.6</c:v>
                </c:pt>
                <c:pt idx="10">
                  <c:v>4.2</c:v>
                </c:pt>
                <c:pt idx="11">
                  <c:v>4.1</c:v>
                </c:pt>
              </c:numCache>
            </c:numRef>
          </c:val>
        </c:ser>
        <c:dLbls>
          <c:showLegendKey val="0"/>
          <c:showVal val="0"/>
          <c:showCatName val="0"/>
          <c:showSerName val="0"/>
          <c:showPercent val="0"/>
          <c:showBubbleSize val="0"/>
        </c:dLbls>
        <c:axId val="206155920"/>
        <c:axId val="206149680"/>
      </c:areaChart>
      <c:catAx>
        <c:axId val="206155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206149680"/>
        <c:crosses val="autoZero"/>
        <c:auto val="1"/>
        <c:lblAlgn val="ctr"/>
        <c:lblOffset val="100"/>
        <c:noMultiLvlLbl val="0"/>
      </c:catAx>
      <c:valAx>
        <c:axId val="206149680"/>
        <c:scaling>
          <c:orientation val="minMax"/>
        </c:scaling>
        <c:delete val="1"/>
        <c:axPos val="r"/>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5920"/>
        <c:crosses val="max"/>
        <c:crossBetween val="between"/>
      </c:valAx>
      <c:spPr>
        <a:noFill/>
        <a:ln>
          <a:noFill/>
        </a:ln>
        <a:effectLst/>
      </c:spPr>
    </c:plotArea>
    <c:legend>
      <c:legendPos val="b"/>
      <c:layout>
        <c:manualLayout>
          <c:xMode val="edge"/>
          <c:yMode val="edge"/>
          <c:x val="0.0447301829114776"/>
          <c:y val="0.114095966189994"/>
          <c:w val="0.129044695260967"/>
          <c:h val="0.063678329493529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ea"/>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spPr>
              <a:solidFill>
                <a:schemeClr val="accent2"/>
              </a:solidFill>
              <a:ln w="19050">
                <a:solidFill>
                  <a:schemeClr val="lt1"/>
                </a:solidFill>
              </a:ln>
              <a:effectLst/>
            </c:spPr>
          </c:dPt>
          <c:dPt>
            <c:idx val="1"/>
            <c:bubble3D val="0"/>
            <c:spPr>
              <a:solidFill>
                <a:schemeClr val="accent3"/>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1"/>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bg1"/>
                    </a:solidFill>
                    <a:latin typeface="+mn-lt"/>
                    <a:ea typeface="+mn-ea"/>
                    <a:cs typeface="Roboto" panose="02000000000000000000" charset="0"/>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市场部</c:v>
                </c:pt>
                <c:pt idx="1">
                  <c:v>运营部</c:v>
                </c:pt>
                <c:pt idx="2">
                  <c:v>生产部</c:v>
                </c:pt>
                <c:pt idx="3">
                  <c:v>质检部</c:v>
                </c:pt>
              </c:strCache>
            </c:strRef>
          </c:cat>
          <c:val>
            <c:numRef>
              <c:f>Sheet1!$B$2:$B$5</c:f>
              <c:numCache>
                <c:formatCode>0%</c:formatCode>
                <c:ptCount val="4"/>
                <c:pt idx="0">
                  <c:v>0.25</c:v>
                </c:pt>
                <c:pt idx="1">
                  <c:v>0.32</c:v>
                </c:pt>
                <c:pt idx="2">
                  <c:v>0.15</c:v>
                </c:pt>
                <c:pt idx="3">
                  <c:v>0.28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187779203824989"/>
          <c:y val="0.838831820005969"/>
          <c:w val="0.608895841634091"/>
          <c:h val="0.0688527743052217"/>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c:v>
                </c:pt>
              </c:strCache>
            </c:strRef>
          </c:tx>
          <c:spPr>
            <a:solidFill>
              <a:schemeClr val="accent1"/>
            </a:solidFill>
            <a:ln>
              <a:noFill/>
            </a:ln>
            <a:effectLst/>
          </c:spPr>
          <c:invertIfNegative val="0"/>
          <c:dLbls>
            <c:delete val="1"/>
          </c:dLbls>
          <c:cat>
            <c:strRef>
              <c:f>Sheet1!$A$2:$A$4</c:f>
              <c:strCache>
                <c:ptCount val="3"/>
                <c:pt idx="0">
                  <c:v>收入</c:v>
                </c:pt>
                <c:pt idx="1">
                  <c:v>花费</c:v>
                </c:pt>
                <c:pt idx="2">
                  <c:v>净利润</c:v>
                </c:pt>
              </c:strCache>
            </c:strRef>
          </c:cat>
          <c:val>
            <c:numRef>
              <c:f>Sheet1!$B$2:$B$4</c:f>
              <c:numCache>
                <c:formatCode>General</c:formatCode>
                <c:ptCount val="3"/>
                <c:pt idx="0">
                  <c:v>8526</c:v>
                </c:pt>
                <c:pt idx="1">
                  <c:v>9876</c:v>
                </c:pt>
                <c:pt idx="2">
                  <c:v>15364</c:v>
                </c:pt>
              </c:numCache>
            </c:numRef>
          </c:val>
        </c:ser>
        <c:ser>
          <c:idx val="1"/>
          <c:order val="1"/>
          <c:tx>
            <c:strRef>
              <c:f>Sheet1!$C$1</c:f>
              <c:strCache>
                <c:ptCount val="1"/>
                <c:pt idx="0">
                  <c:v>2025年</c:v>
                </c:pt>
              </c:strCache>
            </c:strRef>
          </c:tx>
          <c:spPr>
            <a:solidFill>
              <a:schemeClr val="accent2"/>
            </a:solidFill>
            <a:ln>
              <a:noFill/>
            </a:ln>
            <a:effectLst/>
          </c:spPr>
          <c:invertIfNegative val="0"/>
          <c:dLbls>
            <c:delete val="1"/>
          </c:dLbls>
          <c:cat>
            <c:strRef>
              <c:f>Sheet1!$A$2:$A$4</c:f>
              <c:strCache>
                <c:ptCount val="3"/>
                <c:pt idx="0">
                  <c:v>收入</c:v>
                </c:pt>
                <c:pt idx="1">
                  <c:v>花费</c:v>
                </c:pt>
                <c:pt idx="2">
                  <c:v>净利润</c:v>
                </c:pt>
              </c:strCache>
            </c:strRef>
          </c:cat>
          <c:val>
            <c:numRef>
              <c:f>Sheet1!$C$2:$C$4</c:f>
              <c:numCache>
                <c:formatCode>General</c:formatCode>
                <c:ptCount val="3"/>
                <c:pt idx="0">
                  <c:v>11289</c:v>
                </c:pt>
                <c:pt idx="1">
                  <c:v>12564</c:v>
                </c:pt>
                <c:pt idx="2">
                  <c:v>19635</c:v>
                </c:pt>
              </c:numCache>
            </c:numRef>
          </c:val>
        </c:ser>
        <c:dLbls>
          <c:showLegendKey val="0"/>
          <c:showVal val="0"/>
          <c:showCatName val="0"/>
          <c:showSerName val="0"/>
          <c:showPercent val="0"/>
          <c:showBubbleSize val="0"/>
        </c:dLbls>
        <c:gapWidth val="100"/>
        <c:axId val="1170425055"/>
        <c:axId val="1170422655"/>
      </c:barChart>
      <c:lineChart>
        <c:grouping val="standard"/>
        <c:varyColors val="0"/>
        <c:ser>
          <c:idx val="2"/>
          <c:order val="2"/>
          <c:tx>
            <c:strRef>
              <c:f>Sheet1!$D$1</c:f>
              <c:strCache>
                <c:ptCount val="1"/>
                <c:pt idx="0">
                  <c:v>增长率</c:v>
                </c:pt>
              </c:strCache>
            </c:strRef>
          </c:tx>
          <c:spPr>
            <a:ln w="38100" cap="rnd">
              <a:solidFill>
                <a:schemeClr val="accent1">
                  <a:lumMod val="75000"/>
                </a:schemeClr>
              </a:solidFill>
              <a:round/>
            </a:ln>
            <a:effectLst>
              <a:outerShdw blurRad="50800" dist="38100" dir="2700000" algn="tl" rotWithShape="0">
                <a:prstClr val="black">
                  <a:alpha val="40000"/>
                </a:prstClr>
              </a:outerShdw>
            </a:effectLst>
          </c:spPr>
          <c:marker>
            <c:symbol val="circle"/>
            <c:size val="5"/>
            <c:spPr>
              <a:solidFill>
                <a:schemeClr val="bg1"/>
              </a:solidFill>
              <a:ln w="15875">
                <a:solidFill>
                  <a:schemeClr val="accent1">
                    <a:lumMod val="75000"/>
                  </a:schemeClr>
                </a:solidFill>
              </a:ln>
              <a:effectLst>
                <a:outerShdw blurRad="50800" dist="38100" dir="2700000" algn="tl" rotWithShape="0">
                  <a:prstClr val="black">
                    <a:alpha val="40000"/>
                  </a:prstClr>
                </a:outerShdw>
              </a:effectLst>
            </c:spPr>
          </c:marker>
          <c:dLbls>
            <c:delete val="1"/>
          </c:dLbls>
          <c:cat>
            <c:strRef>
              <c:f>Sheet1!$A$2:$A$4</c:f>
              <c:strCache>
                <c:ptCount val="3"/>
                <c:pt idx="0">
                  <c:v>收入</c:v>
                </c:pt>
                <c:pt idx="1">
                  <c:v>花费</c:v>
                </c:pt>
                <c:pt idx="2">
                  <c:v>净利润</c:v>
                </c:pt>
              </c:strCache>
            </c:strRef>
          </c:cat>
          <c:val>
            <c:numRef>
              <c:f>Sheet1!$D$2:$D$4</c:f>
              <c:numCache>
                <c:formatCode>0%</c:formatCode>
                <c:ptCount val="3"/>
                <c:pt idx="0">
                  <c:v>0.24</c:v>
                </c:pt>
                <c:pt idx="1">
                  <c:v>0.21</c:v>
                </c:pt>
                <c:pt idx="2">
                  <c:v>0.22</c:v>
                </c:pt>
              </c:numCache>
            </c:numRef>
          </c:val>
          <c:smooth val="0"/>
        </c:ser>
        <c:dLbls>
          <c:showLegendKey val="0"/>
          <c:showVal val="0"/>
          <c:showCatName val="0"/>
          <c:showSerName val="0"/>
          <c:showPercent val="0"/>
          <c:showBubbleSize val="0"/>
        </c:dLbls>
        <c:marker val="1"/>
        <c:smooth val="0"/>
        <c:axId val="135874928"/>
        <c:axId val="135892688"/>
      </c:lineChart>
      <c:catAx>
        <c:axId val="1170425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1170422655"/>
        <c:crosses val="autoZero"/>
        <c:auto val="1"/>
        <c:lblAlgn val="ctr"/>
        <c:lblOffset val="100"/>
        <c:noMultiLvlLbl val="0"/>
      </c:catAx>
      <c:valAx>
        <c:axId val="1170422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170425055"/>
        <c:crosses val="autoZero"/>
        <c:crossBetween val="between"/>
      </c:valAx>
      <c:catAx>
        <c:axId val="13587492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135892688"/>
        <c:crosses val="autoZero"/>
        <c:auto val="1"/>
        <c:lblAlgn val="ctr"/>
        <c:lblOffset val="100"/>
        <c:noMultiLvlLbl val="0"/>
      </c:catAx>
      <c:valAx>
        <c:axId val="1358926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35874928"/>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chemeClr val="accent2"/>
            </a:solidFill>
            <a:ln>
              <a:noFill/>
            </a:ln>
            <a:effectLst/>
          </c:spPr>
          <c:dPt>
            <c:idx val="2"/>
            <c:bubble3D val="0"/>
            <c:spPr>
              <a:solidFill>
                <a:schemeClr val="accent2"/>
              </a:solidFill>
              <a:ln>
                <a:noFill/>
              </a:ln>
              <a:effectLst/>
            </c:spPr>
          </c:dPt>
          <c:dPt>
            <c:idx val="8"/>
            <c:bubble3D val="0"/>
            <c:spPr>
              <a:solidFill>
                <a:schemeClr val="accent2"/>
              </a:solidFill>
              <a:ln>
                <a:noFill/>
              </a:ln>
              <a:effectLst/>
            </c:spPr>
          </c:dPt>
          <c:dPt>
            <c:idx val="11"/>
            <c:bubble3D val="0"/>
            <c:spPr>
              <a:solidFill>
                <a:schemeClr val="accent2"/>
              </a:solidFill>
              <a:ln>
                <a:noFill/>
              </a:ln>
              <a:effectLst/>
            </c:spPr>
          </c:dPt>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2534</c:v>
                </c:pt>
                <c:pt idx="1">
                  <c:v>1986</c:v>
                </c:pt>
                <c:pt idx="2">
                  <c:v>2653</c:v>
                </c:pt>
                <c:pt idx="3">
                  <c:v>2057</c:v>
                </c:pt>
                <c:pt idx="4">
                  <c:v>1992</c:v>
                </c:pt>
                <c:pt idx="5">
                  <c:v>2453</c:v>
                </c:pt>
                <c:pt idx="6">
                  <c:v>2389</c:v>
                </c:pt>
                <c:pt idx="7">
                  <c:v>2458</c:v>
                </c:pt>
                <c:pt idx="8">
                  <c:v>2653</c:v>
                </c:pt>
                <c:pt idx="9">
                  <c:v>2536</c:v>
                </c:pt>
                <c:pt idx="10">
                  <c:v>2498</c:v>
                </c:pt>
                <c:pt idx="11">
                  <c:v>2696</c:v>
                </c:pt>
              </c:numCache>
            </c:numRef>
          </c:val>
        </c:ser>
        <c:dLbls>
          <c:showLegendKey val="0"/>
          <c:showVal val="0"/>
          <c:showCatName val="0"/>
          <c:showSerName val="0"/>
          <c:showPercent val="0"/>
          <c:showBubbleSize val="0"/>
        </c:dLbls>
        <c:axId val="206159760"/>
        <c:axId val="206163600"/>
      </c:areaChart>
      <c:catAx>
        <c:axId val="20615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163600"/>
        <c:crosses val="autoZero"/>
        <c:auto val="1"/>
        <c:lblAlgn val="ctr"/>
        <c:lblOffset val="100"/>
        <c:noMultiLvlLbl val="0"/>
      </c:catAx>
      <c:valAx>
        <c:axId val="20616360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976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accent3"/>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0.69</c:v>
                </c:pt>
                <c:pt idx="1">
                  <c:v>0.31</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bg1"/>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0.78</c:v>
                </c:pt>
                <c:pt idx="1">
                  <c:v>0.22</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销售花费</c:v>
                </c:pt>
              </c:strCache>
            </c:strRef>
          </c:tx>
          <c:spPr>
            <a:solidFill>
              <a:schemeClr val="accent2">
                <a:lumMod val="20000"/>
                <a:lumOff val="80000"/>
              </a:schemeClr>
            </a:solidFill>
            <a:ln>
              <a:noFill/>
            </a:ln>
            <a:effectLst/>
          </c:spPr>
          <c:invertIfNegative val="0"/>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c:formatCode>
                <c:ptCount val="12"/>
                <c:pt idx="0">
                  <c:v>0.62</c:v>
                </c:pt>
                <c:pt idx="1">
                  <c:v>0.71</c:v>
                </c:pt>
                <c:pt idx="2">
                  <c:v>0.82</c:v>
                </c:pt>
                <c:pt idx="3">
                  <c:v>0.85</c:v>
                </c:pt>
                <c:pt idx="4">
                  <c:v>0.59</c:v>
                </c:pt>
                <c:pt idx="5">
                  <c:v>0.52</c:v>
                </c:pt>
                <c:pt idx="6">
                  <c:v>0.63</c:v>
                </c:pt>
                <c:pt idx="7">
                  <c:v>0.86</c:v>
                </c:pt>
                <c:pt idx="8">
                  <c:v>0.92</c:v>
                </c:pt>
                <c:pt idx="9">
                  <c:v>0.85</c:v>
                </c:pt>
                <c:pt idx="10">
                  <c:v>0.67</c:v>
                </c:pt>
                <c:pt idx="11">
                  <c:v>0.96</c:v>
                </c:pt>
              </c:numCache>
            </c:numRef>
          </c:val>
        </c:ser>
        <c:dLbls>
          <c:showLegendKey val="0"/>
          <c:showVal val="0"/>
          <c:showCatName val="0"/>
          <c:showSerName val="0"/>
          <c:showPercent val="0"/>
          <c:showBubbleSize val="0"/>
        </c:dLbls>
        <c:gapWidth val="50"/>
        <c:axId val="135868208"/>
        <c:axId val="135880208"/>
      </c:barChart>
      <c:lineChart>
        <c:grouping val="standard"/>
        <c:varyColors val="0"/>
        <c:ser>
          <c:idx val="0"/>
          <c:order val="0"/>
          <c:tx>
            <c:strRef>
              <c:f>Sheet1!$B$1</c:f>
              <c:strCache>
                <c:ptCount val="1"/>
                <c:pt idx="0">
                  <c:v>存货余额</c:v>
                </c:pt>
              </c:strCache>
            </c:strRef>
          </c:tx>
          <c:spPr>
            <a:ln w="28575" cap="rnd">
              <a:solidFill>
                <a:schemeClr val="accent2"/>
              </a:solidFill>
              <a:round/>
            </a:ln>
            <a:effectLst>
              <a:outerShdw blurRad="38100" dist="88900" dir="5400000" algn="t" rotWithShape="0">
                <a:prstClr val="black">
                  <a:alpha val="20000"/>
                </a:prstClr>
              </a:outerShdw>
            </a:effectLst>
          </c:spPr>
          <c:marker>
            <c:symbol val="circle"/>
            <c:size val="5"/>
            <c:spPr>
              <a:solidFill>
                <a:schemeClr val="bg1"/>
              </a:solidFill>
              <a:ln w="25400">
                <a:solidFill>
                  <a:schemeClr val="accent2"/>
                </a:solidFill>
              </a:ln>
              <a:effectLst>
                <a:outerShdw blurRad="38100" dist="88900" dir="5400000" algn="t" rotWithShape="0">
                  <a:prstClr val="black">
                    <a:alpha val="20000"/>
                  </a:prstClr>
                </a:outerShdw>
              </a:effectLst>
            </c:spPr>
          </c:marker>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c:v>
                </c:pt>
                <c:pt idx="1">
                  <c:v>49</c:v>
                </c:pt>
                <c:pt idx="2">
                  <c:v>62</c:v>
                </c:pt>
                <c:pt idx="3">
                  <c:v>68</c:v>
                </c:pt>
                <c:pt idx="4">
                  <c:v>47</c:v>
                </c:pt>
                <c:pt idx="5">
                  <c:v>45</c:v>
                </c:pt>
                <c:pt idx="6">
                  <c:v>40</c:v>
                </c:pt>
                <c:pt idx="7">
                  <c:v>69</c:v>
                </c:pt>
                <c:pt idx="8">
                  <c:v>72</c:v>
                </c:pt>
                <c:pt idx="9">
                  <c:v>70</c:v>
                </c:pt>
                <c:pt idx="10">
                  <c:v>59</c:v>
                </c:pt>
                <c:pt idx="11">
                  <c:v>75</c:v>
                </c:pt>
              </c:numCache>
            </c:numRef>
          </c:val>
          <c:smooth val="0"/>
        </c:ser>
        <c:dLbls>
          <c:showLegendKey val="0"/>
          <c:showVal val="0"/>
          <c:showCatName val="0"/>
          <c:showSerName val="0"/>
          <c:showPercent val="0"/>
          <c:showBubbleSize val="0"/>
        </c:dLbls>
        <c:marker val="1"/>
        <c:smooth val="0"/>
        <c:axId val="206534320"/>
        <c:axId val="206529040"/>
      </c:lineChart>
      <c:catAx>
        <c:axId val="13586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80208"/>
        <c:crosses val="autoZero"/>
        <c:auto val="1"/>
        <c:lblAlgn val="ctr"/>
        <c:lblOffset val="100"/>
        <c:noMultiLvlLbl val="0"/>
      </c:catAx>
      <c:valAx>
        <c:axId val="1358802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68208"/>
        <c:crosses val="autoZero"/>
        <c:crossBetween val="between"/>
      </c:valAx>
      <c:catAx>
        <c:axId val="206534320"/>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529040"/>
        <c:crosses val="autoZero"/>
        <c:auto val="1"/>
        <c:lblAlgn val="ctr"/>
        <c:lblOffset val="100"/>
        <c:noMultiLvlLbl val="0"/>
      </c:catAx>
      <c:valAx>
        <c:axId val="2065290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534320"/>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BC069971-B1BC-4B27-94D7-B118D9E800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A35B9FB7-9104-4377-ADBC-2A7A5FF434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vl2pPr marL="4572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2pPr>
    <a:lvl3pPr marL="9144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3pPr>
    <a:lvl4pPr marL="13716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4pPr>
    <a:lvl5pPr marL="18288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15" name="直接连接符 14"/>
          <p:cNvCxnSpPr/>
          <p:nvPr userDrawn="1"/>
        </p:nvCxnSpPr>
        <p:spPr>
          <a:xfrm>
            <a:off x="0" y="616035"/>
            <a:ext cx="121889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16" name="直接连接符 15"/>
          <p:cNvCxnSpPr/>
          <p:nvPr userDrawn="1"/>
        </p:nvCxnSpPr>
        <p:spPr>
          <a:xfrm>
            <a:off x="238125" y="685800"/>
            <a:ext cx="11696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5" name="任意多边形: 形状 6"/>
          <p:cNvSpPr/>
          <p:nvPr userDrawn="1">
            <p:custDataLst>
              <p:tags r:id="rId2"/>
            </p:custDataLst>
          </p:nvPr>
        </p:nvSpPr>
        <p:spPr>
          <a:xfrm>
            <a:off x="3035" y="4804824"/>
            <a:ext cx="12188965" cy="2053176"/>
          </a:xfrm>
          <a:custGeom>
            <a:avLst/>
            <a:gdLst>
              <a:gd name="connsiteX0" fmla="*/ 12163307 w 12188965"/>
              <a:gd name="connsiteY0" fmla="*/ 2001858 h 2053176"/>
              <a:gd name="connsiteX1" fmla="*/ 12188965 w 12188965"/>
              <a:gd name="connsiteY1" fmla="*/ 2027517 h 2053176"/>
              <a:gd name="connsiteX2" fmla="*/ 12163307 w 12188965"/>
              <a:gd name="connsiteY2" fmla="*/ 2053176 h 2053176"/>
              <a:gd name="connsiteX3" fmla="*/ 12137649 w 12188965"/>
              <a:gd name="connsiteY3" fmla="*/ 2027517 h 2053176"/>
              <a:gd name="connsiteX4" fmla="*/ 12163307 w 12188965"/>
              <a:gd name="connsiteY4" fmla="*/ 2001858 h 2053176"/>
              <a:gd name="connsiteX5" fmla="*/ 12099103 w 12188965"/>
              <a:gd name="connsiteY5" fmla="*/ 2001858 h 2053176"/>
              <a:gd name="connsiteX6" fmla="*/ 12124761 w 12188965"/>
              <a:gd name="connsiteY6" fmla="*/ 2027517 h 2053176"/>
              <a:gd name="connsiteX7" fmla="*/ 12099103 w 12188965"/>
              <a:gd name="connsiteY7" fmla="*/ 2053176 h 2053176"/>
              <a:gd name="connsiteX8" fmla="*/ 12073441 w 12188965"/>
              <a:gd name="connsiteY8" fmla="*/ 2027517 h 2053176"/>
              <a:gd name="connsiteX9" fmla="*/ 12099103 w 12188965"/>
              <a:gd name="connsiteY9" fmla="*/ 2001858 h 2053176"/>
              <a:gd name="connsiteX10" fmla="*/ 12034897 w 12188965"/>
              <a:gd name="connsiteY10" fmla="*/ 2001858 h 2053176"/>
              <a:gd name="connsiteX11" fmla="*/ 12060557 w 12188965"/>
              <a:gd name="connsiteY11" fmla="*/ 2027517 h 2053176"/>
              <a:gd name="connsiteX12" fmla="*/ 12034897 w 12188965"/>
              <a:gd name="connsiteY12" fmla="*/ 2053176 h 2053176"/>
              <a:gd name="connsiteX13" fmla="*/ 12009237 w 12188965"/>
              <a:gd name="connsiteY13" fmla="*/ 2027517 h 2053176"/>
              <a:gd name="connsiteX14" fmla="*/ 12034897 w 12188965"/>
              <a:gd name="connsiteY14" fmla="*/ 2001858 h 2053176"/>
              <a:gd name="connsiteX15" fmla="*/ 11970691 w 12188965"/>
              <a:gd name="connsiteY15" fmla="*/ 2001858 h 2053176"/>
              <a:gd name="connsiteX16" fmla="*/ 11996349 w 12188965"/>
              <a:gd name="connsiteY16" fmla="*/ 2027517 h 2053176"/>
              <a:gd name="connsiteX17" fmla="*/ 11970691 w 12188965"/>
              <a:gd name="connsiteY17" fmla="*/ 2053176 h 2053176"/>
              <a:gd name="connsiteX18" fmla="*/ 11945033 w 12188965"/>
              <a:gd name="connsiteY18" fmla="*/ 2027517 h 2053176"/>
              <a:gd name="connsiteX19" fmla="*/ 11970691 w 12188965"/>
              <a:gd name="connsiteY19" fmla="*/ 2001858 h 2053176"/>
              <a:gd name="connsiteX20" fmla="*/ 11906483 w 12188965"/>
              <a:gd name="connsiteY20" fmla="*/ 2001858 h 2053176"/>
              <a:gd name="connsiteX21" fmla="*/ 11932145 w 12188965"/>
              <a:gd name="connsiteY21" fmla="*/ 2027517 h 2053176"/>
              <a:gd name="connsiteX22" fmla="*/ 11906483 w 12188965"/>
              <a:gd name="connsiteY22" fmla="*/ 2053176 h 2053176"/>
              <a:gd name="connsiteX23" fmla="*/ 11880825 w 12188965"/>
              <a:gd name="connsiteY23" fmla="*/ 2027517 h 2053176"/>
              <a:gd name="connsiteX24" fmla="*/ 11906483 w 12188965"/>
              <a:gd name="connsiteY24" fmla="*/ 2001858 h 2053176"/>
              <a:gd name="connsiteX25" fmla="*/ 11842279 w 12188965"/>
              <a:gd name="connsiteY25" fmla="*/ 2001858 h 2053176"/>
              <a:gd name="connsiteX26" fmla="*/ 11867941 w 12188965"/>
              <a:gd name="connsiteY26" fmla="*/ 2027517 h 2053176"/>
              <a:gd name="connsiteX27" fmla="*/ 11842279 w 12188965"/>
              <a:gd name="connsiteY27" fmla="*/ 2053176 h 2053176"/>
              <a:gd name="connsiteX28" fmla="*/ 11816621 w 12188965"/>
              <a:gd name="connsiteY28" fmla="*/ 2027517 h 2053176"/>
              <a:gd name="connsiteX29" fmla="*/ 11842279 w 12188965"/>
              <a:gd name="connsiteY29" fmla="*/ 2001858 h 2053176"/>
              <a:gd name="connsiteX30" fmla="*/ 11775107 w 12188965"/>
              <a:gd name="connsiteY30" fmla="*/ 2001858 h 2053176"/>
              <a:gd name="connsiteX31" fmla="*/ 11800767 w 12188965"/>
              <a:gd name="connsiteY31" fmla="*/ 2027517 h 2053176"/>
              <a:gd name="connsiteX32" fmla="*/ 11775107 w 12188965"/>
              <a:gd name="connsiteY32" fmla="*/ 2053176 h 2053176"/>
              <a:gd name="connsiteX33" fmla="*/ 11749449 w 12188965"/>
              <a:gd name="connsiteY33" fmla="*/ 2027517 h 2053176"/>
              <a:gd name="connsiteX34" fmla="*/ 11775107 w 12188965"/>
              <a:gd name="connsiteY34" fmla="*/ 2001858 h 2053176"/>
              <a:gd name="connsiteX35" fmla="*/ 11710901 w 12188965"/>
              <a:gd name="connsiteY35" fmla="*/ 2001858 h 2053176"/>
              <a:gd name="connsiteX36" fmla="*/ 11736561 w 12188965"/>
              <a:gd name="connsiteY36" fmla="*/ 2027517 h 2053176"/>
              <a:gd name="connsiteX37" fmla="*/ 11710901 w 12188965"/>
              <a:gd name="connsiteY37" fmla="*/ 2053176 h 2053176"/>
              <a:gd name="connsiteX38" fmla="*/ 11685243 w 12188965"/>
              <a:gd name="connsiteY38" fmla="*/ 2027517 h 2053176"/>
              <a:gd name="connsiteX39" fmla="*/ 11710901 w 12188965"/>
              <a:gd name="connsiteY39" fmla="*/ 2001858 h 2053176"/>
              <a:gd name="connsiteX40" fmla="*/ 11646697 w 12188965"/>
              <a:gd name="connsiteY40" fmla="*/ 2001858 h 2053176"/>
              <a:gd name="connsiteX41" fmla="*/ 11672355 w 12188965"/>
              <a:gd name="connsiteY41" fmla="*/ 2027517 h 2053176"/>
              <a:gd name="connsiteX42" fmla="*/ 11646697 w 12188965"/>
              <a:gd name="connsiteY42" fmla="*/ 2053176 h 2053176"/>
              <a:gd name="connsiteX43" fmla="*/ 11621037 w 12188965"/>
              <a:gd name="connsiteY43" fmla="*/ 2027517 h 2053176"/>
              <a:gd name="connsiteX44" fmla="*/ 11646697 w 12188965"/>
              <a:gd name="connsiteY44" fmla="*/ 2001858 h 2053176"/>
              <a:gd name="connsiteX45" fmla="*/ 11582491 w 12188965"/>
              <a:gd name="connsiteY45" fmla="*/ 2001858 h 2053176"/>
              <a:gd name="connsiteX46" fmla="*/ 11608149 w 12188965"/>
              <a:gd name="connsiteY46" fmla="*/ 2027517 h 2053176"/>
              <a:gd name="connsiteX47" fmla="*/ 11582491 w 12188965"/>
              <a:gd name="connsiteY47" fmla="*/ 2053176 h 2053176"/>
              <a:gd name="connsiteX48" fmla="*/ 11556833 w 12188965"/>
              <a:gd name="connsiteY48" fmla="*/ 2027517 h 2053176"/>
              <a:gd name="connsiteX49" fmla="*/ 11582491 w 12188965"/>
              <a:gd name="connsiteY49" fmla="*/ 2001858 h 2053176"/>
              <a:gd name="connsiteX50" fmla="*/ 11518287 w 12188965"/>
              <a:gd name="connsiteY50" fmla="*/ 2001858 h 2053176"/>
              <a:gd name="connsiteX51" fmla="*/ 11543945 w 12188965"/>
              <a:gd name="connsiteY51" fmla="*/ 2027517 h 2053176"/>
              <a:gd name="connsiteX52" fmla="*/ 11518287 w 12188965"/>
              <a:gd name="connsiteY52" fmla="*/ 2053176 h 2053176"/>
              <a:gd name="connsiteX53" fmla="*/ 11492627 w 12188965"/>
              <a:gd name="connsiteY53" fmla="*/ 2027517 h 2053176"/>
              <a:gd name="connsiteX54" fmla="*/ 11518287 w 12188965"/>
              <a:gd name="connsiteY54" fmla="*/ 2001858 h 2053176"/>
              <a:gd name="connsiteX55" fmla="*/ 11454081 w 12188965"/>
              <a:gd name="connsiteY55" fmla="*/ 2001858 h 2053176"/>
              <a:gd name="connsiteX56" fmla="*/ 11479739 w 12188965"/>
              <a:gd name="connsiteY56" fmla="*/ 2027517 h 2053176"/>
              <a:gd name="connsiteX57" fmla="*/ 11454081 w 12188965"/>
              <a:gd name="connsiteY57" fmla="*/ 2053176 h 2053176"/>
              <a:gd name="connsiteX58" fmla="*/ 11428421 w 12188965"/>
              <a:gd name="connsiteY58" fmla="*/ 2027517 h 2053176"/>
              <a:gd name="connsiteX59" fmla="*/ 11454081 w 12188965"/>
              <a:gd name="connsiteY59" fmla="*/ 2001858 h 2053176"/>
              <a:gd name="connsiteX60" fmla="*/ 11389875 w 12188965"/>
              <a:gd name="connsiteY60" fmla="*/ 2001858 h 2053176"/>
              <a:gd name="connsiteX61" fmla="*/ 11415533 w 12188965"/>
              <a:gd name="connsiteY61" fmla="*/ 2027517 h 2053176"/>
              <a:gd name="connsiteX62" fmla="*/ 11389875 w 12188965"/>
              <a:gd name="connsiteY62" fmla="*/ 2053176 h 2053176"/>
              <a:gd name="connsiteX63" fmla="*/ 11364217 w 12188965"/>
              <a:gd name="connsiteY63" fmla="*/ 2027517 h 2053176"/>
              <a:gd name="connsiteX64" fmla="*/ 11389875 w 12188965"/>
              <a:gd name="connsiteY64" fmla="*/ 2001858 h 2053176"/>
              <a:gd name="connsiteX65" fmla="*/ 11325670 w 12188965"/>
              <a:gd name="connsiteY65" fmla="*/ 2001858 h 2053176"/>
              <a:gd name="connsiteX66" fmla="*/ 11351329 w 12188965"/>
              <a:gd name="connsiteY66" fmla="*/ 2027517 h 2053176"/>
              <a:gd name="connsiteX67" fmla="*/ 11325670 w 12188965"/>
              <a:gd name="connsiteY67" fmla="*/ 2053176 h 2053176"/>
              <a:gd name="connsiteX68" fmla="*/ 11300012 w 12188965"/>
              <a:gd name="connsiteY68" fmla="*/ 2027517 h 2053176"/>
              <a:gd name="connsiteX69" fmla="*/ 11325670 w 12188965"/>
              <a:gd name="connsiteY69" fmla="*/ 2001858 h 2053176"/>
              <a:gd name="connsiteX70" fmla="*/ 11261466 w 12188965"/>
              <a:gd name="connsiteY70" fmla="*/ 2001858 h 2053176"/>
              <a:gd name="connsiteX71" fmla="*/ 11287124 w 12188965"/>
              <a:gd name="connsiteY71" fmla="*/ 2027517 h 2053176"/>
              <a:gd name="connsiteX72" fmla="*/ 11261466 w 12188965"/>
              <a:gd name="connsiteY72" fmla="*/ 2053176 h 2053176"/>
              <a:gd name="connsiteX73" fmla="*/ 11235805 w 12188965"/>
              <a:gd name="connsiteY73" fmla="*/ 2027517 h 2053176"/>
              <a:gd name="connsiteX74" fmla="*/ 11261466 w 12188965"/>
              <a:gd name="connsiteY74" fmla="*/ 2001858 h 2053176"/>
              <a:gd name="connsiteX75" fmla="*/ 11197259 w 12188965"/>
              <a:gd name="connsiteY75" fmla="*/ 2001858 h 2053176"/>
              <a:gd name="connsiteX76" fmla="*/ 11222917 w 12188965"/>
              <a:gd name="connsiteY76" fmla="*/ 2027517 h 2053176"/>
              <a:gd name="connsiteX77" fmla="*/ 11197259 w 12188965"/>
              <a:gd name="connsiteY77" fmla="*/ 2053176 h 2053176"/>
              <a:gd name="connsiteX78" fmla="*/ 11171601 w 12188965"/>
              <a:gd name="connsiteY78" fmla="*/ 2027517 h 2053176"/>
              <a:gd name="connsiteX79" fmla="*/ 11197259 w 12188965"/>
              <a:gd name="connsiteY79" fmla="*/ 2001858 h 2053176"/>
              <a:gd name="connsiteX80" fmla="*/ 11133055 w 12188965"/>
              <a:gd name="connsiteY80" fmla="*/ 2001858 h 2053176"/>
              <a:gd name="connsiteX81" fmla="*/ 11158713 w 12188965"/>
              <a:gd name="connsiteY81" fmla="*/ 2027517 h 2053176"/>
              <a:gd name="connsiteX82" fmla="*/ 11133055 w 12188965"/>
              <a:gd name="connsiteY82" fmla="*/ 2053176 h 2053176"/>
              <a:gd name="connsiteX83" fmla="*/ 11107396 w 12188965"/>
              <a:gd name="connsiteY83" fmla="*/ 2027517 h 2053176"/>
              <a:gd name="connsiteX84" fmla="*/ 11133055 w 12188965"/>
              <a:gd name="connsiteY84" fmla="*/ 2001858 h 2053176"/>
              <a:gd name="connsiteX85" fmla="*/ 11068848 w 12188965"/>
              <a:gd name="connsiteY85" fmla="*/ 2001858 h 2053176"/>
              <a:gd name="connsiteX86" fmla="*/ 11094509 w 12188965"/>
              <a:gd name="connsiteY86" fmla="*/ 2027517 h 2053176"/>
              <a:gd name="connsiteX87" fmla="*/ 11068848 w 12188965"/>
              <a:gd name="connsiteY87" fmla="*/ 2053176 h 2053176"/>
              <a:gd name="connsiteX88" fmla="*/ 11043189 w 12188965"/>
              <a:gd name="connsiteY88" fmla="*/ 2027517 h 2053176"/>
              <a:gd name="connsiteX89" fmla="*/ 11068848 w 12188965"/>
              <a:gd name="connsiteY89" fmla="*/ 2001858 h 2053176"/>
              <a:gd name="connsiteX90" fmla="*/ 11004643 w 12188965"/>
              <a:gd name="connsiteY90" fmla="*/ 2001858 h 2053176"/>
              <a:gd name="connsiteX91" fmla="*/ 11030301 w 12188965"/>
              <a:gd name="connsiteY91" fmla="*/ 2027517 h 2053176"/>
              <a:gd name="connsiteX92" fmla="*/ 11004643 w 12188965"/>
              <a:gd name="connsiteY92" fmla="*/ 2053176 h 2053176"/>
              <a:gd name="connsiteX93" fmla="*/ 10978985 w 12188965"/>
              <a:gd name="connsiteY93" fmla="*/ 2027517 h 2053176"/>
              <a:gd name="connsiteX94" fmla="*/ 11004643 w 12188965"/>
              <a:gd name="connsiteY94" fmla="*/ 2001858 h 2053176"/>
              <a:gd name="connsiteX95" fmla="*/ 10940321 w 12188965"/>
              <a:gd name="connsiteY95" fmla="*/ 2001858 h 2053176"/>
              <a:gd name="connsiteX96" fmla="*/ 10965982 w 12188965"/>
              <a:gd name="connsiteY96" fmla="*/ 2027517 h 2053176"/>
              <a:gd name="connsiteX97" fmla="*/ 10940321 w 12188965"/>
              <a:gd name="connsiteY97" fmla="*/ 2053176 h 2053176"/>
              <a:gd name="connsiteX98" fmla="*/ 10914663 w 12188965"/>
              <a:gd name="connsiteY98" fmla="*/ 2027517 h 2053176"/>
              <a:gd name="connsiteX99" fmla="*/ 10940321 w 12188965"/>
              <a:gd name="connsiteY99" fmla="*/ 2001858 h 2053176"/>
              <a:gd name="connsiteX100" fmla="*/ 10876117 w 12188965"/>
              <a:gd name="connsiteY100" fmla="*/ 2001858 h 2053176"/>
              <a:gd name="connsiteX101" fmla="*/ 10901775 w 12188965"/>
              <a:gd name="connsiteY101" fmla="*/ 2027517 h 2053176"/>
              <a:gd name="connsiteX102" fmla="*/ 10876117 w 12188965"/>
              <a:gd name="connsiteY102" fmla="*/ 2053176 h 2053176"/>
              <a:gd name="connsiteX103" fmla="*/ 10850459 w 12188965"/>
              <a:gd name="connsiteY103" fmla="*/ 2027517 h 2053176"/>
              <a:gd name="connsiteX104" fmla="*/ 10876117 w 12188965"/>
              <a:gd name="connsiteY104" fmla="*/ 2001858 h 2053176"/>
              <a:gd name="connsiteX105" fmla="*/ 10811912 w 12188965"/>
              <a:gd name="connsiteY105" fmla="*/ 2001858 h 2053176"/>
              <a:gd name="connsiteX106" fmla="*/ 10837571 w 12188965"/>
              <a:gd name="connsiteY106" fmla="*/ 2027517 h 2053176"/>
              <a:gd name="connsiteX107" fmla="*/ 10811912 w 12188965"/>
              <a:gd name="connsiteY107" fmla="*/ 2053176 h 2053176"/>
              <a:gd name="connsiteX108" fmla="*/ 10786254 w 12188965"/>
              <a:gd name="connsiteY108" fmla="*/ 2027517 h 2053176"/>
              <a:gd name="connsiteX109" fmla="*/ 10811912 w 12188965"/>
              <a:gd name="connsiteY109" fmla="*/ 2001858 h 2053176"/>
              <a:gd name="connsiteX110" fmla="*/ 10747708 w 12188965"/>
              <a:gd name="connsiteY110" fmla="*/ 2001858 h 2053176"/>
              <a:gd name="connsiteX111" fmla="*/ 10773366 w 12188965"/>
              <a:gd name="connsiteY111" fmla="*/ 2027517 h 2053176"/>
              <a:gd name="connsiteX112" fmla="*/ 10747708 w 12188965"/>
              <a:gd name="connsiteY112" fmla="*/ 2053176 h 2053176"/>
              <a:gd name="connsiteX113" fmla="*/ 10722047 w 12188965"/>
              <a:gd name="connsiteY113" fmla="*/ 2027517 h 2053176"/>
              <a:gd name="connsiteX114" fmla="*/ 10747708 w 12188965"/>
              <a:gd name="connsiteY114" fmla="*/ 2001858 h 2053176"/>
              <a:gd name="connsiteX115" fmla="*/ 10683501 w 12188965"/>
              <a:gd name="connsiteY115" fmla="*/ 2001858 h 2053176"/>
              <a:gd name="connsiteX116" fmla="*/ 10709159 w 12188965"/>
              <a:gd name="connsiteY116" fmla="*/ 2027517 h 2053176"/>
              <a:gd name="connsiteX117" fmla="*/ 10683501 w 12188965"/>
              <a:gd name="connsiteY117" fmla="*/ 2053176 h 2053176"/>
              <a:gd name="connsiteX118" fmla="*/ 10657843 w 12188965"/>
              <a:gd name="connsiteY118" fmla="*/ 2027517 h 2053176"/>
              <a:gd name="connsiteX119" fmla="*/ 10683501 w 12188965"/>
              <a:gd name="connsiteY119" fmla="*/ 2001858 h 2053176"/>
              <a:gd name="connsiteX120" fmla="*/ 10619297 w 12188965"/>
              <a:gd name="connsiteY120" fmla="*/ 2001858 h 2053176"/>
              <a:gd name="connsiteX121" fmla="*/ 10644955 w 12188965"/>
              <a:gd name="connsiteY121" fmla="*/ 2027517 h 2053176"/>
              <a:gd name="connsiteX122" fmla="*/ 10619297 w 12188965"/>
              <a:gd name="connsiteY122" fmla="*/ 2053176 h 2053176"/>
              <a:gd name="connsiteX123" fmla="*/ 10593639 w 12188965"/>
              <a:gd name="connsiteY123" fmla="*/ 2027517 h 2053176"/>
              <a:gd name="connsiteX124" fmla="*/ 10619297 w 12188965"/>
              <a:gd name="connsiteY124" fmla="*/ 2001858 h 2053176"/>
              <a:gd name="connsiteX125" fmla="*/ 10555092 w 12188965"/>
              <a:gd name="connsiteY125" fmla="*/ 2001858 h 2053176"/>
              <a:gd name="connsiteX126" fmla="*/ 10580751 w 12188965"/>
              <a:gd name="connsiteY126" fmla="*/ 2027517 h 2053176"/>
              <a:gd name="connsiteX127" fmla="*/ 10555092 w 12188965"/>
              <a:gd name="connsiteY127" fmla="*/ 2053176 h 2053176"/>
              <a:gd name="connsiteX128" fmla="*/ 10529432 w 12188965"/>
              <a:gd name="connsiteY128" fmla="*/ 2027517 h 2053176"/>
              <a:gd name="connsiteX129" fmla="*/ 10555092 w 12188965"/>
              <a:gd name="connsiteY129" fmla="*/ 2001858 h 2053176"/>
              <a:gd name="connsiteX130" fmla="*/ 10490885 w 12188965"/>
              <a:gd name="connsiteY130" fmla="*/ 2001858 h 2053176"/>
              <a:gd name="connsiteX131" fmla="*/ 10516544 w 12188965"/>
              <a:gd name="connsiteY131" fmla="*/ 2027517 h 2053176"/>
              <a:gd name="connsiteX132" fmla="*/ 10490885 w 12188965"/>
              <a:gd name="connsiteY132" fmla="*/ 2053176 h 2053176"/>
              <a:gd name="connsiteX133" fmla="*/ 10465227 w 12188965"/>
              <a:gd name="connsiteY133" fmla="*/ 2027517 h 2053176"/>
              <a:gd name="connsiteX134" fmla="*/ 10490885 w 12188965"/>
              <a:gd name="connsiteY134" fmla="*/ 2001858 h 2053176"/>
              <a:gd name="connsiteX135" fmla="*/ 10426681 w 12188965"/>
              <a:gd name="connsiteY135" fmla="*/ 2001858 h 2053176"/>
              <a:gd name="connsiteX136" fmla="*/ 10452339 w 12188965"/>
              <a:gd name="connsiteY136" fmla="*/ 2027517 h 2053176"/>
              <a:gd name="connsiteX137" fmla="*/ 10426681 w 12188965"/>
              <a:gd name="connsiteY137" fmla="*/ 2053176 h 2053176"/>
              <a:gd name="connsiteX138" fmla="*/ 10401020 w 12188965"/>
              <a:gd name="connsiteY138" fmla="*/ 2027517 h 2053176"/>
              <a:gd name="connsiteX139" fmla="*/ 10426681 w 12188965"/>
              <a:gd name="connsiteY139" fmla="*/ 2001858 h 2053176"/>
              <a:gd name="connsiteX140" fmla="*/ 10362474 w 12188965"/>
              <a:gd name="connsiteY140" fmla="*/ 2001858 h 2053176"/>
              <a:gd name="connsiteX141" fmla="*/ 10388135 w 12188965"/>
              <a:gd name="connsiteY141" fmla="*/ 2027517 h 2053176"/>
              <a:gd name="connsiteX142" fmla="*/ 10362474 w 12188965"/>
              <a:gd name="connsiteY142" fmla="*/ 2053176 h 2053176"/>
              <a:gd name="connsiteX143" fmla="*/ 10336816 w 12188965"/>
              <a:gd name="connsiteY143" fmla="*/ 2027517 h 2053176"/>
              <a:gd name="connsiteX144" fmla="*/ 10362474 w 12188965"/>
              <a:gd name="connsiteY144" fmla="*/ 2001858 h 2053176"/>
              <a:gd name="connsiteX145" fmla="*/ 10298270 w 12188965"/>
              <a:gd name="connsiteY145" fmla="*/ 2001858 h 2053176"/>
              <a:gd name="connsiteX146" fmla="*/ 10323928 w 12188965"/>
              <a:gd name="connsiteY146" fmla="*/ 2027517 h 2053176"/>
              <a:gd name="connsiteX147" fmla="*/ 10298270 w 12188965"/>
              <a:gd name="connsiteY147" fmla="*/ 2053176 h 2053176"/>
              <a:gd name="connsiteX148" fmla="*/ 10272611 w 12188965"/>
              <a:gd name="connsiteY148" fmla="*/ 2027517 h 2053176"/>
              <a:gd name="connsiteX149" fmla="*/ 10298270 w 12188965"/>
              <a:gd name="connsiteY149" fmla="*/ 2001858 h 2053176"/>
              <a:gd name="connsiteX150" fmla="*/ 10234065 w 12188965"/>
              <a:gd name="connsiteY150" fmla="*/ 2001858 h 2053176"/>
              <a:gd name="connsiteX151" fmla="*/ 10259723 w 12188965"/>
              <a:gd name="connsiteY151" fmla="*/ 2027517 h 2053176"/>
              <a:gd name="connsiteX152" fmla="*/ 10234065 w 12188965"/>
              <a:gd name="connsiteY152" fmla="*/ 2053176 h 2053176"/>
              <a:gd name="connsiteX153" fmla="*/ 10208404 w 12188965"/>
              <a:gd name="connsiteY153" fmla="*/ 2027517 h 2053176"/>
              <a:gd name="connsiteX154" fmla="*/ 10234065 w 12188965"/>
              <a:gd name="connsiteY154" fmla="*/ 2001858 h 2053176"/>
              <a:gd name="connsiteX155" fmla="*/ 10169858 w 12188965"/>
              <a:gd name="connsiteY155" fmla="*/ 2001858 h 2053176"/>
              <a:gd name="connsiteX156" fmla="*/ 10195519 w 12188965"/>
              <a:gd name="connsiteY156" fmla="*/ 2027517 h 2053176"/>
              <a:gd name="connsiteX157" fmla="*/ 10169858 w 12188965"/>
              <a:gd name="connsiteY157" fmla="*/ 2053176 h 2053176"/>
              <a:gd name="connsiteX158" fmla="*/ 10144200 w 12188965"/>
              <a:gd name="connsiteY158" fmla="*/ 2027517 h 2053176"/>
              <a:gd name="connsiteX159" fmla="*/ 10169858 w 12188965"/>
              <a:gd name="connsiteY159" fmla="*/ 2001858 h 2053176"/>
              <a:gd name="connsiteX160" fmla="*/ 10105654 w 12188965"/>
              <a:gd name="connsiteY160" fmla="*/ 2001858 h 2053176"/>
              <a:gd name="connsiteX161" fmla="*/ 10131312 w 12188965"/>
              <a:gd name="connsiteY161" fmla="*/ 2027517 h 2053176"/>
              <a:gd name="connsiteX162" fmla="*/ 10105654 w 12188965"/>
              <a:gd name="connsiteY162" fmla="*/ 2053176 h 2053176"/>
              <a:gd name="connsiteX163" fmla="*/ 10079996 w 12188965"/>
              <a:gd name="connsiteY163" fmla="*/ 2027517 h 2053176"/>
              <a:gd name="connsiteX164" fmla="*/ 10105654 w 12188965"/>
              <a:gd name="connsiteY164" fmla="*/ 2001858 h 2053176"/>
              <a:gd name="connsiteX165" fmla="*/ 10041447 w 12188965"/>
              <a:gd name="connsiteY165" fmla="*/ 2001858 h 2053176"/>
              <a:gd name="connsiteX166" fmla="*/ 10067108 w 12188965"/>
              <a:gd name="connsiteY166" fmla="*/ 2027517 h 2053176"/>
              <a:gd name="connsiteX167" fmla="*/ 10041447 w 12188965"/>
              <a:gd name="connsiteY167" fmla="*/ 2053176 h 2053176"/>
              <a:gd name="connsiteX168" fmla="*/ 10015789 w 12188965"/>
              <a:gd name="connsiteY168" fmla="*/ 2027517 h 2053176"/>
              <a:gd name="connsiteX169" fmla="*/ 10041447 w 12188965"/>
              <a:gd name="connsiteY169" fmla="*/ 2001858 h 2053176"/>
              <a:gd name="connsiteX170" fmla="*/ 9977242 w 12188965"/>
              <a:gd name="connsiteY170" fmla="*/ 2001858 h 2053176"/>
              <a:gd name="connsiteX171" fmla="*/ 10002903 w 12188965"/>
              <a:gd name="connsiteY171" fmla="*/ 2027517 h 2053176"/>
              <a:gd name="connsiteX172" fmla="*/ 9977242 w 12188965"/>
              <a:gd name="connsiteY172" fmla="*/ 2053176 h 2053176"/>
              <a:gd name="connsiteX173" fmla="*/ 9951584 w 12188965"/>
              <a:gd name="connsiteY173" fmla="*/ 2027517 h 2053176"/>
              <a:gd name="connsiteX174" fmla="*/ 9977242 w 12188965"/>
              <a:gd name="connsiteY174" fmla="*/ 2001858 h 2053176"/>
              <a:gd name="connsiteX175" fmla="*/ 9913038 w 12188965"/>
              <a:gd name="connsiteY175" fmla="*/ 2001858 h 2053176"/>
              <a:gd name="connsiteX176" fmla="*/ 9938696 w 12188965"/>
              <a:gd name="connsiteY176" fmla="*/ 2027517 h 2053176"/>
              <a:gd name="connsiteX177" fmla="*/ 9913038 w 12188965"/>
              <a:gd name="connsiteY177" fmla="*/ 2053176 h 2053176"/>
              <a:gd name="connsiteX178" fmla="*/ 9887380 w 12188965"/>
              <a:gd name="connsiteY178" fmla="*/ 2027517 h 2053176"/>
              <a:gd name="connsiteX179" fmla="*/ 9913038 w 12188965"/>
              <a:gd name="connsiteY179" fmla="*/ 2001858 h 2053176"/>
              <a:gd name="connsiteX180" fmla="*/ 9848716 w 12188965"/>
              <a:gd name="connsiteY180" fmla="*/ 2001858 h 2053176"/>
              <a:gd name="connsiteX181" fmla="*/ 9874374 w 12188965"/>
              <a:gd name="connsiteY181" fmla="*/ 2027517 h 2053176"/>
              <a:gd name="connsiteX182" fmla="*/ 9848716 w 12188965"/>
              <a:gd name="connsiteY182" fmla="*/ 2053176 h 2053176"/>
              <a:gd name="connsiteX183" fmla="*/ 9823058 w 12188965"/>
              <a:gd name="connsiteY183" fmla="*/ 2027517 h 2053176"/>
              <a:gd name="connsiteX184" fmla="*/ 9848716 w 12188965"/>
              <a:gd name="connsiteY184" fmla="*/ 2001858 h 2053176"/>
              <a:gd name="connsiteX185" fmla="*/ 9784512 w 12188965"/>
              <a:gd name="connsiteY185" fmla="*/ 2001858 h 2053176"/>
              <a:gd name="connsiteX186" fmla="*/ 9810170 w 12188965"/>
              <a:gd name="connsiteY186" fmla="*/ 2027517 h 2053176"/>
              <a:gd name="connsiteX187" fmla="*/ 9784512 w 12188965"/>
              <a:gd name="connsiteY187" fmla="*/ 2053176 h 2053176"/>
              <a:gd name="connsiteX188" fmla="*/ 9758853 w 12188965"/>
              <a:gd name="connsiteY188" fmla="*/ 2027517 h 2053176"/>
              <a:gd name="connsiteX189" fmla="*/ 9784512 w 12188965"/>
              <a:gd name="connsiteY189" fmla="*/ 2001858 h 2053176"/>
              <a:gd name="connsiteX190" fmla="*/ 9720307 w 12188965"/>
              <a:gd name="connsiteY190" fmla="*/ 2001858 h 2053176"/>
              <a:gd name="connsiteX191" fmla="*/ 9745965 w 12188965"/>
              <a:gd name="connsiteY191" fmla="*/ 2027517 h 2053176"/>
              <a:gd name="connsiteX192" fmla="*/ 9720307 w 12188965"/>
              <a:gd name="connsiteY192" fmla="*/ 2053176 h 2053176"/>
              <a:gd name="connsiteX193" fmla="*/ 9694646 w 12188965"/>
              <a:gd name="connsiteY193" fmla="*/ 2027517 h 2053176"/>
              <a:gd name="connsiteX194" fmla="*/ 9720307 w 12188965"/>
              <a:gd name="connsiteY194" fmla="*/ 2001858 h 2053176"/>
              <a:gd name="connsiteX195" fmla="*/ 9656100 w 12188965"/>
              <a:gd name="connsiteY195" fmla="*/ 2001858 h 2053176"/>
              <a:gd name="connsiteX196" fmla="*/ 9681758 w 12188965"/>
              <a:gd name="connsiteY196" fmla="*/ 2027517 h 2053176"/>
              <a:gd name="connsiteX197" fmla="*/ 9656100 w 12188965"/>
              <a:gd name="connsiteY197" fmla="*/ 2053176 h 2053176"/>
              <a:gd name="connsiteX198" fmla="*/ 9630442 w 12188965"/>
              <a:gd name="connsiteY198" fmla="*/ 2027517 h 2053176"/>
              <a:gd name="connsiteX199" fmla="*/ 9656100 w 12188965"/>
              <a:gd name="connsiteY199" fmla="*/ 2001858 h 2053176"/>
              <a:gd name="connsiteX200" fmla="*/ 9591896 w 12188965"/>
              <a:gd name="connsiteY200" fmla="*/ 2001858 h 2053176"/>
              <a:gd name="connsiteX201" fmla="*/ 9617554 w 12188965"/>
              <a:gd name="connsiteY201" fmla="*/ 2027517 h 2053176"/>
              <a:gd name="connsiteX202" fmla="*/ 9591896 w 12188965"/>
              <a:gd name="connsiteY202" fmla="*/ 2053176 h 2053176"/>
              <a:gd name="connsiteX203" fmla="*/ 9566238 w 12188965"/>
              <a:gd name="connsiteY203" fmla="*/ 2027517 h 2053176"/>
              <a:gd name="connsiteX204" fmla="*/ 9591896 w 12188965"/>
              <a:gd name="connsiteY204" fmla="*/ 2001858 h 2053176"/>
              <a:gd name="connsiteX205" fmla="*/ 9527689 w 12188965"/>
              <a:gd name="connsiteY205" fmla="*/ 2001858 h 2053176"/>
              <a:gd name="connsiteX206" fmla="*/ 9553350 w 12188965"/>
              <a:gd name="connsiteY206" fmla="*/ 2027517 h 2053176"/>
              <a:gd name="connsiteX207" fmla="*/ 9527689 w 12188965"/>
              <a:gd name="connsiteY207" fmla="*/ 2053176 h 2053176"/>
              <a:gd name="connsiteX208" fmla="*/ 9502031 w 12188965"/>
              <a:gd name="connsiteY208" fmla="*/ 2027517 h 2053176"/>
              <a:gd name="connsiteX209" fmla="*/ 9527689 w 12188965"/>
              <a:gd name="connsiteY209" fmla="*/ 2001858 h 2053176"/>
              <a:gd name="connsiteX210" fmla="*/ 9463485 w 12188965"/>
              <a:gd name="connsiteY210" fmla="*/ 2001858 h 2053176"/>
              <a:gd name="connsiteX211" fmla="*/ 9489143 w 12188965"/>
              <a:gd name="connsiteY211" fmla="*/ 2027517 h 2053176"/>
              <a:gd name="connsiteX212" fmla="*/ 9463485 w 12188965"/>
              <a:gd name="connsiteY212" fmla="*/ 2053176 h 2053176"/>
              <a:gd name="connsiteX213" fmla="*/ 9437826 w 12188965"/>
              <a:gd name="connsiteY213" fmla="*/ 2027517 h 2053176"/>
              <a:gd name="connsiteX214" fmla="*/ 9463485 w 12188965"/>
              <a:gd name="connsiteY214" fmla="*/ 2001858 h 2053176"/>
              <a:gd name="connsiteX215" fmla="*/ 9399280 w 12188965"/>
              <a:gd name="connsiteY215" fmla="*/ 2001858 h 2053176"/>
              <a:gd name="connsiteX216" fmla="*/ 9424938 w 12188965"/>
              <a:gd name="connsiteY216" fmla="*/ 2027517 h 2053176"/>
              <a:gd name="connsiteX217" fmla="*/ 9399280 w 12188965"/>
              <a:gd name="connsiteY217" fmla="*/ 2053176 h 2053176"/>
              <a:gd name="connsiteX218" fmla="*/ 9373619 w 12188965"/>
              <a:gd name="connsiteY218" fmla="*/ 2027517 h 2053176"/>
              <a:gd name="connsiteX219" fmla="*/ 9399280 w 12188965"/>
              <a:gd name="connsiteY219" fmla="*/ 2001858 h 2053176"/>
              <a:gd name="connsiteX220" fmla="*/ 9335073 w 12188965"/>
              <a:gd name="connsiteY220" fmla="*/ 2001858 h 2053176"/>
              <a:gd name="connsiteX221" fmla="*/ 9360734 w 12188965"/>
              <a:gd name="connsiteY221" fmla="*/ 2027517 h 2053176"/>
              <a:gd name="connsiteX222" fmla="*/ 9335073 w 12188965"/>
              <a:gd name="connsiteY222" fmla="*/ 2053176 h 2053176"/>
              <a:gd name="connsiteX223" fmla="*/ 9309415 w 12188965"/>
              <a:gd name="connsiteY223" fmla="*/ 2027517 h 2053176"/>
              <a:gd name="connsiteX224" fmla="*/ 9335073 w 12188965"/>
              <a:gd name="connsiteY224" fmla="*/ 2001858 h 2053176"/>
              <a:gd name="connsiteX225" fmla="*/ 9270869 w 12188965"/>
              <a:gd name="connsiteY225" fmla="*/ 2001858 h 2053176"/>
              <a:gd name="connsiteX226" fmla="*/ 9296527 w 12188965"/>
              <a:gd name="connsiteY226" fmla="*/ 2027517 h 2053176"/>
              <a:gd name="connsiteX227" fmla="*/ 9270869 w 12188965"/>
              <a:gd name="connsiteY227" fmla="*/ 2053176 h 2053176"/>
              <a:gd name="connsiteX228" fmla="*/ 9245211 w 12188965"/>
              <a:gd name="connsiteY228" fmla="*/ 2027517 h 2053176"/>
              <a:gd name="connsiteX229" fmla="*/ 9270869 w 12188965"/>
              <a:gd name="connsiteY229" fmla="*/ 2001858 h 2053176"/>
              <a:gd name="connsiteX230" fmla="*/ 9206664 w 12188965"/>
              <a:gd name="connsiteY230" fmla="*/ 2001858 h 2053176"/>
              <a:gd name="connsiteX231" fmla="*/ 9232323 w 12188965"/>
              <a:gd name="connsiteY231" fmla="*/ 2027517 h 2053176"/>
              <a:gd name="connsiteX232" fmla="*/ 9206664 w 12188965"/>
              <a:gd name="connsiteY232" fmla="*/ 2053176 h 2053176"/>
              <a:gd name="connsiteX233" fmla="*/ 9181006 w 12188965"/>
              <a:gd name="connsiteY233" fmla="*/ 2027517 h 2053176"/>
              <a:gd name="connsiteX234" fmla="*/ 9206664 w 12188965"/>
              <a:gd name="connsiteY234" fmla="*/ 2001858 h 2053176"/>
              <a:gd name="connsiteX235" fmla="*/ 9142457 w 12188965"/>
              <a:gd name="connsiteY235" fmla="*/ 2001858 h 2053176"/>
              <a:gd name="connsiteX236" fmla="*/ 9168118 w 12188965"/>
              <a:gd name="connsiteY236" fmla="*/ 2027517 h 2053176"/>
              <a:gd name="connsiteX237" fmla="*/ 9142457 w 12188965"/>
              <a:gd name="connsiteY237" fmla="*/ 2053176 h 2053176"/>
              <a:gd name="connsiteX238" fmla="*/ 9116799 w 12188965"/>
              <a:gd name="connsiteY238" fmla="*/ 2027517 h 2053176"/>
              <a:gd name="connsiteX239" fmla="*/ 9142457 w 12188965"/>
              <a:gd name="connsiteY239" fmla="*/ 2001858 h 2053176"/>
              <a:gd name="connsiteX240" fmla="*/ 9078253 w 12188965"/>
              <a:gd name="connsiteY240" fmla="*/ 2001858 h 2053176"/>
              <a:gd name="connsiteX241" fmla="*/ 9103911 w 12188965"/>
              <a:gd name="connsiteY241" fmla="*/ 2027517 h 2053176"/>
              <a:gd name="connsiteX242" fmla="*/ 9078253 w 12188965"/>
              <a:gd name="connsiteY242" fmla="*/ 2053176 h 2053176"/>
              <a:gd name="connsiteX243" fmla="*/ 9052595 w 12188965"/>
              <a:gd name="connsiteY243" fmla="*/ 2027517 h 2053176"/>
              <a:gd name="connsiteX244" fmla="*/ 9078253 w 12188965"/>
              <a:gd name="connsiteY244" fmla="*/ 2001858 h 2053176"/>
              <a:gd name="connsiteX245" fmla="*/ 9014049 w 12188965"/>
              <a:gd name="connsiteY245" fmla="*/ 2001858 h 2053176"/>
              <a:gd name="connsiteX246" fmla="*/ 9039707 w 12188965"/>
              <a:gd name="connsiteY246" fmla="*/ 2027517 h 2053176"/>
              <a:gd name="connsiteX247" fmla="*/ 9014049 w 12188965"/>
              <a:gd name="connsiteY247" fmla="*/ 2053176 h 2053176"/>
              <a:gd name="connsiteX248" fmla="*/ 8988388 w 12188965"/>
              <a:gd name="connsiteY248" fmla="*/ 2027517 h 2053176"/>
              <a:gd name="connsiteX249" fmla="*/ 9014049 w 12188965"/>
              <a:gd name="connsiteY249" fmla="*/ 2001858 h 2053176"/>
              <a:gd name="connsiteX250" fmla="*/ 8949842 w 12188965"/>
              <a:gd name="connsiteY250" fmla="*/ 2001858 h 2053176"/>
              <a:gd name="connsiteX251" fmla="*/ 8975503 w 12188965"/>
              <a:gd name="connsiteY251" fmla="*/ 2027517 h 2053176"/>
              <a:gd name="connsiteX252" fmla="*/ 8949842 w 12188965"/>
              <a:gd name="connsiteY252" fmla="*/ 2053176 h 2053176"/>
              <a:gd name="connsiteX253" fmla="*/ 8924183 w 12188965"/>
              <a:gd name="connsiteY253" fmla="*/ 2027517 h 2053176"/>
              <a:gd name="connsiteX254" fmla="*/ 8949842 w 12188965"/>
              <a:gd name="connsiteY254" fmla="*/ 2001858 h 2053176"/>
              <a:gd name="connsiteX255" fmla="*/ 8885637 w 12188965"/>
              <a:gd name="connsiteY255" fmla="*/ 2001858 h 2053176"/>
              <a:gd name="connsiteX256" fmla="*/ 8911296 w 12188965"/>
              <a:gd name="connsiteY256" fmla="*/ 2027517 h 2053176"/>
              <a:gd name="connsiteX257" fmla="*/ 8885637 w 12188965"/>
              <a:gd name="connsiteY257" fmla="*/ 2053176 h 2053176"/>
              <a:gd name="connsiteX258" fmla="*/ 8859979 w 12188965"/>
              <a:gd name="connsiteY258" fmla="*/ 2027517 h 2053176"/>
              <a:gd name="connsiteX259" fmla="*/ 8885637 w 12188965"/>
              <a:gd name="connsiteY259" fmla="*/ 2001858 h 2053176"/>
              <a:gd name="connsiteX260" fmla="*/ 8821433 w 12188965"/>
              <a:gd name="connsiteY260" fmla="*/ 2001858 h 2053176"/>
              <a:gd name="connsiteX261" fmla="*/ 8847091 w 12188965"/>
              <a:gd name="connsiteY261" fmla="*/ 2027517 h 2053176"/>
              <a:gd name="connsiteX262" fmla="*/ 8821433 w 12188965"/>
              <a:gd name="connsiteY262" fmla="*/ 2053176 h 2053176"/>
              <a:gd name="connsiteX263" fmla="*/ 8795772 w 12188965"/>
              <a:gd name="connsiteY263" fmla="*/ 2027517 h 2053176"/>
              <a:gd name="connsiteX264" fmla="*/ 8821433 w 12188965"/>
              <a:gd name="connsiteY264" fmla="*/ 2001858 h 2053176"/>
              <a:gd name="connsiteX265" fmla="*/ 8757226 w 12188965"/>
              <a:gd name="connsiteY265" fmla="*/ 2001858 h 2053176"/>
              <a:gd name="connsiteX266" fmla="*/ 8782887 w 12188965"/>
              <a:gd name="connsiteY266" fmla="*/ 2027517 h 2053176"/>
              <a:gd name="connsiteX267" fmla="*/ 8757226 w 12188965"/>
              <a:gd name="connsiteY267" fmla="*/ 2053176 h 2053176"/>
              <a:gd name="connsiteX268" fmla="*/ 8731568 w 12188965"/>
              <a:gd name="connsiteY268" fmla="*/ 2027517 h 2053176"/>
              <a:gd name="connsiteX269" fmla="*/ 8757226 w 12188965"/>
              <a:gd name="connsiteY269" fmla="*/ 2001858 h 2053176"/>
              <a:gd name="connsiteX270" fmla="*/ 8692904 w 12188965"/>
              <a:gd name="connsiteY270" fmla="*/ 2001858 h 2053176"/>
              <a:gd name="connsiteX271" fmla="*/ 8718565 w 12188965"/>
              <a:gd name="connsiteY271" fmla="*/ 2027517 h 2053176"/>
              <a:gd name="connsiteX272" fmla="*/ 8692904 w 12188965"/>
              <a:gd name="connsiteY272" fmla="*/ 2053176 h 2053176"/>
              <a:gd name="connsiteX273" fmla="*/ 8667246 w 12188965"/>
              <a:gd name="connsiteY273" fmla="*/ 2027517 h 2053176"/>
              <a:gd name="connsiteX274" fmla="*/ 8692904 w 12188965"/>
              <a:gd name="connsiteY274" fmla="*/ 2001858 h 2053176"/>
              <a:gd name="connsiteX275" fmla="*/ 8628699 w 12188965"/>
              <a:gd name="connsiteY275" fmla="*/ 2001858 h 2053176"/>
              <a:gd name="connsiteX276" fmla="*/ 8654358 w 12188965"/>
              <a:gd name="connsiteY276" fmla="*/ 2027517 h 2053176"/>
              <a:gd name="connsiteX277" fmla="*/ 8628699 w 12188965"/>
              <a:gd name="connsiteY277" fmla="*/ 2053176 h 2053176"/>
              <a:gd name="connsiteX278" fmla="*/ 8603041 w 12188965"/>
              <a:gd name="connsiteY278" fmla="*/ 2027517 h 2053176"/>
              <a:gd name="connsiteX279" fmla="*/ 8628699 w 12188965"/>
              <a:gd name="connsiteY279" fmla="*/ 2001858 h 2053176"/>
              <a:gd name="connsiteX280" fmla="*/ 8564495 w 12188965"/>
              <a:gd name="connsiteY280" fmla="*/ 2001858 h 2053176"/>
              <a:gd name="connsiteX281" fmla="*/ 8590153 w 12188965"/>
              <a:gd name="connsiteY281" fmla="*/ 2027517 h 2053176"/>
              <a:gd name="connsiteX282" fmla="*/ 8564495 w 12188965"/>
              <a:gd name="connsiteY282" fmla="*/ 2053176 h 2053176"/>
              <a:gd name="connsiteX283" fmla="*/ 8538837 w 12188965"/>
              <a:gd name="connsiteY283" fmla="*/ 2027517 h 2053176"/>
              <a:gd name="connsiteX284" fmla="*/ 8564495 w 12188965"/>
              <a:gd name="connsiteY284" fmla="*/ 2001858 h 2053176"/>
              <a:gd name="connsiteX285" fmla="*/ 8500288 w 12188965"/>
              <a:gd name="connsiteY285" fmla="*/ 2001858 h 2053176"/>
              <a:gd name="connsiteX286" fmla="*/ 8525949 w 12188965"/>
              <a:gd name="connsiteY286" fmla="*/ 2027517 h 2053176"/>
              <a:gd name="connsiteX287" fmla="*/ 8500288 w 12188965"/>
              <a:gd name="connsiteY287" fmla="*/ 2053176 h 2053176"/>
              <a:gd name="connsiteX288" fmla="*/ 8474630 w 12188965"/>
              <a:gd name="connsiteY288" fmla="*/ 2027517 h 2053176"/>
              <a:gd name="connsiteX289" fmla="*/ 8500288 w 12188965"/>
              <a:gd name="connsiteY289" fmla="*/ 2001858 h 2053176"/>
              <a:gd name="connsiteX290" fmla="*/ 8436084 w 12188965"/>
              <a:gd name="connsiteY290" fmla="*/ 2001858 h 2053176"/>
              <a:gd name="connsiteX291" fmla="*/ 8461745 w 12188965"/>
              <a:gd name="connsiteY291" fmla="*/ 2027517 h 2053176"/>
              <a:gd name="connsiteX292" fmla="*/ 8436084 w 12188965"/>
              <a:gd name="connsiteY292" fmla="*/ 2053176 h 2053176"/>
              <a:gd name="connsiteX293" fmla="*/ 8410426 w 12188965"/>
              <a:gd name="connsiteY293" fmla="*/ 2027517 h 2053176"/>
              <a:gd name="connsiteX294" fmla="*/ 8436084 w 12188965"/>
              <a:gd name="connsiteY294" fmla="*/ 2001858 h 2053176"/>
              <a:gd name="connsiteX295" fmla="*/ 8371879 w 12188965"/>
              <a:gd name="connsiteY295" fmla="*/ 2001858 h 2053176"/>
              <a:gd name="connsiteX296" fmla="*/ 8397538 w 12188965"/>
              <a:gd name="connsiteY296" fmla="*/ 2027517 h 2053176"/>
              <a:gd name="connsiteX297" fmla="*/ 8371879 w 12188965"/>
              <a:gd name="connsiteY297" fmla="*/ 2053176 h 2053176"/>
              <a:gd name="connsiteX298" fmla="*/ 8346221 w 12188965"/>
              <a:gd name="connsiteY298" fmla="*/ 2027517 h 2053176"/>
              <a:gd name="connsiteX299" fmla="*/ 8371879 w 12188965"/>
              <a:gd name="connsiteY299" fmla="*/ 2001858 h 2053176"/>
              <a:gd name="connsiteX300" fmla="*/ 8307675 w 12188965"/>
              <a:gd name="connsiteY300" fmla="*/ 2001858 h 2053176"/>
              <a:gd name="connsiteX301" fmla="*/ 8333333 w 12188965"/>
              <a:gd name="connsiteY301" fmla="*/ 2027517 h 2053176"/>
              <a:gd name="connsiteX302" fmla="*/ 8307675 w 12188965"/>
              <a:gd name="connsiteY302" fmla="*/ 2053176 h 2053176"/>
              <a:gd name="connsiteX303" fmla="*/ 8282014 w 12188965"/>
              <a:gd name="connsiteY303" fmla="*/ 2027517 h 2053176"/>
              <a:gd name="connsiteX304" fmla="*/ 8307675 w 12188965"/>
              <a:gd name="connsiteY304" fmla="*/ 2001858 h 2053176"/>
              <a:gd name="connsiteX305" fmla="*/ 8243468 w 12188965"/>
              <a:gd name="connsiteY305" fmla="*/ 2001858 h 2053176"/>
              <a:gd name="connsiteX306" fmla="*/ 8269126 w 12188965"/>
              <a:gd name="connsiteY306" fmla="*/ 2027517 h 2053176"/>
              <a:gd name="connsiteX307" fmla="*/ 8243468 w 12188965"/>
              <a:gd name="connsiteY307" fmla="*/ 2053176 h 2053176"/>
              <a:gd name="connsiteX308" fmla="*/ 8217810 w 12188965"/>
              <a:gd name="connsiteY308" fmla="*/ 2027517 h 2053176"/>
              <a:gd name="connsiteX309" fmla="*/ 8243468 w 12188965"/>
              <a:gd name="connsiteY309" fmla="*/ 2001858 h 2053176"/>
              <a:gd name="connsiteX310" fmla="*/ 8179264 w 12188965"/>
              <a:gd name="connsiteY310" fmla="*/ 2001858 h 2053176"/>
              <a:gd name="connsiteX311" fmla="*/ 8204922 w 12188965"/>
              <a:gd name="connsiteY311" fmla="*/ 2027517 h 2053176"/>
              <a:gd name="connsiteX312" fmla="*/ 8179264 w 12188965"/>
              <a:gd name="connsiteY312" fmla="*/ 2053176 h 2053176"/>
              <a:gd name="connsiteX313" fmla="*/ 8153603 w 12188965"/>
              <a:gd name="connsiteY313" fmla="*/ 2027517 h 2053176"/>
              <a:gd name="connsiteX314" fmla="*/ 8179264 w 12188965"/>
              <a:gd name="connsiteY314" fmla="*/ 2001858 h 2053176"/>
              <a:gd name="connsiteX315" fmla="*/ 8115057 w 12188965"/>
              <a:gd name="connsiteY315" fmla="*/ 2001858 h 2053176"/>
              <a:gd name="connsiteX316" fmla="*/ 8140717 w 12188965"/>
              <a:gd name="connsiteY316" fmla="*/ 2027517 h 2053176"/>
              <a:gd name="connsiteX317" fmla="*/ 8115057 w 12188965"/>
              <a:gd name="connsiteY317" fmla="*/ 2053176 h 2053176"/>
              <a:gd name="connsiteX318" fmla="*/ 8089398 w 12188965"/>
              <a:gd name="connsiteY318" fmla="*/ 2027517 h 2053176"/>
              <a:gd name="connsiteX319" fmla="*/ 8115057 w 12188965"/>
              <a:gd name="connsiteY319" fmla="*/ 2001858 h 2053176"/>
              <a:gd name="connsiteX320" fmla="*/ 8050852 w 12188965"/>
              <a:gd name="connsiteY320" fmla="*/ 2001858 h 2053176"/>
              <a:gd name="connsiteX321" fmla="*/ 8076510 w 12188965"/>
              <a:gd name="connsiteY321" fmla="*/ 2027517 h 2053176"/>
              <a:gd name="connsiteX322" fmla="*/ 8050852 w 12188965"/>
              <a:gd name="connsiteY322" fmla="*/ 2053176 h 2053176"/>
              <a:gd name="connsiteX323" fmla="*/ 8025194 w 12188965"/>
              <a:gd name="connsiteY323" fmla="*/ 2027517 h 2053176"/>
              <a:gd name="connsiteX324" fmla="*/ 8050852 w 12188965"/>
              <a:gd name="connsiteY324" fmla="*/ 2001858 h 2053176"/>
              <a:gd name="connsiteX325" fmla="*/ 7986648 w 12188965"/>
              <a:gd name="connsiteY325" fmla="*/ 2001858 h 2053176"/>
              <a:gd name="connsiteX326" fmla="*/ 8012306 w 12188965"/>
              <a:gd name="connsiteY326" fmla="*/ 2027517 h 2053176"/>
              <a:gd name="connsiteX327" fmla="*/ 7986648 w 12188965"/>
              <a:gd name="connsiteY327" fmla="*/ 2053176 h 2053176"/>
              <a:gd name="connsiteX328" fmla="*/ 7960990 w 12188965"/>
              <a:gd name="connsiteY328" fmla="*/ 2027517 h 2053176"/>
              <a:gd name="connsiteX329" fmla="*/ 7986648 w 12188965"/>
              <a:gd name="connsiteY329" fmla="*/ 2001858 h 2053176"/>
              <a:gd name="connsiteX330" fmla="*/ 7922444 w 12188965"/>
              <a:gd name="connsiteY330" fmla="*/ 2001858 h 2053176"/>
              <a:gd name="connsiteX331" fmla="*/ 7948102 w 12188965"/>
              <a:gd name="connsiteY331" fmla="*/ 2027517 h 2053176"/>
              <a:gd name="connsiteX332" fmla="*/ 7922444 w 12188965"/>
              <a:gd name="connsiteY332" fmla="*/ 2053176 h 2053176"/>
              <a:gd name="connsiteX333" fmla="*/ 7896783 w 12188965"/>
              <a:gd name="connsiteY333" fmla="*/ 2027517 h 2053176"/>
              <a:gd name="connsiteX334" fmla="*/ 7922444 w 12188965"/>
              <a:gd name="connsiteY334" fmla="*/ 2001858 h 2053176"/>
              <a:gd name="connsiteX335" fmla="*/ 7858237 w 12188965"/>
              <a:gd name="connsiteY335" fmla="*/ 2001858 h 2053176"/>
              <a:gd name="connsiteX336" fmla="*/ 7883895 w 12188965"/>
              <a:gd name="connsiteY336" fmla="*/ 2027517 h 2053176"/>
              <a:gd name="connsiteX337" fmla="*/ 7858237 w 12188965"/>
              <a:gd name="connsiteY337" fmla="*/ 2053176 h 2053176"/>
              <a:gd name="connsiteX338" fmla="*/ 7832578 w 12188965"/>
              <a:gd name="connsiteY338" fmla="*/ 2027517 h 2053176"/>
              <a:gd name="connsiteX339" fmla="*/ 7858237 w 12188965"/>
              <a:gd name="connsiteY339" fmla="*/ 2001858 h 2053176"/>
              <a:gd name="connsiteX340" fmla="*/ 7794032 w 12188965"/>
              <a:gd name="connsiteY340" fmla="*/ 2001858 h 2053176"/>
              <a:gd name="connsiteX341" fmla="*/ 7819690 w 12188965"/>
              <a:gd name="connsiteY341" fmla="*/ 2027517 h 2053176"/>
              <a:gd name="connsiteX342" fmla="*/ 7794032 w 12188965"/>
              <a:gd name="connsiteY342" fmla="*/ 2053176 h 2053176"/>
              <a:gd name="connsiteX343" fmla="*/ 7768371 w 12188965"/>
              <a:gd name="connsiteY343" fmla="*/ 2027517 h 2053176"/>
              <a:gd name="connsiteX344" fmla="*/ 7794032 w 12188965"/>
              <a:gd name="connsiteY344" fmla="*/ 2001858 h 2053176"/>
              <a:gd name="connsiteX345" fmla="*/ 7729825 w 12188965"/>
              <a:gd name="connsiteY345" fmla="*/ 2001858 h 2053176"/>
              <a:gd name="connsiteX346" fmla="*/ 7755486 w 12188965"/>
              <a:gd name="connsiteY346" fmla="*/ 2027517 h 2053176"/>
              <a:gd name="connsiteX347" fmla="*/ 7729825 w 12188965"/>
              <a:gd name="connsiteY347" fmla="*/ 2053176 h 2053176"/>
              <a:gd name="connsiteX348" fmla="*/ 7704167 w 12188965"/>
              <a:gd name="connsiteY348" fmla="*/ 2027517 h 2053176"/>
              <a:gd name="connsiteX349" fmla="*/ 7729825 w 12188965"/>
              <a:gd name="connsiteY349" fmla="*/ 2001858 h 2053176"/>
              <a:gd name="connsiteX350" fmla="*/ 7665621 w 12188965"/>
              <a:gd name="connsiteY350" fmla="*/ 2001858 h 2053176"/>
              <a:gd name="connsiteX351" fmla="*/ 7691279 w 12188965"/>
              <a:gd name="connsiteY351" fmla="*/ 2027517 h 2053176"/>
              <a:gd name="connsiteX352" fmla="*/ 7665621 w 12188965"/>
              <a:gd name="connsiteY352" fmla="*/ 2053176 h 2053176"/>
              <a:gd name="connsiteX353" fmla="*/ 7639963 w 12188965"/>
              <a:gd name="connsiteY353" fmla="*/ 2027517 h 2053176"/>
              <a:gd name="connsiteX354" fmla="*/ 7665621 w 12188965"/>
              <a:gd name="connsiteY354" fmla="*/ 2001858 h 2053176"/>
              <a:gd name="connsiteX355" fmla="*/ 7601299 w 12188965"/>
              <a:gd name="connsiteY355" fmla="*/ 2001858 h 2053176"/>
              <a:gd name="connsiteX356" fmla="*/ 7626959 w 12188965"/>
              <a:gd name="connsiteY356" fmla="*/ 2027517 h 2053176"/>
              <a:gd name="connsiteX357" fmla="*/ 7601299 w 12188965"/>
              <a:gd name="connsiteY357" fmla="*/ 2053176 h 2053176"/>
              <a:gd name="connsiteX358" fmla="*/ 7575640 w 12188965"/>
              <a:gd name="connsiteY358" fmla="*/ 2027517 h 2053176"/>
              <a:gd name="connsiteX359" fmla="*/ 7601299 w 12188965"/>
              <a:gd name="connsiteY359" fmla="*/ 2001858 h 2053176"/>
              <a:gd name="connsiteX360" fmla="*/ 7537094 w 12188965"/>
              <a:gd name="connsiteY360" fmla="*/ 2001858 h 2053176"/>
              <a:gd name="connsiteX361" fmla="*/ 7562752 w 12188965"/>
              <a:gd name="connsiteY361" fmla="*/ 2027517 h 2053176"/>
              <a:gd name="connsiteX362" fmla="*/ 7537094 w 12188965"/>
              <a:gd name="connsiteY362" fmla="*/ 2053176 h 2053176"/>
              <a:gd name="connsiteX363" fmla="*/ 7511436 w 12188965"/>
              <a:gd name="connsiteY363" fmla="*/ 2027517 h 2053176"/>
              <a:gd name="connsiteX364" fmla="*/ 7537094 w 12188965"/>
              <a:gd name="connsiteY364" fmla="*/ 2001858 h 2053176"/>
              <a:gd name="connsiteX365" fmla="*/ 7472890 w 12188965"/>
              <a:gd name="connsiteY365" fmla="*/ 2001858 h 2053176"/>
              <a:gd name="connsiteX366" fmla="*/ 7498548 w 12188965"/>
              <a:gd name="connsiteY366" fmla="*/ 2027517 h 2053176"/>
              <a:gd name="connsiteX367" fmla="*/ 7472890 w 12188965"/>
              <a:gd name="connsiteY367" fmla="*/ 2053176 h 2053176"/>
              <a:gd name="connsiteX368" fmla="*/ 7447229 w 12188965"/>
              <a:gd name="connsiteY368" fmla="*/ 2027517 h 2053176"/>
              <a:gd name="connsiteX369" fmla="*/ 7472890 w 12188965"/>
              <a:gd name="connsiteY369" fmla="*/ 2001858 h 2053176"/>
              <a:gd name="connsiteX370" fmla="*/ 7408683 w 12188965"/>
              <a:gd name="connsiteY370" fmla="*/ 2001858 h 2053176"/>
              <a:gd name="connsiteX371" fmla="*/ 7434341 w 12188965"/>
              <a:gd name="connsiteY371" fmla="*/ 2027517 h 2053176"/>
              <a:gd name="connsiteX372" fmla="*/ 7408683 w 12188965"/>
              <a:gd name="connsiteY372" fmla="*/ 2053176 h 2053176"/>
              <a:gd name="connsiteX373" fmla="*/ 7383025 w 12188965"/>
              <a:gd name="connsiteY373" fmla="*/ 2027517 h 2053176"/>
              <a:gd name="connsiteX374" fmla="*/ 7408683 w 12188965"/>
              <a:gd name="connsiteY374" fmla="*/ 2001858 h 2053176"/>
              <a:gd name="connsiteX375" fmla="*/ 7344479 w 12188965"/>
              <a:gd name="connsiteY375" fmla="*/ 2001858 h 2053176"/>
              <a:gd name="connsiteX376" fmla="*/ 7370137 w 12188965"/>
              <a:gd name="connsiteY376" fmla="*/ 2027517 h 2053176"/>
              <a:gd name="connsiteX377" fmla="*/ 7344479 w 12188965"/>
              <a:gd name="connsiteY377" fmla="*/ 2053176 h 2053176"/>
              <a:gd name="connsiteX378" fmla="*/ 7318820 w 12188965"/>
              <a:gd name="connsiteY378" fmla="*/ 2027517 h 2053176"/>
              <a:gd name="connsiteX379" fmla="*/ 7344479 w 12188965"/>
              <a:gd name="connsiteY379" fmla="*/ 2001858 h 2053176"/>
              <a:gd name="connsiteX380" fmla="*/ 7280274 w 12188965"/>
              <a:gd name="connsiteY380" fmla="*/ 2001858 h 2053176"/>
              <a:gd name="connsiteX381" fmla="*/ 7305932 w 12188965"/>
              <a:gd name="connsiteY381" fmla="*/ 2027517 h 2053176"/>
              <a:gd name="connsiteX382" fmla="*/ 7280274 w 12188965"/>
              <a:gd name="connsiteY382" fmla="*/ 2053176 h 2053176"/>
              <a:gd name="connsiteX383" fmla="*/ 7254613 w 12188965"/>
              <a:gd name="connsiteY383" fmla="*/ 2027517 h 2053176"/>
              <a:gd name="connsiteX384" fmla="*/ 7280274 w 12188965"/>
              <a:gd name="connsiteY384" fmla="*/ 2001858 h 2053176"/>
              <a:gd name="connsiteX385" fmla="*/ 7216067 w 12188965"/>
              <a:gd name="connsiteY385" fmla="*/ 2001858 h 2053176"/>
              <a:gd name="connsiteX386" fmla="*/ 7241725 w 12188965"/>
              <a:gd name="connsiteY386" fmla="*/ 2027517 h 2053176"/>
              <a:gd name="connsiteX387" fmla="*/ 7216067 w 12188965"/>
              <a:gd name="connsiteY387" fmla="*/ 2053176 h 2053176"/>
              <a:gd name="connsiteX388" fmla="*/ 7190409 w 12188965"/>
              <a:gd name="connsiteY388" fmla="*/ 2027517 h 2053176"/>
              <a:gd name="connsiteX389" fmla="*/ 7216067 w 12188965"/>
              <a:gd name="connsiteY389" fmla="*/ 2001858 h 2053176"/>
              <a:gd name="connsiteX390" fmla="*/ 7151863 w 12188965"/>
              <a:gd name="connsiteY390" fmla="*/ 2001858 h 2053176"/>
              <a:gd name="connsiteX391" fmla="*/ 7177521 w 12188965"/>
              <a:gd name="connsiteY391" fmla="*/ 2027517 h 2053176"/>
              <a:gd name="connsiteX392" fmla="*/ 7151863 w 12188965"/>
              <a:gd name="connsiteY392" fmla="*/ 2053176 h 2053176"/>
              <a:gd name="connsiteX393" fmla="*/ 7126205 w 12188965"/>
              <a:gd name="connsiteY393" fmla="*/ 2027517 h 2053176"/>
              <a:gd name="connsiteX394" fmla="*/ 7151863 w 12188965"/>
              <a:gd name="connsiteY394" fmla="*/ 2001858 h 2053176"/>
              <a:gd name="connsiteX395" fmla="*/ 7087658 w 12188965"/>
              <a:gd name="connsiteY395" fmla="*/ 2001858 h 2053176"/>
              <a:gd name="connsiteX396" fmla="*/ 7113317 w 12188965"/>
              <a:gd name="connsiteY396" fmla="*/ 2027517 h 2053176"/>
              <a:gd name="connsiteX397" fmla="*/ 7087658 w 12188965"/>
              <a:gd name="connsiteY397" fmla="*/ 2053176 h 2053176"/>
              <a:gd name="connsiteX398" fmla="*/ 7061998 w 12188965"/>
              <a:gd name="connsiteY398" fmla="*/ 2027517 h 2053176"/>
              <a:gd name="connsiteX399" fmla="*/ 7087658 w 12188965"/>
              <a:gd name="connsiteY399" fmla="*/ 2001858 h 2053176"/>
              <a:gd name="connsiteX400" fmla="*/ 7023451 w 12188965"/>
              <a:gd name="connsiteY400" fmla="*/ 2001858 h 2053176"/>
              <a:gd name="connsiteX401" fmla="*/ 7049112 w 12188965"/>
              <a:gd name="connsiteY401" fmla="*/ 2027517 h 2053176"/>
              <a:gd name="connsiteX402" fmla="*/ 7023451 w 12188965"/>
              <a:gd name="connsiteY402" fmla="*/ 2053176 h 2053176"/>
              <a:gd name="connsiteX403" fmla="*/ 6997793 w 12188965"/>
              <a:gd name="connsiteY403" fmla="*/ 2027517 h 2053176"/>
              <a:gd name="connsiteX404" fmla="*/ 7023451 w 12188965"/>
              <a:gd name="connsiteY404" fmla="*/ 2001858 h 2053176"/>
              <a:gd name="connsiteX405" fmla="*/ 6959247 w 12188965"/>
              <a:gd name="connsiteY405" fmla="*/ 2001858 h 2053176"/>
              <a:gd name="connsiteX406" fmla="*/ 6984905 w 12188965"/>
              <a:gd name="connsiteY406" fmla="*/ 2027517 h 2053176"/>
              <a:gd name="connsiteX407" fmla="*/ 6959247 w 12188965"/>
              <a:gd name="connsiteY407" fmla="*/ 2053176 h 2053176"/>
              <a:gd name="connsiteX408" fmla="*/ 6933589 w 12188965"/>
              <a:gd name="connsiteY408" fmla="*/ 2027517 h 2053176"/>
              <a:gd name="connsiteX409" fmla="*/ 6959247 w 12188965"/>
              <a:gd name="connsiteY409" fmla="*/ 2001858 h 2053176"/>
              <a:gd name="connsiteX410" fmla="*/ 6895043 w 12188965"/>
              <a:gd name="connsiteY410" fmla="*/ 2001858 h 2053176"/>
              <a:gd name="connsiteX411" fmla="*/ 6920701 w 12188965"/>
              <a:gd name="connsiteY411" fmla="*/ 2027517 h 2053176"/>
              <a:gd name="connsiteX412" fmla="*/ 6895043 w 12188965"/>
              <a:gd name="connsiteY412" fmla="*/ 2053176 h 2053176"/>
              <a:gd name="connsiteX413" fmla="*/ 6869382 w 12188965"/>
              <a:gd name="connsiteY413" fmla="*/ 2027517 h 2053176"/>
              <a:gd name="connsiteX414" fmla="*/ 6895043 w 12188965"/>
              <a:gd name="connsiteY414" fmla="*/ 2001858 h 2053176"/>
              <a:gd name="connsiteX415" fmla="*/ 6830836 w 12188965"/>
              <a:gd name="connsiteY415" fmla="*/ 2001858 h 2053176"/>
              <a:gd name="connsiteX416" fmla="*/ 6856494 w 12188965"/>
              <a:gd name="connsiteY416" fmla="*/ 2027517 h 2053176"/>
              <a:gd name="connsiteX417" fmla="*/ 6830836 w 12188965"/>
              <a:gd name="connsiteY417" fmla="*/ 2053176 h 2053176"/>
              <a:gd name="connsiteX418" fmla="*/ 6805178 w 12188965"/>
              <a:gd name="connsiteY418" fmla="*/ 2027517 h 2053176"/>
              <a:gd name="connsiteX419" fmla="*/ 6830836 w 12188965"/>
              <a:gd name="connsiteY419" fmla="*/ 2001858 h 2053176"/>
              <a:gd name="connsiteX420" fmla="*/ 6766631 w 12188965"/>
              <a:gd name="connsiteY420" fmla="*/ 2001858 h 2053176"/>
              <a:gd name="connsiteX421" fmla="*/ 6792290 w 12188965"/>
              <a:gd name="connsiteY421" fmla="*/ 2027517 h 2053176"/>
              <a:gd name="connsiteX422" fmla="*/ 6766631 w 12188965"/>
              <a:gd name="connsiteY422" fmla="*/ 2053176 h 2053176"/>
              <a:gd name="connsiteX423" fmla="*/ 6740973 w 12188965"/>
              <a:gd name="connsiteY423" fmla="*/ 2027517 h 2053176"/>
              <a:gd name="connsiteX424" fmla="*/ 6766631 w 12188965"/>
              <a:gd name="connsiteY424" fmla="*/ 2001858 h 2053176"/>
              <a:gd name="connsiteX425" fmla="*/ 6702427 w 12188965"/>
              <a:gd name="connsiteY425" fmla="*/ 2001858 h 2053176"/>
              <a:gd name="connsiteX426" fmla="*/ 6728085 w 12188965"/>
              <a:gd name="connsiteY426" fmla="*/ 2027517 h 2053176"/>
              <a:gd name="connsiteX427" fmla="*/ 6702427 w 12188965"/>
              <a:gd name="connsiteY427" fmla="*/ 2053176 h 2053176"/>
              <a:gd name="connsiteX428" fmla="*/ 6676766 w 12188965"/>
              <a:gd name="connsiteY428" fmla="*/ 2027517 h 2053176"/>
              <a:gd name="connsiteX429" fmla="*/ 6702427 w 12188965"/>
              <a:gd name="connsiteY429" fmla="*/ 2001858 h 2053176"/>
              <a:gd name="connsiteX430" fmla="*/ 6638220 w 12188965"/>
              <a:gd name="connsiteY430" fmla="*/ 2001858 h 2053176"/>
              <a:gd name="connsiteX431" fmla="*/ 6663881 w 12188965"/>
              <a:gd name="connsiteY431" fmla="*/ 2027517 h 2053176"/>
              <a:gd name="connsiteX432" fmla="*/ 6638220 w 12188965"/>
              <a:gd name="connsiteY432" fmla="*/ 2053176 h 2053176"/>
              <a:gd name="connsiteX433" fmla="*/ 6612562 w 12188965"/>
              <a:gd name="connsiteY433" fmla="*/ 2027517 h 2053176"/>
              <a:gd name="connsiteX434" fmla="*/ 6638220 w 12188965"/>
              <a:gd name="connsiteY434" fmla="*/ 2001858 h 2053176"/>
              <a:gd name="connsiteX435" fmla="*/ 6574016 w 12188965"/>
              <a:gd name="connsiteY435" fmla="*/ 2001858 h 2053176"/>
              <a:gd name="connsiteX436" fmla="*/ 6599674 w 12188965"/>
              <a:gd name="connsiteY436" fmla="*/ 2027517 h 2053176"/>
              <a:gd name="connsiteX437" fmla="*/ 6574016 w 12188965"/>
              <a:gd name="connsiteY437" fmla="*/ 2053176 h 2053176"/>
              <a:gd name="connsiteX438" fmla="*/ 6548357 w 12188965"/>
              <a:gd name="connsiteY438" fmla="*/ 2027517 h 2053176"/>
              <a:gd name="connsiteX439" fmla="*/ 6574016 w 12188965"/>
              <a:gd name="connsiteY439" fmla="*/ 2001858 h 2053176"/>
              <a:gd name="connsiteX440" fmla="*/ 6509693 w 12188965"/>
              <a:gd name="connsiteY440" fmla="*/ 2001858 h 2053176"/>
              <a:gd name="connsiteX441" fmla="*/ 6535352 w 12188965"/>
              <a:gd name="connsiteY441" fmla="*/ 2027517 h 2053176"/>
              <a:gd name="connsiteX442" fmla="*/ 6509693 w 12188965"/>
              <a:gd name="connsiteY442" fmla="*/ 2053176 h 2053176"/>
              <a:gd name="connsiteX443" fmla="*/ 6484035 w 12188965"/>
              <a:gd name="connsiteY443" fmla="*/ 2027517 h 2053176"/>
              <a:gd name="connsiteX444" fmla="*/ 6509693 w 12188965"/>
              <a:gd name="connsiteY444" fmla="*/ 2001858 h 2053176"/>
              <a:gd name="connsiteX445" fmla="*/ 6445489 w 12188965"/>
              <a:gd name="connsiteY445" fmla="*/ 2001858 h 2053176"/>
              <a:gd name="connsiteX446" fmla="*/ 6471147 w 12188965"/>
              <a:gd name="connsiteY446" fmla="*/ 2027517 h 2053176"/>
              <a:gd name="connsiteX447" fmla="*/ 6445489 w 12188965"/>
              <a:gd name="connsiteY447" fmla="*/ 2053176 h 2053176"/>
              <a:gd name="connsiteX448" fmla="*/ 6419831 w 12188965"/>
              <a:gd name="connsiteY448" fmla="*/ 2027517 h 2053176"/>
              <a:gd name="connsiteX449" fmla="*/ 6445489 w 12188965"/>
              <a:gd name="connsiteY449" fmla="*/ 2001858 h 2053176"/>
              <a:gd name="connsiteX450" fmla="*/ 6381282 w 12188965"/>
              <a:gd name="connsiteY450" fmla="*/ 2001858 h 2053176"/>
              <a:gd name="connsiteX451" fmla="*/ 6406943 w 12188965"/>
              <a:gd name="connsiteY451" fmla="*/ 2027517 h 2053176"/>
              <a:gd name="connsiteX452" fmla="*/ 6381282 w 12188965"/>
              <a:gd name="connsiteY452" fmla="*/ 2053176 h 2053176"/>
              <a:gd name="connsiteX453" fmla="*/ 6355624 w 12188965"/>
              <a:gd name="connsiteY453" fmla="*/ 2027517 h 2053176"/>
              <a:gd name="connsiteX454" fmla="*/ 6381282 w 12188965"/>
              <a:gd name="connsiteY454" fmla="*/ 2001858 h 2053176"/>
              <a:gd name="connsiteX455" fmla="*/ 6317078 w 12188965"/>
              <a:gd name="connsiteY455" fmla="*/ 2001858 h 2053176"/>
              <a:gd name="connsiteX456" fmla="*/ 6342736 w 12188965"/>
              <a:gd name="connsiteY456" fmla="*/ 2027517 h 2053176"/>
              <a:gd name="connsiteX457" fmla="*/ 6317078 w 12188965"/>
              <a:gd name="connsiteY457" fmla="*/ 2053176 h 2053176"/>
              <a:gd name="connsiteX458" fmla="*/ 6291420 w 12188965"/>
              <a:gd name="connsiteY458" fmla="*/ 2027517 h 2053176"/>
              <a:gd name="connsiteX459" fmla="*/ 6317078 w 12188965"/>
              <a:gd name="connsiteY459" fmla="*/ 2001858 h 2053176"/>
              <a:gd name="connsiteX460" fmla="*/ 6252873 w 12188965"/>
              <a:gd name="connsiteY460" fmla="*/ 2001858 h 2053176"/>
              <a:gd name="connsiteX461" fmla="*/ 6278532 w 12188965"/>
              <a:gd name="connsiteY461" fmla="*/ 2027517 h 2053176"/>
              <a:gd name="connsiteX462" fmla="*/ 6252873 w 12188965"/>
              <a:gd name="connsiteY462" fmla="*/ 2053176 h 2053176"/>
              <a:gd name="connsiteX463" fmla="*/ 6227213 w 12188965"/>
              <a:gd name="connsiteY463" fmla="*/ 2027517 h 2053176"/>
              <a:gd name="connsiteX464" fmla="*/ 6252873 w 12188965"/>
              <a:gd name="connsiteY464" fmla="*/ 2001858 h 2053176"/>
              <a:gd name="connsiteX465" fmla="*/ 6188666 w 12188965"/>
              <a:gd name="connsiteY465" fmla="*/ 2001858 h 2053176"/>
              <a:gd name="connsiteX466" fmla="*/ 6214327 w 12188965"/>
              <a:gd name="connsiteY466" fmla="*/ 2027517 h 2053176"/>
              <a:gd name="connsiteX467" fmla="*/ 6188666 w 12188965"/>
              <a:gd name="connsiteY467" fmla="*/ 2053176 h 2053176"/>
              <a:gd name="connsiteX468" fmla="*/ 6163008 w 12188965"/>
              <a:gd name="connsiteY468" fmla="*/ 2027517 h 2053176"/>
              <a:gd name="connsiteX469" fmla="*/ 6188666 w 12188965"/>
              <a:gd name="connsiteY469" fmla="*/ 2001858 h 2053176"/>
              <a:gd name="connsiteX470" fmla="*/ 6124462 w 12188965"/>
              <a:gd name="connsiteY470" fmla="*/ 2001858 h 2053176"/>
              <a:gd name="connsiteX471" fmla="*/ 6150123 w 12188965"/>
              <a:gd name="connsiteY471" fmla="*/ 2027517 h 2053176"/>
              <a:gd name="connsiteX472" fmla="*/ 6124462 w 12188965"/>
              <a:gd name="connsiteY472" fmla="*/ 2053176 h 2053176"/>
              <a:gd name="connsiteX473" fmla="*/ 6098804 w 12188965"/>
              <a:gd name="connsiteY473" fmla="*/ 2027517 h 2053176"/>
              <a:gd name="connsiteX474" fmla="*/ 6124462 w 12188965"/>
              <a:gd name="connsiteY474" fmla="*/ 2001858 h 2053176"/>
              <a:gd name="connsiteX475" fmla="*/ 6064505 w 12188965"/>
              <a:gd name="connsiteY475" fmla="*/ 2001858 h 2053176"/>
              <a:gd name="connsiteX476" fmla="*/ 6090163 w 12188965"/>
              <a:gd name="connsiteY476" fmla="*/ 2027517 h 2053176"/>
              <a:gd name="connsiteX477" fmla="*/ 6064505 w 12188965"/>
              <a:gd name="connsiteY477" fmla="*/ 2053176 h 2053176"/>
              <a:gd name="connsiteX478" fmla="*/ 6038844 w 12188965"/>
              <a:gd name="connsiteY478" fmla="*/ 2027517 h 2053176"/>
              <a:gd name="connsiteX479" fmla="*/ 6064505 w 12188965"/>
              <a:gd name="connsiteY479" fmla="*/ 2001858 h 2053176"/>
              <a:gd name="connsiteX480" fmla="*/ 6000298 w 12188965"/>
              <a:gd name="connsiteY480" fmla="*/ 2001858 h 2053176"/>
              <a:gd name="connsiteX481" fmla="*/ 6025956 w 12188965"/>
              <a:gd name="connsiteY481" fmla="*/ 2027517 h 2053176"/>
              <a:gd name="connsiteX482" fmla="*/ 6000298 w 12188965"/>
              <a:gd name="connsiteY482" fmla="*/ 2053176 h 2053176"/>
              <a:gd name="connsiteX483" fmla="*/ 5974639 w 12188965"/>
              <a:gd name="connsiteY483" fmla="*/ 2027517 h 2053176"/>
              <a:gd name="connsiteX484" fmla="*/ 6000298 w 12188965"/>
              <a:gd name="connsiteY484" fmla="*/ 2001858 h 2053176"/>
              <a:gd name="connsiteX485" fmla="*/ 5936092 w 12188965"/>
              <a:gd name="connsiteY485" fmla="*/ 2001858 h 2053176"/>
              <a:gd name="connsiteX486" fmla="*/ 5961751 w 12188965"/>
              <a:gd name="connsiteY486" fmla="*/ 2027517 h 2053176"/>
              <a:gd name="connsiteX487" fmla="*/ 5936092 w 12188965"/>
              <a:gd name="connsiteY487" fmla="*/ 2053176 h 2053176"/>
              <a:gd name="connsiteX488" fmla="*/ 5910435 w 12188965"/>
              <a:gd name="connsiteY488" fmla="*/ 2027517 h 2053176"/>
              <a:gd name="connsiteX489" fmla="*/ 5936092 w 12188965"/>
              <a:gd name="connsiteY489" fmla="*/ 2001858 h 2053176"/>
              <a:gd name="connsiteX490" fmla="*/ 5871887 w 12188965"/>
              <a:gd name="connsiteY490" fmla="*/ 2001858 h 2053176"/>
              <a:gd name="connsiteX491" fmla="*/ 5897547 w 12188965"/>
              <a:gd name="connsiteY491" fmla="*/ 2027517 h 2053176"/>
              <a:gd name="connsiteX492" fmla="*/ 5871887 w 12188965"/>
              <a:gd name="connsiteY492" fmla="*/ 2053176 h 2053176"/>
              <a:gd name="connsiteX493" fmla="*/ 5846228 w 12188965"/>
              <a:gd name="connsiteY493" fmla="*/ 2027517 h 2053176"/>
              <a:gd name="connsiteX494" fmla="*/ 5871887 w 12188965"/>
              <a:gd name="connsiteY494" fmla="*/ 2001858 h 2053176"/>
              <a:gd name="connsiteX495" fmla="*/ 5807683 w 12188965"/>
              <a:gd name="connsiteY495" fmla="*/ 2001858 h 2053176"/>
              <a:gd name="connsiteX496" fmla="*/ 5833341 w 12188965"/>
              <a:gd name="connsiteY496" fmla="*/ 2027517 h 2053176"/>
              <a:gd name="connsiteX497" fmla="*/ 5807683 w 12188965"/>
              <a:gd name="connsiteY497" fmla="*/ 2053176 h 2053176"/>
              <a:gd name="connsiteX498" fmla="*/ 5782024 w 12188965"/>
              <a:gd name="connsiteY498" fmla="*/ 2027517 h 2053176"/>
              <a:gd name="connsiteX499" fmla="*/ 5807683 w 12188965"/>
              <a:gd name="connsiteY499" fmla="*/ 2001858 h 2053176"/>
              <a:gd name="connsiteX500" fmla="*/ 5743477 w 12188965"/>
              <a:gd name="connsiteY500" fmla="*/ 2001858 h 2053176"/>
              <a:gd name="connsiteX501" fmla="*/ 5769136 w 12188965"/>
              <a:gd name="connsiteY501" fmla="*/ 2027517 h 2053176"/>
              <a:gd name="connsiteX502" fmla="*/ 5743477 w 12188965"/>
              <a:gd name="connsiteY502" fmla="*/ 2053176 h 2053176"/>
              <a:gd name="connsiteX503" fmla="*/ 5717818 w 12188965"/>
              <a:gd name="connsiteY503" fmla="*/ 2027517 h 2053176"/>
              <a:gd name="connsiteX504" fmla="*/ 5743477 w 12188965"/>
              <a:gd name="connsiteY504" fmla="*/ 2001858 h 2053176"/>
              <a:gd name="connsiteX505" fmla="*/ 5679272 w 12188965"/>
              <a:gd name="connsiteY505" fmla="*/ 2001858 h 2053176"/>
              <a:gd name="connsiteX506" fmla="*/ 5704930 w 12188965"/>
              <a:gd name="connsiteY506" fmla="*/ 2027517 h 2053176"/>
              <a:gd name="connsiteX507" fmla="*/ 5679272 w 12188965"/>
              <a:gd name="connsiteY507" fmla="*/ 2053176 h 2053176"/>
              <a:gd name="connsiteX508" fmla="*/ 5653614 w 12188965"/>
              <a:gd name="connsiteY508" fmla="*/ 2027517 h 2053176"/>
              <a:gd name="connsiteX509" fmla="*/ 5679272 w 12188965"/>
              <a:gd name="connsiteY509" fmla="*/ 2001858 h 2053176"/>
              <a:gd name="connsiteX510" fmla="*/ 5615066 w 12188965"/>
              <a:gd name="connsiteY510" fmla="*/ 2001858 h 2053176"/>
              <a:gd name="connsiteX511" fmla="*/ 5640726 w 12188965"/>
              <a:gd name="connsiteY511" fmla="*/ 2027517 h 2053176"/>
              <a:gd name="connsiteX512" fmla="*/ 5615066 w 12188965"/>
              <a:gd name="connsiteY512" fmla="*/ 2053176 h 2053176"/>
              <a:gd name="connsiteX513" fmla="*/ 5589407 w 12188965"/>
              <a:gd name="connsiteY513" fmla="*/ 2027517 h 2053176"/>
              <a:gd name="connsiteX514" fmla="*/ 5615066 w 12188965"/>
              <a:gd name="connsiteY514" fmla="*/ 2001858 h 2053176"/>
              <a:gd name="connsiteX515" fmla="*/ 5550862 w 12188965"/>
              <a:gd name="connsiteY515" fmla="*/ 2001858 h 2053176"/>
              <a:gd name="connsiteX516" fmla="*/ 5576520 w 12188965"/>
              <a:gd name="connsiteY516" fmla="*/ 2027517 h 2053176"/>
              <a:gd name="connsiteX517" fmla="*/ 5550862 w 12188965"/>
              <a:gd name="connsiteY517" fmla="*/ 2053176 h 2053176"/>
              <a:gd name="connsiteX518" fmla="*/ 5525203 w 12188965"/>
              <a:gd name="connsiteY518" fmla="*/ 2027517 h 2053176"/>
              <a:gd name="connsiteX519" fmla="*/ 5550862 w 12188965"/>
              <a:gd name="connsiteY519" fmla="*/ 2001858 h 2053176"/>
              <a:gd name="connsiteX520" fmla="*/ 5486655 w 12188965"/>
              <a:gd name="connsiteY520" fmla="*/ 2001858 h 2053176"/>
              <a:gd name="connsiteX521" fmla="*/ 5512316 w 12188965"/>
              <a:gd name="connsiteY521" fmla="*/ 2027517 h 2053176"/>
              <a:gd name="connsiteX522" fmla="*/ 5486655 w 12188965"/>
              <a:gd name="connsiteY522" fmla="*/ 2053176 h 2053176"/>
              <a:gd name="connsiteX523" fmla="*/ 5460997 w 12188965"/>
              <a:gd name="connsiteY523" fmla="*/ 2027517 h 2053176"/>
              <a:gd name="connsiteX524" fmla="*/ 5486655 w 12188965"/>
              <a:gd name="connsiteY524" fmla="*/ 2001858 h 2053176"/>
              <a:gd name="connsiteX525" fmla="*/ 5422451 w 12188965"/>
              <a:gd name="connsiteY525" fmla="*/ 2001858 h 2053176"/>
              <a:gd name="connsiteX526" fmla="*/ 5448109 w 12188965"/>
              <a:gd name="connsiteY526" fmla="*/ 2027517 h 2053176"/>
              <a:gd name="connsiteX527" fmla="*/ 5422451 w 12188965"/>
              <a:gd name="connsiteY527" fmla="*/ 2053176 h 2053176"/>
              <a:gd name="connsiteX528" fmla="*/ 5396791 w 12188965"/>
              <a:gd name="connsiteY528" fmla="*/ 2027517 h 2053176"/>
              <a:gd name="connsiteX529" fmla="*/ 5422451 w 12188965"/>
              <a:gd name="connsiteY529" fmla="*/ 2001858 h 2053176"/>
              <a:gd name="connsiteX530" fmla="*/ 5358245 w 12188965"/>
              <a:gd name="connsiteY530" fmla="*/ 2001858 h 2053176"/>
              <a:gd name="connsiteX531" fmla="*/ 5383904 w 12188965"/>
              <a:gd name="connsiteY531" fmla="*/ 2027517 h 2053176"/>
              <a:gd name="connsiteX532" fmla="*/ 5358245 w 12188965"/>
              <a:gd name="connsiteY532" fmla="*/ 2053176 h 2053176"/>
              <a:gd name="connsiteX533" fmla="*/ 5332587 w 12188965"/>
              <a:gd name="connsiteY533" fmla="*/ 2027517 h 2053176"/>
              <a:gd name="connsiteX534" fmla="*/ 5358245 w 12188965"/>
              <a:gd name="connsiteY534" fmla="*/ 2001858 h 2053176"/>
              <a:gd name="connsiteX535" fmla="*/ 5294040 w 12188965"/>
              <a:gd name="connsiteY535" fmla="*/ 2001858 h 2053176"/>
              <a:gd name="connsiteX536" fmla="*/ 5319699 w 12188965"/>
              <a:gd name="connsiteY536" fmla="*/ 2027517 h 2053176"/>
              <a:gd name="connsiteX537" fmla="*/ 5294040 w 12188965"/>
              <a:gd name="connsiteY537" fmla="*/ 2053176 h 2053176"/>
              <a:gd name="connsiteX538" fmla="*/ 5268382 w 12188965"/>
              <a:gd name="connsiteY538" fmla="*/ 2027517 h 2053176"/>
              <a:gd name="connsiteX539" fmla="*/ 5294040 w 12188965"/>
              <a:gd name="connsiteY539" fmla="*/ 2001858 h 2053176"/>
              <a:gd name="connsiteX540" fmla="*/ 5229719 w 12188965"/>
              <a:gd name="connsiteY540" fmla="*/ 2001858 h 2053176"/>
              <a:gd name="connsiteX541" fmla="*/ 5255377 w 12188965"/>
              <a:gd name="connsiteY541" fmla="*/ 2027517 h 2053176"/>
              <a:gd name="connsiteX542" fmla="*/ 5229719 w 12188965"/>
              <a:gd name="connsiteY542" fmla="*/ 2053176 h 2053176"/>
              <a:gd name="connsiteX543" fmla="*/ 5204058 w 12188965"/>
              <a:gd name="connsiteY543" fmla="*/ 2027517 h 2053176"/>
              <a:gd name="connsiteX544" fmla="*/ 5229719 w 12188965"/>
              <a:gd name="connsiteY544" fmla="*/ 2001858 h 2053176"/>
              <a:gd name="connsiteX545" fmla="*/ 5165514 w 12188965"/>
              <a:gd name="connsiteY545" fmla="*/ 2001858 h 2053176"/>
              <a:gd name="connsiteX546" fmla="*/ 5191171 w 12188965"/>
              <a:gd name="connsiteY546" fmla="*/ 2027517 h 2053176"/>
              <a:gd name="connsiteX547" fmla="*/ 5165514 w 12188965"/>
              <a:gd name="connsiteY547" fmla="*/ 2053176 h 2053176"/>
              <a:gd name="connsiteX548" fmla="*/ 5139855 w 12188965"/>
              <a:gd name="connsiteY548" fmla="*/ 2027517 h 2053176"/>
              <a:gd name="connsiteX549" fmla="*/ 5165514 w 12188965"/>
              <a:gd name="connsiteY549" fmla="*/ 2001858 h 2053176"/>
              <a:gd name="connsiteX550" fmla="*/ 5101309 w 12188965"/>
              <a:gd name="connsiteY550" fmla="*/ 2001858 h 2053176"/>
              <a:gd name="connsiteX551" fmla="*/ 5126967 w 12188965"/>
              <a:gd name="connsiteY551" fmla="*/ 2027517 h 2053176"/>
              <a:gd name="connsiteX552" fmla="*/ 5101309 w 12188965"/>
              <a:gd name="connsiteY552" fmla="*/ 2053176 h 2053176"/>
              <a:gd name="connsiteX553" fmla="*/ 5075649 w 12188965"/>
              <a:gd name="connsiteY553" fmla="*/ 2027517 h 2053176"/>
              <a:gd name="connsiteX554" fmla="*/ 5101309 w 12188965"/>
              <a:gd name="connsiteY554" fmla="*/ 2001858 h 2053176"/>
              <a:gd name="connsiteX555" fmla="*/ 5037104 w 12188965"/>
              <a:gd name="connsiteY555" fmla="*/ 2001858 h 2053176"/>
              <a:gd name="connsiteX556" fmla="*/ 5062762 w 12188965"/>
              <a:gd name="connsiteY556" fmla="*/ 2027517 h 2053176"/>
              <a:gd name="connsiteX557" fmla="*/ 5037104 w 12188965"/>
              <a:gd name="connsiteY557" fmla="*/ 2053176 h 2053176"/>
              <a:gd name="connsiteX558" fmla="*/ 5011445 w 12188965"/>
              <a:gd name="connsiteY558" fmla="*/ 2027517 h 2053176"/>
              <a:gd name="connsiteX559" fmla="*/ 5037104 w 12188965"/>
              <a:gd name="connsiteY559" fmla="*/ 2001858 h 2053176"/>
              <a:gd name="connsiteX560" fmla="*/ 4972896 w 12188965"/>
              <a:gd name="connsiteY560" fmla="*/ 2001858 h 2053176"/>
              <a:gd name="connsiteX561" fmla="*/ 4998557 w 12188965"/>
              <a:gd name="connsiteY561" fmla="*/ 2027517 h 2053176"/>
              <a:gd name="connsiteX562" fmla="*/ 4972896 w 12188965"/>
              <a:gd name="connsiteY562" fmla="*/ 2053176 h 2053176"/>
              <a:gd name="connsiteX563" fmla="*/ 4947240 w 12188965"/>
              <a:gd name="connsiteY563" fmla="*/ 2027517 h 2053176"/>
              <a:gd name="connsiteX564" fmla="*/ 4972896 w 12188965"/>
              <a:gd name="connsiteY564" fmla="*/ 2001858 h 2053176"/>
              <a:gd name="connsiteX565" fmla="*/ 4908693 w 12188965"/>
              <a:gd name="connsiteY565" fmla="*/ 2001858 h 2053176"/>
              <a:gd name="connsiteX566" fmla="*/ 4934352 w 12188965"/>
              <a:gd name="connsiteY566" fmla="*/ 2027517 h 2053176"/>
              <a:gd name="connsiteX567" fmla="*/ 4908693 w 12188965"/>
              <a:gd name="connsiteY567" fmla="*/ 2053176 h 2053176"/>
              <a:gd name="connsiteX568" fmla="*/ 4883033 w 12188965"/>
              <a:gd name="connsiteY568" fmla="*/ 2027517 h 2053176"/>
              <a:gd name="connsiteX569" fmla="*/ 4908693 w 12188965"/>
              <a:gd name="connsiteY569" fmla="*/ 2001858 h 2053176"/>
              <a:gd name="connsiteX570" fmla="*/ 4844487 w 12188965"/>
              <a:gd name="connsiteY570" fmla="*/ 2001858 h 2053176"/>
              <a:gd name="connsiteX571" fmla="*/ 4870146 w 12188965"/>
              <a:gd name="connsiteY571" fmla="*/ 2027517 h 2053176"/>
              <a:gd name="connsiteX572" fmla="*/ 4844487 w 12188965"/>
              <a:gd name="connsiteY572" fmla="*/ 2053176 h 2053176"/>
              <a:gd name="connsiteX573" fmla="*/ 4818828 w 12188965"/>
              <a:gd name="connsiteY573" fmla="*/ 2027517 h 2053176"/>
              <a:gd name="connsiteX574" fmla="*/ 4844487 w 12188965"/>
              <a:gd name="connsiteY574" fmla="*/ 2001858 h 2053176"/>
              <a:gd name="connsiteX575" fmla="*/ 4780282 w 12188965"/>
              <a:gd name="connsiteY575" fmla="*/ 2001858 h 2053176"/>
              <a:gd name="connsiteX576" fmla="*/ 4805941 w 12188965"/>
              <a:gd name="connsiteY576" fmla="*/ 2027517 h 2053176"/>
              <a:gd name="connsiteX577" fmla="*/ 4780282 w 12188965"/>
              <a:gd name="connsiteY577" fmla="*/ 2053176 h 2053176"/>
              <a:gd name="connsiteX578" fmla="*/ 4754622 w 12188965"/>
              <a:gd name="connsiteY578" fmla="*/ 2027517 h 2053176"/>
              <a:gd name="connsiteX579" fmla="*/ 4780282 w 12188965"/>
              <a:gd name="connsiteY579" fmla="*/ 2001858 h 2053176"/>
              <a:gd name="connsiteX580" fmla="*/ 4716077 w 12188965"/>
              <a:gd name="connsiteY580" fmla="*/ 2001858 h 2053176"/>
              <a:gd name="connsiteX581" fmla="*/ 4741736 w 12188965"/>
              <a:gd name="connsiteY581" fmla="*/ 2027517 h 2053176"/>
              <a:gd name="connsiteX582" fmla="*/ 4716077 w 12188965"/>
              <a:gd name="connsiteY582" fmla="*/ 2053176 h 2053176"/>
              <a:gd name="connsiteX583" fmla="*/ 4690417 w 12188965"/>
              <a:gd name="connsiteY583" fmla="*/ 2027517 h 2053176"/>
              <a:gd name="connsiteX584" fmla="*/ 4716077 w 12188965"/>
              <a:gd name="connsiteY584" fmla="*/ 2001858 h 2053176"/>
              <a:gd name="connsiteX585" fmla="*/ 4651872 w 12188965"/>
              <a:gd name="connsiteY585" fmla="*/ 2001858 h 2053176"/>
              <a:gd name="connsiteX586" fmla="*/ 4677531 w 12188965"/>
              <a:gd name="connsiteY586" fmla="*/ 2027517 h 2053176"/>
              <a:gd name="connsiteX587" fmla="*/ 4651872 w 12188965"/>
              <a:gd name="connsiteY587" fmla="*/ 2053176 h 2053176"/>
              <a:gd name="connsiteX588" fmla="*/ 4626213 w 12188965"/>
              <a:gd name="connsiteY588" fmla="*/ 2027517 h 2053176"/>
              <a:gd name="connsiteX589" fmla="*/ 4651872 w 12188965"/>
              <a:gd name="connsiteY589" fmla="*/ 2001858 h 2053176"/>
              <a:gd name="connsiteX590" fmla="*/ 4587666 w 12188965"/>
              <a:gd name="connsiteY590" fmla="*/ 2001858 h 2053176"/>
              <a:gd name="connsiteX591" fmla="*/ 4613324 w 12188965"/>
              <a:gd name="connsiteY591" fmla="*/ 2027517 h 2053176"/>
              <a:gd name="connsiteX592" fmla="*/ 4587666 w 12188965"/>
              <a:gd name="connsiteY592" fmla="*/ 2053176 h 2053176"/>
              <a:gd name="connsiteX593" fmla="*/ 4562007 w 12188965"/>
              <a:gd name="connsiteY593" fmla="*/ 2027517 h 2053176"/>
              <a:gd name="connsiteX594" fmla="*/ 4587666 w 12188965"/>
              <a:gd name="connsiteY594" fmla="*/ 2001858 h 2053176"/>
              <a:gd name="connsiteX595" fmla="*/ 4523461 w 12188965"/>
              <a:gd name="connsiteY595" fmla="*/ 2001858 h 2053176"/>
              <a:gd name="connsiteX596" fmla="*/ 4549121 w 12188965"/>
              <a:gd name="connsiteY596" fmla="*/ 2027517 h 2053176"/>
              <a:gd name="connsiteX597" fmla="*/ 4523461 w 12188965"/>
              <a:gd name="connsiteY597" fmla="*/ 2053176 h 2053176"/>
              <a:gd name="connsiteX598" fmla="*/ 4497802 w 12188965"/>
              <a:gd name="connsiteY598" fmla="*/ 2027517 h 2053176"/>
              <a:gd name="connsiteX599" fmla="*/ 4523461 w 12188965"/>
              <a:gd name="connsiteY599" fmla="*/ 2001858 h 2053176"/>
              <a:gd name="connsiteX600" fmla="*/ 4459256 w 12188965"/>
              <a:gd name="connsiteY600" fmla="*/ 2001858 h 2053176"/>
              <a:gd name="connsiteX601" fmla="*/ 4484914 w 12188965"/>
              <a:gd name="connsiteY601" fmla="*/ 2027517 h 2053176"/>
              <a:gd name="connsiteX602" fmla="*/ 4459256 w 12188965"/>
              <a:gd name="connsiteY602" fmla="*/ 2053176 h 2053176"/>
              <a:gd name="connsiteX603" fmla="*/ 4433596 w 12188965"/>
              <a:gd name="connsiteY603" fmla="*/ 2027517 h 2053176"/>
              <a:gd name="connsiteX604" fmla="*/ 4459256 w 12188965"/>
              <a:gd name="connsiteY604" fmla="*/ 2001858 h 2053176"/>
              <a:gd name="connsiteX605" fmla="*/ 4395050 w 12188965"/>
              <a:gd name="connsiteY605" fmla="*/ 2001858 h 2053176"/>
              <a:gd name="connsiteX606" fmla="*/ 4420710 w 12188965"/>
              <a:gd name="connsiteY606" fmla="*/ 2027517 h 2053176"/>
              <a:gd name="connsiteX607" fmla="*/ 4395050 w 12188965"/>
              <a:gd name="connsiteY607" fmla="*/ 2053176 h 2053176"/>
              <a:gd name="connsiteX608" fmla="*/ 4369391 w 12188965"/>
              <a:gd name="connsiteY608" fmla="*/ 2027517 h 2053176"/>
              <a:gd name="connsiteX609" fmla="*/ 4395050 w 12188965"/>
              <a:gd name="connsiteY609" fmla="*/ 2001858 h 2053176"/>
              <a:gd name="connsiteX610" fmla="*/ 4330845 w 12188965"/>
              <a:gd name="connsiteY610" fmla="*/ 2001858 h 2053176"/>
              <a:gd name="connsiteX611" fmla="*/ 4356504 w 12188965"/>
              <a:gd name="connsiteY611" fmla="*/ 2027517 h 2053176"/>
              <a:gd name="connsiteX612" fmla="*/ 4330845 w 12188965"/>
              <a:gd name="connsiteY612" fmla="*/ 2053176 h 2053176"/>
              <a:gd name="connsiteX613" fmla="*/ 4305185 w 12188965"/>
              <a:gd name="connsiteY613" fmla="*/ 2027517 h 2053176"/>
              <a:gd name="connsiteX614" fmla="*/ 4330845 w 12188965"/>
              <a:gd name="connsiteY614" fmla="*/ 2001858 h 2053176"/>
              <a:gd name="connsiteX615" fmla="*/ 4266640 w 12188965"/>
              <a:gd name="connsiteY615" fmla="*/ 2001858 h 2053176"/>
              <a:gd name="connsiteX616" fmla="*/ 4292298 w 12188965"/>
              <a:gd name="connsiteY616" fmla="*/ 2027517 h 2053176"/>
              <a:gd name="connsiteX617" fmla="*/ 4266640 w 12188965"/>
              <a:gd name="connsiteY617" fmla="*/ 2053176 h 2053176"/>
              <a:gd name="connsiteX618" fmla="*/ 4240981 w 12188965"/>
              <a:gd name="connsiteY618" fmla="*/ 2027517 h 2053176"/>
              <a:gd name="connsiteX619" fmla="*/ 4266640 w 12188965"/>
              <a:gd name="connsiteY619" fmla="*/ 2001858 h 2053176"/>
              <a:gd name="connsiteX620" fmla="*/ 4202435 w 12188965"/>
              <a:gd name="connsiteY620" fmla="*/ 2001858 h 2053176"/>
              <a:gd name="connsiteX621" fmla="*/ 4228093 w 12188965"/>
              <a:gd name="connsiteY621" fmla="*/ 2027517 h 2053176"/>
              <a:gd name="connsiteX622" fmla="*/ 4202435 w 12188965"/>
              <a:gd name="connsiteY622" fmla="*/ 2053176 h 2053176"/>
              <a:gd name="connsiteX623" fmla="*/ 4176776 w 12188965"/>
              <a:gd name="connsiteY623" fmla="*/ 2027517 h 2053176"/>
              <a:gd name="connsiteX624" fmla="*/ 4202435 w 12188965"/>
              <a:gd name="connsiteY624" fmla="*/ 2001858 h 2053176"/>
              <a:gd name="connsiteX625" fmla="*/ 4138112 w 12188965"/>
              <a:gd name="connsiteY625" fmla="*/ 2001858 h 2053176"/>
              <a:gd name="connsiteX626" fmla="*/ 4163773 w 12188965"/>
              <a:gd name="connsiteY626" fmla="*/ 2027517 h 2053176"/>
              <a:gd name="connsiteX627" fmla="*/ 4138112 w 12188965"/>
              <a:gd name="connsiteY627" fmla="*/ 2053176 h 2053176"/>
              <a:gd name="connsiteX628" fmla="*/ 4112454 w 12188965"/>
              <a:gd name="connsiteY628" fmla="*/ 2027517 h 2053176"/>
              <a:gd name="connsiteX629" fmla="*/ 4138112 w 12188965"/>
              <a:gd name="connsiteY629" fmla="*/ 2001858 h 2053176"/>
              <a:gd name="connsiteX630" fmla="*/ 4073908 w 12188965"/>
              <a:gd name="connsiteY630" fmla="*/ 2001858 h 2053176"/>
              <a:gd name="connsiteX631" fmla="*/ 4099565 w 12188965"/>
              <a:gd name="connsiteY631" fmla="*/ 2027517 h 2053176"/>
              <a:gd name="connsiteX632" fmla="*/ 4073908 w 12188965"/>
              <a:gd name="connsiteY632" fmla="*/ 2053176 h 2053176"/>
              <a:gd name="connsiteX633" fmla="*/ 4048248 w 12188965"/>
              <a:gd name="connsiteY633" fmla="*/ 2027517 h 2053176"/>
              <a:gd name="connsiteX634" fmla="*/ 4073908 w 12188965"/>
              <a:gd name="connsiteY634" fmla="*/ 2001858 h 2053176"/>
              <a:gd name="connsiteX635" fmla="*/ 4009702 w 12188965"/>
              <a:gd name="connsiteY635" fmla="*/ 2001858 h 2053176"/>
              <a:gd name="connsiteX636" fmla="*/ 4035362 w 12188965"/>
              <a:gd name="connsiteY636" fmla="*/ 2027517 h 2053176"/>
              <a:gd name="connsiteX637" fmla="*/ 4009702 w 12188965"/>
              <a:gd name="connsiteY637" fmla="*/ 2053176 h 2053176"/>
              <a:gd name="connsiteX638" fmla="*/ 3984043 w 12188965"/>
              <a:gd name="connsiteY638" fmla="*/ 2027517 h 2053176"/>
              <a:gd name="connsiteX639" fmla="*/ 4009702 w 12188965"/>
              <a:gd name="connsiteY639" fmla="*/ 2001858 h 2053176"/>
              <a:gd name="connsiteX640" fmla="*/ 3945497 w 12188965"/>
              <a:gd name="connsiteY640" fmla="*/ 2001858 h 2053176"/>
              <a:gd name="connsiteX641" fmla="*/ 3971155 w 12188965"/>
              <a:gd name="connsiteY641" fmla="*/ 2027517 h 2053176"/>
              <a:gd name="connsiteX642" fmla="*/ 3945497 w 12188965"/>
              <a:gd name="connsiteY642" fmla="*/ 2053176 h 2053176"/>
              <a:gd name="connsiteX643" fmla="*/ 3919838 w 12188965"/>
              <a:gd name="connsiteY643" fmla="*/ 2027517 h 2053176"/>
              <a:gd name="connsiteX644" fmla="*/ 3945497 w 12188965"/>
              <a:gd name="connsiteY644" fmla="*/ 2001858 h 2053176"/>
              <a:gd name="connsiteX645" fmla="*/ 3881291 w 12188965"/>
              <a:gd name="connsiteY645" fmla="*/ 2001858 h 2053176"/>
              <a:gd name="connsiteX646" fmla="*/ 3906950 w 12188965"/>
              <a:gd name="connsiteY646" fmla="*/ 2027517 h 2053176"/>
              <a:gd name="connsiteX647" fmla="*/ 3881291 w 12188965"/>
              <a:gd name="connsiteY647" fmla="*/ 2053176 h 2053176"/>
              <a:gd name="connsiteX648" fmla="*/ 3855633 w 12188965"/>
              <a:gd name="connsiteY648" fmla="*/ 2027517 h 2053176"/>
              <a:gd name="connsiteX649" fmla="*/ 3881291 w 12188965"/>
              <a:gd name="connsiteY649" fmla="*/ 2001858 h 2053176"/>
              <a:gd name="connsiteX650" fmla="*/ 3817085 w 12188965"/>
              <a:gd name="connsiteY650" fmla="*/ 2001858 h 2053176"/>
              <a:gd name="connsiteX651" fmla="*/ 3842745 w 12188965"/>
              <a:gd name="connsiteY651" fmla="*/ 2027517 h 2053176"/>
              <a:gd name="connsiteX652" fmla="*/ 3817085 w 12188965"/>
              <a:gd name="connsiteY652" fmla="*/ 2053176 h 2053176"/>
              <a:gd name="connsiteX653" fmla="*/ 3791427 w 12188965"/>
              <a:gd name="connsiteY653" fmla="*/ 2027517 h 2053176"/>
              <a:gd name="connsiteX654" fmla="*/ 3817085 w 12188965"/>
              <a:gd name="connsiteY654" fmla="*/ 2001858 h 2053176"/>
              <a:gd name="connsiteX655" fmla="*/ 3752882 w 12188965"/>
              <a:gd name="connsiteY655" fmla="*/ 2001858 h 2053176"/>
              <a:gd name="connsiteX656" fmla="*/ 3778539 w 12188965"/>
              <a:gd name="connsiteY656" fmla="*/ 2027517 h 2053176"/>
              <a:gd name="connsiteX657" fmla="*/ 3752882 w 12188965"/>
              <a:gd name="connsiteY657" fmla="*/ 2053176 h 2053176"/>
              <a:gd name="connsiteX658" fmla="*/ 3727221 w 12188965"/>
              <a:gd name="connsiteY658" fmla="*/ 2027517 h 2053176"/>
              <a:gd name="connsiteX659" fmla="*/ 3752882 w 12188965"/>
              <a:gd name="connsiteY659" fmla="*/ 2001858 h 2053176"/>
              <a:gd name="connsiteX660" fmla="*/ 3688674 w 12188965"/>
              <a:gd name="connsiteY660" fmla="*/ 2001858 h 2053176"/>
              <a:gd name="connsiteX661" fmla="*/ 3714335 w 12188965"/>
              <a:gd name="connsiteY661" fmla="*/ 2027517 h 2053176"/>
              <a:gd name="connsiteX662" fmla="*/ 3688674 w 12188965"/>
              <a:gd name="connsiteY662" fmla="*/ 2053176 h 2053176"/>
              <a:gd name="connsiteX663" fmla="*/ 3663017 w 12188965"/>
              <a:gd name="connsiteY663" fmla="*/ 2027517 h 2053176"/>
              <a:gd name="connsiteX664" fmla="*/ 3688674 w 12188965"/>
              <a:gd name="connsiteY664" fmla="*/ 2001858 h 2053176"/>
              <a:gd name="connsiteX665" fmla="*/ 3624471 w 12188965"/>
              <a:gd name="connsiteY665" fmla="*/ 2001858 h 2053176"/>
              <a:gd name="connsiteX666" fmla="*/ 3650129 w 12188965"/>
              <a:gd name="connsiteY666" fmla="*/ 2027517 h 2053176"/>
              <a:gd name="connsiteX667" fmla="*/ 3624471 w 12188965"/>
              <a:gd name="connsiteY667" fmla="*/ 2053176 h 2053176"/>
              <a:gd name="connsiteX668" fmla="*/ 3598810 w 12188965"/>
              <a:gd name="connsiteY668" fmla="*/ 2027517 h 2053176"/>
              <a:gd name="connsiteX669" fmla="*/ 3624471 w 12188965"/>
              <a:gd name="connsiteY669" fmla="*/ 2001858 h 2053176"/>
              <a:gd name="connsiteX670" fmla="*/ 3560264 w 12188965"/>
              <a:gd name="connsiteY670" fmla="*/ 2001858 h 2053176"/>
              <a:gd name="connsiteX671" fmla="*/ 3585923 w 12188965"/>
              <a:gd name="connsiteY671" fmla="*/ 2027517 h 2053176"/>
              <a:gd name="connsiteX672" fmla="*/ 3560264 w 12188965"/>
              <a:gd name="connsiteY672" fmla="*/ 2053176 h 2053176"/>
              <a:gd name="connsiteX673" fmla="*/ 3534607 w 12188965"/>
              <a:gd name="connsiteY673" fmla="*/ 2027517 h 2053176"/>
              <a:gd name="connsiteX674" fmla="*/ 3560264 w 12188965"/>
              <a:gd name="connsiteY674" fmla="*/ 2001858 h 2053176"/>
              <a:gd name="connsiteX675" fmla="*/ 3496060 w 12188965"/>
              <a:gd name="connsiteY675" fmla="*/ 2001858 h 2053176"/>
              <a:gd name="connsiteX676" fmla="*/ 3521719 w 12188965"/>
              <a:gd name="connsiteY676" fmla="*/ 2027517 h 2053176"/>
              <a:gd name="connsiteX677" fmla="*/ 3496060 w 12188965"/>
              <a:gd name="connsiteY677" fmla="*/ 2053176 h 2053176"/>
              <a:gd name="connsiteX678" fmla="*/ 3470400 w 12188965"/>
              <a:gd name="connsiteY678" fmla="*/ 2027517 h 2053176"/>
              <a:gd name="connsiteX679" fmla="*/ 3496060 w 12188965"/>
              <a:gd name="connsiteY679" fmla="*/ 2001858 h 2053176"/>
              <a:gd name="connsiteX680" fmla="*/ 3431855 w 12188965"/>
              <a:gd name="connsiteY680" fmla="*/ 2001858 h 2053176"/>
              <a:gd name="connsiteX681" fmla="*/ 3457512 w 12188965"/>
              <a:gd name="connsiteY681" fmla="*/ 2027517 h 2053176"/>
              <a:gd name="connsiteX682" fmla="*/ 3431855 w 12188965"/>
              <a:gd name="connsiteY682" fmla="*/ 2053176 h 2053176"/>
              <a:gd name="connsiteX683" fmla="*/ 3406196 w 12188965"/>
              <a:gd name="connsiteY683" fmla="*/ 2027517 h 2053176"/>
              <a:gd name="connsiteX684" fmla="*/ 3431855 w 12188965"/>
              <a:gd name="connsiteY684" fmla="*/ 2001858 h 2053176"/>
              <a:gd name="connsiteX685" fmla="*/ 3367649 w 12188965"/>
              <a:gd name="connsiteY685" fmla="*/ 2001858 h 2053176"/>
              <a:gd name="connsiteX686" fmla="*/ 3393308 w 12188965"/>
              <a:gd name="connsiteY686" fmla="*/ 2027517 h 2053176"/>
              <a:gd name="connsiteX687" fmla="*/ 3367649 w 12188965"/>
              <a:gd name="connsiteY687" fmla="*/ 2053176 h 2053176"/>
              <a:gd name="connsiteX688" fmla="*/ 3341990 w 12188965"/>
              <a:gd name="connsiteY688" fmla="*/ 2027517 h 2053176"/>
              <a:gd name="connsiteX689" fmla="*/ 3367649 w 12188965"/>
              <a:gd name="connsiteY689" fmla="*/ 2001858 h 2053176"/>
              <a:gd name="connsiteX690" fmla="*/ 3303444 w 12188965"/>
              <a:gd name="connsiteY690" fmla="*/ 2001858 h 2053176"/>
              <a:gd name="connsiteX691" fmla="*/ 3329102 w 12188965"/>
              <a:gd name="connsiteY691" fmla="*/ 2027517 h 2053176"/>
              <a:gd name="connsiteX692" fmla="*/ 3303444 w 12188965"/>
              <a:gd name="connsiteY692" fmla="*/ 2053176 h 2053176"/>
              <a:gd name="connsiteX693" fmla="*/ 3277785 w 12188965"/>
              <a:gd name="connsiteY693" fmla="*/ 2027517 h 2053176"/>
              <a:gd name="connsiteX694" fmla="*/ 3303444 w 12188965"/>
              <a:gd name="connsiteY694" fmla="*/ 2001858 h 2053176"/>
              <a:gd name="connsiteX695" fmla="*/ 3239238 w 12188965"/>
              <a:gd name="connsiteY695" fmla="*/ 2001858 h 2053176"/>
              <a:gd name="connsiteX696" fmla="*/ 3264898 w 12188965"/>
              <a:gd name="connsiteY696" fmla="*/ 2027517 h 2053176"/>
              <a:gd name="connsiteX697" fmla="*/ 3239238 w 12188965"/>
              <a:gd name="connsiteY697" fmla="*/ 2053176 h 2053176"/>
              <a:gd name="connsiteX698" fmla="*/ 3213580 w 12188965"/>
              <a:gd name="connsiteY698" fmla="*/ 2027517 h 2053176"/>
              <a:gd name="connsiteX699" fmla="*/ 3239238 w 12188965"/>
              <a:gd name="connsiteY699" fmla="*/ 2001858 h 2053176"/>
              <a:gd name="connsiteX700" fmla="*/ 3175034 w 12188965"/>
              <a:gd name="connsiteY700" fmla="*/ 2001858 h 2053176"/>
              <a:gd name="connsiteX701" fmla="*/ 3200692 w 12188965"/>
              <a:gd name="connsiteY701" fmla="*/ 2027517 h 2053176"/>
              <a:gd name="connsiteX702" fmla="*/ 3175034 w 12188965"/>
              <a:gd name="connsiteY702" fmla="*/ 2053176 h 2053176"/>
              <a:gd name="connsiteX703" fmla="*/ 3149375 w 12188965"/>
              <a:gd name="connsiteY703" fmla="*/ 2027517 h 2053176"/>
              <a:gd name="connsiteX704" fmla="*/ 3175034 w 12188965"/>
              <a:gd name="connsiteY704" fmla="*/ 2001858 h 2053176"/>
              <a:gd name="connsiteX705" fmla="*/ 3110828 w 12188965"/>
              <a:gd name="connsiteY705" fmla="*/ 2001858 h 2053176"/>
              <a:gd name="connsiteX706" fmla="*/ 3136487 w 12188965"/>
              <a:gd name="connsiteY706" fmla="*/ 2027517 h 2053176"/>
              <a:gd name="connsiteX707" fmla="*/ 3110828 w 12188965"/>
              <a:gd name="connsiteY707" fmla="*/ 2053176 h 2053176"/>
              <a:gd name="connsiteX708" fmla="*/ 3085170 w 12188965"/>
              <a:gd name="connsiteY708" fmla="*/ 2027517 h 2053176"/>
              <a:gd name="connsiteX709" fmla="*/ 3110828 w 12188965"/>
              <a:gd name="connsiteY709" fmla="*/ 2001858 h 2053176"/>
              <a:gd name="connsiteX710" fmla="*/ 3046623 w 12188965"/>
              <a:gd name="connsiteY710" fmla="*/ 2001858 h 2053176"/>
              <a:gd name="connsiteX711" fmla="*/ 3072282 w 12188965"/>
              <a:gd name="connsiteY711" fmla="*/ 2027517 h 2053176"/>
              <a:gd name="connsiteX712" fmla="*/ 3046623 w 12188965"/>
              <a:gd name="connsiteY712" fmla="*/ 2053176 h 2053176"/>
              <a:gd name="connsiteX713" fmla="*/ 3020964 w 12188965"/>
              <a:gd name="connsiteY713" fmla="*/ 2027517 h 2053176"/>
              <a:gd name="connsiteX714" fmla="*/ 3046623 w 12188965"/>
              <a:gd name="connsiteY714" fmla="*/ 2001858 h 2053176"/>
              <a:gd name="connsiteX715" fmla="*/ 2982301 w 12188965"/>
              <a:gd name="connsiteY715" fmla="*/ 2001858 h 2053176"/>
              <a:gd name="connsiteX716" fmla="*/ 3007960 w 12188965"/>
              <a:gd name="connsiteY716" fmla="*/ 2027517 h 2053176"/>
              <a:gd name="connsiteX717" fmla="*/ 2982301 w 12188965"/>
              <a:gd name="connsiteY717" fmla="*/ 2053176 h 2053176"/>
              <a:gd name="connsiteX718" fmla="*/ 2956642 w 12188965"/>
              <a:gd name="connsiteY718" fmla="*/ 2027517 h 2053176"/>
              <a:gd name="connsiteX719" fmla="*/ 2982301 w 12188965"/>
              <a:gd name="connsiteY719" fmla="*/ 2001858 h 2053176"/>
              <a:gd name="connsiteX720" fmla="*/ 2918096 w 12188965"/>
              <a:gd name="connsiteY720" fmla="*/ 2001858 h 2053176"/>
              <a:gd name="connsiteX721" fmla="*/ 2943755 w 12188965"/>
              <a:gd name="connsiteY721" fmla="*/ 2027517 h 2053176"/>
              <a:gd name="connsiteX722" fmla="*/ 2918096 w 12188965"/>
              <a:gd name="connsiteY722" fmla="*/ 2053176 h 2053176"/>
              <a:gd name="connsiteX723" fmla="*/ 2892438 w 12188965"/>
              <a:gd name="connsiteY723" fmla="*/ 2027517 h 2053176"/>
              <a:gd name="connsiteX724" fmla="*/ 2918096 w 12188965"/>
              <a:gd name="connsiteY724" fmla="*/ 2001858 h 2053176"/>
              <a:gd name="connsiteX725" fmla="*/ 2853890 w 12188965"/>
              <a:gd name="connsiteY725" fmla="*/ 2001858 h 2053176"/>
              <a:gd name="connsiteX726" fmla="*/ 2879550 w 12188965"/>
              <a:gd name="connsiteY726" fmla="*/ 2027517 h 2053176"/>
              <a:gd name="connsiteX727" fmla="*/ 2853890 w 12188965"/>
              <a:gd name="connsiteY727" fmla="*/ 2053176 h 2053176"/>
              <a:gd name="connsiteX728" fmla="*/ 2828231 w 12188965"/>
              <a:gd name="connsiteY728" fmla="*/ 2027517 h 2053176"/>
              <a:gd name="connsiteX729" fmla="*/ 2853890 w 12188965"/>
              <a:gd name="connsiteY729" fmla="*/ 2001858 h 2053176"/>
              <a:gd name="connsiteX730" fmla="*/ 2789686 w 12188965"/>
              <a:gd name="connsiteY730" fmla="*/ 2001858 h 2053176"/>
              <a:gd name="connsiteX731" fmla="*/ 2815344 w 12188965"/>
              <a:gd name="connsiteY731" fmla="*/ 2027517 h 2053176"/>
              <a:gd name="connsiteX732" fmla="*/ 2789686 w 12188965"/>
              <a:gd name="connsiteY732" fmla="*/ 2053176 h 2053176"/>
              <a:gd name="connsiteX733" fmla="*/ 2764027 w 12188965"/>
              <a:gd name="connsiteY733" fmla="*/ 2027517 h 2053176"/>
              <a:gd name="connsiteX734" fmla="*/ 2789686 w 12188965"/>
              <a:gd name="connsiteY734" fmla="*/ 2001858 h 2053176"/>
              <a:gd name="connsiteX735" fmla="*/ 2725480 w 12188965"/>
              <a:gd name="connsiteY735" fmla="*/ 2001858 h 2053176"/>
              <a:gd name="connsiteX736" fmla="*/ 2751140 w 12188965"/>
              <a:gd name="connsiteY736" fmla="*/ 2027517 h 2053176"/>
              <a:gd name="connsiteX737" fmla="*/ 2725480 w 12188965"/>
              <a:gd name="connsiteY737" fmla="*/ 2053176 h 2053176"/>
              <a:gd name="connsiteX738" fmla="*/ 2699821 w 12188965"/>
              <a:gd name="connsiteY738" fmla="*/ 2027517 h 2053176"/>
              <a:gd name="connsiteX739" fmla="*/ 2725480 w 12188965"/>
              <a:gd name="connsiteY739" fmla="*/ 2001858 h 2053176"/>
              <a:gd name="connsiteX740" fmla="*/ 2661276 w 12188965"/>
              <a:gd name="connsiteY740" fmla="*/ 2001858 h 2053176"/>
              <a:gd name="connsiteX741" fmla="*/ 2686933 w 12188965"/>
              <a:gd name="connsiteY741" fmla="*/ 2027517 h 2053176"/>
              <a:gd name="connsiteX742" fmla="*/ 2661276 w 12188965"/>
              <a:gd name="connsiteY742" fmla="*/ 2053176 h 2053176"/>
              <a:gd name="connsiteX743" fmla="*/ 2635616 w 12188965"/>
              <a:gd name="connsiteY743" fmla="*/ 2027517 h 2053176"/>
              <a:gd name="connsiteX744" fmla="*/ 2661276 w 12188965"/>
              <a:gd name="connsiteY744" fmla="*/ 2001858 h 2053176"/>
              <a:gd name="connsiteX745" fmla="*/ 2597069 w 12188965"/>
              <a:gd name="connsiteY745" fmla="*/ 2001858 h 2053176"/>
              <a:gd name="connsiteX746" fmla="*/ 2622729 w 12188965"/>
              <a:gd name="connsiteY746" fmla="*/ 2027517 h 2053176"/>
              <a:gd name="connsiteX747" fmla="*/ 2597069 w 12188965"/>
              <a:gd name="connsiteY747" fmla="*/ 2053176 h 2053176"/>
              <a:gd name="connsiteX748" fmla="*/ 2571410 w 12188965"/>
              <a:gd name="connsiteY748" fmla="*/ 2027517 h 2053176"/>
              <a:gd name="connsiteX749" fmla="*/ 2597069 w 12188965"/>
              <a:gd name="connsiteY749" fmla="*/ 2001858 h 2053176"/>
              <a:gd name="connsiteX750" fmla="*/ 2532865 w 12188965"/>
              <a:gd name="connsiteY750" fmla="*/ 2001858 h 2053176"/>
              <a:gd name="connsiteX751" fmla="*/ 2558523 w 12188965"/>
              <a:gd name="connsiteY751" fmla="*/ 2027517 h 2053176"/>
              <a:gd name="connsiteX752" fmla="*/ 2532865 w 12188965"/>
              <a:gd name="connsiteY752" fmla="*/ 2053176 h 2053176"/>
              <a:gd name="connsiteX753" fmla="*/ 2507205 w 12188965"/>
              <a:gd name="connsiteY753" fmla="*/ 2027517 h 2053176"/>
              <a:gd name="connsiteX754" fmla="*/ 2532865 w 12188965"/>
              <a:gd name="connsiteY754" fmla="*/ 2001858 h 2053176"/>
              <a:gd name="connsiteX755" fmla="*/ 2468659 w 12188965"/>
              <a:gd name="connsiteY755" fmla="*/ 2001858 h 2053176"/>
              <a:gd name="connsiteX756" fmla="*/ 2494318 w 12188965"/>
              <a:gd name="connsiteY756" fmla="*/ 2027517 h 2053176"/>
              <a:gd name="connsiteX757" fmla="*/ 2468659 w 12188965"/>
              <a:gd name="connsiteY757" fmla="*/ 2053176 h 2053176"/>
              <a:gd name="connsiteX758" fmla="*/ 2443000 w 12188965"/>
              <a:gd name="connsiteY758" fmla="*/ 2027517 h 2053176"/>
              <a:gd name="connsiteX759" fmla="*/ 2468659 w 12188965"/>
              <a:gd name="connsiteY759" fmla="*/ 2001858 h 2053176"/>
              <a:gd name="connsiteX760" fmla="*/ 2404454 w 12188965"/>
              <a:gd name="connsiteY760" fmla="*/ 2001858 h 2053176"/>
              <a:gd name="connsiteX761" fmla="*/ 2430112 w 12188965"/>
              <a:gd name="connsiteY761" fmla="*/ 2027517 h 2053176"/>
              <a:gd name="connsiteX762" fmla="*/ 2404454 w 12188965"/>
              <a:gd name="connsiteY762" fmla="*/ 2053176 h 2053176"/>
              <a:gd name="connsiteX763" fmla="*/ 2378795 w 12188965"/>
              <a:gd name="connsiteY763" fmla="*/ 2027517 h 2053176"/>
              <a:gd name="connsiteX764" fmla="*/ 2404454 w 12188965"/>
              <a:gd name="connsiteY764" fmla="*/ 2001858 h 2053176"/>
              <a:gd name="connsiteX765" fmla="*/ 2340249 w 12188965"/>
              <a:gd name="connsiteY765" fmla="*/ 2001858 h 2053176"/>
              <a:gd name="connsiteX766" fmla="*/ 2365908 w 12188965"/>
              <a:gd name="connsiteY766" fmla="*/ 2027517 h 2053176"/>
              <a:gd name="connsiteX767" fmla="*/ 2340249 w 12188965"/>
              <a:gd name="connsiteY767" fmla="*/ 2053176 h 2053176"/>
              <a:gd name="connsiteX768" fmla="*/ 2314590 w 12188965"/>
              <a:gd name="connsiteY768" fmla="*/ 2027517 h 2053176"/>
              <a:gd name="connsiteX769" fmla="*/ 2340249 w 12188965"/>
              <a:gd name="connsiteY769" fmla="*/ 2001858 h 2053176"/>
              <a:gd name="connsiteX770" fmla="*/ 2276044 w 12188965"/>
              <a:gd name="connsiteY770" fmla="*/ 2001858 h 2053176"/>
              <a:gd name="connsiteX771" fmla="*/ 2301702 w 12188965"/>
              <a:gd name="connsiteY771" fmla="*/ 2027517 h 2053176"/>
              <a:gd name="connsiteX772" fmla="*/ 2276044 w 12188965"/>
              <a:gd name="connsiteY772" fmla="*/ 2053176 h 2053176"/>
              <a:gd name="connsiteX773" fmla="*/ 2250385 w 12188965"/>
              <a:gd name="connsiteY773" fmla="*/ 2027517 h 2053176"/>
              <a:gd name="connsiteX774" fmla="*/ 2276044 w 12188965"/>
              <a:gd name="connsiteY774" fmla="*/ 2001858 h 2053176"/>
              <a:gd name="connsiteX775" fmla="*/ 2211838 w 12188965"/>
              <a:gd name="connsiteY775" fmla="*/ 2001858 h 2053176"/>
              <a:gd name="connsiteX776" fmla="*/ 2237497 w 12188965"/>
              <a:gd name="connsiteY776" fmla="*/ 2027517 h 2053176"/>
              <a:gd name="connsiteX777" fmla="*/ 2211838 w 12188965"/>
              <a:gd name="connsiteY777" fmla="*/ 2053176 h 2053176"/>
              <a:gd name="connsiteX778" fmla="*/ 2186178 w 12188965"/>
              <a:gd name="connsiteY778" fmla="*/ 2027517 h 2053176"/>
              <a:gd name="connsiteX779" fmla="*/ 2211838 w 12188965"/>
              <a:gd name="connsiteY779" fmla="*/ 2001858 h 2053176"/>
              <a:gd name="connsiteX780" fmla="*/ 2147633 w 12188965"/>
              <a:gd name="connsiteY780" fmla="*/ 2001858 h 2053176"/>
              <a:gd name="connsiteX781" fmla="*/ 2173293 w 12188965"/>
              <a:gd name="connsiteY781" fmla="*/ 2027517 h 2053176"/>
              <a:gd name="connsiteX782" fmla="*/ 2147633 w 12188965"/>
              <a:gd name="connsiteY782" fmla="*/ 2053176 h 2053176"/>
              <a:gd name="connsiteX783" fmla="*/ 2121975 w 12188965"/>
              <a:gd name="connsiteY783" fmla="*/ 2027517 h 2053176"/>
              <a:gd name="connsiteX784" fmla="*/ 2147633 w 12188965"/>
              <a:gd name="connsiteY784" fmla="*/ 2001858 h 2053176"/>
              <a:gd name="connsiteX785" fmla="*/ 2083427 w 12188965"/>
              <a:gd name="connsiteY785" fmla="*/ 2001858 h 2053176"/>
              <a:gd name="connsiteX786" fmla="*/ 2109087 w 12188965"/>
              <a:gd name="connsiteY786" fmla="*/ 2027517 h 2053176"/>
              <a:gd name="connsiteX787" fmla="*/ 2083427 w 12188965"/>
              <a:gd name="connsiteY787" fmla="*/ 2053176 h 2053176"/>
              <a:gd name="connsiteX788" fmla="*/ 2057768 w 12188965"/>
              <a:gd name="connsiteY788" fmla="*/ 2027517 h 2053176"/>
              <a:gd name="connsiteX789" fmla="*/ 2083427 w 12188965"/>
              <a:gd name="connsiteY789" fmla="*/ 2001858 h 2053176"/>
              <a:gd name="connsiteX790" fmla="*/ 2019222 w 12188965"/>
              <a:gd name="connsiteY790" fmla="*/ 2001858 h 2053176"/>
              <a:gd name="connsiteX791" fmla="*/ 2044880 w 12188965"/>
              <a:gd name="connsiteY791" fmla="*/ 2027517 h 2053176"/>
              <a:gd name="connsiteX792" fmla="*/ 2019222 w 12188965"/>
              <a:gd name="connsiteY792" fmla="*/ 2053176 h 2053176"/>
              <a:gd name="connsiteX793" fmla="*/ 1993563 w 12188965"/>
              <a:gd name="connsiteY793" fmla="*/ 2027517 h 2053176"/>
              <a:gd name="connsiteX794" fmla="*/ 2019222 w 12188965"/>
              <a:gd name="connsiteY794" fmla="*/ 2001858 h 2053176"/>
              <a:gd name="connsiteX795" fmla="*/ 1955016 w 12188965"/>
              <a:gd name="connsiteY795" fmla="*/ 2001858 h 2053176"/>
              <a:gd name="connsiteX796" fmla="*/ 1980676 w 12188965"/>
              <a:gd name="connsiteY796" fmla="*/ 2027517 h 2053176"/>
              <a:gd name="connsiteX797" fmla="*/ 1955016 w 12188965"/>
              <a:gd name="connsiteY797" fmla="*/ 2053176 h 2053176"/>
              <a:gd name="connsiteX798" fmla="*/ 1929358 w 12188965"/>
              <a:gd name="connsiteY798" fmla="*/ 2027517 h 2053176"/>
              <a:gd name="connsiteX799" fmla="*/ 1955016 w 12188965"/>
              <a:gd name="connsiteY799" fmla="*/ 2001858 h 2053176"/>
              <a:gd name="connsiteX800" fmla="*/ 1890696 w 12188965"/>
              <a:gd name="connsiteY800" fmla="*/ 2001858 h 2053176"/>
              <a:gd name="connsiteX801" fmla="*/ 1916355 w 12188965"/>
              <a:gd name="connsiteY801" fmla="*/ 2027517 h 2053176"/>
              <a:gd name="connsiteX802" fmla="*/ 1890696 w 12188965"/>
              <a:gd name="connsiteY802" fmla="*/ 2053176 h 2053176"/>
              <a:gd name="connsiteX803" fmla="*/ 1865037 w 12188965"/>
              <a:gd name="connsiteY803" fmla="*/ 2027517 h 2053176"/>
              <a:gd name="connsiteX804" fmla="*/ 1890696 w 12188965"/>
              <a:gd name="connsiteY804" fmla="*/ 2001858 h 2053176"/>
              <a:gd name="connsiteX805" fmla="*/ 1826490 w 12188965"/>
              <a:gd name="connsiteY805" fmla="*/ 2001858 h 2053176"/>
              <a:gd name="connsiteX806" fmla="*/ 1852149 w 12188965"/>
              <a:gd name="connsiteY806" fmla="*/ 2027517 h 2053176"/>
              <a:gd name="connsiteX807" fmla="*/ 1826490 w 12188965"/>
              <a:gd name="connsiteY807" fmla="*/ 2053176 h 2053176"/>
              <a:gd name="connsiteX808" fmla="*/ 1800830 w 12188965"/>
              <a:gd name="connsiteY808" fmla="*/ 2027517 h 2053176"/>
              <a:gd name="connsiteX809" fmla="*/ 1826490 w 12188965"/>
              <a:gd name="connsiteY809" fmla="*/ 2001858 h 2053176"/>
              <a:gd name="connsiteX810" fmla="*/ 1762285 w 12188965"/>
              <a:gd name="connsiteY810" fmla="*/ 2001858 h 2053176"/>
              <a:gd name="connsiteX811" fmla="*/ 1787944 w 12188965"/>
              <a:gd name="connsiteY811" fmla="*/ 2027517 h 2053176"/>
              <a:gd name="connsiteX812" fmla="*/ 1762285 w 12188965"/>
              <a:gd name="connsiteY812" fmla="*/ 2053176 h 2053176"/>
              <a:gd name="connsiteX813" fmla="*/ 1736626 w 12188965"/>
              <a:gd name="connsiteY813" fmla="*/ 2027517 h 2053176"/>
              <a:gd name="connsiteX814" fmla="*/ 1762285 w 12188965"/>
              <a:gd name="connsiteY814" fmla="*/ 2001858 h 2053176"/>
              <a:gd name="connsiteX815" fmla="*/ 1698080 w 12188965"/>
              <a:gd name="connsiteY815" fmla="*/ 2001858 h 2053176"/>
              <a:gd name="connsiteX816" fmla="*/ 1723738 w 12188965"/>
              <a:gd name="connsiteY816" fmla="*/ 2027517 h 2053176"/>
              <a:gd name="connsiteX817" fmla="*/ 1698080 w 12188965"/>
              <a:gd name="connsiteY817" fmla="*/ 2053176 h 2053176"/>
              <a:gd name="connsiteX818" fmla="*/ 1672420 w 12188965"/>
              <a:gd name="connsiteY818" fmla="*/ 2027517 h 2053176"/>
              <a:gd name="connsiteX819" fmla="*/ 1698080 w 12188965"/>
              <a:gd name="connsiteY819" fmla="*/ 2001858 h 2053176"/>
              <a:gd name="connsiteX820" fmla="*/ 1633874 w 12188965"/>
              <a:gd name="connsiteY820" fmla="*/ 2001858 h 2053176"/>
              <a:gd name="connsiteX821" fmla="*/ 1659533 w 12188965"/>
              <a:gd name="connsiteY821" fmla="*/ 2027517 h 2053176"/>
              <a:gd name="connsiteX822" fmla="*/ 1633874 w 12188965"/>
              <a:gd name="connsiteY822" fmla="*/ 2053176 h 2053176"/>
              <a:gd name="connsiteX823" fmla="*/ 1608216 w 12188965"/>
              <a:gd name="connsiteY823" fmla="*/ 2027517 h 2053176"/>
              <a:gd name="connsiteX824" fmla="*/ 1633874 w 12188965"/>
              <a:gd name="connsiteY824" fmla="*/ 2001858 h 2053176"/>
              <a:gd name="connsiteX825" fmla="*/ 1569669 w 12188965"/>
              <a:gd name="connsiteY825" fmla="*/ 2001858 h 2053176"/>
              <a:gd name="connsiteX826" fmla="*/ 1595328 w 12188965"/>
              <a:gd name="connsiteY826" fmla="*/ 2027517 h 2053176"/>
              <a:gd name="connsiteX827" fmla="*/ 1569669 w 12188965"/>
              <a:gd name="connsiteY827" fmla="*/ 2053176 h 2053176"/>
              <a:gd name="connsiteX828" fmla="*/ 1544010 w 12188965"/>
              <a:gd name="connsiteY828" fmla="*/ 2027517 h 2053176"/>
              <a:gd name="connsiteX829" fmla="*/ 1569669 w 12188965"/>
              <a:gd name="connsiteY829" fmla="*/ 2001858 h 2053176"/>
              <a:gd name="connsiteX830" fmla="*/ 1505464 w 12188965"/>
              <a:gd name="connsiteY830" fmla="*/ 2001858 h 2053176"/>
              <a:gd name="connsiteX831" fmla="*/ 1531123 w 12188965"/>
              <a:gd name="connsiteY831" fmla="*/ 2027517 h 2053176"/>
              <a:gd name="connsiteX832" fmla="*/ 1505464 w 12188965"/>
              <a:gd name="connsiteY832" fmla="*/ 2053176 h 2053176"/>
              <a:gd name="connsiteX833" fmla="*/ 1479806 w 12188965"/>
              <a:gd name="connsiteY833" fmla="*/ 2027517 h 2053176"/>
              <a:gd name="connsiteX834" fmla="*/ 1505464 w 12188965"/>
              <a:gd name="connsiteY834" fmla="*/ 2001858 h 2053176"/>
              <a:gd name="connsiteX835" fmla="*/ 1441258 w 12188965"/>
              <a:gd name="connsiteY835" fmla="*/ 2001858 h 2053176"/>
              <a:gd name="connsiteX836" fmla="*/ 1466917 w 12188965"/>
              <a:gd name="connsiteY836" fmla="*/ 2027517 h 2053176"/>
              <a:gd name="connsiteX837" fmla="*/ 1441258 w 12188965"/>
              <a:gd name="connsiteY837" fmla="*/ 2053176 h 2053176"/>
              <a:gd name="connsiteX838" fmla="*/ 1415599 w 12188965"/>
              <a:gd name="connsiteY838" fmla="*/ 2027517 h 2053176"/>
              <a:gd name="connsiteX839" fmla="*/ 1441258 w 12188965"/>
              <a:gd name="connsiteY839" fmla="*/ 2001858 h 2053176"/>
              <a:gd name="connsiteX840" fmla="*/ 1377053 w 12188965"/>
              <a:gd name="connsiteY840" fmla="*/ 2001858 h 2053176"/>
              <a:gd name="connsiteX841" fmla="*/ 1402712 w 12188965"/>
              <a:gd name="connsiteY841" fmla="*/ 2027517 h 2053176"/>
              <a:gd name="connsiteX842" fmla="*/ 1377053 w 12188965"/>
              <a:gd name="connsiteY842" fmla="*/ 2053176 h 2053176"/>
              <a:gd name="connsiteX843" fmla="*/ 1351395 w 12188965"/>
              <a:gd name="connsiteY843" fmla="*/ 2027517 h 2053176"/>
              <a:gd name="connsiteX844" fmla="*/ 1377053 w 12188965"/>
              <a:gd name="connsiteY844" fmla="*/ 2001858 h 2053176"/>
              <a:gd name="connsiteX845" fmla="*/ 1312848 w 12188965"/>
              <a:gd name="connsiteY845" fmla="*/ 2001858 h 2053176"/>
              <a:gd name="connsiteX846" fmla="*/ 1338507 w 12188965"/>
              <a:gd name="connsiteY846" fmla="*/ 2027517 h 2053176"/>
              <a:gd name="connsiteX847" fmla="*/ 1312848 w 12188965"/>
              <a:gd name="connsiteY847" fmla="*/ 2053176 h 2053176"/>
              <a:gd name="connsiteX848" fmla="*/ 1287190 w 12188965"/>
              <a:gd name="connsiteY848" fmla="*/ 2027517 h 2053176"/>
              <a:gd name="connsiteX849" fmla="*/ 1312848 w 12188965"/>
              <a:gd name="connsiteY849" fmla="*/ 2001858 h 2053176"/>
              <a:gd name="connsiteX850" fmla="*/ 1248643 w 12188965"/>
              <a:gd name="connsiteY850" fmla="*/ 2001858 h 2053176"/>
              <a:gd name="connsiteX851" fmla="*/ 1274302 w 12188965"/>
              <a:gd name="connsiteY851" fmla="*/ 2027517 h 2053176"/>
              <a:gd name="connsiteX852" fmla="*/ 1248643 w 12188965"/>
              <a:gd name="connsiteY852" fmla="*/ 2053176 h 2053176"/>
              <a:gd name="connsiteX853" fmla="*/ 1222984 w 12188965"/>
              <a:gd name="connsiteY853" fmla="*/ 2027517 h 2053176"/>
              <a:gd name="connsiteX854" fmla="*/ 1248643 w 12188965"/>
              <a:gd name="connsiteY854" fmla="*/ 2001858 h 2053176"/>
              <a:gd name="connsiteX855" fmla="*/ 1184437 w 12188965"/>
              <a:gd name="connsiteY855" fmla="*/ 2001858 h 2053176"/>
              <a:gd name="connsiteX856" fmla="*/ 1210096 w 12188965"/>
              <a:gd name="connsiteY856" fmla="*/ 2027517 h 2053176"/>
              <a:gd name="connsiteX857" fmla="*/ 1184437 w 12188965"/>
              <a:gd name="connsiteY857" fmla="*/ 2053176 h 2053176"/>
              <a:gd name="connsiteX858" fmla="*/ 1158780 w 12188965"/>
              <a:gd name="connsiteY858" fmla="*/ 2027517 h 2053176"/>
              <a:gd name="connsiteX859" fmla="*/ 1184437 w 12188965"/>
              <a:gd name="connsiteY859" fmla="*/ 2001858 h 2053176"/>
              <a:gd name="connsiteX860" fmla="*/ 1120233 w 12188965"/>
              <a:gd name="connsiteY860" fmla="*/ 2001858 h 2053176"/>
              <a:gd name="connsiteX861" fmla="*/ 1145892 w 12188965"/>
              <a:gd name="connsiteY861" fmla="*/ 2027517 h 2053176"/>
              <a:gd name="connsiteX862" fmla="*/ 1120233 w 12188965"/>
              <a:gd name="connsiteY862" fmla="*/ 2053176 h 2053176"/>
              <a:gd name="connsiteX863" fmla="*/ 1094573 w 12188965"/>
              <a:gd name="connsiteY863" fmla="*/ 2027517 h 2053176"/>
              <a:gd name="connsiteX864" fmla="*/ 1120233 w 12188965"/>
              <a:gd name="connsiteY864" fmla="*/ 2001858 h 2053176"/>
              <a:gd name="connsiteX865" fmla="*/ 1056027 w 12188965"/>
              <a:gd name="connsiteY865" fmla="*/ 2001858 h 2053176"/>
              <a:gd name="connsiteX866" fmla="*/ 1081685 w 12188965"/>
              <a:gd name="connsiteY866" fmla="*/ 2027517 h 2053176"/>
              <a:gd name="connsiteX867" fmla="*/ 1056027 w 12188965"/>
              <a:gd name="connsiteY867" fmla="*/ 2053176 h 2053176"/>
              <a:gd name="connsiteX868" fmla="*/ 1030369 w 12188965"/>
              <a:gd name="connsiteY868" fmla="*/ 2027517 h 2053176"/>
              <a:gd name="connsiteX869" fmla="*/ 1056027 w 12188965"/>
              <a:gd name="connsiteY869" fmla="*/ 2001858 h 2053176"/>
              <a:gd name="connsiteX870" fmla="*/ 991823 w 12188965"/>
              <a:gd name="connsiteY870" fmla="*/ 2001858 h 2053176"/>
              <a:gd name="connsiteX871" fmla="*/ 1017481 w 12188965"/>
              <a:gd name="connsiteY871" fmla="*/ 2027517 h 2053176"/>
              <a:gd name="connsiteX872" fmla="*/ 991823 w 12188965"/>
              <a:gd name="connsiteY872" fmla="*/ 2053176 h 2053176"/>
              <a:gd name="connsiteX873" fmla="*/ 966162 w 12188965"/>
              <a:gd name="connsiteY873" fmla="*/ 2027517 h 2053176"/>
              <a:gd name="connsiteX874" fmla="*/ 991823 w 12188965"/>
              <a:gd name="connsiteY874" fmla="*/ 2001858 h 2053176"/>
              <a:gd name="connsiteX875" fmla="*/ 927616 w 12188965"/>
              <a:gd name="connsiteY875" fmla="*/ 2001858 h 2053176"/>
              <a:gd name="connsiteX876" fmla="*/ 953275 w 12188965"/>
              <a:gd name="connsiteY876" fmla="*/ 2027517 h 2053176"/>
              <a:gd name="connsiteX877" fmla="*/ 927616 w 12188965"/>
              <a:gd name="connsiteY877" fmla="*/ 2053176 h 2053176"/>
              <a:gd name="connsiteX878" fmla="*/ 901957 w 12188965"/>
              <a:gd name="connsiteY878" fmla="*/ 2027517 h 2053176"/>
              <a:gd name="connsiteX879" fmla="*/ 927616 w 12188965"/>
              <a:gd name="connsiteY879" fmla="*/ 2001858 h 2053176"/>
              <a:gd name="connsiteX880" fmla="*/ 863411 w 12188965"/>
              <a:gd name="connsiteY880" fmla="*/ 2001858 h 2053176"/>
              <a:gd name="connsiteX881" fmla="*/ 889071 w 12188965"/>
              <a:gd name="connsiteY881" fmla="*/ 2027517 h 2053176"/>
              <a:gd name="connsiteX882" fmla="*/ 863411 w 12188965"/>
              <a:gd name="connsiteY882" fmla="*/ 2053176 h 2053176"/>
              <a:gd name="connsiteX883" fmla="*/ 837752 w 12188965"/>
              <a:gd name="connsiteY883" fmla="*/ 2027517 h 2053176"/>
              <a:gd name="connsiteX884" fmla="*/ 863411 w 12188965"/>
              <a:gd name="connsiteY884" fmla="*/ 2001858 h 2053176"/>
              <a:gd name="connsiteX885" fmla="*/ 799089 w 12188965"/>
              <a:gd name="connsiteY885" fmla="*/ 2001858 h 2053176"/>
              <a:gd name="connsiteX886" fmla="*/ 824748 w 12188965"/>
              <a:gd name="connsiteY886" fmla="*/ 2027517 h 2053176"/>
              <a:gd name="connsiteX887" fmla="*/ 799089 w 12188965"/>
              <a:gd name="connsiteY887" fmla="*/ 2053176 h 2053176"/>
              <a:gd name="connsiteX888" fmla="*/ 773432 w 12188965"/>
              <a:gd name="connsiteY888" fmla="*/ 2027517 h 2053176"/>
              <a:gd name="connsiteX889" fmla="*/ 799089 w 12188965"/>
              <a:gd name="connsiteY889" fmla="*/ 2001858 h 2053176"/>
              <a:gd name="connsiteX890" fmla="*/ 734885 w 12188965"/>
              <a:gd name="connsiteY890" fmla="*/ 2001858 h 2053176"/>
              <a:gd name="connsiteX891" fmla="*/ 760544 w 12188965"/>
              <a:gd name="connsiteY891" fmla="*/ 2027517 h 2053176"/>
              <a:gd name="connsiteX892" fmla="*/ 734885 w 12188965"/>
              <a:gd name="connsiteY892" fmla="*/ 2053176 h 2053176"/>
              <a:gd name="connsiteX893" fmla="*/ 709225 w 12188965"/>
              <a:gd name="connsiteY893" fmla="*/ 2027517 h 2053176"/>
              <a:gd name="connsiteX894" fmla="*/ 734885 w 12188965"/>
              <a:gd name="connsiteY894" fmla="*/ 2001858 h 2053176"/>
              <a:gd name="connsiteX895" fmla="*/ 670679 w 12188965"/>
              <a:gd name="connsiteY895" fmla="*/ 2001858 h 2053176"/>
              <a:gd name="connsiteX896" fmla="*/ 696338 w 12188965"/>
              <a:gd name="connsiteY896" fmla="*/ 2027517 h 2053176"/>
              <a:gd name="connsiteX897" fmla="*/ 670679 w 12188965"/>
              <a:gd name="connsiteY897" fmla="*/ 2053176 h 2053176"/>
              <a:gd name="connsiteX898" fmla="*/ 645020 w 12188965"/>
              <a:gd name="connsiteY898" fmla="*/ 2027517 h 2053176"/>
              <a:gd name="connsiteX899" fmla="*/ 670679 w 12188965"/>
              <a:gd name="connsiteY899" fmla="*/ 2001858 h 2053176"/>
              <a:gd name="connsiteX900" fmla="*/ 606475 w 12188965"/>
              <a:gd name="connsiteY900" fmla="*/ 2001858 h 2053176"/>
              <a:gd name="connsiteX901" fmla="*/ 632134 w 12188965"/>
              <a:gd name="connsiteY901" fmla="*/ 2027517 h 2053176"/>
              <a:gd name="connsiteX902" fmla="*/ 606475 w 12188965"/>
              <a:gd name="connsiteY902" fmla="*/ 2053176 h 2053176"/>
              <a:gd name="connsiteX903" fmla="*/ 580815 w 12188965"/>
              <a:gd name="connsiteY903" fmla="*/ 2027517 h 2053176"/>
              <a:gd name="connsiteX904" fmla="*/ 606475 w 12188965"/>
              <a:gd name="connsiteY904" fmla="*/ 2001858 h 2053176"/>
              <a:gd name="connsiteX905" fmla="*/ 542268 w 12188965"/>
              <a:gd name="connsiteY905" fmla="*/ 2001858 h 2053176"/>
              <a:gd name="connsiteX906" fmla="*/ 567927 w 12188965"/>
              <a:gd name="connsiteY906" fmla="*/ 2027517 h 2053176"/>
              <a:gd name="connsiteX907" fmla="*/ 542268 w 12188965"/>
              <a:gd name="connsiteY907" fmla="*/ 2053176 h 2053176"/>
              <a:gd name="connsiteX908" fmla="*/ 516610 w 12188965"/>
              <a:gd name="connsiteY908" fmla="*/ 2027517 h 2053176"/>
              <a:gd name="connsiteX909" fmla="*/ 542268 w 12188965"/>
              <a:gd name="connsiteY909" fmla="*/ 2001858 h 2053176"/>
              <a:gd name="connsiteX910" fmla="*/ 478063 w 12188965"/>
              <a:gd name="connsiteY910" fmla="*/ 2001858 h 2053176"/>
              <a:gd name="connsiteX911" fmla="*/ 503724 w 12188965"/>
              <a:gd name="connsiteY911" fmla="*/ 2027517 h 2053176"/>
              <a:gd name="connsiteX912" fmla="*/ 478063 w 12188965"/>
              <a:gd name="connsiteY912" fmla="*/ 2053176 h 2053176"/>
              <a:gd name="connsiteX913" fmla="*/ 452404 w 12188965"/>
              <a:gd name="connsiteY913" fmla="*/ 2027517 h 2053176"/>
              <a:gd name="connsiteX914" fmla="*/ 478063 w 12188965"/>
              <a:gd name="connsiteY914" fmla="*/ 2001858 h 2053176"/>
              <a:gd name="connsiteX915" fmla="*/ 413858 w 12188965"/>
              <a:gd name="connsiteY915" fmla="*/ 2001858 h 2053176"/>
              <a:gd name="connsiteX916" fmla="*/ 439517 w 12188965"/>
              <a:gd name="connsiteY916" fmla="*/ 2027517 h 2053176"/>
              <a:gd name="connsiteX917" fmla="*/ 413858 w 12188965"/>
              <a:gd name="connsiteY917" fmla="*/ 2053176 h 2053176"/>
              <a:gd name="connsiteX918" fmla="*/ 388200 w 12188965"/>
              <a:gd name="connsiteY918" fmla="*/ 2027517 h 2053176"/>
              <a:gd name="connsiteX919" fmla="*/ 413858 w 12188965"/>
              <a:gd name="connsiteY919" fmla="*/ 2001858 h 2053176"/>
              <a:gd name="connsiteX920" fmla="*/ 346686 w 12188965"/>
              <a:gd name="connsiteY920" fmla="*/ 2001858 h 2053176"/>
              <a:gd name="connsiteX921" fmla="*/ 372344 w 12188965"/>
              <a:gd name="connsiteY921" fmla="*/ 2027517 h 2053176"/>
              <a:gd name="connsiteX922" fmla="*/ 346686 w 12188965"/>
              <a:gd name="connsiteY922" fmla="*/ 2053176 h 2053176"/>
              <a:gd name="connsiteX923" fmla="*/ 321027 w 12188965"/>
              <a:gd name="connsiteY923" fmla="*/ 2027517 h 2053176"/>
              <a:gd name="connsiteX924" fmla="*/ 346686 w 12188965"/>
              <a:gd name="connsiteY924" fmla="*/ 2001858 h 2053176"/>
              <a:gd name="connsiteX925" fmla="*/ 282480 w 12188965"/>
              <a:gd name="connsiteY925" fmla="*/ 2001858 h 2053176"/>
              <a:gd name="connsiteX926" fmla="*/ 308138 w 12188965"/>
              <a:gd name="connsiteY926" fmla="*/ 2027517 h 2053176"/>
              <a:gd name="connsiteX927" fmla="*/ 282480 w 12188965"/>
              <a:gd name="connsiteY927" fmla="*/ 2053176 h 2053176"/>
              <a:gd name="connsiteX928" fmla="*/ 256820 w 12188965"/>
              <a:gd name="connsiteY928" fmla="*/ 2027517 h 2053176"/>
              <a:gd name="connsiteX929" fmla="*/ 282480 w 12188965"/>
              <a:gd name="connsiteY929" fmla="*/ 2001858 h 2053176"/>
              <a:gd name="connsiteX930" fmla="*/ 218274 w 12188965"/>
              <a:gd name="connsiteY930" fmla="*/ 2001858 h 2053176"/>
              <a:gd name="connsiteX931" fmla="*/ 243932 w 12188965"/>
              <a:gd name="connsiteY931" fmla="*/ 2027517 h 2053176"/>
              <a:gd name="connsiteX932" fmla="*/ 218274 w 12188965"/>
              <a:gd name="connsiteY932" fmla="*/ 2053176 h 2053176"/>
              <a:gd name="connsiteX933" fmla="*/ 192615 w 12188965"/>
              <a:gd name="connsiteY933" fmla="*/ 2027517 h 2053176"/>
              <a:gd name="connsiteX934" fmla="*/ 218274 w 12188965"/>
              <a:gd name="connsiteY934" fmla="*/ 2001858 h 2053176"/>
              <a:gd name="connsiteX935" fmla="*/ 154069 w 12188965"/>
              <a:gd name="connsiteY935" fmla="*/ 2001858 h 2053176"/>
              <a:gd name="connsiteX936" fmla="*/ 179727 w 12188965"/>
              <a:gd name="connsiteY936" fmla="*/ 2027517 h 2053176"/>
              <a:gd name="connsiteX937" fmla="*/ 154069 w 12188965"/>
              <a:gd name="connsiteY937" fmla="*/ 2053176 h 2053176"/>
              <a:gd name="connsiteX938" fmla="*/ 128410 w 12188965"/>
              <a:gd name="connsiteY938" fmla="*/ 2027517 h 2053176"/>
              <a:gd name="connsiteX939" fmla="*/ 154069 w 12188965"/>
              <a:gd name="connsiteY939" fmla="*/ 2001858 h 2053176"/>
              <a:gd name="connsiteX940" fmla="*/ 89864 w 12188965"/>
              <a:gd name="connsiteY940" fmla="*/ 2001858 h 2053176"/>
              <a:gd name="connsiteX941" fmla="*/ 115522 w 12188965"/>
              <a:gd name="connsiteY941" fmla="*/ 2027517 h 2053176"/>
              <a:gd name="connsiteX942" fmla="*/ 89864 w 12188965"/>
              <a:gd name="connsiteY942" fmla="*/ 2053176 h 2053176"/>
              <a:gd name="connsiteX943" fmla="*/ 64205 w 12188965"/>
              <a:gd name="connsiteY943" fmla="*/ 2027517 h 2053176"/>
              <a:gd name="connsiteX944" fmla="*/ 89864 w 12188965"/>
              <a:gd name="connsiteY944" fmla="*/ 2001858 h 2053176"/>
              <a:gd name="connsiteX945" fmla="*/ 25659 w 12188965"/>
              <a:gd name="connsiteY945" fmla="*/ 2001858 h 2053176"/>
              <a:gd name="connsiteX946" fmla="*/ 51317 w 12188965"/>
              <a:gd name="connsiteY946" fmla="*/ 2027517 h 2053176"/>
              <a:gd name="connsiteX947" fmla="*/ 25659 w 12188965"/>
              <a:gd name="connsiteY947" fmla="*/ 2053176 h 2053176"/>
              <a:gd name="connsiteX948" fmla="*/ 0 w 12188965"/>
              <a:gd name="connsiteY948" fmla="*/ 2027517 h 2053176"/>
              <a:gd name="connsiteX949" fmla="*/ 25659 w 12188965"/>
              <a:gd name="connsiteY949" fmla="*/ 2001858 h 2053176"/>
              <a:gd name="connsiteX950" fmla="*/ 12163307 w 12188965"/>
              <a:gd name="connsiteY950" fmla="*/ 1934634 h 2053176"/>
              <a:gd name="connsiteX951" fmla="*/ 12188965 w 12188965"/>
              <a:gd name="connsiteY951" fmla="*/ 1960293 h 2053176"/>
              <a:gd name="connsiteX952" fmla="*/ 12163307 w 12188965"/>
              <a:gd name="connsiteY952" fmla="*/ 1985952 h 2053176"/>
              <a:gd name="connsiteX953" fmla="*/ 12137649 w 12188965"/>
              <a:gd name="connsiteY953" fmla="*/ 1960293 h 2053176"/>
              <a:gd name="connsiteX954" fmla="*/ 12163307 w 12188965"/>
              <a:gd name="connsiteY954" fmla="*/ 1934634 h 2053176"/>
              <a:gd name="connsiteX955" fmla="*/ 12099103 w 12188965"/>
              <a:gd name="connsiteY955" fmla="*/ 1934634 h 2053176"/>
              <a:gd name="connsiteX956" fmla="*/ 12124761 w 12188965"/>
              <a:gd name="connsiteY956" fmla="*/ 1960293 h 2053176"/>
              <a:gd name="connsiteX957" fmla="*/ 12099103 w 12188965"/>
              <a:gd name="connsiteY957" fmla="*/ 1985952 h 2053176"/>
              <a:gd name="connsiteX958" fmla="*/ 12073441 w 12188965"/>
              <a:gd name="connsiteY958" fmla="*/ 1960293 h 2053176"/>
              <a:gd name="connsiteX959" fmla="*/ 12099103 w 12188965"/>
              <a:gd name="connsiteY959" fmla="*/ 1934634 h 2053176"/>
              <a:gd name="connsiteX960" fmla="*/ 12034897 w 12188965"/>
              <a:gd name="connsiteY960" fmla="*/ 1934634 h 2053176"/>
              <a:gd name="connsiteX961" fmla="*/ 12060557 w 12188965"/>
              <a:gd name="connsiteY961" fmla="*/ 1960293 h 2053176"/>
              <a:gd name="connsiteX962" fmla="*/ 12034897 w 12188965"/>
              <a:gd name="connsiteY962" fmla="*/ 1985952 h 2053176"/>
              <a:gd name="connsiteX963" fmla="*/ 12009237 w 12188965"/>
              <a:gd name="connsiteY963" fmla="*/ 1960293 h 2053176"/>
              <a:gd name="connsiteX964" fmla="*/ 12034897 w 12188965"/>
              <a:gd name="connsiteY964" fmla="*/ 1934634 h 2053176"/>
              <a:gd name="connsiteX965" fmla="*/ 11970691 w 12188965"/>
              <a:gd name="connsiteY965" fmla="*/ 1934634 h 2053176"/>
              <a:gd name="connsiteX966" fmla="*/ 11996349 w 12188965"/>
              <a:gd name="connsiteY966" fmla="*/ 1960293 h 2053176"/>
              <a:gd name="connsiteX967" fmla="*/ 11970691 w 12188965"/>
              <a:gd name="connsiteY967" fmla="*/ 1985952 h 2053176"/>
              <a:gd name="connsiteX968" fmla="*/ 11945033 w 12188965"/>
              <a:gd name="connsiteY968" fmla="*/ 1960293 h 2053176"/>
              <a:gd name="connsiteX969" fmla="*/ 11970691 w 12188965"/>
              <a:gd name="connsiteY969" fmla="*/ 1934634 h 2053176"/>
              <a:gd name="connsiteX970" fmla="*/ 11906483 w 12188965"/>
              <a:gd name="connsiteY970" fmla="*/ 1934634 h 2053176"/>
              <a:gd name="connsiteX971" fmla="*/ 11932145 w 12188965"/>
              <a:gd name="connsiteY971" fmla="*/ 1960293 h 2053176"/>
              <a:gd name="connsiteX972" fmla="*/ 11906483 w 12188965"/>
              <a:gd name="connsiteY972" fmla="*/ 1985952 h 2053176"/>
              <a:gd name="connsiteX973" fmla="*/ 11880825 w 12188965"/>
              <a:gd name="connsiteY973" fmla="*/ 1960293 h 2053176"/>
              <a:gd name="connsiteX974" fmla="*/ 11906483 w 12188965"/>
              <a:gd name="connsiteY974" fmla="*/ 1934634 h 2053176"/>
              <a:gd name="connsiteX975" fmla="*/ 11842279 w 12188965"/>
              <a:gd name="connsiteY975" fmla="*/ 1934634 h 2053176"/>
              <a:gd name="connsiteX976" fmla="*/ 11867941 w 12188965"/>
              <a:gd name="connsiteY976" fmla="*/ 1960293 h 2053176"/>
              <a:gd name="connsiteX977" fmla="*/ 11842279 w 12188965"/>
              <a:gd name="connsiteY977" fmla="*/ 1985952 h 2053176"/>
              <a:gd name="connsiteX978" fmla="*/ 11816621 w 12188965"/>
              <a:gd name="connsiteY978" fmla="*/ 1960293 h 2053176"/>
              <a:gd name="connsiteX979" fmla="*/ 11842279 w 12188965"/>
              <a:gd name="connsiteY979" fmla="*/ 1934634 h 2053176"/>
              <a:gd name="connsiteX980" fmla="*/ 11775107 w 12188965"/>
              <a:gd name="connsiteY980" fmla="*/ 1934634 h 2053176"/>
              <a:gd name="connsiteX981" fmla="*/ 11800767 w 12188965"/>
              <a:gd name="connsiteY981" fmla="*/ 1960293 h 2053176"/>
              <a:gd name="connsiteX982" fmla="*/ 11775107 w 12188965"/>
              <a:gd name="connsiteY982" fmla="*/ 1985952 h 2053176"/>
              <a:gd name="connsiteX983" fmla="*/ 11749449 w 12188965"/>
              <a:gd name="connsiteY983" fmla="*/ 1960293 h 2053176"/>
              <a:gd name="connsiteX984" fmla="*/ 11775107 w 12188965"/>
              <a:gd name="connsiteY984" fmla="*/ 1934634 h 2053176"/>
              <a:gd name="connsiteX985" fmla="*/ 11710901 w 12188965"/>
              <a:gd name="connsiteY985" fmla="*/ 1934634 h 2053176"/>
              <a:gd name="connsiteX986" fmla="*/ 11736561 w 12188965"/>
              <a:gd name="connsiteY986" fmla="*/ 1960293 h 2053176"/>
              <a:gd name="connsiteX987" fmla="*/ 11710901 w 12188965"/>
              <a:gd name="connsiteY987" fmla="*/ 1985952 h 2053176"/>
              <a:gd name="connsiteX988" fmla="*/ 11685243 w 12188965"/>
              <a:gd name="connsiteY988" fmla="*/ 1960293 h 2053176"/>
              <a:gd name="connsiteX989" fmla="*/ 11710901 w 12188965"/>
              <a:gd name="connsiteY989" fmla="*/ 1934634 h 2053176"/>
              <a:gd name="connsiteX990" fmla="*/ 11646697 w 12188965"/>
              <a:gd name="connsiteY990" fmla="*/ 1934634 h 2053176"/>
              <a:gd name="connsiteX991" fmla="*/ 11672355 w 12188965"/>
              <a:gd name="connsiteY991" fmla="*/ 1960293 h 2053176"/>
              <a:gd name="connsiteX992" fmla="*/ 11646697 w 12188965"/>
              <a:gd name="connsiteY992" fmla="*/ 1985952 h 2053176"/>
              <a:gd name="connsiteX993" fmla="*/ 11621037 w 12188965"/>
              <a:gd name="connsiteY993" fmla="*/ 1960293 h 2053176"/>
              <a:gd name="connsiteX994" fmla="*/ 11646697 w 12188965"/>
              <a:gd name="connsiteY994" fmla="*/ 1934634 h 2053176"/>
              <a:gd name="connsiteX995" fmla="*/ 11582491 w 12188965"/>
              <a:gd name="connsiteY995" fmla="*/ 1934634 h 2053176"/>
              <a:gd name="connsiteX996" fmla="*/ 11608149 w 12188965"/>
              <a:gd name="connsiteY996" fmla="*/ 1960293 h 2053176"/>
              <a:gd name="connsiteX997" fmla="*/ 11582491 w 12188965"/>
              <a:gd name="connsiteY997" fmla="*/ 1985952 h 2053176"/>
              <a:gd name="connsiteX998" fmla="*/ 11556833 w 12188965"/>
              <a:gd name="connsiteY998" fmla="*/ 1960293 h 2053176"/>
              <a:gd name="connsiteX999" fmla="*/ 11582491 w 12188965"/>
              <a:gd name="connsiteY999" fmla="*/ 1934634 h 2053176"/>
              <a:gd name="connsiteX1000" fmla="*/ 11518287 w 12188965"/>
              <a:gd name="connsiteY1000" fmla="*/ 1934634 h 2053176"/>
              <a:gd name="connsiteX1001" fmla="*/ 11543945 w 12188965"/>
              <a:gd name="connsiteY1001" fmla="*/ 1960293 h 2053176"/>
              <a:gd name="connsiteX1002" fmla="*/ 11518287 w 12188965"/>
              <a:gd name="connsiteY1002" fmla="*/ 1985952 h 2053176"/>
              <a:gd name="connsiteX1003" fmla="*/ 11492627 w 12188965"/>
              <a:gd name="connsiteY1003" fmla="*/ 1960293 h 2053176"/>
              <a:gd name="connsiteX1004" fmla="*/ 11518287 w 12188965"/>
              <a:gd name="connsiteY1004" fmla="*/ 1934634 h 2053176"/>
              <a:gd name="connsiteX1005" fmla="*/ 11454081 w 12188965"/>
              <a:gd name="connsiteY1005" fmla="*/ 1934634 h 2053176"/>
              <a:gd name="connsiteX1006" fmla="*/ 11479739 w 12188965"/>
              <a:gd name="connsiteY1006" fmla="*/ 1960293 h 2053176"/>
              <a:gd name="connsiteX1007" fmla="*/ 11454081 w 12188965"/>
              <a:gd name="connsiteY1007" fmla="*/ 1985952 h 2053176"/>
              <a:gd name="connsiteX1008" fmla="*/ 11428421 w 12188965"/>
              <a:gd name="connsiteY1008" fmla="*/ 1960293 h 2053176"/>
              <a:gd name="connsiteX1009" fmla="*/ 11454081 w 12188965"/>
              <a:gd name="connsiteY1009" fmla="*/ 1934634 h 2053176"/>
              <a:gd name="connsiteX1010" fmla="*/ 11389875 w 12188965"/>
              <a:gd name="connsiteY1010" fmla="*/ 1934634 h 2053176"/>
              <a:gd name="connsiteX1011" fmla="*/ 11415533 w 12188965"/>
              <a:gd name="connsiteY1011" fmla="*/ 1960293 h 2053176"/>
              <a:gd name="connsiteX1012" fmla="*/ 11389875 w 12188965"/>
              <a:gd name="connsiteY1012" fmla="*/ 1985952 h 2053176"/>
              <a:gd name="connsiteX1013" fmla="*/ 11364217 w 12188965"/>
              <a:gd name="connsiteY1013" fmla="*/ 1960293 h 2053176"/>
              <a:gd name="connsiteX1014" fmla="*/ 11389875 w 12188965"/>
              <a:gd name="connsiteY1014" fmla="*/ 1934634 h 2053176"/>
              <a:gd name="connsiteX1015" fmla="*/ 11325670 w 12188965"/>
              <a:gd name="connsiteY1015" fmla="*/ 1934634 h 2053176"/>
              <a:gd name="connsiteX1016" fmla="*/ 11351329 w 12188965"/>
              <a:gd name="connsiteY1016" fmla="*/ 1960293 h 2053176"/>
              <a:gd name="connsiteX1017" fmla="*/ 11325670 w 12188965"/>
              <a:gd name="connsiteY1017" fmla="*/ 1985952 h 2053176"/>
              <a:gd name="connsiteX1018" fmla="*/ 11300012 w 12188965"/>
              <a:gd name="connsiteY1018" fmla="*/ 1960293 h 2053176"/>
              <a:gd name="connsiteX1019" fmla="*/ 11325670 w 12188965"/>
              <a:gd name="connsiteY1019" fmla="*/ 1934634 h 2053176"/>
              <a:gd name="connsiteX1020" fmla="*/ 11261466 w 12188965"/>
              <a:gd name="connsiteY1020" fmla="*/ 1934634 h 2053176"/>
              <a:gd name="connsiteX1021" fmla="*/ 11287124 w 12188965"/>
              <a:gd name="connsiteY1021" fmla="*/ 1960293 h 2053176"/>
              <a:gd name="connsiteX1022" fmla="*/ 11261466 w 12188965"/>
              <a:gd name="connsiteY1022" fmla="*/ 1985952 h 2053176"/>
              <a:gd name="connsiteX1023" fmla="*/ 11235805 w 12188965"/>
              <a:gd name="connsiteY1023" fmla="*/ 1960293 h 2053176"/>
              <a:gd name="connsiteX1024" fmla="*/ 11261466 w 12188965"/>
              <a:gd name="connsiteY1024" fmla="*/ 1934634 h 2053176"/>
              <a:gd name="connsiteX1025" fmla="*/ 11197259 w 12188965"/>
              <a:gd name="connsiteY1025" fmla="*/ 1934634 h 2053176"/>
              <a:gd name="connsiteX1026" fmla="*/ 11222917 w 12188965"/>
              <a:gd name="connsiteY1026" fmla="*/ 1960293 h 2053176"/>
              <a:gd name="connsiteX1027" fmla="*/ 11197259 w 12188965"/>
              <a:gd name="connsiteY1027" fmla="*/ 1985952 h 2053176"/>
              <a:gd name="connsiteX1028" fmla="*/ 11171601 w 12188965"/>
              <a:gd name="connsiteY1028" fmla="*/ 1960293 h 2053176"/>
              <a:gd name="connsiteX1029" fmla="*/ 11197259 w 12188965"/>
              <a:gd name="connsiteY1029" fmla="*/ 1934634 h 2053176"/>
              <a:gd name="connsiteX1030" fmla="*/ 11133055 w 12188965"/>
              <a:gd name="connsiteY1030" fmla="*/ 1934634 h 2053176"/>
              <a:gd name="connsiteX1031" fmla="*/ 11158713 w 12188965"/>
              <a:gd name="connsiteY1031" fmla="*/ 1960293 h 2053176"/>
              <a:gd name="connsiteX1032" fmla="*/ 11133055 w 12188965"/>
              <a:gd name="connsiteY1032" fmla="*/ 1985952 h 2053176"/>
              <a:gd name="connsiteX1033" fmla="*/ 11107396 w 12188965"/>
              <a:gd name="connsiteY1033" fmla="*/ 1960293 h 2053176"/>
              <a:gd name="connsiteX1034" fmla="*/ 11133055 w 12188965"/>
              <a:gd name="connsiteY1034" fmla="*/ 1934634 h 2053176"/>
              <a:gd name="connsiteX1035" fmla="*/ 11068848 w 12188965"/>
              <a:gd name="connsiteY1035" fmla="*/ 1934634 h 2053176"/>
              <a:gd name="connsiteX1036" fmla="*/ 11094509 w 12188965"/>
              <a:gd name="connsiteY1036" fmla="*/ 1960293 h 2053176"/>
              <a:gd name="connsiteX1037" fmla="*/ 11068848 w 12188965"/>
              <a:gd name="connsiteY1037" fmla="*/ 1985952 h 2053176"/>
              <a:gd name="connsiteX1038" fmla="*/ 11043189 w 12188965"/>
              <a:gd name="connsiteY1038" fmla="*/ 1960293 h 2053176"/>
              <a:gd name="connsiteX1039" fmla="*/ 11068848 w 12188965"/>
              <a:gd name="connsiteY1039" fmla="*/ 1934634 h 2053176"/>
              <a:gd name="connsiteX1040" fmla="*/ 11004643 w 12188965"/>
              <a:gd name="connsiteY1040" fmla="*/ 1934634 h 2053176"/>
              <a:gd name="connsiteX1041" fmla="*/ 11030301 w 12188965"/>
              <a:gd name="connsiteY1041" fmla="*/ 1960293 h 2053176"/>
              <a:gd name="connsiteX1042" fmla="*/ 11004643 w 12188965"/>
              <a:gd name="connsiteY1042" fmla="*/ 1985952 h 2053176"/>
              <a:gd name="connsiteX1043" fmla="*/ 10978985 w 12188965"/>
              <a:gd name="connsiteY1043" fmla="*/ 1960293 h 2053176"/>
              <a:gd name="connsiteX1044" fmla="*/ 11004643 w 12188965"/>
              <a:gd name="connsiteY1044" fmla="*/ 1934634 h 2053176"/>
              <a:gd name="connsiteX1045" fmla="*/ 10940321 w 12188965"/>
              <a:gd name="connsiteY1045" fmla="*/ 1934634 h 2053176"/>
              <a:gd name="connsiteX1046" fmla="*/ 10965982 w 12188965"/>
              <a:gd name="connsiteY1046" fmla="*/ 1960293 h 2053176"/>
              <a:gd name="connsiteX1047" fmla="*/ 10940321 w 12188965"/>
              <a:gd name="connsiteY1047" fmla="*/ 1985952 h 2053176"/>
              <a:gd name="connsiteX1048" fmla="*/ 10914663 w 12188965"/>
              <a:gd name="connsiteY1048" fmla="*/ 1960293 h 2053176"/>
              <a:gd name="connsiteX1049" fmla="*/ 10940321 w 12188965"/>
              <a:gd name="connsiteY1049" fmla="*/ 1934634 h 2053176"/>
              <a:gd name="connsiteX1050" fmla="*/ 10876117 w 12188965"/>
              <a:gd name="connsiteY1050" fmla="*/ 1934634 h 2053176"/>
              <a:gd name="connsiteX1051" fmla="*/ 10901775 w 12188965"/>
              <a:gd name="connsiteY1051" fmla="*/ 1960293 h 2053176"/>
              <a:gd name="connsiteX1052" fmla="*/ 10876117 w 12188965"/>
              <a:gd name="connsiteY1052" fmla="*/ 1985952 h 2053176"/>
              <a:gd name="connsiteX1053" fmla="*/ 10850459 w 12188965"/>
              <a:gd name="connsiteY1053" fmla="*/ 1960293 h 2053176"/>
              <a:gd name="connsiteX1054" fmla="*/ 10876117 w 12188965"/>
              <a:gd name="connsiteY1054" fmla="*/ 1934634 h 2053176"/>
              <a:gd name="connsiteX1055" fmla="*/ 10811912 w 12188965"/>
              <a:gd name="connsiteY1055" fmla="*/ 1934634 h 2053176"/>
              <a:gd name="connsiteX1056" fmla="*/ 10837571 w 12188965"/>
              <a:gd name="connsiteY1056" fmla="*/ 1960293 h 2053176"/>
              <a:gd name="connsiteX1057" fmla="*/ 10811912 w 12188965"/>
              <a:gd name="connsiteY1057" fmla="*/ 1985952 h 2053176"/>
              <a:gd name="connsiteX1058" fmla="*/ 10786254 w 12188965"/>
              <a:gd name="connsiteY1058" fmla="*/ 1960293 h 2053176"/>
              <a:gd name="connsiteX1059" fmla="*/ 10811912 w 12188965"/>
              <a:gd name="connsiteY1059" fmla="*/ 1934634 h 2053176"/>
              <a:gd name="connsiteX1060" fmla="*/ 10747708 w 12188965"/>
              <a:gd name="connsiteY1060" fmla="*/ 1934634 h 2053176"/>
              <a:gd name="connsiteX1061" fmla="*/ 10773366 w 12188965"/>
              <a:gd name="connsiteY1061" fmla="*/ 1960293 h 2053176"/>
              <a:gd name="connsiteX1062" fmla="*/ 10747708 w 12188965"/>
              <a:gd name="connsiteY1062" fmla="*/ 1985952 h 2053176"/>
              <a:gd name="connsiteX1063" fmla="*/ 10722047 w 12188965"/>
              <a:gd name="connsiteY1063" fmla="*/ 1960293 h 2053176"/>
              <a:gd name="connsiteX1064" fmla="*/ 10747708 w 12188965"/>
              <a:gd name="connsiteY1064" fmla="*/ 1934634 h 2053176"/>
              <a:gd name="connsiteX1065" fmla="*/ 10683501 w 12188965"/>
              <a:gd name="connsiteY1065" fmla="*/ 1934634 h 2053176"/>
              <a:gd name="connsiteX1066" fmla="*/ 10709159 w 12188965"/>
              <a:gd name="connsiteY1066" fmla="*/ 1960293 h 2053176"/>
              <a:gd name="connsiteX1067" fmla="*/ 10683501 w 12188965"/>
              <a:gd name="connsiteY1067" fmla="*/ 1985952 h 2053176"/>
              <a:gd name="connsiteX1068" fmla="*/ 10657843 w 12188965"/>
              <a:gd name="connsiteY1068" fmla="*/ 1960293 h 2053176"/>
              <a:gd name="connsiteX1069" fmla="*/ 10683501 w 12188965"/>
              <a:gd name="connsiteY1069" fmla="*/ 1934634 h 2053176"/>
              <a:gd name="connsiteX1070" fmla="*/ 10619297 w 12188965"/>
              <a:gd name="connsiteY1070" fmla="*/ 1934634 h 2053176"/>
              <a:gd name="connsiteX1071" fmla="*/ 10644955 w 12188965"/>
              <a:gd name="connsiteY1071" fmla="*/ 1960293 h 2053176"/>
              <a:gd name="connsiteX1072" fmla="*/ 10619297 w 12188965"/>
              <a:gd name="connsiteY1072" fmla="*/ 1985952 h 2053176"/>
              <a:gd name="connsiteX1073" fmla="*/ 10593639 w 12188965"/>
              <a:gd name="connsiteY1073" fmla="*/ 1960293 h 2053176"/>
              <a:gd name="connsiteX1074" fmla="*/ 10619297 w 12188965"/>
              <a:gd name="connsiteY1074" fmla="*/ 1934634 h 2053176"/>
              <a:gd name="connsiteX1075" fmla="*/ 10555092 w 12188965"/>
              <a:gd name="connsiteY1075" fmla="*/ 1934634 h 2053176"/>
              <a:gd name="connsiteX1076" fmla="*/ 10580751 w 12188965"/>
              <a:gd name="connsiteY1076" fmla="*/ 1960293 h 2053176"/>
              <a:gd name="connsiteX1077" fmla="*/ 10555092 w 12188965"/>
              <a:gd name="connsiteY1077" fmla="*/ 1985952 h 2053176"/>
              <a:gd name="connsiteX1078" fmla="*/ 10529432 w 12188965"/>
              <a:gd name="connsiteY1078" fmla="*/ 1960293 h 2053176"/>
              <a:gd name="connsiteX1079" fmla="*/ 10555092 w 12188965"/>
              <a:gd name="connsiteY1079" fmla="*/ 1934634 h 2053176"/>
              <a:gd name="connsiteX1080" fmla="*/ 10490885 w 12188965"/>
              <a:gd name="connsiteY1080" fmla="*/ 1934634 h 2053176"/>
              <a:gd name="connsiteX1081" fmla="*/ 10516544 w 12188965"/>
              <a:gd name="connsiteY1081" fmla="*/ 1960293 h 2053176"/>
              <a:gd name="connsiteX1082" fmla="*/ 10490885 w 12188965"/>
              <a:gd name="connsiteY1082" fmla="*/ 1985952 h 2053176"/>
              <a:gd name="connsiteX1083" fmla="*/ 10465227 w 12188965"/>
              <a:gd name="connsiteY1083" fmla="*/ 1960293 h 2053176"/>
              <a:gd name="connsiteX1084" fmla="*/ 10490885 w 12188965"/>
              <a:gd name="connsiteY1084" fmla="*/ 1934634 h 2053176"/>
              <a:gd name="connsiteX1085" fmla="*/ 10426681 w 12188965"/>
              <a:gd name="connsiteY1085" fmla="*/ 1934634 h 2053176"/>
              <a:gd name="connsiteX1086" fmla="*/ 10452339 w 12188965"/>
              <a:gd name="connsiteY1086" fmla="*/ 1960293 h 2053176"/>
              <a:gd name="connsiteX1087" fmla="*/ 10426681 w 12188965"/>
              <a:gd name="connsiteY1087" fmla="*/ 1985952 h 2053176"/>
              <a:gd name="connsiteX1088" fmla="*/ 10401023 w 12188965"/>
              <a:gd name="connsiteY1088" fmla="*/ 1960293 h 2053176"/>
              <a:gd name="connsiteX1089" fmla="*/ 10426681 w 12188965"/>
              <a:gd name="connsiteY1089" fmla="*/ 1934634 h 2053176"/>
              <a:gd name="connsiteX1090" fmla="*/ 10362474 w 12188965"/>
              <a:gd name="connsiteY1090" fmla="*/ 1934634 h 2053176"/>
              <a:gd name="connsiteX1091" fmla="*/ 10388135 w 12188965"/>
              <a:gd name="connsiteY1091" fmla="*/ 1960293 h 2053176"/>
              <a:gd name="connsiteX1092" fmla="*/ 10362474 w 12188965"/>
              <a:gd name="connsiteY1092" fmla="*/ 1985952 h 2053176"/>
              <a:gd name="connsiteX1093" fmla="*/ 10336816 w 12188965"/>
              <a:gd name="connsiteY1093" fmla="*/ 1960293 h 2053176"/>
              <a:gd name="connsiteX1094" fmla="*/ 10362474 w 12188965"/>
              <a:gd name="connsiteY1094" fmla="*/ 1934634 h 2053176"/>
              <a:gd name="connsiteX1095" fmla="*/ 10298270 w 12188965"/>
              <a:gd name="connsiteY1095" fmla="*/ 1934634 h 2053176"/>
              <a:gd name="connsiteX1096" fmla="*/ 10323928 w 12188965"/>
              <a:gd name="connsiteY1096" fmla="*/ 1960293 h 2053176"/>
              <a:gd name="connsiteX1097" fmla="*/ 10298270 w 12188965"/>
              <a:gd name="connsiteY1097" fmla="*/ 1985952 h 2053176"/>
              <a:gd name="connsiteX1098" fmla="*/ 10272611 w 12188965"/>
              <a:gd name="connsiteY1098" fmla="*/ 1960293 h 2053176"/>
              <a:gd name="connsiteX1099" fmla="*/ 10298270 w 12188965"/>
              <a:gd name="connsiteY1099" fmla="*/ 1934634 h 2053176"/>
              <a:gd name="connsiteX1100" fmla="*/ 10234065 w 12188965"/>
              <a:gd name="connsiteY1100" fmla="*/ 1934634 h 2053176"/>
              <a:gd name="connsiteX1101" fmla="*/ 10259723 w 12188965"/>
              <a:gd name="connsiteY1101" fmla="*/ 1960293 h 2053176"/>
              <a:gd name="connsiteX1102" fmla="*/ 10234065 w 12188965"/>
              <a:gd name="connsiteY1102" fmla="*/ 1985952 h 2053176"/>
              <a:gd name="connsiteX1103" fmla="*/ 10208404 w 12188965"/>
              <a:gd name="connsiteY1103" fmla="*/ 1960293 h 2053176"/>
              <a:gd name="connsiteX1104" fmla="*/ 10234065 w 12188965"/>
              <a:gd name="connsiteY1104" fmla="*/ 1934634 h 2053176"/>
              <a:gd name="connsiteX1105" fmla="*/ 10169858 w 12188965"/>
              <a:gd name="connsiteY1105" fmla="*/ 1934634 h 2053176"/>
              <a:gd name="connsiteX1106" fmla="*/ 10195519 w 12188965"/>
              <a:gd name="connsiteY1106" fmla="*/ 1960293 h 2053176"/>
              <a:gd name="connsiteX1107" fmla="*/ 10169858 w 12188965"/>
              <a:gd name="connsiteY1107" fmla="*/ 1985952 h 2053176"/>
              <a:gd name="connsiteX1108" fmla="*/ 10144200 w 12188965"/>
              <a:gd name="connsiteY1108" fmla="*/ 1960293 h 2053176"/>
              <a:gd name="connsiteX1109" fmla="*/ 10169858 w 12188965"/>
              <a:gd name="connsiteY1109" fmla="*/ 1934634 h 2053176"/>
              <a:gd name="connsiteX1110" fmla="*/ 10105654 w 12188965"/>
              <a:gd name="connsiteY1110" fmla="*/ 1934634 h 2053176"/>
              <a:gd name="connsiteX1111" fmla="*/ 10131312 w 12188965"/>
              <a:gd name="connsiteY1111" fmla="*/ 1960293 h 2053176"/>
              <a:gd name="connsiteX1112" fmla="*/ 10105654 w 12188965"/>
              <a:gd name="connsiteY1112" fmla="*/ 1985952 h 2053176"/>
              <a:gd name="connsiteX1113" fmla="*/ 10079996 w 12188965"/>
              <a:gd name="connsiteY1113" fmla="*/ 1960293 h 2053176"/>
              <a:gd name="connsiteX1114" fmla="*/ 10105654 w 12188965"/>
              <a:gd name="connsiteY1114" fmla="*/ 1934634 h 2053176"/>
              <a:gd name="connsiteX1115" fmla="*/ 10041450 w 12188965"/>
              <a:gd name="connsiteY1115" fmla="*/ 1934634 h 2053176"/>
              <a:gd name="connsiteX1116" fmla="*/ 10067108 w 12188965"/>
              <a:gd name="connsiteY1116" fmla="*/ 1960293 h 2053176"/>
              <a:gd name="connsiteX1117" fmla="*/ 10041450 w 12188965"/>
              <a:gd name="connsiteY1117" fmla="*/ 1985952 h 2053176"/>
              <a:gd name="connsiteX1118" fmla="*/ 10015789 w 12188965"/>
              <a:gd name="connsiteY1118" fmla="*/ 1960293 h 2053176"/>
              <a:gd name="connsiteX1119" fmla="*/ 10041450 w 12188965"/>
              <a:gd name="connsiteY1119" fmla="*/ 1934634 h 2053176"/>
              <a:gd name="connsiteX1120" fmla="*/ 9977242 w 12188965"/>
              <a:gd name="connsiteY1120" fmla="*/ 1934634 h 2053176"/>
              <a:gd name="connsiteX1121" fmla="*/ 10002903 w 12188965"/>
              <a:gd name="connsiteY1121" fmla="*/ 1960293 h 2053176"/>
              <a:gd name="connsiteX1122" fmla="*/ 9977242 w 12188965"/>
              <a:gd name="connsiteY1122" fmla="*/ 1985952 h 2053176"/>
              <a:gd name="connsiteX1123" fmla="*/ 9951584 w 12188965"/>
              <a:gd name="connsiteY1123" fmla="*/ 1960293 h 2053176"/>
              <a:gd name="connsiteX1124" fmla="*/ 9977242 w 12188965"/>
              <a:gd name="connsiteY1124" fmla="*/ 1934634 h 2053176"/>
              <a:gd name="connsiteX1125" fmla="*/ 9913038 w 12188965"/>
              <a:gd name="connsiteY1125" fmla="*/ 1934634 h 2053176"/>
              <a:gd name="connsiteX1126" fmla="*/ 9938696 w 12188965"/>
              <a:gd name="connsiteY1126" fmla="*/ 1960293 h 2053176"/>
              <a:gd name="connsiteX1127" fmla="*/ 9913038 w 12188965"/>
              <a:gd name="connsiteY1127" fmla="*/ 1985952 h 2053176"/>
              <a:gd name="connsiteX1128" fmla="*/ 9887380 w 12188965"/>
              <a:gd name="connsiteY1128" fmla="*/ 1960293 h 2053176"/>
              <a:gd name="connsiteX1129" fmla="*/ 9913038 w 12188965"/>
              <a:gd name="connsiteY1129" fmla="*/ 1934634 h 2053176"/>
              <a:gd name="connsiteX1130" fmla="*/ 9848716 w 12188965"/>
              <a:gd name="connsiteY1130" fmla="*/ 1934634 h 2053176"/>
              <a:gd name="connsiteX1131" fmla="*/ 9874374 w 12188965"/>
              <a:gd name="connsiteY1131" fmla="*/ 1960293 h 2053176"/>
              <a:gd name="connsiteX1132" fmla="*/ 9848716 w 12188965"/>
              <a:gd name="connsiteY1132" fmla="*/ 1985952 h 2053176"/>
              <a:gd name="connsiteX1133" fmla="*/ 9823058 w 12188965"/>
              <a:gd name="connsiteY1133" fmla="*/ 1960293 h 2053176"/>
              <a:gd name="connsiteX1134" fmla="*/ 9848716 w 12188965"/>
              <a:gd name="connsiteY1134" fmla="*/ 1934634 h 2053176"/>
              <a:gd name="connsiteX1135" fmla="*/ 9784512 w 12188965"/>
              <a:gd name="connsiteY1135" fmla="*/ 1934634 h 2053176"/>
              <a:gd name="connsiteX1136" fmla="*/ 9810170 w 12188965"/>
              <a:gd name="connsiteY1136" fmla="*/ 1960293 h 2053176"/>
              <a:gd name="connsiteX1137" fmla="*/ 9784512 w 12188965"/>
              <a:gd name="connsiteY1137" fmla="*/ 1985952 h 2053176"/>
              <a:gd name="connsiteX1138" fmla="*/ 9758853 w 12188965"/>
              <a:gd name="connsiteY1138" fmla="*/ 1960293 h 2053176"/>
              <a:gd name="connsiteX1139" fmla="*/ 9784512 w 12188965"/>
              <a:gd name="connsiteY1139" fmla="*/ 1934634 h 2053176"/>
              <a:gd name="connsiteX1140" fmla="*/ 9720307 w 12188965"/>
              <a:gd name="connsiteY1140" fmla="*/ 1934634 h 2053176"/>
              <a:gd name="connsiteX1141" fmla="*/ 9745965 w 12188965"/>
              <a:gd name="connsiteY1141" fmla="*/ 1960293 h 2053176"/>
              <a:gd name="connsiteX1142" fmla="*/ 9720307 w 12188965"/>
              <a:gd name="connsiteY1142" fmla="*/ 1985952 h 2053176"/>
              <a:gd name="connsiteX1143" fmla="*/ 9694646 w 12188965"/>
              <a:gd name="connsiteY1143" fmla="*/ 1960293 h 2053176"/>
              <a:gd name="connsiteX1144" fmla="*/ 9720307 w 12188965"/>
              <a:gd name="connsiteY1144" fmla="*/ 1934634 h 2053176"/>
              <a:gd name="connsiteX1145" fmla="*/ 9656100 w 12188965"/>
              <a:gd name="connsiteY1145" fmla="*/ 1934634 h 2053176"/>
              <a:gd name="connsiteX1146" fmla="*/ 9681758 w 12188965"/>
              <a:gd name="connsiteY1146" fmla="*/ 1960293 h 2053176"/>
              <a:gd name="connsiteX1147" fmla="*/ 9656100 w 12188965"/>
              <a:gd name="connsiteY1147" fmla="*/ 1985952 h 2053176"/>
              <a:gd name="connsiteX1148" fmla="*/ 9630442 w 12188965"/>
              <a:gd name="connsiteY1148" fmla="*/ 1960293 h 2053176"/>
              <a:gd name="connsiteX1149" fmla="*/ 9656100 w 12188965"/>
              <a:gd name="connsiteY1149" fmla="*/ 1934634 h 2053176"/>
              <a:gd name="connsiteX1150" fmla="*/ 9591896 w 12188965"/>
              <a:gd name="connsiteY1150" fmla="*/ 1934634 h 2053176"/>
              <a:gd name="connsiteX1151" fmla="*/ 9617554 w 12188965"/>
              <a:gd name="connsiteY1151" fmla="*/ 1960293 h 2053176"/>
              <a:gd name="connsiteX1152" fmla="*/ 9591896 w 12188965"/>
              <a:gd name="connsiteY1152" fmla="*/ 1985952 h 2053176"/>
              <a:gd name="connsiteX1153" fmla="*/ 9566238 w 12188965"/>
              <a:gd name="connsiteY1153" fmla="*/ 1960293 h 2053176"/>
              <a:gd name="connsiteX1154" fmla="*/ 9591896 w 12188965"/>
              <a:gd name="connsiteY1154" fmla="*/ 1934634 h 2053176"/>
              <a:gd name="connsiteX1155" fmla="*/ 9527689 w 12188965"/>
              <a:gd name="connsiteY1155" fmla="*/ 1934634 h 2053176"/>
              <a:gd name="connsiteX1156" fmla="*/ 9553350 w 12188965"/>
              <a:gd name="connsiteY1156" fmla="*/ 1960293 h 2053176"/>
              <a:gd name="connsiteX1157" fmla="*/ 9527689 w 12188965"/>
              <a:gd name="connsiteY1157" fmla="*/ 1985952 h 2053176"/>
              <a:gd name="connsiteX1158" fmla="*/ 9502031 w 12188965"/>
              <a:gd name="connsiteY1158" fmla="*/ 1960293 h 2053176"/>
              <a:gd name="connsiteX1159" fmla="*/ 9527689 w 12188965"/>
              <a:gd name="connsiteY1159" fmla="*/ 1934634 h 2053176"/>
              <a:gd name="connsiteX1160" fmla="*/ 9463485 w 12188965"/>
              <a:gd name="connsiteY1160" fmla="*/ 1934634 h 2053176"/>
              <a:gd name="connsiteX1161" fmla="*/ 9489143 w 12188965"/>
              <a:gd name="connsiteY1161" fmla="*/ 1960293 h 2053176"/>
              <a:gd name="connsiteX1162" fmla="*/ 9463485 w 12188965"/>
              <a:gd name="connsiteY1162" fmla="*/ 1985952 h 2053176"/>
              <a:gd name="connsiteX1163" fmla="*/ 9437826 w 12188965"/>
              <a:gd name="connsiteY1163" fmla="*/ 1960293 h 2053176"/>
              <a:gd name="connsiteX1164" fmla="*/ 9463485 w 12188965"/>
              <a:gd name="connsiteY1164" fmla="*/ 1934634 h 2053176"/>
              <a:gd name="connsiteX1165" fmla="*/ 9399280 w 12188965"/>
              <a:gd name="connsiteY1165" fmla="*/ 1934634 h 2053176"/>
              <a:gd name="connsiteX1166" fmla="*/ 9424938 w 12188965"/>
              <a:gd name="connsiteY1166" fmla="*/ 1960293 h 2053176"/>
              <a:gd name="connsiteX1167" fmla="*/ 9399280 w 12188965"/>
              <a:gd name="connsiteY1167" fmla="*/ 1985952 h 2053176"/>
              <a:gd name="connsiteX1168" fmla="*/ 9373619 w 12188965"/>
              <a:gd name="connsiteY1168" fmla="*/ 1960293 h 2053176"/>
              <a:gd name="connsiteX1169" fmla="*/ 9399280 w 12188965"/>
              <a:gd name="connsiteY1169" fmla="*/ 1934634 h 2053176"/>
              <a:gd name="connsiteX1170" fmla="*/ 9335073 w 12188965"/>
              <a:gd name="connsiteY1170" fmla="*/ 1934634 h 2053176"/>
              <a:gd name="connsiteX1171" fmla="*/ 9360734 w 12188965"/>
              <a:gd name="connsiteY1171" fmla="*/ 1960293 h 2053176"/>
              <a:gd name="connsiteX1172" fmla="*/ 9335073 w 12188965"/>
              <a:gd name="connsiteY1172" fmla="*/ 1985952 h 2053176"/>
              <a:gd name="connsiteX1173" fmla="*/ 9309415 w 12188965"/>
              <a:gd name="connsiteY1173" fmla="*/ 1960293 h 2053176"/>
              <a:gd name="connsiteX1174" fmla="*/ 9335073 w 12188965"/>
              <a:gd name="connsiteY1174" fmla="*/ 1934634 h 2053176"/>
              <a:gd name="connsiteX1175" fmla="*/ 9270869 w 12188965"/>
              <a:gd name="connsiteY1175" fmla="*/ 1934634 h 2053176"/>
              <a:gd name="connsiteX1176" fmla="*/ 9296527 w 12188965"/>
              <a:gd name="connsiteY1176" fmla="*/ 1960293 h 2053176"/>
              <a:gd name="connsiteX1177" fmla="*/ 9270869 w 12188965"/>
              <a:gd name="connsiteY1177" fmla="*/ 1985952 h 2053176"/>
              <a:gd name="connsiteX1178" fmla="*/ 9245211 w 12188965"/>
              <a:gd name="connsiteY1178" fmla="*/ 1960293 h 2053176"/>
              <a:gd name="connsiteX1179" fmla="*/ 9270869 w 12188965"/>
              <a:gd name="connsiteY1179" fmla="*/ 1934634 h 2053176"/>
              <a:gd name="connsiteX1180" fmla="*/ 9206664 w 12188965"/>
              <a:gd name="connsiteY1180" fmla="*/ 1934634 h 2053176"/>
              <a:gd name="connsiteX1181" fmla="*/ 9232323 w 12188965"/>
              <a:gd name="connsiteY1181" fmla="*/ 1960293 h 2053176"/>
              <a:gd name="connsiteX1182" fmla="*/ 9206664 w 12188965"/>
              <a:gd name="connsiteY1182" fmla="*/ 1985952 h 2053176"/>
              <a:gd name="connsiteX1183" fmla="*/ 9181006 w 12188965"/>
              <a:gd name="connsiteY1183" fmla="*/ 1960293 h 2053176"/>
              <a:gd name="connsiteX1184" fmla="*/ 9206664 w 12188965"/>
              <a:gd name="connsiteY1184" fmla="*/ 1934634 h 2053176"/>
              <a:gd name="connsiteX1185" fmla="*/ 9142457 w 12188965"/>
              <a:gd name="connsiteY1185" fmla="*/ 1934634 h 2053176"/>
              <a:gd name="connsiteX1186" fmla="*/ 9168118 w 12188965"/>
              <a:gd name="connsiteY1186" fmla="*/ 1960293 h 2053176"/>
              <a:gd name="connsiteX1187" fmla="*/ 9142457 w 12188965"/>
              <a:gd name="connsiteY1187" fmla="*/ 1985952 h 2053176"/>
              <a:gd name="connsiteX1188" fmla="*/ 9116799 w 12188965"/>
              <a:gd name="connsiteY1188" fmla="*/ 1960293 h 2053176"/>
              <a:gd name="connsiteX1189" fmla="*/ 9142457 w 12188965"/>
              <a:gd name="connsiteY1189" fmla="*/ 1934634 h 2053176"/>
              <a:gd name="connsiteX1190" fmla="*/ 9078253 w 12188965"/>
              <a:gd name="connsiteY1190" fmla="*/ 1934634 h 2053176"/>
              <a:gd name="connsiteX1191" fmla="*/ 9103911 w 12188965"/>
              <a:gd name="connsiteY1191" fmla="*/ 1960293 h 2053176"/>
              <a:gd name="connsiteX1192" fmla="*/ 9078253 w 12188965"/>
              <a:gd name="connsiteY1192" fmla="*/ 1985952 h 2053176"/>
              <a:gd name="connsiteX1193" fmla="*/ 9052595 w 12188965"/>
              <a:gd name="connsiteY1193" fmla="*/ 1960293 h 2053176"/>
              <a:gd name="connsiteX1194" fmla="*/ 9078253 w 12188965"/>
              <a:gd name="connsiteY1194" fmla="*/ 1934634 h 2053176"/>
              <a:gd name="connsiteX1195" fmla="*/ 9014049 w 12188965"/>
              <a:gd name="connsiteY1195" fmla="*/ 1934634 h 2053176"/>
              <a:gd name="connsiteX1196" fmla="*/ 9039707 w 12188965"/>
              <a:gd name="connsiteY1196" fmla="*/ 1960293 h 2053176"/>
              <a:gd name="connsiteX1197" fmla="*/ 9014049 w 12188965"/>
              <a:gd name="connsiteY1197" fmla="*/ 1985952 h 2053176"/>
              <a:gd name="connsiteX1198" fmla="*/ 8988388 w 12188965"/>
              <a:gd name="connsiteY1198" fmla="*/ 1960293 h 2053176"/>
              <a:gd name="connsiteX1199" fmla="*/ 9014049 w 12188965"/>
              <a:gd name="connsiteY1199" fmla="*/ 1934634 h 2053176"/>
              <a:gd name="connsiteX1200" fmla="*/ 8949842 w 12188965"/>
              <a:gd name="connsiteY1200" fmla="*/ 1934634 h 2053176"/>
              <a:gd name="connsiteX1201" fmla="*/ 8975503 w 12188965"/>
              <a:gd name="connsiteY1201" fmla="*/ 1960293 h 2053176"/>
              <a:gd name="connsiteX1202" fmla="*/ 8949842 w 12188965"/>
              <a:gd name="connsiteY1202" fmla="*/ 1985952 h 2053176"/>
              <a:gd name="connsiteX1203" fmla="*/ 8924183 w 12188965"/>
              <a:gd name="connsiteY1203" fmla="*/ 1960293 h 2053176"/>
              <a:gd name="connsiteX1204" fmla="*/ 8949842 w 12188965"/>
              <a:gd name="connsiteY1204" fmla="*/ 1934634 h 2053176"/>
              <a:gd name="connsiteX1205" fmla="*/ 8885637 w 12188965"/>
              <a:gd name="connsiteY1205" fmla="*/ 1934634 h 2053176"/>
              <a:gd name="connsiteX1206" fmla="*/ 8911296 w 12188965"/>
              <a:gd name="connsiteY1206" fmla="*/ 1960293 h 2053176"/>
              <a:gd name="connsiteX1207" fmla="*/ 8885637 w 12188965"/>
              <a:gd name="connsiteY1207" fmla="*/ 1985952 h 2053176"/>
              <a:gd name="connsiteX1208" fmla="*/ 8859979 w 12188965"/>
              <a:gd name="connsiteY1208" fmla="*/ 1960293 h 2053176"/>
              <a:gd name="connsiteX1209" fmla="*/ 8885637 w 12188965"/>
              <a:gd name="connsiteY1209" fmla="*/ 1934634 h 2053176"/>
              <a:gd name="connsiteX1210" fmla="*/ 8821433 w 12188965"/>
              <a:gd name="connsiteY1210" fmla="*/ 1934634 h 2053176"/>
              <a:gd name="connsiteX1211" fmla="*/ 8847091 w 12188965"/>
              <a:gd name="connsiteY1211" fmla="*/ 1960293 h 2053176"/>
              <a:gd name="connsiteX1212" fmla="*/ 8821433 w 12188965"/>
              <a:gd name="connsiteY1212" fmla="*/ 1985952 h 2053176"/>
              <a:gd name="connsiteX1213" fmla="*/ 8795772 w 12188965"/>
              <a:gd name="connsiteY1213" fmla="*/ 1960293 h 2053176"/>
              <a:gd name="connsiteX1214" fmla="*/ 8821433 w 12188965"/>
              <a:gd name="connsiteY1214" fmla="*/ 1934634 h 2053176"/>
              <a:gd name="connsiteX1215" fmla="*/ 8757226 w 12188965"/>
              <a:gd name="connsiteY1215" fmla="*/ 1934634 h 2053176"/>
              <a:gd name="connsiteX1216" fmla="*/ 8782887 w 12188965"/>
              <a:gd name="connsiteY1216" fmla="*/ 1960293 h 2053176"/>
              <a:gd name="connsiteX1217" fmla="*/ 8757226 w 12188965"/>
              <a:gd name="connsiteY1217" fmla="*/ 1985952 h 2053176"/>
              <a:gd name="connsiteX1218" fmla="*/ 8731568 w 12188965"/>
              <a:gd name="connsiteY1218" fmla="*/ 1960293 h 2053176"/>
              <a:gd name="connsiteX1219" fmla="*/ 8757226 w 12188965"/>
              <a:gd name="connsiteY1219" fmla="*/ 1934634 h 2053176"/>
              <a:gd name="connsiteX1220" fmla="*/ 8692904 w 12188965"/>
              <a:gd name="connsiteY1220" fmla="*/ 1934634 h 2053176"/>
              <a:gd name="connsiteX1221" fmla="*/ 8718565 w 12188965"/>
              <a:gd name="connsiteY1221" fmla="*/ 1960293 h 2053176"/>
              <a:gd name="connsiteX1222" fmla="*/ 8692904 w 12188965"/>
              <a:gd name="connsiteY1222" fmla="*/ 1985952 h 2053176"/>
              <a:gd name="connsiteX1223" fmla="*/ 8667246 w 12188965"/>
              <a:gd name="connsiteY1223" fmla="*/ 1960293 h 2053176"/>
              <a:gd name="connsiteX1224" fmla="*/ 8692904 w 12188965"/>
              <a:gd name="connsiteY1224" fmla="*/ 1934634 h 2053176"/>
              <a:gd name="connsiteX1225" fmla="*/ 8628699 w 12188965"/>
              <a:gd name="connsiteY1225" fmla="*/ 1934634 h 2053176"/>
              <a:gd name="connsiteX1226" fmla="*/ 8654358 w 12188965"/>
              <a:gd name="connsiteY1226" fmla="*/ 1960293 h 2053176"/>
              <a:gd name="connsiteX1227" fmla="*/ 8628699 w 12188965"/>
              <a:gd name="connsiteY1227" fmla="*/ 1985952 h 2053176"/>
              <a:gd name="connsiteX1228" fmla="*/ 8603041 w 12188965"/>
              <a:gd name="connsiteY1228" fmla="*/ 1960293 h 2053176"/>
              <a:gd name="connsiteX1229" fmla="*/ 8628699 w 12188965"/>
              <a:gd name="connsiteY1229" fmla="*/ 1934634 h 2053176"/>
              <a:gd name="connsiteX1230" fmla="*/ 8564495 w 12188965"/>
              <a:gd name="connsiteY1230" fmla="*/ 1934634 h 2053176"/>
              <a:gd name="connsiteX1231" fmla="*/ 8590153 w 12188965"/>
              <a:gd name="connsiteY1231" fmla="*/ 1960293 h 2053176"/>
              <a:gd name="connsiteX1232" fmla="*/ 8564495 w 12188965"/>
              <a:gd name="connsiteY1232" fmla="*/ 1985952 h 2053176"/>
              <a:gd name="connsiteX1233" fmla="*/ 8538837 w 12188965"/>
              <a:gd name="connsiteY1233" fmla="*/ 1960293 h 2053176"/>
              <a:gd name="connsiteX1234" fmla="*/ 8564495 w 12188965"/>
              <a:gd name="connsiteY1234" fmla="*/ 1934634 h 2053176"/>
              <a:gd name="connsiteX1235" fmla="*/ 8500288 w 12188965"/>
              <a:gd name="connsiteY1235" fmla="*/ 1934634 h 2053176"/>
              <a:gd name="connsiteX1236" fmla="*/ 8525949 w 12188965"/>
              <a:gd name="connsiteY1236" fmla="*/ 1960293 h 2053176"/>
              <a:gd name="connsiteX1237" fmla="*/ 8500288 w 12188965"/>
              <a:gd name="connsiteY1237" fmla="*/ 1985952 h 2053176"/>
              <a:gd name="connsiteX1238" fmla="*/ 8474630 w 12188965"/>
              <a:gd name="connsiteY1238" fmla="*/ 1960293 h 2053176"/>
              <a:gd name="connsiteX1239" fmla="*/ 8500288 w 12188965"/>
              <a:gd name="connsiteY1239" fmla="*/ 1934634 h 2053176"/>
              <a:gd name="connsiteX1240" fmla="*/ 8436084 w 12188965"/>
              <a:gd name="connsiteY1240" fmla="*/ 1934634 h 2053176"/>
              <a:gd name="connsiteX1241" fmla="*/ 8461745 w 12188965"/>
              <a:gd name="connsiteY1241" fmla="*/ 1960293 h 2053176"/>
              <a:gd name="connsiteX1242" fmla="*/ 8436084 w 12188965"/>
              <a:gd name="connsiteY1242" fmla="*/ 1985952 h 2053176"/>
              <a:gd name="connsiteX1243" fmla="*/ 8410426 w 12188965"/>
              <a:gd name="connsiteY1243" fmla="*/ 1960293 h 2053176"/>
              <a:gd name="connsiteX1244" fmla="*/ 8436084 w 12188965"/>
              <a:gd name="connsiteY1244" fmla="*/ 1934634 h 2053176"/>
              <a:gd name="connsiteX1245" fmla="*/ 8371879 w 12188965"/>
              <a:gd name="connsiteY1245" fmla="*/ 1934634 h 2053176"/>
              <a:gd name="connsiteX1246" fmla="*/ 8397538 w 12188965"/>
              <a:gd name="connsiteY1246" fmla="*/ 1960293 h 2053176"/>
              <a:gd name="connsiteX1247" fmla="*/ 8371879 w 12188965"/>
              <a:gd name="connsiteY1247" fmla="*/ 1985952 h 2053176"/>
              <a:gd name="connsiteX1248" fmla="*/ 8346221 w 12188965"/>
              <a:gd name="connsiteY1248" fmla="*/ 1960293 h 2053176"/>
              <a:gd name="connsiteX1249" fmla="*/ 8371879 w 12188965"/>
              <a:gd name="connsiteY1249" fmla="*/ 1934634 h 2053176"/>
              <a:gd name="connsiteX1250" fmla="*/ 8307675 w 12188965"/>
              <a:gd name="connsiteY1250" fmla="*/ 1934634 h 2053176"/>
              <a:gd name="connsiteX1251" fmla="*/ 8333333 w 12188965"/>
              <a:gd name="connsiteY1251" fmla="*/ 1960293 h 2053176"/>
              <a:gd name="connsiteX1252" fmla="*/ 8307675 w 12188965"/>
              <a:gd name="connsiteY1252" fmla="*/ 1985952 h 2053176"/>
              <a:gd name="connsiteX1253" fmla="*/ 8282014 w 12188965"/>
              <a:gd name="connsiteY1253" fmla="*/ 1960293 h 2053176"/>
              <a:gd name="connsiteX1254" fmla="*/ 8307675 w 12188965"/>
              <a:gd name="connsiteY1254" fmla="*/ 1934634 h 2053176"/>
              <a:gd name="connsiteX1255" fmla="*/ 8243468 w 12188965"/>
              <a:gd name="connsiteY1255" fmla="*/ 1934634 h 2053176"/>
              <a:gd name="connsiteX1256" fmla="*/ 8269126 w 12188965"/>
              <a:gd name="connsiteY1256" fmla="*/ 1960293 h 2053176"/>
              <a:gd name="connsiteX1257" fmla="*/ 8243468 w 12188965"/>
              <a:gd name="connsiteY1257" fmla="*/ 1985952 h 2053176"/>
              <a:gd name="connsiteX1258" fmla="*/ 8217810 w 12188965"/>
              <a:gd name="connsiteY1258" fmla="*/ 1960293 h 2053176"/>
              <a:gd name="connsiteX1259" fmla="*/ 8243468 w 12188965"/>
              <a:gd name="connsiteY1259" fmla="*/ 1934634 h 2053176"/>
              <a:gd name="connsiteX1260" fmla="*/ 8179264 w 12188965"/>
              <a:gd name="connsiteY1260" fmla="*/ 1934634 h 2053176"/>
              <a:gd name="connsiteX1261" fmla="*/ 8204922 w 12188965"/>
              <a:gd name="connsiteY1261" fmla="*/ 1960293 h 2053176"/>
              <a:gd name="connsiteX1262" fmla="*/ 8179264 w 12188965"/>
              <a:gd name="connsiteY1262" fmla="*/ 1985952 h 2053176"/>
              <a:gd name="connsiteX1263" fmla="*/ 8153603 w 12188965"/>
              <a:gd name="connsiteY1263" fmla="*/ 1960293 h 2053176"/>
              <a:gd name="connsiteX1264" fmla="*/ 8179264 w 12188965"/>
              <a:gd name="connsiteY1264" fmla="*/ 1934634 h 2053176"/>
              <a:gd name="connsiteX1265" fmla="*/ 8115057 w 12188965"/>
              <a:gd name="connsiteY1265" fmla="*/ 1934634 h 2053176"/>
              <a:gd name="connsiteX1266" fmla="*/ 8140717 w 12188965"/>
              <a:gd name="connsiteY1266" fmla="*/ 1960293 h 2053176"/>
              <a:gd name="connsiteX1267" fmla="*/ 8115057 w 12188965"/>
              <a:gd name="connsiteY1267" fmla="*/ 1985952 h 2053176"/>
              <a:gd name="connsiteX1268" fmla="*/ 8089398 w 12188965"/>
              <a:gd name="connsiteY1268" fmla="*/ 1960293 h 2053176"/>
              <a:gd name="connsiteX1269" fmla="*/ 8115057 w 12188965"/>
              <a:gd name="connsiteY1269" fmla="*/ 1934634 h 2053176"/>
              <a:gd name="connsiteX1270" fmla="*/ 8050852 w 12188965"/>
              <a:gd name="connsiteY1270" fmla="*/ 1934634 h 2053176"/>
              <a:gd name="connsiteX1271" fmla="*/ 8076510 w 12188965"/>
              <a:gd name="connsiteY1271" fmla="*/ 1960293 h 2053176"/>
              <a:gd name="connsiteX1272" fmla="*/ 8050852 w 12188965"/>
              <a:gd name="connsiteY1272" fmla="*/ 1985952 h 2053176"/>
              <a:gd name="connsiteX1273" fmla="*/ 8025194 w 12188965"/>
              <a:gd name="connsiteY1273" fmla="*/ 1960293 h 2053176"/>
              <a:gd name="connsiteX1274" fmla="*/ 8050852 w 12188965"/>
              <a:gd name="connsiteY1274" fmla="*/ 1934634 h 2053176"/>
              <a:gd name="connsiteX1275" fmla="*/ 7986648 w 12188965"/>
              <a:gd name="connsiteY1275" fmla="*/ 1934634 h 2053176"/>
              <a:gd name="connsiteX1276" fmla="*/ 8012306 w 12188965"/>
              <a:gd name="connsiteY1276" fmla="*/ 1960293 h 2053176"/>
              <a:gd name="connsiteX1277" fmla="*/ 7986648 w 12188965"/>
              <a:gd name="connsiteY1277" fmla="*/ 1985952 h 2053176"/>
              <a:gd name="connsiteX1278" fmla="*/ 7960990 w 12188965"/>
              <a:gd name="connsiteY1278" fmla="*/ 1960293 h 2053176"/>
              <a:gd name="connsiteX1279" fmla="*/ 7986648 w 12188965"/>
              <a:gd name="connsiteY1279" fmla="*/ 1934634 h 2053176"/>
              <a:gd name="connsiteX1280" fmla="*/ 7922444 w 12188965"/>
              <a:gd name="connsiteY1280" fmla="*/ 1934634 h 2053176"/>
              <a:gd name="connsiteX1281" fmla="*/ 7948102 w 12188965"/>
              <a:gd name="connsiteY1281" fmla="*/ 1960293 h 2053176"/>
              <a:gd name="connsiteX1282" fmla="*/ 7922444 w 12188965"/>
              <a:gd name="connsiteY1282" fmla="*/ 1985952 h 2053176"/>
              <a:gd name="connsiteX1283" fmla="*/ 7896783 w 12188965"/>
              <a:gd name="connsiteY1283" fmla="*/ 1960293 h 2053176"/>
              <a:gd name="connsiteX1284" fmla="*/ 7922444 w 12188965"/>
              <a:gd name="connsiteY1284" fmla="*/ 1934634 h 2053176"/>
              <a:gd name="connsiteX1285" fmla="*/ 7858237 w 12188965"/>
              <a:gd name="connsiteY1285" fmla="*/ 1934634 h 2053176"/>
              <a:gd name="connsiteX1286" fmla="*/ 7883895 w 12188965"/>
              <a:gd name="connsiteY1286" fmla="*/ 1960293 h 2053176"/>
              <a:gd name="connsiteX1287" fmla="*/ 7858237 w 12188965"/>
              <a:gd name="connsiteY1287" fmla="*/ 1985952 h 2053176"/>
              <a:gd name="connsiteX1288" fmla="*/ 7832578 w 12188965"/>
              <a:gd name="connsiteY1288" fmla="*/ 1960293 h 2053176"/>
              <a:gd name="connsiteX1289" fmla="*/ 7858237 w 12188965"/>
              <a:gd name="connsiteY1289" fmla="*/ 1934634 h 2053176"/>
              <a:gd name="connsiteX1290" fmla="*/ 7794032 w 12188965"/>
              <a:gd name="connsiteY1290" fmla="*/ 1934634 h 2053176"/>
              <a:gd name="connsiteX1291" fmla="*/ 7819690 w 12188965"/>
              <a:gd name="connsiteY1291" fmla="*/ 1960293 h 2053176"/>
              <a:gd name="connsiteX1292" fmla="*/ 7794032 w 12188965"/>
              <a:gd name="connsiteY1292" fmla="*/ 1985952 h 2053176"/>
              <a:gd name="connsiteX1293" fmla="*/ 7768371 w 12188965"/>
              <a:gd name="connsiteY1293" fmla="*/ 1960293 h 2053176"/>
              <a:gd name="connsiteX1294" fmla="*/ 7794032 w 12188965"/>
              <a:gd name="connsiteY1294" fmla="*/ 1934634 h 2053176"/>
              <a:gd name="connsiteX1295" fmla="*/ 7729825 w 12188965"/>
              <a:gd name="connsiteY1295" fmla="*/ 1934634 h 2053176"/>
              <a:gd name="connsiteX1296" fmla="*/ 7755486 w 12188965"/>
              <a:gd name="connsiteY1296" fmla="*/ 1960293 h 2053176"/>
              <a:gd name="connsiteX1297" fmla="*/ 7729825 w 12188965"/>
              <a:gd name="connsiteY1297" fmla="*/ 1985952 h 2053176"/>
              <a:gd name="connsiteX1298" fmla="*/ 7704167 w 12188965"/>
              <a:gd name="connsiteY1298" fmla="*/ 1960293 h 2053176"/>
              <a:gd name="connsiteX1299" fmla="*/ 7729825 w 12188965"/>
              <a:gd name="connsiteY1299" fmla="*/ 1934634 h 2053176"/>
              <a:gd name="connsiteX1300" fmla="*/ 7665621 w 12188965"/>
              <a:gd name="connsiteY1300" fmla="*/ 1934634 h 2053176"/>
              <a:gd name="connsiteX1301" fmla="*/ 7691279 w 12188965"/>
              <a:gd name="connsiteY1301" fmla="*/ 1960293 h 2053176"/>
              <a:gd name="connsiteX1302" fmla="*/ 7665621 w 12188965"/>
              <a:gd name="connsiteY1302" fmla="*/ 1985952 h 2053176"/>
              <a:gd name="connsiteX1303" fmla="*/ 7639963 w 12188965"/>
              <a:gd name="connsiteY1303" fmla="*/ 1960293 h 2053176"/>
              <a:gd name="connsiteX1304" fmla="*/ 7665621 w 12188965"/>
              <a:gd name="connsiteY1304" fmla="*/ 1934634 h 2053176"/>
              <a:gd name="connsiteX1305" fmla="*/ 7601299 w 12188965"/>
              <a:gd name="connsiteY1305" fmla="*/ 1934634 h 2053176"/>
              <a:gd name="connsiteX1306" fmla="*/ 7626959 w 12188965"/>
              <a:gd name="connsiteY1306" fmla="*/ 1960293 h 2053176"/>
              <a:gd name="connsiteX1307" fmla="*/ 7601299 w 12188965"/>
              <a:gd name="connsiteY1307" fmla="*/ 1985952 h 2053176"/>
              <a:gd name="connsiteX1308" fmla="*/ 7575640 w 12188965"/>
              <a:gd name="connsiteY1308" fmla="*/ 1960293 h 2053176"/>
              <a:gd name="connsiteX1309" fmla="*/ 7601299 w 12188965"/>
              <a:gd name="connsiteY1309" fmla="*/ 1934634 h 2053176"/>
              <a:gd name="connsiteX1310" fmla="*/ 7537094 w 12188965"/>
              <a:gd name="connsiteY1310" fmla="*/ 1934634 h 2053176"/>
              <a:gd name="connsiteX1311" fmla="*/ 7562752 w 12188965"/>
              <a:gd name="connsiteY1311" fmla="*/ 1960293 h 2053176"/>
              <a:gd name="connsiteX1312" fmla="*/ 7537094 w 12188965"/>
              <a:gd name="connsiteY1312" fmla="*/ 1985952 h 2053176"/>
              <a:gd name="connsiteX1313" fmla="*/ 7511436 w 12188965"/>
              <a:gd name="connsiteY1313" fmla="*/ 1960293 h 2053176"/>
              <a:gd name="connsiteX1314" fmla="*/ 7537094 w 12188965"/>
              <a:gd name="connsiteY1314" fmla="*/ 1934634 h 2053176"/>
              <a:gd name="connsiteX1315" fmla="*/ 7472890 w 12188965"/>
              <a:gd name="connsiteY1315" fmla="*/ 1934634 h 2053176"/>
              <a:gd name="connsiteX1316" fmla="*/ 7498548 w 12188965"/>
              <a:gd name="connsiteY1316" fmla="*/ 1960293 h 2053176"/>
              <a:gd name="connsiteX1317" fmla="*/ 7472890 w 12188965"/>
              <a:gd name="connsiteY1317" fmla="*/ 1985952 h 2053176"/>
              <a:gd name="connsiteX1318" fmla="*/ 7447229 w 12188965"/>
              <a:gd name="connsiteY1318" fmla="*/ 1960293 h 2053176"/>
              <a:gd name="connsiteX1319" fmla="*/ 7472890 w 12188965"/>
              <a:gd name="connsiteY1319" fmla="*/ 1934634 h 2053176"/>
              <a:gd name="connsiteX1320" fmla="*/ 7408683 w 12188965"/>
              <a:gd name="connsiteY1320" fmla="*/ 1934634 h 2053176"/>
              <a:gd name="connsiteX1321" fmla="*/ 7434341 w 12188965"/>
              <a:gd name="connsiteY1321" fmla="*/ 1960293 h 2053176"/>
              <a:gd name="connsiteX1322" fmla="*/ 7408683 w 12188965"/>
              <a:gd name="connsiteY1322" fmla="*/ 1985952 h 2053176"/>
              <a:gd name="connsiteX1323" fmla="*/ 7383025 w 12188965"/>
              <a:gd name="connsiteY1323" fmla="*/ 1960293 h 2053176"/>
              <a:gd name="connsiteX1324" fmla="*/ 7408683 w 12188965"/>
              <a:gd name="connsiteY1324" fmla="*/ 1934634 h 2053176"/>
              <a:gd name="connsiteX1325" fmla="*/ 7344479 w 12188965"/>
              <a:gd name="connsiteY1325" fmla="*/ 1934634 h 2053176"/>
              <a:gd name="connsiteX1326" fmla="*/ 7370137 w 12188965"/>
              <a:gd name="connsiteY1326" fmla="*/ 1960293 h 2053176"/>
              <a:gd name="connsiteX1327" fmla="*/ 7344479 w 12188965"/>
              <a:gd name="connsiteY1327" fmla="*/ 1985952 h 2053176"/>
              <a:gd name="connsiteX1328" fmla="*/ 7318820 w 12188965"/>
              <a:gd name="connsiteY1328" fmla="*/ 1960293 h 2053176"/>
              <a:gd name="connsiteX1329" fmla="*/ 7344479 w 12188965"/>
              <a:gd name="connsiteY1329" fmla="*/ 1934634 h 2053176"/>
              <a:gd name="connsiteX1330" fmla="*/ 7280274 w 12188965"/>
              <a:gd name="connsiteY1330" fmla="*/ 1934634 h 2053176"/>
              <a:gd name="connsiteX1331" fmla="*/ 7305932 w 12188965"/>
              <a:gd name="connsiteY1331" fmla="*/ 1960293 h 2053176"/>
              <a:gd name="connsiteX1332" fmla="*/ 7280274 w 12188965"/>
              <a:gd name="connsiteY1332" fmla="*/ 1985952 h 2053176"/>
              <a:gd name="connsiteX1333" fmla="*/ 7254613 w 12188965"/>
              <a:gd name="connsiteY1333" fmla="*/ 1960293 h 2053176"/>
              <a:gd name="connsiteX1334" fmla="*/ 7280274 w 12188965"/>
              <a:gd name="connsiteY1334" fmla="*/ 1934634 h 2053176"/>
              <a:gd name="connsiteX1335" fmla="*/ 7216067 w 12188965"/>
              <a:gd name="connsiteY1335" fmla="*/ 1934634 h 2053176"/>
              <a:gd name="connsiteX1336" fmla="*/ 7241725 w 12188965"/>
              <a:gd name="connsiteY1336" fmla="*/ 1960293 h 2053176"/>
              <a:gd name="connsiteX1337" fmla="*/ 7216067 w 12188965"/>
              <a:gd name="connsiteY1337" fmla="*/ 1985952 h 2053176"/>
              <a:gd name="connsiteX1338" fmla="*/ 7190409 w 12188965"/>
              <a:gd name="connsiteY1338" fmla="*/ 1960293 h 2053176"/>
              <a:gd name="connsiteX1339" fmla="*/ 7216067 w 12188965"/>
              <a:gd name="connsiteY1339" fmla="*/ 1934634 h 2053176"/>
              <a:gd name="connsiteX1340" fmla="*/ 7151863 w 12188965"/>
              <a:gd name="connsiteY1340" fmla="*/ 1934634 h 2053176"/>
              <a:gd name="connsiteX1341" fmla="*/ 7177521 w 12188965"/>
              <a:gd name="connsiteY1341" fmla="*/ 1960293 h 2053176"/>
              <a:gd name="connsiteX1342" fmla="*/ 7151863 w 12188965"/>
              <a:gd name="connsiteY1342" fmla="*/ 1985952 h 2053176"/>
              <a:gd name="connsiteX1343" fmla="*/ 7126205 w 12188965"/>
              <a:gd name="connsiteY1343" fmla="*/ 1960293 h 2053176"/>
              <a:gd name="connsiteX1344" fmla="*/ 7151863 w 12188965"/>
              <a:gd name="connsiteY1344" fmla="*/ 1934634 h 2053176"/>
              <a:gd name="connsiteX1345" fmla="*/ 7087658 w 12188965"/>
              <a:gd name="connsiteY1345" fmla="*/ 1934634 h 2053176"/>
              <a:gd name="connsiteX1346" fmla="*/ 7113317 w 12188965"/>
              <a:gd name="connsiteY1346" fmla="*/ 1960293 h 2053176"/>
              <a:gd name="connsiteX1347" fmla="*/ 7087658 w 12188965"/>
              <a:gd name="connsiteY1347" fmla="*/ 1985952 h 2053176"/>
              <a:gd name="connsiteX1348" fmla="*/ 7061998 w 12188965"/>
              <a:gd name="connsiteY1348" fmla="*/ 1960293 h 2053176"/>
              <a:gd name="connsiteX1349" fmla="*/ 7087658 w 12188965"/>
              <a:gd name="connsiteY1349" fmla="*/ 1934634 h 2053176"/>
              <a:gd name="connsiteX1350" fmla="*/ 7023451 w 12188965"/>
              <a:gd name="connsiteY1350" fmla="*/ 1934634 h 2053176"/>
              <a:gd name="connsiteX1351" fmla="*/ 7049112 w 12188965"/>
              <a:gd name="connsiteY1351" fmla="*/ 1960293 h 2053176"/>
              <a:gd name="connsiteX1352" fmla="*/ 7023451 w 12188965"/>
              <a:gd name="connsiteY1352" fmla="*/ 1985952 h 2053176"/>
              <a:gd name="connsiteX1353" fmla="*/ 6997793 w 12188965"/>
              <a:gd name="connsiteY1353" fmla="*/ 1960293 h 2053176"/>
              <a:gd name="connsiteX1354" fmla="*/ 7023451 w 12188965"/>
              <a:gd name="connsiteY1354" fmla="*/ 1934634 h 2053176"/>
              <a:gd name="connsiteX1355" fmla="*/ 6959247 w 12188965"/>
              <a:gd name="connsiteY1355" fmla="*/ 1934634 h 2053176"/>
              <a:gd name="connsiteX1356" fmla="*/ 6984905 w 12188965"/>
              <a:gd name="connsiteY1356" fmla="*/ 1960293 h 2053176"/>
              <a:gd name="connsiteX1357" fmla="*/ 6959247 w 12188965"/>
              <a:gd name="connsiteY1357" fmla="*/ 1985952 h 2053176"/>
              <a:gd name="connsiteX1358" fmla="*/ 6933589 w 12188965"/>
              <a:gd name="connsiteY1358" fmla="*/ 1960293 h 2053176"/>
              <a:gd name="connsiteX1359" fmla="*/ 6959247 w 12188965"/>
              <a:gd name="connsiteY1359" fmla="*/ 1934634 h 2053176"/>
              <a:gd name="connsiteX1360" fmla="*/ 6895043 w 12188965"/>
              <a:gd name="connsiteY1360" fmla="*/ 1934634 h 2053176"/>
              <a:gd name="connsiteX1361" fmla="*/ 6920701 w 12188965"/>
              <a:gd name="connsiteY1361" fmla="*/ 1960293 h 2053176"/>
              <a:gd name="connsiteX1362" fmla="*/ 6895043 w 12188965"/>
              <a:gd name="connsiteY1362" fmla="*/ 1985952 h 2053176"/>
              <a:gd name="connsiteX1363" fmla="*/ 6869382 w 12188965"/>
              <a:gd name="connsiteY1363" fmla="*/ 1960293 h 2053176"/>
              <a:gd name="connsiteX1364" fmla="*/ 6895043 w 12188965"/>
              <a:gd name="connsiteY1364" fmla="*/ 1934634 h 2053176"/>
              <a:gd name="connsiteX1365" fmla="*/ 6830836 w 12188965"/>
              <a:gd name="connsiteY1365" fmla="*/ 1934634 h 2053176"/>
              <a:gd name="connsiteX1366" fmla="*/ 6856494 w 12188965"/>
              <a:gd name="connsiteY1366" fmla="*/ 1960293 h 2053176"/>
              <a:gd name="connsiteX1367" fmla="*/ 6830836 w 12188965"/>
              <a:gd name="connsiteY1367" fmla="*/ 1985952 h 2053176"/>
              <a:gd name="connsiteX1368" fmla="*/ 6805178 w 12188965"/>
              <a:gd name="connsiteY1368" fmla="*/ 1960293 h 2053176"/>
              <a:gd name="connsiteX1369" fmla="*/ 6830836 w 12188965"/>
              <a:gd name="connsiteY1369" fmla="*/ 1934634 h 2053176"/>
              <a:gd name="connsiteX1370" fmla="*/ 6766631 w 12188965"/>
              <a:gd name="connsiteY1370" fmla="*/ 1934634 h 2053176"/>
              <a:gd name="connsiteX1371" fmla="*/ 6792290 w 12188965"/>
              <a:gd name="connsiteY1371" fmla="*/ 1960293 h 2053176"/>
              <a:gd name="connsiteX1372" fmla="*/ 6766631 w 12188965"/>
              <a:gd name="connsiteY1372" fmla="*/ 1985952 h 2053176"/>
              <a:gd name="connsiteX1373" fmla="*/ 6740973 w 12188965"/>
              <a:gd name="connsiteY1373" fmla="*/ 1960293 h 2053176"/>
              <a:gd name="connsiteX1374" fmla="*/ 6766631 w 12188965"/>
              <a:gd name="connsiteY1374" fmla="*/ 1934634 h 2053176"/>
              <a:gd name="connsiteX1375" fmla="*/ 6702427 w 12188965"/>
              <a:gd name="connsiteY1375" fmla="*/ 1934634 h 2053176"/>
              <a:gd name="connsiteX1376" fmla="*/ 6728085 w 12188965"/>
              <a:gd name="connsiteY1376" fmla="*/ 1960293 h 2053176"/>
              <a:gd name="connsiteX1377" fmla="*/ 6702427 w 12188965"/>
              <a:gd name="connsiteY1377" fmla="*/ 1985952 h 2053176"/>
              <a:gd name="connsiteX1378" fmla="*/ 6676766 w 12188965"/>
              <a:gd name="connsiteY1378" fmla="*/ 1960293 h 2053176"/>
              <a:gd name="connsiteX1379" fmla="*/ 6702427 w 12188965"/>
              <a:gd name="connsiteY1379" fmla="*/ 1934634 h 2053176"/>
              <a:gd name="connsiteX1380" fmla="*/ 6638220 w 12188965"/>
              <a:gd name="connsiteY1380" fmla="*/ 1934634 h 2053176"/>
              <a:gd name="connsiteX1381" fmla="*/ 6663881 w 12188965"/>
              <a:gd name="connsiteY1381" fmla="*/ 1960293 h 2053176"/>
              <a:gd name="connsiteX1382" fmla="*/ 6638220 w 12188965"/>
              <a:gd name="connsiteY1382" fmla="*/ 1985952 h 2053176"/>
              <a:gd name="connsiteX1383" fmla="*/ 6612562 w 12188965"/>
              <a:gd name="connsiteY1383" fmla="*/ 1960293 h 2053176"/>
              <a:gd name="connsiteX1384" fmla="*/ 6638220 w 12188965"/>
              <a:gd name="connsiteY1384" fmla="*/ 1934634 h 2053176"/>
              <a:gd name="connsiteX1385" fmla="*/ 6574016 w 12188965"/>
              <a:gd name="connsiteY1385" fmla="*/ 1934634 h 2053176"/>
              <a:gd name="connsiteX1386" fmla="*/ 6599674 w 12188965"/>
              <a:gd name="connsiteY1386" fmla="*/ 1960293 h 2053176"/>
              <a:gd name="connsiteX1387" fmla="*/ 6574016 w 12188965"/>
              <a:gd name="connsiteY1387" fmla="*/ 1985952 h 2053176"/>
              <a:gd name="connsiteX1388" fmla="*/ 6548357 w 12188965"/>
              <a:gd name="connsiteY1388" fmla="*/ 1960293 h 2053176"/>
              <a:gd name="connsiteX1389" fmla="*/ 6574016 w 12188965"/>
              <a:gd name="connsiteY1389" fmla="*/ 1934634 h 2053176"/>
              <a:gd name="connsiteX1390" fmla="*/ 6509693 w 12188965"/>
              <a:gd name="connsiteY1390" fmla="*/ 1934634 h 2053176"/>
              <a:gd name="connsiteX1391" fmla="*/ 6535352 w 12188965"/>
              <a:gd name="connsiteY1391" fmla="*/ 1960293 h 2053176"/>
              <a:gd name="connsiteX1392" fmla="*/ 6509693 w 12188965"/>
              <a:gd name="connsiteY1392" fmla="*/ 1985952 h 2053176"/>
              <a:gd name="connsiteX1393" fmla="*/ 6484035 w 12188965"/>
              <a:gd name="connsiteY1393" fmla="*/ 1960293 h 2053176"/>
              <a:gd name="connsiteX1394" fmla="*/ 6509693 w 12188965"/>
              <a:gd name="connsiteY1394" fmla="*/ 1934634 h 2053176"/>
              <a:gd name="connsiteX1395" fmla="*/ 6445489 w 12188965"/>
              <a:gd name="connsiteY1395" fmla="*/ 1934634 h 2053176"/>
              <a:gd name="connsiteX1396" fmla="*/ 6471147 w 12188965"/>
              <a:gd name="connsiteY1396" fmla="*/ 1960293 h 2053176"/>
              <a:gd name="connsiteX1397" fmla="*/ 6445489 w 12188965"/>
              <a:gd name="connsiteY1397" fmla="*/ 1985952 h 2053176"/>
              <a:gd name="connsiteX1398" fmla="*/ 6419831 w 12188965"/>
              <a:gd name="connsiteY1398" fmla="*/ 1960293 h 2053176"/>
              <a:gd name="connsiteX1399" fmla="*/ 6445489 w 12188965"/>
              <a:gd name="connsiteY1399" fmla="*/ 1934634 h 2053176"/>
              <a:gd name="connsiteX1400" fmla="*/ 6381282 w 12188965"/>
              <a:gd name="connsiteY1400" fmla="*/ 1934634 h 2053176"/>
              <a:gd name="connsiteX1401" fmla="*/ 6406943 w 12188965"/>
              <a:gd name="connsiteY1401" fmla="*/ 1960293 h 2053176"/>
              <a:gd name="connsiteX1402" fmla="*/ 6381282 w 12188965"/>
              <a:gd name="connsiteY1402" fmla="*/ 1985952 h 2053176"/>
              <a:gd name="connsiteX1403" fmla="*/ 6355624 w 12188965"/>
              <a:gd name="connsiteY1403" fmla="*/ 1960293 h 2053176"/>
              <a:gd name="connsiteX1404" fmla="*/ 6381282 w 12188965"/>
              <a:gd name="connsiteY1404" fmla="*/ 1934634 h 2053176"/>
              <a:gd name="connsiteX1405" fmla="*/ 6317078 w 12188965"/>
              <a:gd name="connsiteY1405" fmla="*/ 1934634 h 2053176"/>
              <a:gd name="connsiteX1406" fmla="*/ 6342736 w 12188965"/>
              <a:gd name="connsiteY1406" fmla="*/ 1960293 h 2053176"/>
              <a:gd name="connsiteX1407" fmla="*/ 6317078 w 12188965"/>
              <a:gd name="connsiteY1407" fmla="*/ 1985952 h 2053176"/>
              <a:gd name="connsiteX1408" fmla="*/ 6291420 w 12188965"/>
              <a:gd name="connsiteY1408" fmla="*/ 1960293 h 2053176"/>
              <a:gd name="connsiteX1409" fmla="*/ 6317078 w 12188965"/>
              <a:gd name="connsiteY1409" fmla="*/ 1934634 h 2053176"/>
              <a:gd name="connsiteX1410" fmla="*/ 6252873 w 12188965"/>
              <a:gd name="connsiteY1410" fmla="*/ 1934634 h 2053176"/>
              <a:gd name="connsiteX1411" fmla="*/ 6278532 w 12188965"/>
              <a:gd name="connsiteY1411" fmla="*/ 1960293 h 2053176"/>
              <a:gd name="connsiteX1412" fmla="*/ 6252873 w 12188965"/>
              <a:gd name="connsiteY1412" fmla="*/ 1985952 h 2053176"/>
              <a:gd name="connsiteX1413" fmla="*/ 6227213 w 12188965"/>
              <a:gd name="connsiteY1413" fmla="*/ 1960293 h 2053176"/>
              <a:gd name="connsiteX1414" fmla="*/ 6252873 w 12188965"/>
              <a:gd name="connsiteY1414" fmla="*/ 1934634 h 2053176"/>
              <a:gd name="connsiteX1415" fmla="*/ 6188666 w 12188965"/>
              <a:gd name="connsiteY1415" fmla="*/ 1934634 h 2053176"/>
              <a:gd name="connsiteX1416" fmla="*/ 6214327 w 12188965"/>
              <a:gd name="connsiteY1416" fmla="*/ 1960293 h 2053176"/>
              <a:gd name="connsiteX1417" fmla="*/ 6188666 w 12188965"/>
              <a:gd name="connsiteY1417" fmla="*/ 1985952 h 2053176"/>
              <a:gd name="connsiteX1418" fmla="*/ 6163008 w 12188965"/>
              <a:gd name="connsiteY1418" fmla="*/ 1960293 h 2053176"/>
              <a:gd name="connsiteX1419" fmla="*/ 6188666 w 12188965"/>
              <a:gd name="connsiteY1419" fmla="*/ 1934634 h 2053176"/>
              <a:gd name="connsiteX1420" fmla="*/ 6124462 w 12188965"/>
              <a:gd name="connsiteY1420" fmla="*/ 1934634 h 2053176"/>
              <a:gd name="connsiteX1421" fmla="*/ 6150123 w 12188965"/>
              <a:gd name="connsiteY1421" fmla="*/ 1960293 h 2053176"/>
              <a:gd name="connsiteX1422" fmla="*/ 6124462 w 12188965"/>
              <a:gd name="connsiteY1422" fmla="*/ 1985952 h 2053176"/>
              <a:gd name="connsiteX1423" fmla="*/ 6098804 w 12188965"/>
              <a:gd name="connsiteY1423" fmla="*/ 1960293 h 2053176"/>
              <a:gd name="connsiteX1424" fmla="*/ 6124462 w 12188965"/>
              <a:gd name="connsiteY1424" fmla="*/ 1934634 h 2053176"/>
              <a:gd name="connsiteX1425" fmla="*/ 6064505 w 12188965"/>
              <a:gd name="connsiteY1425" fmla="*/ 1934634 h 2053176"/>
              <a:gd name="connsiteX1426" fmla="*/ 6090163 w 12188965"/>
              <a:gd name="connsiteY1426" fmla="*/ 1960293 h 2053176"/>
              <a:gd name="connsiteX1427" fmla="*/ 6064505 w 12188965"/>
              <a:gd name="connsiteY1427" fmla="*/ 1985952 h 2053176"/>
              <a:gd name="connsiteX1428" fmla="*/ 6038844 w 12188965"/>
              <a:gd name="connsiteY1428" fmla="*/ 1960293 h 2053176"/>
              <a:gd name="connsiteX1429" fmla="*/ 6064505 w 12188965"/>
              <a:gd name="connsiteY1429" fmla="*/ 1934634 h 2053176"/>
              <a:gd name="connsiteX1430" fmla="*/ 6000298 w 12188965"/>
              <a:gd name="connsiteY1430" fmla="*/ 1934634 h 2053176"/>
              <a:gd name="connsiteX1431" fmla="*/ 6025956 w 12188965"/>
              <a:gd name="connsiteY1431" fmla="*/ 1960293 h 2053176"/>
              <a:gd name="connsiteX1432" fmla="*/ 6000298 w 12188965"/>
              <a:gd name="connsiteY1432" fmla="*/ 1985952 h 2053176"/>
              <a:gd name="connsiteX1433" fmla="*/ 5974639 w 12188965"/>
              <a:gd name="connsiteY1433" fmla="*/ 1960293 h 2053176"/>
              <a:gd name="connsiteX1434" fmla="*/ 6000298 w 12188965"/>
              <a:gd name="connsiteY1434" fmla="*/ 1934634 h 2053176"/>
              <a:gd name="connsiteX1435" fmla="*/ 5936092 w 12188965"/>
              <a:gd name="connsiteY1435" fmla="*/ 1934634 h 2053176"/>
              <a:gd name="connsiteX1436" fmla="*/ 5961751 w 12188965"/>
              <a:gd name="connsiteY1436" fmla="*/ 1960293 h 2053176"/>
              <a:gd name="connsiteX1437" fmla="*/ 5936092 w 12188965"/>
              <a:gd name="connsiteY1437" fmla="*/ 1985952 h 2053176"/>
              <a:gd name="connsiteX1438" fmla="*/ 5910435 w 12188965"/>
              <a:gd name="connsiteY1438" fmla="*/ 1960293 h 2053176"/>
              <a:gd name="connsiteX1439" fmla="*/ 5936092 w 12188965"/>
              <a:gd name="connsiteY1439" fmla="*/ 1934634 h 2053176"/>
              <a:gd name="connsiteX1440" fmla="*/ 5871887 w 12188965"/>
              <a:gd name="connsiteY1440" fmla="*/ 1934634 h 2053176"/>
              <a:gd name="connsiteX1441" fmla="*/ 5897547 w 12188965"/>
              <a:gd name="connsiteY1441" fmla="*/ 1960293 h 2053176"/>
              <a:gd name="connsiteX1442" fmla="*/ 5871887 w 12188965"/>
              <a:gd name="connsiteY1442" fmla="*/ 1985952 h 2053176"/>
              <a:gd name="connsiteX1443" fmla="*/ 5846228 w 12188965"/>
              <a:gd name="connsiteY1443" fmla="*/ 1960293 h 2053176"/>
              <a:gd name="connsiteX1444" fmla="*/ 5871887 w 12188965"/>
              <a:gd name="connsiteY1444" fmla="*/ 1934634 h 2053176"/>
              <a:gd name="connsiteX1445" fmla="*/ 5807683 w 12188965"/>
              <a:gd name="connsiteY1445" fmla="*/ 1934634 h 2053176"/>
              <a:gd name="connsiteX1446" fmla="*/ 5833341 w 12188965"/>
              <a:gd name="connsiteY1446" fmla="*/ 1960293 h 2053176"/>
              <a:gd name="connsiteX1447" fmla="*/ 5807683 w 12188965"/>
              <a:gd name="connsiteY1447" fmla="*/ 1985952 h 2053176"/>
              <a:gd name="connsiteX1448" fmla="*/ 5782024 w 12188965"/>
              <a:gd name="connsiteY1448" fmla="*/ 1960293 h 2053176"/>
              <a:gd name="connsiteX1449" fmla="*/ 5807683 w 12188965"/>
              <a:gd name="connsiteY1449" fmla="*/ 1934634 h 2053176"/>
              <a:gd name="connsiteX1450" fmla="*/ 5743477 w 12188965"/>
              <a:gd name="connsiteY1450" fmla="*/ 1934634 h 2053176"/>
              <a:gd name="connsiteX1451" fmla="*/ 5769136 w 12188965"/>
              <a:gd name="connsiteY1451" fmla="*/ 1960293 h 2053176"/>
              <a:gd name="connsiteX1452" fmla="*/ 5743477 w 12188965"/>
              <a:gd name="connsiteY1452" fmla="*/ 1985952 h 2053176"/>
              <a:gd name="connsiteX1453" fmla="*/ 5717818 w 12188965"/>
              <a:gd name="connsiteY1453" fmla="*/ 1960293 h 2053176"/>
              <a:gd name="connsiteX1454" fmla="*/ 5743477 w 12188965"/>
              <a:gd name="connsiteY1454" fmla="*/ 1934634 h 2053176"/>
              <a:gd name="connsiteX1455" fmla="*/ 5679272 w 12188965"/>
              <a:gd name="connsiteY1455" fmla="*/ 1934634 h 2053176"/>
              <a:gd name="connsiteX1456" fmla="*/ 5704930 w 12188965"/>
              <a:gd name="connsiteY1456" fmla="*/ 1960293 h 2053176"/>
              <a:gd name="connsiteX1457" fmla="*/ 5679272 w 12188965"/>
              <a:gd name="connsiteY1457" fmla="*/ 1985952 h 2053176"/>
              <a:gd name="connsiteX1458" fmla="*/ 5653614 w 12188965"/>
              <a:gd name="connsiteY1458" fmla="*/ 1960293 h 2053176"/>
              <a:gd name="connsiteX1459" fmla="*/ 5679272 w 12188965"/>
              <a:gd name="connsiteY1459" fmla="*/ 1934634 h 2053176"/>
              <a:gd name="connsiteX1460" fmla="*/ 5615066 w 12188965"/>
              <a:gd name="connsiteY1460" fmla="*/ 1934634 h 2053176"/>
              <a:gd name="connsiteX1461" fmla="*/ 5640726 w 12188965"/>
              <a:gd name="connsiteY1461" fmla="*/ 1960293 h 2053176"/>
              <a:gd name="connsiteX1462" fmla="*/ 5615066 w 12188965"/>
              <a:gd name="connsiteY1462" fmla="*/ 1985952 h 2053176"/>
              <a:gd name="connsiteX1463" fmla="*/ 5589407 w 12188965"/>
              <a:gd name="connsiteY1463" fmla="*/ 1960293 h 2053176"/>
              <a:gd name="connsiteX1464" fmla="*/ 5615066 w 12188965"/>
              <a:gd name="connsiteY1464" fmla="*/ 1934634 h 2053176"/>
              <a:gd name="connsiteX1465" fmla="*/ 5550862 w 12188965"/>
              <a:gd name="connsiteY1465" fmla="*/ 1934634 h 2053176"/>
              <a:gd name="connsiteX1466" fmla="*/ 5576520 w 12188965"/>
              <a:gd name="connsiteY1466" fmla="*/ 1960293 h 2053176"/>
              <a:gd name="connsiteX1467" fmla="*/ 5550862 w 12188965"/>
              <a:gd name="connsiteY1467" fmla="*/ 1985952 h 2053176"/>
              <a:gd name="connsiteX1468" fmla="*/ 5525203 w 12188965"/>
              <a:gd name="connsiteY1468" fmla="*/ 1960293 h 2053176"/>
              <a:gd name="connsiteX1469" fmla="*/ 5550862 w 12188965"/>
              <a:gd name="connsiteY1469" fmla="*/ 1934634 h 2053176"/>
              <a:gd name="connsiteX1470" fmla="*/ 5486655 w 12188965"/>
              <a:gd name="connsiteY1470" fmla="*/ 1934634 h 2053176"/>
              <a:gd name="connsiteX1471" fmla="*/ 5512316 w 12188965"/>
              <a:gd name="connsiteY1471" fmla="*/ 1960293 h 2053176"/>
              <a:gd name="connsiteX1472" fmla="*/ 5486655 w 12188965"/>
              <a:gd name="connsiteY1472" fmla="*/ 1985952 h 2053176"/>
              <a:gd name="connsiteX1473" fmla="*/ 5460997 w 12188965"/>
              <a:gd name="connsiteY1473" fmla="*/ 1960293 h 2053176"/>
              <a:gd name="connsiteX1474" fmla="*/ 5486655 w 12188965"/>
              <a:gd name="connsiteY1474" fmla="*/ 1934634 h 2053176"/>
              <a:gd name="connsiteX1475" fmla="*/ 5422451 w 12188965"/>
              <a:gd name="connsiteY1475" fmla="*/ 1934634 h 2053176"/>
              <a:gd name="connsiteX1476" fmla="*/ 5448109 w 12188965"/>
              <a:gd name="connsiteY1476" fmla="*/ 1960293 h 2053176"/>
              <a:gd name="connsiteX1477" fmla="*/ 5422451 w 12188965"/>
              <a:gd name="connsiteY1477" fmla="*/ 1985952 h 2053176"/>
              <a:gd name="connsiteX1478" fmla="*/ 5396791 w 12188965"/>
              <a:gd name="connsiteY1478" fmla="*/ 1960293 h 2053176"/>
              <a:gd name="connsiteX1479" fmla="*/ 5422451 w 12188965"/>
              <a:gd name="connsiteY1479" fmla="*/ 1934634 h 2053176"/>
              <a:gd name="connsiteX1480" fmla="*/ 5358245 w 12188965"/>
              <a:gd name="connsiteY1480" fmla="*/ 1934634 h 2053176"/>
              <a:gd name="connsiteX1481" fmla="*/ 5383904 w 12188965"/>
              <a:gd name="connsiteY1481" fmla="*/ 1960293 h 2053176"/>
              <a:gd name="connsiteX1482" fmla="*/ 5358245 w 12188965"/>
              <a:gd name="connsiteY1482" fmla="*/ 1985952 h 2053176"/>
              <a:gd name="connsiteX1483" fmla="*/ 5332587 w 12188965"/>
              <a:gd name="connsiteY1483" fmla="*/ 1960293 h 2053176"/>
              <a:gd name="connsiteX1484" fmla="*/ 5358245 w 12188965"/>
              <a:gd name="connsiteY1484" fmla="*/ 1934634 h 2053176"/>
              <a:gd name="connsiteX1485" fmla="*/ 5294040 w 12188965"/>
              <a:gd name="connsiteY1485" fmla="*/ 1934634 h 2053176"/>
              <a:gd name="connsiteX1486" fmla="*/ 5319699 w 12188965"/>
              <a:gd name="connsiteY1486" fmla="*/ 1960293 h 2053176"/>
              <a:gd name="connsiteX1487" fmla="*/ 5294040 w 12188965"/>
              <a:gd name="connsiteY1487" fmla="*/ 1985952 h 2053176"/>
              <a:gd name="connsiteX1488" fmla="*/ 5268382 w 12188965"/>
              <a:gd name="connsiteY1488" fmla="*/ 1960293 h 2053176"/>
              <a:gd name="connsiteX1489" fmla="*/ 5294040 w 12188965"/>
              <a:gd name="connsiteY1489" fmla="*/ 1934634 h 2053176"/>
              <a:gd name="connsiteX1490" fmla="*/ 5229719 w 12188965"/>
              <a:gd name="connsiteY1490" fmla="*/ 1934634 h 2053176"/>
              <a:gd name="connsiteX1491" fmla="*/ 5255377 w 12188965"/>
              <a:gd name="connsiteY1491" fmla="*/ 1960293 h 2053176"/>
              <a:gd name="connsiteX1492" fmla="*/ 5229719 w 12188965"/>
              <a:gd name="connsiteY1492" fmla="*/ 1985952 h 2053176"/>
              <a:gd name="connsiteX1493" fmla="*/ 5204058 w 12188965"/>
              <a:gd name="connsiteY1493" fmla="*/ 1960293 h 2053176"/>
              <a:gd name="connsiteX1494" fmla="*/ 5229719 w 12188965"/>
              <a:gd name="connsiteY1494" fmla="*/ 1934634 h 2053176"/>
              <a:gd name="connsiteX1495" fmla="*/ 5165514 w 12188965"/>
              <a:gd name="connsiteY1495" fmla="*/ 1934634 h 2053176"/>
              <a:gd name="connsiteX1496" fmla="*/ 5191171 w 12188965"/>
              <a:gd name="connsiteY1496" fmla="*/ 1960293 h 2053176"/>
              <a:gd name="connsiteX1497" fmla="*/ 5165514 w 12188965"/>
              <a:gd name="connsiteY1497" fmla="*/ 1985952 h 2053176"/>
              <a:gd name="connsiteX1498" fmla="*/ 5139855 w 12188965"/>
              <a:gd name="connsiteY1498" fmla="*/ 1960293 h 2053176"/>
              <a:gd name="connsiteX1499" fmla="*/ 5165514 w 12188965"/>
              <a:gd name="connsiteY1499" fmla="*/ 1934634 h 2053176"/>
              <a:gd name="connsiteX1500" fmla="*/ 5101309 w 12188965"/>
              <a:gd name="connsiteY1500" fmla="*/ 1934634 h 2053176"/>
              <a:gd name="connsiteX1501" fmla="*/ 5126967 w 12188965"/>
              <a:gd name="connsiteY1501" fmla="*/ 1960293 h 2053176"/>
              <a:gd name="connsiteX1502" fmla="*/ 5101309 w 12188965"/>
              <a:gd name="connsiteY1502" fmla="*/ 1985952 h 2053176"/>
              <a:gd name="connsiteX1503" fmla="*/ 5075649 w 12188965"/>
              <a:gd name="connsiteY1503" fmla="*/ 1960293 h 2053176"/>
              <a:gd name="connsiteX1504" fmla="*/ 5101309 w 12188965"/>
              <a:gd name="connsiteY1504" fmla="*/ 1934634 h 2053176"/>
              <a:gd name="connsiteX1505" fmla="*/ 5037104 w 12188965"/>
              <a:gd name="connsiteY1505" fmla="*/ 1934634 h 2053176"/>
              <a:gd name="connsiteX1506" fmla="*/ 5062762 w 12188965"/>
              <a:gd name="connsiteY1506" fmla="*/ 1960293 h 2053176"/>
              <a:gd name="connsiteX1507" fmla="*/ 5037104 w 12188965"/>
              <a:gd name="connsiteY1507" fmla="*/ 1985952 h 2053176"/>
              <a:gd name="connsiteX1508" fmla="*/ 5011444 w 12188965"/>
              <a:gd name="connsiteY1508" fmla="*/ 1960293 h 2053176"/>
              <a:gd name="connsiteX1509" fmla="*/ 5037104 w 12188965"/>
              <a:gd name="connsiteY1509" fmla="*/ 1934634 h 2053176"/>
              <a:gd name="connsiteX1510" fmla="*/ 4972896 w 12188965"/>
              <a:gd name="connsiteY1510" fmla="*/ 1934634 h 2053176"/>
              <a:gd name="connsiteX1511" fmla="*/ 4998557 w 12188965"/>
              <a:gd name="connsiteY1511" fmla="*/ 1960293 h 2053176"/>
              <a:gd name="connsiteX1512" fmla="*/ 4972896 w 12188965"/>
              <a:gd name="connsiteY1512" fmla="*/ 1985952 h 2053176"/>
              <a:gd name="connsiteX1513" fmla="*/ 4947240 w 12188965"/>
              <a:gd name="connsiteY1513" fmla="*/ 1960293 h 2053176"/>
              <a:gd name="connsiteX1514" fmla="*/ 4972896 w 12188965"/>
              <a:gd name="connsiteY1514" fmla="*/ 1934634 h 2053176"/>
              <a:gd name="connsiteX1515" fmla="*/ 4908693 w 12188965"/>
              <a:gd name="connsiteY1515" fmla="*/ 1934634 h 2053176"/>
              <a:gd name="connsiteX1516" fmla="*/ 4934352 w 12188965"/>
              <a:gd name="connsiteY1516" fmla="*/ 1960293 h 2053176"/>
              <a:gd name="connsiteX1517" fmla="*/ 4908693 w 12188965"/>
              <a:gd name="connsiteY1517" fmla="*/ 1985952 h 2053176"/>
              <a:gd name="connsiteX1518" fmla="*/ 4883033 w 12188965"/>
              <a:gd name="connsiteY1518" fmla="*/ 1960293 h 2053176"/>
              <a:gd name="connsiteX1519" fmla="*/ 4908693 w 12188965"/>
              <a:gd name="connsiteY1519" fmla="*/ 1934634 h 2053176"/>
              <a:gd name="connsiteX1520" fmla="*/ 4844487 w 12188965"/>
              <a:gd name="connsiteY1520" fmla="*/ 1934634 h 2053176"/>
              <a:gd name="connsiteX1521" fmla="*/ 4870146 w 12188965"/>
              <a:gd name="connsiteY1521" fmla="*/ 1960293 h 2053176"/>
              <a:gd name="connsiteX1522" fmla="*/ 4844487 w 12188965"/>
              <a:gd name="connsiteY1522" fmla="*/ 1985952 h 2053176"/>
              <a:gd name="connsiteX1523" fmla="*/ 4818828 w 12188965"/>
              <a:gd name="connsiteY1523" fmla="*/ 1960293 h 2053176"/>
              <a:gd name="connsiteX1524" fmla="*/ 4844487 w 12188965"/>
              <a:gd name="connsiteY1524" fmla="*/ 1934634 h 2053176"/>
              <a:gd name="connsiteX1525" fmla="*/ 4780282 w 12188965"/>
              <a:gd name="connsiteY1525" fmla="*/ 1934634 h 2053176"/>
              <a:gd name="connsiteX1526" fmla="*/ 4805941 w 12188965"/>
              <a:gd name="connsiteY1526" fmla="*/ 1960293 h 2053176"/>
              <a:gd name="connsiteX1527" fmla="*/ 4780282 w 12188965"/>
              <a:gd name="connsiteY1527" fmla="*/ 1985952 h 2053176"/>
              <a:gd name="connsiteX1528" fmla="*/ 4754622 w 12188965"/>
              <a:gd name="connsiteY1528" fmla="*/ 1960293 h 2053176"/>
              <a:gd name="connsiteX1529" fmla="*/ 4780282 w 12188965"/>
              <a:gd name="connsiteY1529" fmla="*/ 1934634 h 2053176"/>
              <a:gd name="connsiteX1530" fmla="*/ 4716077 w 12188965"/>
              <a:gd name="connsiteY1530" fmla="*/ 1934634 h 2053176"/>
              <a:gd name="connsiteX1531" fmla="*/ 4741736 w 12188965"/>
              <a:gd name="connsiteY1531" fmla="*/ 1960293 h 2053176"/>
              <a:gd name="connsiteX1532" fmla="*/ 4716077 w 12188965"/>
              <a:gd name="connsiteY1532" fmla="*/ 1985952 h 2053176"/>
              <a:gd name="connsiteX1533" fmla="*/ 4690419 w 12188965"/>
              <a:gd name="connsiteY1533" fmla="*/ 1960293 h 2053176"/>
              <a:gd name="connsiteX1534" fmla="*/ 4716077 w 12188965"/>
              <a:gd name="connsiteY1534" fmla="*/ 1934634 h 2053176"/>
              <a:gd name="connsiteX1535" fmla="*/ 4651872 w 12188965"/>
              <a:gd name="connsiteY1535" fmla="*/ 1934634 h 2053176"/>
              <a:gd name="connsiteX1536" fmla="*/ 4677531 w 12188965"/>
              <a:gd name="connsiteY1536" fmla="*/ 1960293 h 2053176"/>
              <a:gd name="connsiteX1537" fmla="*/ 4651872 w 12188965"/>
              <a:gd name="connsiteY1537" fmla="*/ 1985952 h 2053176"/>
              <a:gd name="connsiteX1538" fmla="*/ 4626213 w 12188965"/>
              <a:gd name="connsiteY1538" fmla="*/ 1960293 h 2053176"/>
              <a:gd name="connsiteX1539" fmla="*/ 4651872 w 12188965"/>
              <a:gd name="connsiteY1539" fmla="*/ 1934634 h 2053176"/>
              <a:gd name="connsiteX1540" fmla="*/ 4587666 w 12188965"/>
              <a:gd name="connsiteY1540" fmla="*/ 1934634 h 2053176"/>
              <a:gd name="connsiteX1541" fmla="*/ 4613324 w 12188965"/>
              <a:gd name="connsiteY1541" fmla="*/ 1960293 h 2053176"/>
              <a:gd name="connsiteX1542" fmla="*/ 4587666 w 12188965"/>
              <a:gd name="connsiteY1542" fmla="*/ 1985952 h 2053176"/>
              <a:gd name="connsiteX1543" fmla="*/ 4562007 w 12188965"/>
              <a:gd name="connsiteY1543" fmla="*/ 1960293 h 2053176"/>
              <a:gd name="connsiteX1544" fmla="*/ 4587666 w 12188965"/>
              <a:gd name="connsiteY1544" fmla="*/ 1934634 h 2053176"/>
              <a:gd name="connsiteX1545" fmla="*/ 4523461 w 12188965"/>
              <a:gd name="connsiteY1545" fmla="*/ 1934634 h 2053176"/>
              <a:gd name="connsiteX1546" fmla="*/ 4549121 w 12188965"/>
              <a:gd name="connsiteY1546" fmla="*/ 1960293 h 2053176"/>
              <a:gd name="connsiteX1547" fmla="*/ 4523461 w 12188965"/>
              <a:gd name="connsiteY1547" fmla="*/ 1985952 h 2053176"/>
              <a:gd name="connsiteX1548" fmla="*/ 4497802 w 12188965"/>
              <a:gd name="connsiteY1548" fmla="*/ 1960293 h 2053176"/>
              <a:gd name="connsiteX1549" fmla="*/ 4523461 w 12188965"/>
              <a:gd name="connsiteY1549" fmla="*/ 1934634 h 2053176"/>
              <a:gd name="connsiteX1550" fmla="*/ 4459256 w 12188965"/>
              <a:gd name="connsiteY1550" fmla="*/ 1934634 h 2053176"/>
              <a:gd name="connsiteX1551" fmla="*/ 4484914 w 12188965"/>
              <a:gd name="connsiteY1551" fmla="*/ 1960293 h 2053176"/>
              <a:gd name="connsiteX1552" fmla="*/ 4459256 w 12188965"/>
              <a:gd name="connsiteY1552" fmla="*/ 1985952 h 2053176"/>
              <a:gd name="connsiteX1553" fmla="*/ 4433596 w 12188965"/>
              <a:gd name="connsiteY1553" fmla="*/ 1960293 h 2053176"/>
              <a:gd name="connsiteX1554" fmla="*/ 4459256 w 12188965"/>
              <a:gd name="connsiteY1554" fmla="*/ 1934634 h 2053176"/>
              <a:gd name="connsiteX1555" fmla="*/ 4395050 w 12188965"/>
              <a:gd name="connsiteY1555" fmla="*/ 1934634 h 2053176"/>
              <a:gd name="connsiteX1556" fmla="*/ 4420710 w 12188965"/>
              <a:gd name="connsiteY1556" fmla="*/ 1960293 h 2053176"/>
              <a:gd name="connsiteX1557" fmla="*/ 4395050 w 12188965"/>
              <a:gd name="connsiteY1557" fmla="*/ 1985952 h 2053176"/>
              <a:gd name="connsiteX1558" fmla="*/ 4369391 w 12188965"/>
              <a:gd name="connsiteY1558" fmla="*/ 1960293 h 2053176"/>
              <a:gd name="connsiteX1559" fmla="*/ 4395050 w 12188965"/>
              <a:gd name="connsiteY1559" fmla="*/ 1934634 h 2053176"/>
              <a:gd name="connsiteX1560" fmla="*/ 4330845 w 12188965"/>
              <a:gd name="connsiteY1560" fmla="*/ 1934634 h 2053176"/>
              <a:gd name="connsiteX1561" fmla="*/ 4356504 w 12188965"/>
              <a:gd name="connsiteY1561" fmla="*/ 1960293 h 2053176"/>
              <a:gd name="connsiteX1562" fmla="*/ 4330845 w 12188965"/>
              <a:gd name="connsiteY1562" fmla="*/ 1985952 h 2053176"/>
              <a:gd name="connsiteX1563" fmla="*/ 4305186 w 12188965"/>
              <a:gd name="connsiteY1563" fmla="*/ 1960293 h 2053176"/>
              <a:gd name="connsiteX1564" fmla="*/ 4330845 w 12188965"/>
              <a:gd name="connsiteY1564" fmla="*/ 1934634 h 2053176"/>
              <a:gd name="connsiteX1565" fmla="*/ 4266640 w 12188965"/>
              <a:gd name="connsiteY1565" fmla="*/ 1934634 h 2053176"/>
              <a:gd name="connsiteX1566" fmla="*/ 4292298 w 12188965"/>
              <a:gd name="connsiteY1566" fmla="*/ 1960293 h 2053176"/>
              <a:gd name="connsiteX1567" fmla="*/ 4266640 w 12188965"/>
              <a:gd name="connsiteY1567" fmla="*/ 1985952 h 2053176"/>
              <a:gd name="connsiteX1568" fmla="*/ 4240981 w 12188965"/>
              <a:gd name="connsiteY1568" fmla="*/ 1960293 h 2053176"/>
              <a:gd name="connsiteX1569" fmla="*/ 4266640 w 12188965"/>
              <a:gd name="connsiteY1569" fmla="*/ 1934634 h 2053176"/>
              <a:gd name="connsiteX1570" fmla="*/ 4202435 w 12188965"/>
              <a:gd name="connsiteY1570" fmla="*/ 1934634 h 2053176"/>
              <a:gd name="connsiteX1571" fmla="*/ 4228093 w 12188965"/>
              <a:gd name="connsiteY1571" fmla="*/ 1960293 h 2053176"/>
              <a:gd name="connsiteX1572" fmla="*/ 4202435 w 12188965"/>
              <a:gd name="connsiteY1572" fmla="*/ 1985952 h 2053176"/>
              <a:gd name="connsiteX1573" fmla="*/ 4176776 w 12188965"/>
              <a:gd name="connsiteY1573" fmla="*/ 1960293 h 2053176"/>
              <a:gd name="connsiteX1574" fmla="*/ 4202435 w 12188965"/>
              <a:gd name="connsiteY1574" fmla="*/ 1934634 h 2053176"/>
              <a:gd name="connsiteX1575" fmla="*/ 4138112 w 12188965"/>
              <a:gd name="connsiteY1575" fmla="*/ 1934634 h 2053176"/>
              <a:gd name="connsiteX1576" fmla="*/ 4163773 w 12188965"/>
              <a:gd name="connsiteY1576" fmla="*/ 1960293 h 2053176"/>
              <a:gd name="connsiteX1577" fmla="*/ 4138112 w 12188965"/>
              <a:gd name="connsiteY1577" fmla="*/ 1985952 h 2053176"/>
              <a:gd name="connsiteX1578" fmla="*/ 4112454 w 12188965"/>
              <a:gd name="connsiteY1578" fmla="*/ 1960293 h 2053176"/>
              <a:gd name="connsiteX1579" fmla="*/ 4138112 w 12188965"/>
              <a:gd name="connsiteY1579" fmla="*/ 1934634 h 2053176"/>
              <a:gd name="connsiteX1580" fmla="*/ 4073908 w 12188965"/>
              <a:gd name="connsiteY1580" fmla="*/ 1934634 h 2053176"/>
              <a:gd name="connsiteX1581" fmla="*/ 4099565 w 12188965"/>
              <a:gd name="connsiteY1581" fmla="*/ 1960293 h 2053176"/>
              <a:gd name="connsiteX1582" fmla="*/ 4073908 w 12188965"/>
              <a:gd name="connsiteY1582" fmla="*/ 1985952 h 2053176"/>
              <a:gd name="connsiteX1583" fmla="*/ 4048248 w 12188965"/>
              <a:gd name="connsiteY1583" fmla="*/ 1960293 h 2053176"/>
              <a:gd name="connsiteX1584" fmla="*/ 4073908 w 12188965"/>
              <a:gd name="connsiteY1584" fmla="*/ 1934634 h 2053176"/>
              <a:gd name="connsiteX1585" fmla="*/ 4009702 w 12188965"/>
              <a:gd name="connsiteY1585" fmla="*/ 1934634 h 2053176"/>
              <a:gd name="connsiteX1586" fmla="*/ 4035362 w 12188965"/>
              <a:gd name="connsiteY1586" fmla="*/ 1960293 h 2053176"/>
              <a:gd name="connsiteX1587" fmla="*/ 4009702 w 12188965"/>
              <a:gd name="connsiteY1587" fmla="*/ 1985952 h 2053176"/>
              <a:gd name="connsiteX1588" fmla="*/ 3984043 w 12188965"/>
              <a:gd name="connsiteY1588" fmla="*/ 1960293 h 2053176"/>
              <a:gd name="connsiteX1589" fmla="*/ 4009702 w 12188965"/>
              <a:gd name="connsiteY1589" fmla="*/ 1934634 h 2053176"/>
              <a:gd name="connsiteX1590" fmla="*/ 3945497 w 12188965"/>
              <a:gd name="connsiteY1590" fmla="*/ 1934634 h 2053176"/>
              <a:gd name="connsiteX1591" fmla="*/ 3971155 w 12188965"/>
              <a:gd name="connsiteY1591" fmla="*/ 1960293 h 2053176"/>
              <a:gd name="connsiteX1592" fmla="*/ 3945497 w 12188965"/>
              <a:gd name="connsiteY1592" fmla="*/ 1985952 h 2053176"/>
              <a:gd name="connsiteX1593" fmla="*/ 3919838 w 12188965"/>
              <a:gd name="connsiteY1593" fmla="*/ 1960293 h 2053176"/>
              <a:gd name="connsiteX1594" fmla="*/ 3945497 w 12188965"/>
              <a:gd name="connsiteY1594" fmla="*/ 1934634 h 2053176"/>
              <a:gd name="connsiteX1595" fmla="*/ 3881291 w 12188965"/>
              <a:gd name="connsiteY1595" fmla="*/ 1934634 h 2053176"/>
              <a:gd name="connsiteX1596" fmla="*/ 3906950 w 12188965"/>
              <a:gd name="connsiteY1596" fmla="*/ 1960293 h 2053176"/>
              <a:gd name="connsiteX1597" fmla="*/ 3881291 w 12188965"/>
              <a:gd name="connsiteY1597" fmla="*/ 1985952 h 2053176"/>
              <a:gd name="connsiteX1598" fmla="*/ 3855633 w 12188965"/>
              <a:gd name="connsiteY1598" fmla="*/ 1960293 h 2053176"/>
              <a:gd name="connsiteX1599" fmla="*/ 3881291 w 12188965"/>
              <a:gd name="connsiteY1599" fmla="*/ 1934634 h 2053176"/>
              <a:gd name="connsiteX1600" fmla="*/ 3817085 w 12188965"/>
              <a:gd name="connsiteY1600" fmla="*/ 1934634 h 2053176"/>
              <a:gd name="connsiteX1601" fmla="*/ 3842745 w 12188965"/>
              <a:gd name="connsiteY1601" fmla="*/ 1960293 h 2053176"/>
              <a:gd name="connsiteX1602" fmla="*/ 3817085 w 12188965"/>
              <a:gd name="connsiteY1602" fmla="*/ 1985952 h 2053176"/>
              <a:gd name="connsiteX1603" fmla="*/ 3791427 w 12188965"/>
              <a:gd name="connsiteY1603" fmla="*/ 1960293 h 2053176"/>
              <a:gd name="connsiteX1604" fmla="*/ 3817085 w 12188965"/>
              <a:gd name="connsiteY1604" fmla="*/ 1934634 h 2053176"/>
              <a:gd name="connsiteX1605" fmla="*/ 3752882 w 12188965"/>
              <a:gd name="connsiteY1605" fmla="*/ 1934634 h 2053176"/>
              <a:gd name="connsiteX1606" fmla="*/ 3778539 w 12188965"/>
              <a:gd name="connsiteY1606" fmla="*/ 1960293 h 2053176"/>
              <a:gd name="connsiteX1607" fmla="*/ 3752882 w 12188965"/>
              <a:gd name="connsiteY1607" fmla="*/ 1985952 h 2053176"/>
              <a:gd name="connsiteX1608" fmla="*/ 3727221 w 12188965"/>
              <a:gd name="connsiteY1608" fmla="*/ 1960293 h 2053176"/>
              <a:gd name="connsiteX1609" fmla="*/ 3752882 w 12188965"/>
              <a:gd name="connsiteY1609" fmla="*/ 1934634 h 2053176"/>
              <a:gd name="connsiteX1610" fmla="*/ 3688674 w 12188965"/>
              <a:gd name="connsiteY1610" fmla="*/ 1934634 h 2053176"/>
              <a:gd name="connsiteX1611" fmla="*/ 3714335 w 12188965"/>
              <a:gd name="connsiteY1611" fmla="*/ 1960293 h 2053176"/>
              <a:gd name="connsiteX1612" fmla="*/ 3688674 w 12188965"/>
              <a:gd name="connsiteY1612" fmla="*/ 1985952 h 2053176"/>
              <a:gd name="connsiteX1613" fmla="*/ 3663017 w 12188965"/>
              <a:gd name="connsiteY1613" fmla="*/ 1960293 h 2053176"/>
              <a:gd name="connsiteX1614" fmla="*/ 3688674 w 12188965"/>
              <a:gd name="connsiteY1614" fmla="*/ 1934634 h 2053176"/>
              <a:gd name="connsiteX1615" fmla="*/ 3624472 w 12188965"/>
              <a:gd name="connsiteY1615" fmla="*/ 1934634 h 2053176"/>
              <a:gd name="connsiteX1616" fmla="*/ 3650129 w 12188965"/>
              <a:gd name="connsiteY1616" fmla="*/ 1960293 h 2053176"/>
              <a:gd name="connsiteX1617" fmla="*/ 3624472 w 12188965"/>
              <a:gd name="connsiteY1617" fmla="*/ 1985952 h 2053176"/>
              <a:gd name="connsiteX1618" fmla="*/ 3598810 w 12188965"/>
              <a:gd name="connsiteY1618" fmla="*/ 1960293 h 2053176"/>
              <a:gd name="connsiteX1619" fmla="*/ 3624472 w 12188965"/>
              <a:gd name="connsiteY1619" fmla="*/ 1934634 h 2053176"/>
              <a:gd name="connsiteX1620" fmla="*/ 3560264 w 12188965"/>
              <a:gd name="connsiteY1620" fmla="*/ 1934634 h 2053176"/>
              <a:gd name="connsiteX1621" fmla="*/ 3585923 w 12188965"/>
              <a:gd name="connsiteY1621" fmla="*/ 1960293 h 2053176"/>
              <a:gd name="connsiteX1622" fmla="*/ 3560264 w 12188965"/>
              <a:gd name="connsiteY1622" fmla="*/ 1985952 h 2053176"/>
              <a:gd name="connsiteX1623" fmla="*/ 3534607 w 12188965"/>
              <a:gd name="connsiteY1623" fmla="*/ 1960293 h 2053176"/>
              <a:gd name="connsiteX1624" fmla="*/ 3560264 w 12188965"/>
              <a:gd name="connsiteY1624" fmla="*/ 1934634 h 2053176"/>
              <a:gd name="connsiteX1625" fmla="*/ 3496060 w 12188965"/>
              <a:gd name="connsiteY1625" fmla="*/ 1934634 h 2053176"/>
              <a:gd name="connsiteX1626" fmla="*/ 3521719 w 12188965"/>
              <a:gd name="connsiteY1626" fmla="*/ 1960293 h 2053176"/>
              <a:gd name="connsiteX1627" fmla="*/ 3496060 w 12188965"/>
              <a:gd name="connsiteY1627" fmla="*/ 1985952 h 2053176"/>
              <a:gd name="connsiteX1628" fmla="*/ 3470400 w 12188965"/>
              <a:gd name="connsiteY1628" fmla="*/ 1960293 h 2053176"/>
              <a:gd name="connsiteX1629" fmla="*/ 3496060 w 12188965"/>
              <a:gd name="connsiteY1629" fmla="*/ 1934634 h 2053176"/>
              <a:gd name="connsiteX1630" fmla="*/ 3431855 w 12188965"/>
              <a:gd name="connsiteY1630" fmla="*/ 1934634 h 2053176"/>
              <a:gd name="connsiteX1631" fmla="*/ 3457512 w 12188965"/>
              <a:gd name="connsiteY1631" fmla="*/ 1960293 h 2053176"/>
              <a:gd name="connsiteX1632" fmla="*/ 3431855 w 12188965"/>
              <a:gd name="connsiteY1632" fmla="*/ 1985952 h 2053176"/>
              <a:gd name="connsiteX1633" fmla="*/ 3406196 w 12188965"/>
              <a:gd name="connsiteY1633" fmla="*/ 1960293 h 2053176"/>
              <a:gd name="connsiteX1634" fmla="*/ 3431855 w 12188965"/>
              <a:gd name="connsiteY1634" fmla="*/ 1934634 h 2053176"/>
              <a:gd name="connsiteX1635" fmla="*/ 3367649 w 12188965"/>
              <a:gd name="connsiteY1635" fmla="*/ 1934634 h 2053176"/>
              <a:gd name="connsiteX1636" fmla="*/ 3393308 w 12188965"/>
              <a:gd name="connsiteY1636" fmla="*/ 1960293 h 2053176"/>
              <a:gd name="connsiteX1637" fmla="*/ 3367649 w 12188965"/>
              <a:gd name="connsiteY1637" fmla="*/ 1985952 h 2053176"/>
              <a:gd name="connsiteX1638" fmla="*/ 3341990 w 12188965"/>
              <a:gd name="connsiteY1638" fmla="*/ 1960293 h 2053176"/>
              <a:gd name="connsiteX1639" fmla="*/ 3367649 w 12188965"/>
              <a:gd name="connsiteY1639" fmla="*/ 1934634 h 2053176"/>
              <a:gd name="connsiteX1640" fmla="*/ 3303444 w 12188965"/>
              <a:gd name="connsiteY1640" fmla="*/ 1934634 h 2053176"/>
              <a:gd name="connsiteX1641" fmla="*/ 3329102 w 12188965"/>
              <a:gd name="connsiteY1641" fmla="*/ 1960293 h 2053176"/>
              <a:gd name="connsiteX1642" fmla="*/ 3303444 w 12188965"/>
              <a:gd name="connsiteY1642" fmla="*/ 1985952 h 2053176"/>
              <a:gd name="connsiteX1643" fmla="*/ 3277785 w 12188965"/>
              <a:gd name="connsiteY1643" fmla="*/ 1960293 h 2053176"/>
              <a:gd name="connsiteX1644" fmla="*/ 3303444 w 12188965"/>
              <a:gd name="connsiteY1644" fmla="*/ 1934634 h 2053176"/>
              <a:gd name="connsiteX1645" fmla="*/ 3239238 w 12188965"/>
              <a:gd name="connsiteY1645" fmla="*/ 1934634 h 2053176"/>
              <a:gd name="connsiteX1646" fmla="*/ 3264898 w 12188965"/>
              <a:gd name="connsiteY1646" fmla="*/ 1960293 h 2053176"/>
              <a:gd name="connsiteX1647" fmla="*/ 3239238 w 12188965"/>
              <a:gd name="connsiteY1647" fmla="*/ 1985952 h 2053176"/>
              <a:gd name="connsiteX1648" fmla="*/ 3213580 w 12188965"/>
              <a:gd name="connsiteY1648" fmla="*/ 1960293 h 2053176"/>
              <a:gd name="connsiteX1649" fmla="*/ 3239238 w 12188965"/>
              <a:gd name="connsiteY1649" fmla="*/ 1934634 h 2053176"/>
              <a:gd name="connsiteX1650" fmla="*/ 3175034 w 12188965"/>
              <a:gd name="connsiteY1650" fmla="*/ 1934634 h 2053176"/>
              <a:gd name="connsiteX1651" fmla="*/ 3200692 w 12188965"/>
              <a:gd name="connsiteY1651" fmla="*/ 1960293 h 2053176"/>
              <a:gd name="connsiteX1652" fmla="*/ 3175034 w 12188965"/>
              <a:gd name="connsiteY1652" fmla="*/ 1985952 h 2053176"/>
              <a:gd name="connsiteX1653" fmla="*/ 3149375 w 12188965"/>
              <a:gd name="connsiteY1653" fmla="*/ 1960293 h 2053176"/>
              <a:gd name="connsiteX1654" fmla="*/ 3175034 w 12188965"/>
              <a:gd name="connsiteY1654" fmla="*/ 1934634 h 2053176"/>
              <a:gd name="connsiteX1655" fmla="*/ 3110828 w 12188965"/>
              <a:gd name="connsiteY1655" fmla="*/ 1934634 h 2053176"/>
              <a:gd name="connsiteX1656" fmla="*/ 3136487 w 12188965"/>
              <a:gd name="connsiteY1656" fmla="*/ 1960293 h 2053176"/>
              <a:gd name="connsiteX1657" fmla="*/ 3110828 w 12188965"/>
              <a:gd name="connsiteY1657" fmla="*/ 1985952 h 2053176"/>
              <a:gd name="connsiteX1658" fmla="*/ 3085170 w 12188965"/>
              <a:gd name="connsiteY1658" fmla="*/ 1960293 h 2053176"/>
              <a:gd name="connsiteX1659" fmla="*/ 3110828 w 12188965"/>
              <a:gd name="connsiteY1659" fmla="*/ 1934634 h 2053176"/>
              <a:gd name="connsiteX1660" fmla="*/ 3046623 w 12188965"/>
              <a:gd name="connsiteY1660" fmla="*/ 1934634 h 2053176"/>
              <a:gd name="connsiteX1661" fmla="*/ 3072282 w 12188965"/>
              <a:gd name="connsiteY1661" fmla="*/ 1960293 h 2053176"/>
              <a:gd name="connsiteX1662" fmla="*/ 3046623 w 12188965"/>
              <a:gd name="connsiteY1662" fmla="*/ 1985952 h 2053176"/>
              <a:gd name="connsiteX1663" fmla="*/ 3020964 w 12188965"/>
              <a:gd name="connsiteY1663" fmla="*/ 1960293 h 2053176"/>
              <a:gd name="connsiteX1664" fmla="*/ 3046623 w 12188965"/>
              <a:gd name="connsiteY1664" fmla="*/ 1934634 h 2053176"/>
              <a:gd name="connsiteX1665" fmla="*/ 2982301 w 12188965"/>
              <a:gd name="connsiteY1665" fmla="*/ 1934634 h 2053176"/>
              <a:gd name="connsiteX1666" fmla="*/ 3007960 w 12188965"/>
              <a:gd name="connsiteY1666" fmla="*/ 1960293 h 2053176"/>
              <a:gd name="connsiteX1667" fmla="*/ 2982301 w 12188965"/>
              <a:gd name="connsiteY1667" fmla="*/ 1985952 h 2053176"/>
              <a:gd name="connsiteX1668" fmla="*/ 2956642 w 12188965"/>
              <a:gd name="connsiteY1668" fmla="*/ 1960293 h 2053176"/>
              <a:gd name="connsiteX1669" fmla="*/ 2982301 w 12188965"/>
              <a:gd name="connsiteY1669" fmla="*/ 1934634 h 2053176"/>
              <a:gd name="connsiteX1670" fmla="*/ 2918096 w 12188965"/>
              <a:gd name="connsiteY1670" fmla="*/ 1934634 h 2053176"/>
              <a:gd name="connsiteX1671" fmla="*/ 2943755 w 12188965"/>
              <a:gd name="connsiteY1671" fmla="*/ 1960293 h 2053176"/>
              <a:gd name="connsiteX1672" fmla="*/ 2918096 w 12188965"/>
              <a:gd name="connsiteY1672" fmla="*/ 1985952 h 2053176"/>
              <a:gd name="connsiteX1673" fmla="*/ 2892438 w 12188965"/>
              <a:gd name="connsiteY1673" fmla="*/ 1960293 h 2053176"/>
              <a:gd name="connsiteX1674" fmla="*/ 2918096 w 12188965"/>
              <a:gd name="connsiteY1674" fmla="*/ 1934634 h 2053176"/>
              <a:gd name="connsiteX1675" fmla="*/ 2853890 w 12188965"/>
              <a:gd name="connsiteY1675" fmla="*/ 1934634 h 2053176"/>
              <a:gd name="connsiteX1676" fmla="*/ 2879550 w 12188965"/>
              <a:gd name="connsiteY1676" fmla="*/ 1960293 h 2053176"/>
              <a:gd name="connsiteX1677" fmla="*/ 2853890 w 12188965"/>
              <a:gd name="connsiteY1677" fmla="*/ 1985952 h 2053176"/>
              <a:gd name="connsiteX1678" fmla="*/ 2828231 w 12188965"/>
              <a:gd name="connsiteY1678" fmla="*/ 1960293 h 2053176"/>
              <a:gd name="connsiteX1679" fmla="*/ 2853890 w 12188965"/>
              <a:gd name="connsiteY1679" fmla="*/ 1934634 h 2053176"/>
              <a:gd name="connsiteX1680" fmla="*/ 2789686 w 12188965"/>
              <a:gd name="connsiteY1680" fmla="*/ 1934634 h 2053176"/>
              <a:gd name="connsiteX1681" fmla="*/ 2815344 w 12188965"/>
              <a:gd name="connsiteY1681" fmla="*/ 1960293 h 2053176"/>
              <a:gd name="connsiteX1682" fmla="*/ 2789686 w 12188965"/>
              <a:gd name="connsiteY1682" fmla="*/ 1985952 h 2053176"/>
              <a:gd name="connsiteX1683" fmla="*/ 2764027 w 12188965"/>
              <a:gd name="connsiteY1683" fmla="*/ 1960293 h 2053176"/>
              <a:gd name="connsiteX1684" fmla="*/ 2789686 w 12188965"/>
              <a:gd name="connsiteY1684" fmla="*/ 1934634 h 2053176"/>
              <a:gd name="connsiteX1685" fmla="*/ 2725480 w 12188965"/>
              <a:gd name="connsiteY1685" fmla="*/ 1934634 h 2053176"/>
              <a:gd name="connsiteX1686" fmla="*/ 2751140 w 12188965"/>
              <a:gd name="connsiteY1686" fmla="*/ 1960293 h 2053176"/>
              <a:gd name="connsiteX1687" fmla="*/ 2725480 w 12188965"/>
              <a:gd name="connsiteY1687" fmla="*/ 1985952 h 2053176"/>
              <a:gd name="connsiteX1688" fmla="*/ 2699821 w 12188965"/>
              <a:gd name="connsiteY1688" fmla="*/ 1960293 h 2053176"/>
              <a:gd name="connsiteX1689" fmla="*/ 2725480 w 12188965"/>
              <a:gd name="connsiteY1689" fmla="*/ 1934634 h 2053176"/>
              <a:gd name="connsiteX1690" fmla="*/ 2661276 w 12188965"/>
              <a:gd name="connsiteY1690" fmla="*/ 1934634 h 2053176"/>
              <a:gd name="connsiteX1691" fmla="*/ 2686933 w 12188965"/>
              <a:gd name="connsiteY1691" fmla="*/ 1960293 h 2053176"/>
              <a:gd name="connsiteX1692" fmla="*/ 2661276 w 12188965"/>
              <a:gd name="connsiteY1692" fmla="*/ 1985952 h 2053176"/>
              <a:gd name="connsiteX1693" fmla="*/ 2635616 w 12188965"/>
              <a:gd name="connsiteY1693" fmla="*/ 1960293 h 2053176"/>
              <a:gd name="connsiteX1694" fmla="*/ 2661276 w 12188965"/>
              <a:gd name="connsiteY1694" fmla="*/ 1934634 h 2053176"/>
              <a:gd name="connsiteX1695" fmla="*/ 2597069 w 12188965"/>
              <a:gd name="connsiteY1695" fmla="*/ 1934634 h 2053176"/>
              <a:gd name="connsiteX1696" fmla="*/ 2622729 w 12188965"/>
              <a:gd name="connsiteY1696" fmla="*/ 1960293 h 2053176"/>
              <a:gd name="connsiteX1697" fmla="*/ 2597069 w 12188965"/>
              <a:gd name="connsiteY1697" fmla="*/ 1985952 h 2053176"/>
              <a:gd name="connsiteX1698" fmla="*/ 2571410 w 12188965"/>
              <a:gd name="connsiteY1698" fmla="*/ 1960293 h 2053176"/>
              <a:gd name="connsiteX1699" fmla="*/ 2597069 w 12188965"/>
              <a:gd name="connsiteY1699" fmla="*/ 1934634 h 2053176"/>
              <a:gd name="connsiteX1700" fmla="*/ 2532865 w 12188965"/>
              <a:gd name="connsiteY1700" fmla="*/ 1934634 h 2053176"/>
              <a:gd name="connsiteX1701" fmla="*/ 2558523 w 12188965"/>
              <a:gd name="connsiteY1701" fmla="*/ 1960293 h 2053176"/>
              <a:gd name="connsiteX1702" fmla="*/ 2532865 w 12188965"/>
              <a:gd name="connsiteY1702" fmla="*/ 1985952 h 2053176"/>
              <a:gd name="connsiteX1703" fmla="*/ 2507205 w 12188965"/>
              <a:gd name="connsiteY1703" fmla="*/ 1960293 h 2053176"/>
              <a:gd name="connsiteX1704" fmla="*/ 2532865 w 12188965"/>
              <a:gd name="connsiteY1704" fmla="*/ 1934634 h 2053176"/>
              <a:gd name="connsiteX1705" fmla="*/ 2468658 w 12188965"/>
              <a:gd name="connsiteY1705" fmla="*/ 1934634 h 2053176"/>
              <a:gd name="connsiteX1706" fmla="*/ 2494318 w 12188965"/>
              <a:gd name="connsiteY1706" fmla="*/ 1960293 h 2053176"/>
              <a:gd name="connsiteX1707" fmla="*/ 2468658 w 12188965"/>
              <a:gd name="connsiteY1707" fmla="*/ 1985952 h 2053176"/>
              <a:gd name="connsiteX1708" fmla="*/ 2443000 w 12188965"/>
              <a:gd name="connsiteY1708" fmla="*/ 1960293 h 2053176"/>
              <a:gd name="connsiteX1709" fmla="*/ 2468658 w 12188965"/>
              <a:gd name="connsiteY1709" fmla="*/ 1934634 h 2053176"/>
              <a:gd name="connsiteX1710" fmla="*/ 2404454 w 12188965"/>
              <a:gd name="connsiteY1710" fmla="*/ 1934634 h 2053176"/>
              <a:gd name="connsiteX1711" fmla="*/ 2430112 w 12188965"/>
              <a:gd name="connsiteY1711" fmla="*/ 1960293 h 2053176"/>
              <a:gd name="connsiteX1712" fmla="*/ 2404454 w 12188965"/>
              <a:gd name="connsiteY1712" fmla="*/ 1985952 h 2053176"/>
              <a:gd name="connsiteX1713" fmla="*/ 2378795 w 12188965"/>
              <a:gd name="connsiteY1713" fmla="*/ 1960293 h 2053176"/>
              <a:gd name="connsiteX1714" fmla="*/ 2404454 w 12188965"/>
              <a:gd name="connsiteY1714" fmla="*/ 1934634 h 2053176"/>
              <a:gd name="connsiteX1715" fmla="*/ 2340249 w 12188965"/>
              <a:gd name="connsiteY1715" fmla="*/ 1934634 h 2053176"/>
              <a:gd name="connsiteX1716" fmla="*/ 2365908 w 12188965"/>
              <a:gd name="connsiteY1716" fmla="*/ 1960293 h 2053176"/>
              <a:gd name="connsiteX1717" fmla="*/ 2340249 w 12188965"/>
              <a:gd name="connsiteY1717" fmla="*/ 1985952 h 2053176"/>
              <a:gd name="connsiteX1718" fmla="*/ 2314590 w 12188965"/>
              <a:gd name="connsiteY1718" fmla="*/ 1960293 h 2053176"/>
              <a:gd name="connsiteX1719" fmla="*/ 2340249 w 12188965"/>
              <a:gd name="connsiteY1719" fmla="*/ 1934634 h 2053176"/>
              <a:gd name="connsiteX1720" fmla="*/ 2276044 w 12188965"/>
              <a:gd name="connsiteY1720" fmla="*/ 1934634 h 2053176"/>
              <a:gd name="connsiteX1721" fmla="*/ 2301702 w 12188965"/>
              <a:gd name="connsiteY1721" fmla="*/ 1960293 h 2053176"/>
              <a:gd name="connsiteX1722" fmla="*/ 2276044 w 12188965"/>
              <a:gd name="connsiteY1722" fmla="*/ 1985952 h 2053176"/>
              <a:gd name="connsiteX1723" fmla="*/ 2250385 w 12188965"/>
              <a:gd name="connsiteY1723" fmla="*/ 1960293 h 2053176"/>
              <a:gd name="connsiteX1724" fmla="*/ 2276044 w 12188965"/>
              <a:gd name="connsiteY1724" fmla="*/ 1934634 h 2053176"/>
              <a:gd name="connsiteX1725" fmla="*/ 2211838 w 12188965"/>
              <a:gd name="connsiteY1725" fmla="*/ 1934634 h 2053176"/>
              <a:gd name="connsiteX1726" fmla="*/ 2237497 w 12188965"/>
              <a:gd name="connsiteY1726" fmla="*/ 1960293 h 2053176"/>
              <a:gd name="connsiteX1727" fmla="*/ 2211838 w 12188965"/>
              <a:gd name="connsiteY1727" fmla="*/ 1985952 h 2053176"/>
              <a:gd name="connsiteX1728" fmla="*/ 2186178 w 12188965"/>
              <a:gd name="connsiteY1728" fmla="*/ 1960293 h 2053176"/>
              <a:gd name="connsiteX1729" fmla="*/ 2211838 w 12188965"/>
              <a:gd name="connsiteY1729" fmla="*/ 1934634 h 2053176"/>
              <a:gd name="connsiteX1730" fmla="*/ 2147633 w 12188965"/>
              <a:gd name="connsiteY1730" fmla="*/ 1934634 h 2053176"/>
              <a:gd name="connsiteX1731" fmla="*/ 2173293 w 12188965"/>
              <a:gd name="connsiteY1731" fmla="*/ 1960293 h 2053176"/>
              <a:gd name="connsiteX1732" fmla="*/ 2147633 w 12188965"/>
              <a:gd name="connsiteY1732" fmla="*/ 1985952 h 2053176"/>
              <a:gd name="connsiteX1733" fmla="*/ 2121975 w 12188965"/>
              <a:gd name="connsiteY1733" fmla="*/ 1960293 h 2053176"/>
              <a:gd name="connsiteX1734" fmla="*/ 2147633 w 12188965"/>
              <a:gd name="connsiteY1734" fmla="*/ 1934634 h 2053176"/>
              <a:gd name="connsiteX1735" fmla="*/ 2083427 w 12188965"/>
              <a:gd name="connsiteY1735" fmla="*/ 1934634 h 2053176"/>
              <a:gd name="connsiteX1736" fmla="*/ 2109087 w 12188965"/>
              <a:gd name="connsiteY1736" fmla="*/ 1960293 h 2053176"/>
              <a:gd name="connsiteX1737" fmla="*/ 2083427 w 12188965"/>
              <a:gd name="connsiteY1737" fmla="*/ 1985952 h 2053176"/>
              <a:gd name="connsiteX1738" fmla="*/ 2057768 w 12188965"/>
              <a:gd name="connsiteY1738" fmla="*/ 1960293 h 2053176"/>
              <a:gd name="connsiteX1739" fmla="*/ 2083427 w 12188965"/>
              <a:gd name="connsiteY1739" fmla="*/ 1934634 h 2053176"/>
              <a:gd name="connsiteX1740" fmla="*/ 2019222 w 12188965"/>
              <a:gd name="connsiteY1740" fmla="*/ 1934634 h 2053176"/>
              <a:gd name="connsiteX1741" fmla="*/ 2044880 w 12188965"/>
              <a:gd name="connsiteY1741" fmla="*/ 1960293 h 2053176"/>
              <a:gd name="connsiteX1742" fmla="*/ 2019222 w 12188965"/>
              <a:gd name="connsiteY1742" fmla="*/ 1985952 h 2053176"/>
              <a:gd name="connsiteX1743" fmla="*/ 1993563 w 12188965"/>
              <a:gd name="connsiteY1743" fmla="*/ 1960293 h 2053176"/>
              <a:gd name="connsiteX1744" fmla="*/ 2019222 w 12188965"/>
              <a:gd name="connsiteY1744" fmla="*/ 1934634 h 2053176"/>
              <a:gd name="connsiteX1745" fmla="*/ 1955016 w 12188965"/>
              <a:gd name="connsiteY1745" fmla="*/ 1934634 h 2053176"/>
              <a:gd name="connsiteX1746" fmla="*/ 1980676 w 12188965"/>
              <a:gd name="connsiteY1746" fmla="*/ 1960293 h 2053176"/>
              <a:gd name="connsiteX1747" fmla="*/ 1955016 w 12188965"/>
              <a:gd name="connsiteY1747" fmla="*/ 1985952 h 2053176"/>
              <a:gd name="connsiteX1748" fmla="*/ 1929358 w 12188965"/>
              <a:gd name="connsiteY1748" fmla="*/ 1960293 h 2053176"/>
              <a:gd name="connsiteX1749" fmla="*/ 1955016 w 12188965"/>
              <a:gd name="connsiteY1749" fmla="*/ 1934634 h 2053176"/>
              <a:gd name="connsiteX1750" fmla="*/ 1890696 w 12188965"/>
              <a:gd name="connsiteY1750" fmla="*/ 1934634 h 2053176"/>
              <a:gd name="connsiteX1751" fmla="*/ 1916355 w 12188965"/>
              <a:gd name="connsiteY1751" fmla="*/ 1960293 h 2053176"/>
              <a:gd name="connsiteX1752" fmla="*/ 1890696 w 12188965"/>
              <a:gd name="connsiteY1752" fmla="*/ 1985952 h 2053176"/>
              <a:gd name="connsiteX1753" fmla="*/ 1865037 w 12188965"/>
              <a:gd name="connsiteY1753" fmla="*/ 1960293 h 2053176"/>
              <a:gd name="connsiteX1754" fmla="*/ 1890696 w 12188965"/>
              <a:gd name="connsiteY1754" fmla="*/ 1934634 h 2053176"/>
              <a:gd name="connsiteX1755" fmla="*/ 1826490 w 12188965"/>
              <a:gd name="connsiteY1755" fmla="*/ 1934634 h 2053176"/>
              <a:gd name="connsiteX1756" fmla="*/ 1852149 w 12188965"/>
              <a:gd name="connsiteY1756" fmla="*/ 1960293 h 2053176"/>
              <a:gd name="connsiteX1757" fmla="*/ 1826490 w 12188965"/>
              <a:gd name="connsiteY1757" fmla="*/ 1985952 h 2053176"/>
              <a:gd name="connsiteX1758" fmla="*/ 1800830 w 12188965"/>
              <a:gd name="connsiteY1758" fmla="*/ 1960293 h 2053176"/>
              <a:gd name="connsiteX1759" fmla="*/ 1826490 w 12188965"/>
              <a:gd name="connsiteY1759" fmla="*/ 1934634 h 2053176"/>
              <a:gd name="connsiteX1760" fmla="*/ 1762285 w 12188965"/>
              <a:gd name="connsiteY1760" fmla="*/ 1934634 h 2053176"/>
              <a:gd name="connsiteX1761" fmla="*/ 1787944 w 12188965"/>
              <a:gd name="connsiteY1761" fmla="*/ 1960293 h 2053176"/>
              <a:gd name="connsiteX1762" fmla="*/ 1762285 w 12188965"/>
              <a:gd name="connsiteY1762" fmla="*/ 1985952 h 2053176"/>
              <a:gd name="connsiteX1763" fmla="*/ 1736626 w 12188965"/>
              <a:gd name="connsiteY1763" fmla="*/ 1960293 h 2053176"/>
              <a:gd name="connsiteX1764" fmla="*/ 1762285 w 12188965"/>
              <a:gd name="connsiteY1764" fmla="*/ 1934634 h 2053176"/>
              <a:gd name="connsiteX1765" fmla="*/ 1698080 w 12188965"/>
              <a:gd name="connsiteY1765" fmla="*/ 1934634 h 2053176"/>
              <a:gd name="connsiteX1766" fmla="*/ 1723738 w 12188965"/>
              <a:gd name="connsiteY1766" fmla="*/ 1960293 h 2053176"/>
              <a:gd name="connsiteX1767" fmla="*/ 1698080 w 12188965"/>
              <a:gd name="connsiteY1767" fmla="*/ 1985952 h 2053176"/>
              <a:gd name="connsiteX1768" fmla="*/ 1672420 w 12188965"/>
              <a:gd name="connsiteY1768" fmla="*/ 1960293 h 2053176"/>
              <a:gd name="connsiteX1769" fmla="*/ 1698080 w 12188965"/>
              <a:gd name="connsiteY1769" fmla="*/ 1934634 h 2053176"/>
              <a:gd name="connsiteX1770" fmla="*/ 1633874 w 12188965"/>
              <a:gd name="connsiteY1770" fmla="*/ 1934634 h 2053176"/>
              <a:gd name="connsiteX1771" fmla="*/ 1659533 w 12188965"/>
              <a:gd name="connsiteY1771" fmla="*/ 1960293 h 2053176"/>
              <a:gd name="connsiteX1772" fmla="*/ 1633874 w 12188965"/>
              <a:gd name="connsiteY1772" fmla="*/ 1985952 h 2053176"/>
              <a:gd name="connsiteX1773" fmla="*/ 1608216 w 12188965"/>
              <a:gd name="connsiteY1773" fmla="*/ 1960293 h 2053176"/>
              <a:gd name="connsiteX1774" fmla="*/ 1633874 w 12188965"/>
              <a:gd name="connsiteY1774" fmla="*/ 1934634 h 2053176"/>
              <a:gd name="connsiteX1775" fmla="*/ 1569669 w 12188965"/>
              <a:gd name="connsiteY1775" fmla="*/ 1934634 h 2053176"/>
              <a:gd name="connsiteX1776" fmla="*/ 1595328 w 12188965"/>
              <a:gd name="connsiteY1776" fmla="*/ 1960293 h 2053176"/>
              <a:gd name="connsiteX1777" fmla="*/ 1569669 w 12188965"/>
              <a:gd name="connsiteY1777" fmla="*/ 1985952 h 2053176"/>
              <a:gd name="connsiteX1778" fmla="*/ 1544010 w 12188965"/>
              <a:gd name="connsiteY1778" fmla="*/ 1960293 h 2053176"/>
              <a:gd name="connsiteX1779" fmla="*/ 1569669 w 12188965"/>
              <a:gd name="connsiteY1779" fmla="*/ 1934634 h 2053176"/>
              <a:gd name="connsiteX1780" fmla="*/ 1505464 w 12188965"/>
              <a:gd name="connsiteY1780" fmla="*/ 1934634 h 2053176"/>
              <a:gd name="connsiteX1781" fmla="*/ 1531123 w 12188965"/>
              <a:gd name="connsiteY1781" fmla="*/ 1960293 h 2053176"/>
              <a:gd name="connsiteX1782" fmla="*/ 1505464 w 12188965"/>
              <a:gd name="connsiteY1782" fmla="*/ 1985952 h 2053176"/>
              <a:gd name="connsiteX1783" fmla="*/ 1479806 w 12188965"/>
              <a:gd name="connsiteY1783" fmla="*/ 1960293 h 2053176"/>
              <a:gd name="connsiteX1784" fmla="*/ 1505464 w 12188965"/>
              <a:gd name="connsiteY1784" fmla="*/ 1934634 h 2053176"/>
              <a:gd name="connsiteX1785" fmla="*/ 1441258 w 12188965"/>
              <a:gd name="connsiteY1785" fmla="*/ 1934634 h 2053176"/>
              <a:gd name="connsiteX1786" fmla="*/ 1466917 w 12188965"/>
              <a:gd name="connsiteY1786" fmla="*/ 1960293 h 2053176"/>
              <a:gd name="connsiteX1787" fmla="*/ 1441258 w 12188965"/>
              <a:gd name="connsiteY1787" fmla="*/ 1985952 h 2053176"/>
              <a:gd name="connsiteX1788" fmla="*/ 1415599 w 12188965"/>
              <a:gd name="connsiteY1788" fmla="*/ 1960293 h 2053176"/>
              <a:gd name="connsiteX1789" fmla="*/ 1441258 w 12188965"/>
              <a:gd name="connsiteY1789" fmla="*/ 1934634 h 2053176"/>
              <a:gd name="connsiteX1790" fmla="*/ 1377053 w 12188965"/>
              <a:gd name="connsiteY1790" fmla="*/ 1934634 h 2053176"/>
              <a:gd name="connsiteX1791" fmla="*/ 1402712 w 12188965"/>
              <a:gd name="connsiteY1791" fmla="*/ 1960293 h 2053176"/>
              <a:gd name="connsiteX1792" fmla="*/ 1377053 w 12188965"/>
              <a:gd name="connsiteY1792" fmla="*/ 1985952 h 2053176"/>
              <a:gd name="connsiteX1793" fmla="*/ 1351395 w 12188965"/>
              <a:gd name="connsiteY1793" fmla="*/ 1960293 h 2053176"/>
              <a:gd name="connsiteX1794" fmla="*/ 1377053 w 12188965"/>
              <a:gd name="connsiteY1794" fmla="*/ 1934634 h 2053176"/>
              <a:gd name="connsiteX1795" fmla="*/ 1312848 w 12188965"/>
              <a:gd name="connsiteY1795" fmla="*/ 1934634 h 2053176"/>
              <a:gd name="connsiteX1796" fmla="*/ 1338507 w 12188965"/>
              <a:gd name="connsiteY1796" fmla="*/ 1960293 h 2053176"/>
              <a:gd name="connsiteX1797" fmla="*/ 1312848 w 12188965"/>
              <a:gd name="connsiteY1797" fmla="*/ 1985952 h 2053176"/>
              <a:gd name="connsiteX1798" fmla="*/ 1287190 w 12188965"/>
              <a:gd name="connsiteY1798" fmla="*/ 1960293 h 2053176"/>
              <a:gd name="connsiteX1799" fmla="*/ 1312848 w 12188965"/>
              <a:gd name="connsiteY1799" fmla="*/ 1934634 h 2053176"/>
              <a:gd name="connsiteX1800" fmla="*/ 1248643 w 12188965"/>
              <a:gd name="connsiteY1800" fmla="*/ 1934634 h 2053176"/>
              <a:gd name="connsiteX1801" fmla="*/ 1274302 w 12188965"/>
              <a:gd name="connsiteY1801" fmla="*/ 1960293 h 2053176"/>
              <a:gd name="connsiteX1802" fmla="*/ 1248643 w 12188965"/>
              <a:gd name="connsiteY1802" fmla="*/ 1985952 h 2053176"/>
              <a:gd name="connsiteX1803" fmla="*/ 1222984 w 12188965"/>
              <a:gd name="connsiteY1803" fmla="*/ 1960293 h 2053176"/>
              <a:gd name="connsiteX1804" fmla="*/ 1248643 w 12188965"/>
              <a:gd name="connsiteY1804" fmla="*/ 1934634 h 2053176"/>
              <a:gd name="connsiteX1805" fmla="*/ 1184437 w 12188965"/>
              <a:gd name="connsiteY1805" fmla="*/ 1934634 h 2053176"/>
              <a:gd name="connsiteX1806" fmla="*/ 1210096 w 12188965"/>
              <a:gd name="connsiteY1806" fmla="*/ 1960293 h 2053176"/>
              <a:gd name="connsiteX1807" fmla="*/ 1184437 w 12188965"/>
              <a:gd name="connsiteY1807" fmla="*/ 1985952 h 2053176"/>
              <a:gd name="connsiteX1808" fmla="*/ 1158780 w 12188965"/>
              <a:gd name="connsiteY1808" fmla="*/ 1960293 h 2053176"/>
              <a:gd name="connsiteX1809" fmla="*/ 1184437 w 12188965"/>
              <a:gd name="connsiteY1809" fmla="*/ 1934634 h 2053176"/>
              <a:gd name="connsiteX1810" fmla="*/ 1120233 w 12188965"/>
              <a:gd name="connsiteY1810" fmla="*/ 1934634 h 2053176"/>
              <a:gd name="connsiteX1811" fmla="*/ 1145892 w 12188965"/>
              <a:gd name="connsiteY1811" fmla="*/ 1960293 h 2053176"/>
              <a:gd name="connsiteX1812" fmla="*/ 1120233 w 12188965"/>
              <a:gd name="connsiteY1812" fmla="*/ 1985952 h 2053176"/>
              <a:gd name="connsiteX1813" fmla="*/ 1094573 w 12188965"/>
              <a:gd name="connsiteY1813" fmla="*/ 1960293 h 2053176"/>
              <a:gd name="connsiteX1814" fmla="*/ 1120233 w 12188965"/>
              <a:gd name="connsiteY1814" fmla="*/ 1934634 h 2053176"/>
              <a:gd name="connsiteX1815" fmla="*/ 1056027 w 12188965"/>
              <a:gd name="connsiteY1815" fmla="*/ 1934634 h 2053176"/>
              <a:gd name="connsiteX1816" fmla="*/ 1081685 w 12188965"/>
              <a:gd name="connsiteY1816" fmla="*/ 1960293 h 2053176"/>
              <a:gd name="connsiteX1817" fmla="*/ 1056027 w 12188965"/>
              <a:gd name="connsiteY1817" fmla="*/ 1985952 h 2053176"/>
              <a:gd name="connsiteX1818" fmla="*/ 1030369 w 12188965"/>
              <a:gd name="connsiteY1818" fmla="*/ 1960293 h 2053176"/>
              <a:gd name="connsiteX1819" fmla="*/ 1056027 w 12188965"/>
              <a:gd name="connsiteY1819" fmla="*/ 1934634 h 2053176"/>
              <a:gd name="connsiteX1820" fmla="*/ 991823 w 12188965"/>
              <a:gd name="connsiteY1820" fmla="*/ 1934634 h 2053176"/>
              <a:gd name="connsiteX1821" fmla="*/ 1017481 w 12188965"/>
              <a:gd name="connsiteY1821" fmla="*/ 1960293 h 2053176"/>
              <a:gd name="connsiteX1822" fmla="*/ 991823 w 12188965"/>
              <a:gd name="connsiteY1822" fmla="*/ 1985952 h 2053176"/>
              <a:gd name="connsiteX1823" fmla="*/ 966162 w 12188965"/>
              <a:gd name="connsiteY1823" fmla="*/ 1960293 h 2053176"/>
              <a:gd name="connsiteX1824" fmla="*/ 991823 w 12188965"/>
              <a:gd name="connsiteY1824" fmla="*/ 1934634 h 2053176"/>
              <a:gd name="connsiteX1825" fmla="*/ 927616 w 12188965"/>
              <a:gd name="connsiteY1825" fmla="*/ 1934634 h 2053176"/>
              <a:gd name="connsiteX1826" fmla="*/ 953275 w 12188965"/>
              <a:gd name="connsiteY1826" fmla="*/ 1960293 h 2053176"/>
              <a:gd name="connsiteX1827" fmla="*/ 927616 w 12188965"/>
              <a:gd name="connsiteY1827" fmla="*/ 1985952 h 2053176"/>
              <a:gd name="connsiteX1828" fmla="*/ 901957 w 12188965"/>
              <a:gd name="connsiteY1828" fmla="*/ 1960293 h 2053176"/>
              <a:gd name="connsiteX1829" fmla="*/ 927616 w 12188965"/>
              <a:gd name="connsiteY1829" fmla="*/ 1934634 h 2053176"/>
              <a:gd name="connsiteX1830" fmla="*/ 863411 w 12188965"/>
              <a:gd name="connsiteY1830" fmla="*/ 1934634 h 2053176"/>
              <a:gd name="connsiteX1831" fmla="*/ 889071 w 12188965"/>
              <a:gd name="connsiteY1831" fmla="*/ 1960293 h 2053176"/>
              <a:gd name="connsiteX1832" fmla="*/ 863411 w 12188965"/>
              <a:gd name="connsiteY1832" fmla="*/ 1985952 h 2053176"/>
              <a:gd name="connsiteX1833" fmla="*/ 837752 w 12188965"/>
              <a:gd name="connsiteY1833" fmla="*/ 1960293 h 2053176"/>
              <a:gd name="connsiteX1834" fmla="*/ 863411 w 12188965"/>
              <a:gd name="connsiteY1834" fmla="*/ 1934634 h 2053176"/>
              <a:gd name="connsiteX1835" fmla="*/ 799089 w 12188965"/>
              <a:gd name="connsiteY1835" fmla="*/ 1934634 h 2053176"/>
              <a:gd name="connsiteX1836" fmla="*/ 824748 w 12188965"/>
              <a:gd name="connsiteY1836" fmla="*/ 1960293 h 2053176"/>
              <a:gd name="connsiteX1837" fmla="*/ 799089 w 12188965"/>
              <a:gd name="connsiteY1837" fmla="*/ 1985952 h 2053176"/>
              <a:gd name="connsiteX1838" fmla="*/ 773432 w 12188965"/>
              <a:gd name="connsiteY1838" fmla="*/ 1960293 h 2053176"/>
              <a:gd name="connsiteX1839" fmla="*/ 799089 w 12188965"/>
              <a:gd name="connsiteY1839" fmla="*/ 1934634 h 2053176"/>
              <a:gd name="connsiteX1840" fmla="*/ 734885 w 12188965"/>
              <a:gd name="connsiteY1840" fmla="*/ 1934634 h 2053176"/>
              <a:gd name="connsiteX1841" fmla="*/ 760544 w 12188965"/>
              <a:gd name="connsiteY1841" fmla="*/ 1960293 h 2053176"/>
              <a:gd name="connsiteX1842" fmla="*/ 734885 w 12188965"/>
              <a:gd name="connsiteY1842" fmla="*/ 1985952 h 2053176"/>
              <a:gd name="connsiteX1843" fmla="*/ 709225 w 12188965"/>
              <a:gd name="connsiteY1843" fmla="*/ 1960293 h 2053176"/>
              <a:gd name="connsiteX1844" fmla="*/ 734885 w 12188965"/>
              <a:gd name="connsiteY1844" fmla="*/ 1934634 h 2053176"/>
              <a:gd name="connsiteX1845" fmla="*/ 670679 w 12188965"/>
              <a:gd name="connsiteY1845" fmla="*/ 1934634 h 2053176"/>
              <a:gd name="connsiteX1846" fmla="*/ 696338 w 12188965"/>
              <a:gd name="connsiteY1846" fmla="*/ 1960293 h 2053176"/>
              <a:gd name="connsiteX1847" fmla="*/ 670679 w 12188965"/>
              <a:gd name="connsiteY1847" fmla="*/ 1985952 h 2053176"/>
              <a:gd name="connsiteX1848" fmla="*/ 645020 w 12188965"/>
              <a:gd name="connsiteY1848" fmla="*/ 1960293 h 2053176"/>
              <a:gd name="connsiteX1849" fmla="*/ 670679 w 12188965"/>
              <a:gd name="connsiteY1849" fmla="*/ 1934634 h 2053176"/>
              <a:gd name="connsiteX1850" fmla="*/ 606475 w 12188965"/>
              <a:gd name="connsiteY1850" fmla="*/ 1934634 h 2053176"/>
              <a:gd name="connsiteX1851" fmla="*/ 632134 w 12188965"/>
              <a:gd name="connsiteY1851" fmla="*/ 1960293 h 2053176"/>
              <a:gd name="connsiteX1852" fmla="*/ 606475 w 12188965"/>
              <a:gd name="connsiteY1852" fmla="*/ 1985952 h 2053176"/>
              <a:gd name="connsiteX1853" fmla="*/ 580815 w 12188965"/>
              <a:gd name="connsiteY1853" fmla="*/ 1960293 h 2053176"/>
              <a:gd name="connsiteX1854" fmla="*/ 606475 w 12188965"/>
              <a:gd name="connsiteY1854" fmla="*/ 1934634 h 2053176"/>
              <a:gd name="connsiteX1855" fmla="*/ 542268 w 12188965"/>
              <a:gd name="connsiteY1855" fmla="*/ 1934634 h 2053176"/>
              <a:gd name="connsiteX1856" fmla="*/ 567927 w 12188965"/>
              <a:gd name="connsiteY1856" fmla="*/ 1960293 h 2053176"/>
              <a:gd name="connsiteX1857" fmla="*/ 542268 w 12188965"/>
              <a:gd name="connsiteY1857" fmla="*/ 1985952 h 2053176"/>
              <a:gd name="connsiteX1858" fmla="*/ 516610 w 12188965"/>
              <a:gd name="connsiteY1858" fmla="*/ 1960293 h 2053176"/>
              <a:gd name="connsiteX1859" fmla="*/ 542268 w 12188965"/>
              <a:gd name="connsiteY1859" fmla="*/ 1934634 h 2053176"/>
              <a:gd name="connsiteX1860" fmla="*/ 478063 w 12188965"/>
              <a:gd name="connsiteY1860" fmla="*/ 1934634 h 2053176"/>
              <a:gd name="connsiteX1861" fmla="*/ 503724 w 12188965"/>
              <a:gd name="connsiteY1861" fmla="*/ 1960293 h 2053176"/>
              <a:gd name="connsiteX1862" fmla="*/ 478063 w 12188965"/>
              <a:gd name="connsiteY1862" fmla="*/ 1985952 h 2053176"/>
              <a:gd name="connsiteX1863" fmla="*/ 452404 w 12188965"/>
              <a:gd name="connsiteY1863" fmla="*/ 1960293 h 2053176"/>
              <a:gd name="connsiteX1864" fmla="*/ 478063 w 12188965"/>
              <a:gd name="connsiteY1864" fmla="*/ 1934634 h 2053176"/>
              <a:gd name="connsiteX1865" fmla="*/ 413858 w 12188965"/>
              <a:gd name="connsiteY1865" fmla="*/ 1934634 h 2053176"/>
              <a:gd name="connsiteX1866" fmla="*/ 439517 w 12188965"/>
              <a:gd name="connsiteY1866" fmla="*/ 1960293 h 2053176"/>
              <a:gd name="connsiteX1867" fmla="*/ 413858 w 12188965"/>
              <a:gd name="connsiteY1867" fmla="*/ 1985952 h 2053176"/>
              <a:gd name="connsiteX1868" fmla="*/ 388200 w 12188965"/>
              <a:gd name="connsiteY1868" fmla="*/ 1960293 h 2053176"/>
              <a:gd name="connsiteX1869" fmla="*/ 413858 w 12188965"/>
              <a:gd name="connsiteY1869" fmla="*/ 1934634 h 2053176"/>
              <a:gd name="connsiteX1870" fmla="*/ 346686 w 12188965"/>
              <a:gd name="connsiteY1870" fmla="*/ 1934634 h 2053176"/>
              <a:gd name="connsiteX1871" fmla="*/ 372344 w 12188965"/>
              <a:gd name="connsiteY1871" fmla="*/ 1960293 h 2053176"/>
              <a:gd name="connsiteX1872" fmla="*/ 346686 w 12188965"/>
              <a:gd name="connsiteY1872" fmla="*/ 1985952 h 2053176"/>
              <a:gd name="connsiteX1873" fmla="*/ 321027 w 12188965"/>
              <a:gd name="connsiteY1873" fmla="*/ 1960293 h 2053176"/>
              <a:gd name="connsiteX1874" fmla="*/ 346686 w 12188965"/>
              <a:gd name="connsiteY1874" fmla="*/ 1934634 h 2053176"/>
              <a:gd name="connsiteX1875" fmla="*/ 282480 w 12188965"/>
              <a:gd name="connsiteY1875" fmla="*/ 1934634 h 2053176"/>
              <a:gd name="connsiteX1876" fmla="*/ 308138 w 12188965"/>
              <a:gd name="connsiteY1876" fmla="*/ 1960293 h 2053176"/>
              <a:gd name="connsiteX1877" fmla="*/ 282480 w 12188965"/>
              <a:gd name="connsiteY1877" fmla="*/ 1985952 h 2053176"/>
              <a:gd name="connsiteX1878" fmla="*/ 256820 w 12188965"/>
              <a:gd name="connsiteY1878" fmla="*/ 1960293 h 2053176"/>
              <a:gd name="connsiteX1879" fmla="*/ 282480 w 12188965"/>
              <a:gd name="connsiteY1879" fmla="*/ 1934634 h 2053176"/>
              <a:gd name="connsiteX1880" fmla="*/ 218274 w 12188965"/>
              <a:gd name="connsiteY1880" fmla="*/ 1934634 h 2053176"/>
              <a:gd name="connsiteX1881" fmla="*/ 243932 w 12188965"/>
              <a:gd name="connsiteY1881" fmla="*/ 1960293 h 2053176"/>
              <a:gd name="connsiteX1882" fmla="*/ 218274 w 12188965"/>
              <a:gd name="connsiteY1882" fmla="*/ 1985952 h 2053176"/>
              <a:gd name="connsiteX1883" fmla="*/ 192615 w 12188965"/>
              <a:gd name="connsiteY1883" fmla="*/ 1960293 h 2053176"/>
              <a:gd name="connsiteX1884" fmla="*/ 218274 w 12188965"/>
              <a:gd name="connsiteY1884" fmla="*/ 1934634 h 2053176"/>
              <a:gd name="connsiteX1885" fmla="*/ 154069 w 12188965"/>
              <a:gd name="connsiteY1885" fmla="*/ 1934634 h 2053176"/>
              <a:gd name="connsiteX1886" fmla="*/ 179727 w 12188965"/>
              <a:gd name="connsiteY1886" fmla="*/ 1960293 h 2053176"/>
              <a:gd name="connsiteX1887" fmla="*/ 154069 w 12188965"/>
              <a:gd name="connsiteY1887" fmla="*/ 1985952 h 2053176"/>
              <a:gd name="connsiteX1888" fmla="*/ 128410 w 12188965"/>
              <a:gd name="connsiteY1888" fmla="*/ 1960293 h 2053176"/>
              <a:gd name="connsiteX1889" fmla="*/ 154069 w 12188965"/>
              <a:gd name="connsiteY1889" fmla="*/ 1934634 h 2053176"/>
              <a:gd name="connsiteX1890" fmla="*/ 89864 w 12188965"/>
              <a:gd name="connsiteY1890" fmla="*/ 1934634 h 2053176"/>
              <a:gd name="connsiteX1891" fmla="*/ 115522 w 12188965"/>
              <a:gd name="connsiteY1891" fmla="*/ 1960293 h 2053176"/>
              <a:gd name="connsiteX1892" fmla="*/ 89864 w 12188965"/>
              <a:gd name="connsiteY1892" fmla="*/ 1985952 h 2053176"/>
              <a:gd name="connsiteX1893" fmla="*/ 64205 w 12188965"/>
              <a:gd name="connsiteY1893" fmla="*/ 1960293 h 2053176"/>
              <a:gd name="connsiteX1894" fmla="*/ 89864 w 12188965"/>
              <a:gd name="connsiteY1894" fmla="*/ 1934634 h 2053176"/>
              <a:gd name="connsiteX1895" fmla="*/ 25659 w 12188965"/>
              <a:gd name="connsiteY1895" fmla="*/ 1934634 h 2053176"/>
              <a:gd name="connsiteX1896" fmla="*/ 51317 w 12188965"/>
              <a:gd name="connsiteY1896" fmla="*/ 1960293 h 2053176"/>
              <a:gd name="connsiteX1897" fmla="*/ 25659 w 12188965"/>
              <a:gd name="connsiteY1897" fmla="*/ 1985952 h 2053176"/>
              <a:gd name="connsiteX1898" fmla="*/ 0 w 12188965"/>
              <a:gd name="connsiteY1898" fmla="*/ 1960293 h 2053176"/>
              <a:gd name="connsiteX1899" fmla="*/ 25659 w 12188965"/>
              <a:gd name="connsiteY1899" fmla="*/ 1934634 h 2053176"/>
              <a:gd name="connsiteX1900" fmla="*/ 12163307 w 12188965"/>
              <a:gd name="connsiteY1900" fmla="*/ 1867527 h 2053176"/>
              <a:gd name="connsiteX1901" fmla="*/ 12188965 w 12188965"/>
              <a:gd name="connsiteY1901" fmla="*/ 1893185 h 2053176"/>
              <a:gd name="connsiteX1902" fmla="*/ 12163307 w 12188965"/>
              <a:gd name="connsiteY1902" fmla="*/ 1918844 h 2053176"/>
              <a:gd name="connsiteX1903" fmla="*/ 12137649 w 12188965"/>
              <a:gd name="connsiteY1903" fmla="*/ 1893185 h 2053176"/>
              <a:gd name="connsiteX1904" fmla="*/ 12163307 w 12188965"/>
              <a:gd name="connsiteY1904" fmla="*/ 1867527 h 2053176"/>
              <a:gd name="connsiteX1905" fmla="*/ 12099103 w 12188965"/>
              <a:gd name="connsiteY1905" fmla="*/ 1867527 h 2053176"/>
              <a:gd name="connsiteX1906" fmla="*/ 12124761 w 12188965"/>
              <a:gd name="connsiteY1906" fmla="*/ 1893185 h 2053176"/>
              <a:gd name="connsiteX1907" fmla="*/ 12099103 w 12188965"/>
              <a:gd name="connsiteY1907" fmla="*/ 1918844 h 2053176"/>
              <a:gd name="connsiteX1908" fmla="*/ 12073441 w 12188965"/>
              <a:gd name="connsiteY1908" fmla="*/ 1893185 h 2053176"/>
              <a:gd name="connsiteX1909" fmla="*/ 12099103 w 12188965"/>
              <a:gd name="connsiteY1909" fmla="*/ 1867527 h 2053176"/>
              <a:gd name="connsiteX1910" fmla="*/ 12034897 w 12188965"/>
              <a:gd name="connsiteY1910" fmla="*/ 1867527 h 2053176"/>
              <a:gd name="connsiteX1911" fmla="*/ 12060557 w 12188965"/>
              <a:gd name="connsiteY1911" fmla="*/ 1893185 h 2053176"/>
              <a:gd name="connsiteX1912" fmla="*/ 12034897 w 12188965"/>
              <a:gd name="connsiteY1912" fmla="*/ 1918844 h 2053176"/>
              <a:gd name="connsiteX1913" fmla="*/ 12009237 w 12188965"/>
              <a:gd name="connsiteY1913" fmla="*/ 1893185 h 2053176"/>
              <a:gd name="connsiteX1914" fmla="*/ 12034897 w 12188965"/>
              <a:gd name="connsiteY1914" fmla="*/ 1867527 h 2053176"/>
              <a:gd name="connsiteX1915" fmla="*/ 11970691 w 12188965"/>
              <a:gd name="connsiteY1915" fmla="*/ 1867527 h 2053176"/>
              <a:gd name="connsiteX1916" fmla="*/ 11996349 w 12188965"/>
              <a:gd name="connsiteY1916" fmla="*/ 1893185 h 2053176"/>
              <a:gd name="connsiteX1917" fmla="*/ 11970691 w 12188965"/>
              <a:gd name="connsiteY1917" fmla="*/ 1918844 h 2053176"/>
              <a:gd name="connsiteX1918" fmla="*/ 11945033 w 12188965"/>
              <a:gd name="connsiteY1918" fmla="*/ 1893185 h 2053176"/>
              <a:gd name="connsiteX1919" fmla="*/ 11970691 w 12188965"/>
              <a:gd name="connsiteY1919" fmla="*/ 1867527 h 2053176"/>
              <a:gd name="connsiteX1920" fmla="*/ 11906483 w 12188965"/>
              <a:gd name="connsiteY1920" fmla="*/ 1867527 h 2053176"/>
              <a:gd name="connsiteX1921" fmla="*/ 11932145 w 12188965"/>
              <a:gd name="connsiteY1921" fmla="*/ 1893185 h 2053176"/>
              <a:gd name="connsiteX1922" fmla="*/ 11906483 w 12188965"/>
              <a:gd name="connsiteY1922" fmla="*/ 1918844 h 2053176"/>
              <a:gd name="connsiteX1923" fmla="*/ 11880825 w 12188965"/>
              <a:gd name="connsiteY1923" fmla="*/ 1893185 h 2053176"/>
              <a:gd name="connsiteX1924" fmla="*/ 11906483 w 12188965"/>
              <a:gd name="connsiteY1924" fmla="*/ 1867527 h 2053176"/>
              <a:gd name="connsiteX1925" fmla="*/ 11842279 w 12188965"/>
              <a:gd name="connsiteY1925" fmla="*/ 1867527 h 2053176"/>
              <a:gd name="connsiteX1926" fmla="*/ 11867941 w 12188965"/>
              <a:gd name="connsiteY1926" fmla="*/ 1893185 h 2053176"/>
              <a:gd name="connsiteX1927" fmla="*/ 11842279 w 12188965"/>
              <a:gd name="connsiteY1927" fmla="*/ 1918844 h 2053176"/>
              <a:gd name="connsiteX1928" fmla="*/ 11816621 w 12188965"/>
              <a:gd name="connsiteY1928" fmla="*/ 1893185 h 2053176"/>
              <a:gd name="connsiteX1929" fmla="*/ 11842279 w 12188965"/>
              <a:gd name="connsiteY1929" fmla="*/ 1867527 h 2053176"/>
              <a:gd name="connsiteX1930" fmla="*/ 11775107 w 12188965"/>
              <a:gd name="connsiteY1930" fmla="*/ 1867527 h 2053176"/>
              <a:gd name="connsiteX1931" fmla="*/ 11800767 w 12188965"/>
              <a:gd name="connsiteY1931" fmla="*/ 1893185 h 2053176"/>
              <a:gd name="connsiteX1932" fmla="*/ 11775107 w 12188965"/>
              <a:gd name="connsiteY1932" fmla="*/ 1918844 h 2053176"/>
              <a:gd name="connsiteX1933" fmla="*/ 11749449 w 12188965"/>
              <a:gd name="connsiteY1933" fmla="*/ 1893185 h 2053176"/>
              <a:gd name="connsiteX1934" fmla="*/ 11775107 w 12188965"/>
              <a:gd name="connsiteY1934" fmla="*/ 1867527 h 2053176"/>
              <a:gd name="connsiteX1935" fmla="*/ 11710901 w 12188965"/>
              <a:gd name="connsiteY1935" fmla="*/ 1867527 h 2053176"/>
              <a:gd name="connsiteX1936" fmla="*/ 11736561 w 12188965"/>
              <a:gd name="connsiteY1936" fmla="*/ 1893185 h 2053176"/>
              <a:gd name="connsiteX1937" fmla="*/ 11710901 w 12188965"/>
              <a:gd name="connsiteY1937" fmla="*/ 1918844 h 2053176"/>
              <a:gd name="connsiteX1938" fmla="*/ 11685243 w 12188965"/>
              <a:gd name="connsiteY1938" fmla="*/ 1893185 h 2053176"/>
              <a:gd name="connsiteX1939" fmla="*/ 11710901 w 12188965"/>
              <a:gd name="connsiteY1939" fmla="*/ 1867527 h 2053176"/>
              <a:gd name="connsiteX1940" fmla="*/ 11646697 w 12188965"/>
              <a:gd name="connsiteY1940" fmla="*/ 1867527 h 2053176"/>
              <a:gd name="connsiteX1941" fmla="*/ 11672355 w 12188965"/>
              <a:gd name="connsiteY1941" fmla="*/ 1893185 h 2053176"/>
              <a:gd name="connsiteX1942" fmla="*/ 11646697 w 12188965"/>
              <a:gd name="connsiteY1942" fmla="*/ 1918844 h 2053176"/>
              <a:gd name="connsiteX1943" fmla="*/ 11621037 w 12188965"/>
              <a:gd name="connsiteY1943" fmla="*/ 1893185 h 2053176"/>
              <a:gd name="connsiteX1944" fmla="*/ 11646697 w 12188965"/>
              <a:gd name="connsiteY1944" fmla="*/ 1867527 h 2053176"/>
              <a:gd name="connsiteX1945" fmla="*/ 11582491 w 12188965"/>
              <a:gd name="connsiteY1945" fmla="*/ 1867527 h 2053176"/>
              <a:gd name="connsiteX1946" fmla="*/ 11608149 w 12188965"/>
              <a:gd name="connsiteY1946" fmla="*/ 1893185 h 2053176"/>
              <a:gd name="connsiteX1947" fmla="*/ 11582491 w 12188965"/>
              <a:gd name="connsiteY1947" fmla="*/ 1918844 h 2053176"/>
              <a:gd name="connsiteX1948" fmla="*/ 11556833 w 12188965"/>
              <a:gd name="connsiteY1948" fmla="*/ 1893185 h 2053176"/>
              <a:gd name="connsiteX1949" fmla="*/ 11582491 w 12188965"/>
              <a:gd name="connsiteY1949" fmla="*/ 1867527 h 2053176"/>
              <a:gd name="connsiteX1950" fmla="*/ 11518287 w 12188965"/>
              <a:gd name="connsiteY1950" fmla="*/ 1867527 h 2053176"/>
              <a:gd name="connsiteX1951" fmla="*/ 11543945 w 12188965"/>
              <a:gd name="connsiteY1951" fmla="*/ 1893185 h 2053176"/>
              <a:gd name="connsiteX1952" fmla="*/ 11518287 w 12188965"/>
              <a:gd name="connsiteY1952" fmla="*/ 1918844 h 2053176"/>
              <a:gd name="connsiteX1953" fmla="*/ 11492627 w 12188965"/>
              <a:gd name="connsiteY1953" fmla="*/ 1893185 h 2053176"/>
              <a:gd name="connsiteX1954" fmla="*/ 11518287 w 12188965"/>
              <a:gd name="connsiteY1954" fmla="*/ 1867527 h 2053176"/>
              <a:gd name="connsiteX1955" fmla="*/ 11454081 w 12188965"/>
              <a:gd name="connsiteY1955" fmla="*/ 1867527 h 2053176"/>
              <a:gd name="connsiteX1956" fmla="*/ 11479739 w 12188965"/>
              <a:gd name="connsiteY1956" fmla="*/ 1893185 h 2053176"/>
              <a:gd name="connsiteX1957" fmla="*/ 11454081 w 12188965"/>
              <a:gd name="connsiteY1957" fmla="*/ 1918844 h 2053176"/>
              <a:gd name="connsiteX1958" fmla="*/ 11428421 w 12188965"/>
              <a:gd name="connsiteY1958" fmla="*/ 1893185 h 2053176"/>
              <a:gd name="connsiteX1959" fmla="*/ 11454081 w 12188965"/>
              <a:gd name="connsiteY1959" fmla="*/ 1867527 h 2053176"/>
              <a:gd name="connsiteX1960" fmla="*/ 11389875 w 12188965"/>
              <a:gd name="connsiteY1960" fmla="*/ 1867527 h 2053176"/>
              <a:gd name="connsiteX1961" fmla="*/ 11415533 w 12188965"/>
              <a:gd name="connsiteY1961" fmla="*/ 1893185 h 2053176"/>
              <a:gd name="connsiteX1962" fmla="*/ 11389875 w 12188965"/>
              <a:gd name="connsiteY1962" fmla="*/ 1918844 h 2053176"/>
              <a:gd name="connsiteX1963" fmla="*/ 11364217 w 12188965"/>
              <a:gd name="connsiteY1963" fmla="*/ 1893185 h 2053176"/>
              <a:gd name="connsiteX1964" fmla="*/ 11389875 w 12188965"/>
              <a:gd name="connsiteY1964" fmla="*/ 1867527 h 2053176"/>
              <a:gd name="connsiteX1965" fmla="*/ 11325670 w 12188965"/>
              <a:gd name="connsiteY1965" fmla="*/ 1867527 h 2053176"/>
              <a:gd name="connsiteX1966" fmla="*/ 11351329 w 12188965"/>
              <a:gd name="connsiteY1966" fmla="*/ 1893185 h 2053176"/>
              <a:gd name="connsiteX1967" fmla="*/ 11325670 w 12188965"/>
              <a:gd name="connsiteY1967" fmla="*/ 1918844 h 2053176"/>
              <a:gd name="connsiteX1968" fmla="*/ 11300012 w 12188965"/>
              <a:gd name="connsiteY1968" fmla="*/ 1893185 h 2053176"/>
              <a:gd name="connsiteX1969" fmla="*/ 11325670 w 12188965"/>
              <a:gd name="connsiteY1969" fmla="*/ 1867527 h 2053176"/>
              <a:gd name="connsiteX1970" fmla="*/ 11261466 w 12188965"/>
              <a:gd name="connsiteY1970" fmla="*/ 1867527 h 2053176"/>
              <a:gd name="connsiteX1971" fmla="*/ 11287124 w 12188965"/>
              <a:gd name="connsiteY1971" fmla="*/ 1893185 h 2053176"/>
              <a:gd name="connsiteX1972" fmla="*/ 11261466 w 12188965"/>
              <a:gd name="connsiteY1972" fmla="*/ 1918844 h 2053176"/>
              <a:gd name="connsiteX1973" fmla="*/ 11235805 w 12188965"/>
              <a:gd name="connsiteY1973" fmla="*/ 1893185 h 2053176"/>
              <a:gd name="connsiteX1974" fmla="*/ 11261466 w 12188965"/>
              <a:gd name="connsiteY1974" fmla="*/ 1867527 h 2053176"/>
              <a:gd name="connsiteX1975" fmla="*/ 11197259 w 12188965"/>
              <a:gd name="connsiteY1975" fmla="*/ 1867527 h 2053176"/>
              <a:gd name="connsiteX1976" fmla="*/ 11222917 w 12188965"/>
              <a:gd name="connsiteY1976" fmla="*/ 1893185 h 2053176"/>
              <a:gd name="connsiteX1977" fmla="*/ 11197259 w 12188965"/>
              <a:gd name="connsiteY1977" fmla="*/ 1918844 h 2053176"/>
              <a:gd name="connsiteX1978" fmla="*/ 11171601 w 12188965"/>
              <a:gd name="connsiteY1978" fmla="*/ 1893185 h 2053176"/>
              <a:gd name="connsiteX1979" fmla="*/ 11197259 w 12188965"/>
              <a:gd name="connsiteY1979" fmla="*/ 1867527 h 2053176"/>
              <a:gd name="connsiteX1980" fmla="*/ 11133055 w 12188965"/>
              <a:gd name="connsiteY1980" fmla="*/ 1867527 h 2053176"/>
              <a:gd name="connsiteX1981" fmla="*/ 11158713 w 12188965"/>
              <a:gd name="connsiteY1981" fmla="*/ 1893185 h 2053176"/>
              <a:gd name="connsiteX1982" fmla="*/ 11133055 w 12188965"/>
              <a:gd name="connsiteY1982" fmla="*/ 1918844 h 2053176"/>
              <a:gd name="connsiteX1983" fmla="*/ 11107396 w 12188965"/>
              <a:gd name="connsiteY1983" fmla="*/ 1893185 h 2053176"/>
              <a:gd name="connsiteX1984" fmla="*/ 11133055 w 12188965"/>
              <a:gd name="connsiteY1984" fmla="*/ 1867527 h 2053176"/>
              <a:gd name="connsiteX1985" fmla="*/ 11068848 w 12188965"/>
              <a:gd name="connsiteY1985" fmla="*/ 1867527 h 2053176"/>
              <a:gd name="connsiteX1986" fmla="*/ 11094509 w 12188965"/>
              <a:gd name="connsiteY1986" fmla="*/ 1893185 h 2053176"/>
              <a:gd name="connsiteX1987" fmla="*/ 11068848 w 12188965"/>
              <a:gd name="connsiteY1987" fmla="*/ 1918844 h 2053176"/>
              <a:gd name="connsiteX1988" fmla="*/ 11043189 w 12188965"/>
              <a:gd name="connsiteY1988" fmla="*/ 1893185 h 2053176"/>
              <a:gd name="connsiteX1989" fmla="*/ 11068848 w 12188965"/>
              <a:gd name="connsiteY1989" fmla="*/ 1867527 h 2053176"/>
              <a:gd name="connsiteX1990" fmla="*/ 11004643 w 12188965"/>
              <a:gd name="connsiteY1990" fmla="*/ 1867527 h 2053176"/>
              <a:gd name="connsiteX1991" fmla="*/ 11030301 w 12188965"/>
              <a:gd name="connsiteY1991" fmla="*/ 1893185 h 2053176"/>
              <a:gd name="connsiteX1992" fmla="*/ 11004643 w 12188965"/>
              <a:gd name="connsiteY1992" fmla="*/ 1918844 h 2053176"/>
              <a:gd name="connsiteX1993" fmla="*/ 10978985 w 12188965"/>
              <a:gd name="connsiteY1993" fmla="*/ 1893185 h 2053176"/>
              <a:gd name="connsiteX1994" fmla="*/ 11004643 w 12188965"/>
              <a:gd name="connsiteY1994" fmla="*/ 1867527 h 2053176"/>
              <a:gd name="connsiteX1995" fmla="*/ 10940321 w 12188965"/>
              <a:gd name="connsiteY1995" fmla="*/ 1867527 h 2053176"/>
              <a:gd name="connsiteX1996" fmla="*/ 10965982 w 12188965"/>
              <a:gd name="connsiteY1996" fmla="*/ 1893185 h 2053176"/>
              <a:gd name="connsiteX1997" fmla="*/ 10940321 w 12188965"/>
              <a:gd name="connsiteY1997" fmla="*/ 1918844 h 2053176"/>
              <a:gd name="connsiteX1998" fmla="*/ 10914663 w 12188965"/>
              <a:gd name="connsiteY1998" fmla="*/ 1893185 h 2053176"/>
              <a:gd name="connsiteX1999" fmla="*/ 10940321 w 12188965"/>
              <a:gd name="connsiteY1999" fmla="*/ 1867527 h 2053176"/>
              <a:gd name="connsiteX2000" fmla="*/ 10876117 w 12188965"/>
              <a:gd name="connsiteY2000" fmla="*/ 1867527 h 2053176"/>
              <a:gd name="connsiteX2001" fmla="*/ 10901775 w 12188965"/>
              <a:gd name="connsiteY2001" fmla="*/ 1893185 h 2053176"/>
              <a:gd name="connsiteX2002" fmla="*/ 10876117 w 12188965"/>
              <a:gd name="connsiteY2002" fmla="*/ 1918844 h 2053176"/>
              <a:gd name="connsiteX2003" fmla="*/ 10850459 w 12188965"/>
              <a:gd name="connsiteY2003" fmla="*/ 1893185 h 2053176"/>
              <a:gd name="connsiteX2004" fmla="*/ 10876117 w 12188965"/>
              <a:gd name="connsiteY2004" fmla="*/ 1867527 h 2053176"/>
              <a:gd name="connsiteX2005" fmla="*/ 10811912 w 12188965"/>
              <a:gd name="connsiteY2005" fmla="*/ 1867527 h 2053176"/>
              <a:gd name="connsiteX2006" fmla="*/ 10837571 w 12188965"/>
              <a:gd name="connsiteY2006" fmla="*/ 1893185 h 2053176"/>
              <a:gd name="connsiteX2007" fmla="*/ 10811912 w 12188965"/>
              <a:gd name="connsiteY2007" fmla="*/ 1918844 h 2053176"/>
              <a:gd name="connsiteX2008" fmla="*/ 10786254 w 12188965"/>
              <a:gd name="connsiteY2008" fmla="*/ 1893185 h 2053176"/>
              <a:gd name="connsiteX2009" fmla="*/ 10811912 w 12188965"/>
              <a:gd name="connsiteY2009" fmla="*/ 1867527 h 2053176"/>
              <a:gd name="connsiteX2010" fmla="*/ 10747708 w 12188965"/>
              <a:gd name="connsiteY2010" fmla="*/ 1867527 h 2053176"/>
              <a:gd name="connsiteX2011" fmla="*/ 10773366 w 12188965"/>
              <a:gd name="connsiteY2011" fmla="*/ 1893185 h 2053176"/>
              <a:gd name="connsiteX2012" fmla="*/ 10747708 w 12188965"/>
              <a:gd name="connsiteY2012" fmla="*/ 1918844 h 2053176"/>
              <a:gd name="connsiteX2013" fmla="*/ 10722047 w 12188965"/>
              <a:gd name="connsiteY2013" fmla="*/ 1893185 h 2053176"/>
              <a:gd name="connsiteX2014" fmla="*/ 10747708 w 12188965"/>
              <a:gd name="connsiteY2014" fmla="*/ 1867527 h 2053176"/>
              <a:gd name="connsiteX2015" fmla="*/ 10683501 w 12188965"/>
              <a:gd name="connsiteY2015" fmla="*/ 1867527 h 2053176"/>
              <a:gd name="connsiteX2016" fmla="*/ 10709159 w 12188965"/>
              <a:gd name="connsiteY2016" fmla="*/ 1893185 h 2053176"/>
              <a:gd name="connsiteX2017" fmla="*/ 10683501 w 12188965"/>
              <a:gd name="connsiteY2017" fmla="*/ 1918844 h 2053176"/>
              <a:gd name="connsiteX2018" fmla="*/ 10657843 w 12188965"/>
              <a:gd name="connsiteY2018" fmla="*/ 1893185 h 2053176"/>
              <a:gd name="connsiteX2019" fmla="*/ 10683501 w 12188965"/>
              <a:gd name="connsiteY2019" fmla="*/ 1867527 h 2053176"/>
              <a:gd name="connsiteX2020" fmla="*/ 10619297 w 12188965"/>
              <a:gd name="connsiteY2020" fmla="*/ 1867527 h 2053176"/>
              <a:gd name="connsiteX2021" fmla="*/ 10644955 w 12188965"/>
              <a:gd name="connsiteY2021" fmla="*/ 1893185 h 2053176"/>
              <a:gd name="connsiteX2022" fmla="*/ 10619297 w 12188965"/>
              <a:gd name="connsiteY2022" fmla="*/ 1918844 h 2053176"/>
              <a:gd name="connsiteX2023" fmla="*/ 10593639 w 12188965"/>
              <a:gd name="connsiteY2023" fmla="*/ 1893185 h 2053176"/>
              <a:gd name="connsiteX2024" fmla="*/ 10619297 w 12188965"/>
              <a:gd name="connsiteY2024" fmla="*/ 1867527 h 2053176"/>
              <a:gd name="connsiteX2025" fmla="*/ 10555092 w 12188965"/>
              <a:gd name="connsiteY2025" fmla="*/ 1867527 h 2053176"/>
              <a:gd name="connsiteX2026" fmla="*/ 10580751 w 12188965"/>
              <a:gd name="connsiteY2026" fmla="*/ 1893185 h 2053176"/>
              <a:gd name="connsiteX2027" fmla="*/ 10555092 w 12188965"/>
              <a:gd name="connsiteY2027" fmla="*/ 1918844 h 2053176"/>
              <a:gd name="connsiteX2028" fmla="*/ 10529432 w 12188965"/>
              <a:gd name="connsiteY2028" fmla="*/ 1893185 h 2053176"/>
              <a:gd name="connsiteX2029" fmla="*/ 10555092 w 12188965"/>
              <a:gd name="connsiteY2029" fmla="*/ 1867527 h 2053176"/>
              <a:gd name="connsiteX2030" fmla="*/ 10490885 w 12188965"/>
              <a:gd name="connsiteY2030" fmla="*/ 1867527 h 2053176"/>
              <a:gd name="connsiteX2031" fmla="*/ 10516544 w 12188965"/>
              <a:gd name="connsiteY2031" fmla="*/ 1893185 h 2053176"/>
              <a:gd name="connsiteX2032" fmla="*/ 10490885 w 12188965"/>
              <a:gd name="connsiteY2032" fmla="*/ 1918844 h 2053176"/>
              <a:gd name="connsiteX2033" fmla="*/ 10465227 w 12188965"/>
              <a:gd name="connsiteY2033" fmla="*/ 1893185 h 2053176"/>
              <a:gd name="connsiteX2034" fmla="*/ 10490885 w 12188965"/>
              <a:gd name="connsiteY2034" fmla="*/ 1867527 h 2053176"/>
              <a:gd name="connsiteX2035" fmla="*/ 10426681 w 12188965"/>
              <a:gd name="connsiteY2035" fmla="*/ 1867527 h 2053176"/>
              <a:gd name="connsiteX2036" fmla="*/ 10452339 w 12188965"/>
              <a:gd name="connsiteY2036" fmla="*/ 1893185 h 2053176"/>
              <a:gd name="connsiteX2037" fmla="*/ 10426681 w 12188965"/>
              <a:gd name="connsiteY2037" fmla="*/ 1918844 h 2053176"/>
              <a:gd name="connsiteX2038" fmla="*/ 10401023 w 12188965"/>
              <a:gd name="connsiteY2038" fmla="*/ 1893185 h 2053176"/>
              <a:gd name="connsiteX2039" fmla="*/ 10426681 w 12188965"/>
              <a:gd name="connsiteY2039" fmla="*/ 1867527 h 2053176"/>
              <a:gd name="connsiteX2040" fmla="*/ 10362474 w 12188965"/>
              <a:gd name="connsiteY2040" fmla="*/ 1867527 h 2053176"/>
              <a:gd name="connsiteX2041" fmla="*/ 10388135 w 12188965"/>
              <a:gd name="connsiteY2041" fmla="*/ 1893185 h 2053176"/>
              <a:gd name="connsiteX2042" fmla="*/ 10362474 w 12188965"/>
              <a:gd name="connsiteY2042" fmla="*/ 1918844 h 2053176"/>
              <a:gd name="connsiteX2043" fmla="*/ 10336816 w 12188965"/>
              <a:gd name="connsiteY2043" fmla="*/ 1893185 h 2053176"/>
              <a:gd name="connsiteX2044" fmla="*/ 10362474 w 12188965"/>
              <a:gd name="connsiteY2044" fmla="*/ 1867527 h 2053176"/>
              <a:gd name="connsiteX2045" fmla="*/ 10298270 w 12188965"/>
              <a:gd name="connsiteY2045" fmla="*/ 1867527 h 2053176"/>
              <a:gd name="connsiteX2046" fmla="*/ 10323928 w 12188965"/>
              <a:gd name="connsiteY2046" fmla="*/ 1893185 h 2053176"/>
              <a:gd name="connsiteX2047" fmla="*/ 10298270 w 12188965"/>
              <a:gd name="connsiteY2047" fmla="*/ 1918844 h 2053176"/>
              <a:gd name="connsiteX2048" fmla="*/ 10272611 w 12188965"/>
              <a:gd name="connsiteY2048" fmla="*/ 1893185 h 2053176"/>
              <a:gd name="connsiteX2049" fmla="*/ 10298270 w 12188965"/>
              <a:gd name="connsiteY2049" fmla="*/ 1867527 h 2053176"/>
              <a:gd name="connsiteX2050" fmla="*/ 10234065 w 12188965"/>
              <a:gd name="connsiteY2050" fmla="*/ 1867527 h 2053176"/>
              <a:gd name="connsiteX2051" fmla="*/ 10259723 w 12188965"/>
              <a:gd name="connsiteY2051" fmla="*/ 1893185 h 2053176"/>
              <a:gd name="connsiteX2052" fmla="*/ 10234065 w 12188965"/>
              <a:gd name="connsiteY2052" fmla="*/ 1918844 h 2053176"/>
              <a:gd name="connsiteX2053" fmla="*/ 10208404 w 12188965"/>
              <a:gd name="connsiteY2053" fmla="*/ 1893185 h 2053176"/>
              <a:gd name="connsiteX2054" fmla="*/ 10234065 w 12188965"/>
              <a:gd name="connsiteY2054" fmla="*/ 1867527 h 2053176"/>
              <a:gd name="connsiteX2055" fmla="*/ 10169858 w 12188965"/>
              <a:gd name="connsiteY2055" fmla="*/ 1867527 h 2053176"/>
              <a:gd name="connsiteX2056" fmla="*/ 10195519 w 12188965"/>
              <a:gd name="connsiteY2056" fmla="*/ 1893185 h 2053176"/>
              <a:gd name="connsiteX2057" fmla="*/ 10169858 w 12188965"/>
              <a:gd name="connsiteY2057" fmla="*/ 1918844 h 2053176"/>
              <a:gd name="connsiteX2058" fmla="*/ 10144200 w 12188965"/>
              <a:gd name="connsiteY2058" fmla="*/ 1893185 h 2053176"/>
              <a:gd name="connsiteX2059" fmla="*/ 10169858 w 12188965"/>
              <a:gd name="connsiteY2059" fmla="*/ 1867527 h 2053176"/>
              <a:gd name="connsiteX2060" fmla="*/ 10105654 w 12188965"/>
              <a:gd name="connsiteY2060" fmla="*/ 1867527 h 2053176"/>
              <a:gd name="connsiteX2061" fmla="*/ 10131312 w 12188965"/>
              <a:gd name="connsiteY2061" fmla="*/ 1893185 h 2053176"/>
              <a:gd name="connsiteX2062" fmla="*/ 10105654 w 12188965"/>
              <a:gd name="connsiteY2062" fmla="*/ 1918844 h 2053176"/>
              <a:gd name="connsiteX2063" fmla="*/ 10079996 w 12188965"/>
              <a:gd name="connsiteY2063" fmla="*/ 1893185 h 2053176"/>
              <a:gd name="connsiteX2064" fmla="*/ 10105654 w 12188965"/>
              <a:gd name="connsiteY2064" fmla="*/ 1867527 h 2053176"/>
              <a:gd name="connsiteX2065" fmla="*/ 10041450 w 12188965"/>
              <a:gd name="connsiteY2065" fmla="*/ 1867527 h 2053176"/>
              <a:gd name="connsiteX2066" fmla="*/ 10067108 w 12188965"/>
              <a:gd name="connsiteY2066" fmla="*/ 1893185 h 2053176"/>
              <a:gd name="connsiteX2067" fmla="*/ 10041450 w 12188965"/>
              <a:gd name="connsiteY2067" fmla="*/ 1918844 h 2053176"/>
              <a:gd name="connsiteX2068" fmla="*/ 10015789 w 12188965"/>
              <a:gd name="connsiteY2068" fmla="*/ 1893185 h 2053176"/>
              <a:gd name="connsiteX2069" fmla="*/ 10041450 w 12188965"/>
              <a:gd name="connsiteY2069" fmla="*/ 1867527 h 2053176"/>
              <a:gd name="connsiteX2070" fmla="*/ 9977242 w 12188965"/>
              <a:gd name="connsiteY2070" fmla="*/ 1867527 h 2053176"/>
              <a:gd name="connsiteX2071" fmla="*/ 10002903 w 12188965"/>
              <a:gd name="connsiteY2071" fmla="*/ 1893185 h 2053176"/>
              <a:gd name="connsiteX2072" fmla="*/ 9977242 w 12188965"/>
              <a:gd name="connsiteY2072" fmla="*/ 1918844 h 2053176"/>
              <a:gd name="connsiteX2073" fmla="*/ 9951584 w 12188965"/>
              <a:gd name="connsiteY2073" fmla="*/ 1893185 h 2053176"/>
              <a:gd name="connsiteX2074" fmla="*/ 9977242 w 12188965"/>
              <a:gd name="connsiteY2074" fmla="*/ 1867527 h 2053176"/>
              <a:gd name="connsiteX2075" fmla="*/ 9913038 w 12188965"/>
              <a:gd name="connsiteY2075" fmla="*/ 1867527 h 2053176"/>
              <a:gd name="connsiteX2076" fmla="*/ 9938696 w 12188965"/>
              <a:gd name="connsiteY2076" fmla="*/ 1893185 h 2053176"/>
              <a:gd name="connsiteX2077" fmla="*/ 9913038 w 12188965"/>
              <a:gd name="connsiteY2077" fmla="*/ 1918844 h 2053176"/>
              <a:gd name="connsiteX2078" fmla="*/ 9887380 w 12188965"/>
              <a:gd name="connsiteY2078" fmla="*/ 1893185 h 2053176"/>
              <a:gd name="connsiteX2079" fmla="*/ 9913038 w 12188965"/>
              <a:gd name="connsiteY2079" fmla="*/ 1867527 h 2053176"/>
              <a:gd name="connsiteX2080" fmla="*/ 9848716 w 12188965"/>
              <a:gd name="connsiteY2080" fmla="*/ 1867527 h 2053176"/>
              <a:gd name="connsiteX2081" fmla="*/ 9874374 w 12188965"/>
              <a:gd name="connsiteY2081" fmla="*/ 1893185 h 2053176"/>
              <a:gd name="connsiteX2082" fmla="*/ 9848716 w 12188965"/>
              <a:gd name="connsiteY2082" fmla="*/ 1918844 h 2053176"/>
              <a:gd name="connsiteX2083" fmla="*/ 9823058 w 12188965"/>
              <a:gd name="connsiteY2083" fmla="*/ 1893185 h 2053176"/>
              <a:gd name="connsiteX2084" fmla="*/ 9848716 w 12188965"/>
              <a:gd name="connsiteY2084" fmla="*/ 1867527 h 2053176"/>
              <a:gd name="connsiteX2085" fmla="*/ 9784512 w 12188965"/>
              <a:gd name="connsiteY2085" fmla="*/ 1867527 h 2053176"/>
              <a:gd name="connsiteX2086" fmla="*/ 9810170 w 12188965"/>
              <a:gd name="connsiteY2086" fmla="*/ 1893185 h 2053176"/>
              <a:gd name="connsiteX2087" fmla="*/ 9784512 w 12188965"/>
              <a:gd name="connsiteY2087" fmla="*/ 1918844 h 2053176"/>
              <a:gd name="connsiteX2088" fmla="*/ 9758853 w 12188965"/>
              <a:gd name="connsiteY2088" fmla="*/ 1893185 h 2053176"/>
              <a:gd name="connsiteX2089" fmla="*/ 9784512 w 12188965"/>
              <a:gd name="connsiteY2089" fmla="*/ 1867527 h 2053176"/>
              <a:gd name="connsiteX2090" fmla="*/ 9720307 w 12188965"/>
              <a:gd name="connsiteY2090" fmla="*/ 1867527 h 2053176"/>
              <a:gd name="connsiteX2091" fmla="*/ 9745965 w 12188965"/>
              <a:gd name="connsiteY2091" fmla="*/ 1893185 h 2053176"/>
              <a:gd name="connsiteX2092" fmla="*/ 9720307 w 12188965"/>
              <a:gd name="connsiteY2092" fmla="*/ 1918844 h 2053176"/>
              <a:gd name="connsiteX2093" fmla="*/ 9694646 w 12188965"/>
              <a:gd name="connsiteY2093" fmla="*/ 1893185 h 2053176"/>
              <a:gd name="connsiteX2094" fmla="*/ 9720307 w 12188965"/>
              <a:gd name="connsiteY2094" fmla="*/ 1867527 h 2053176"/>
              <a:gd name="connsiteX2095" fmla="*/ 9656100 w 12188965"/>
              <a:gd name="connsiteY2095" fmla="*/ 1867527 h 2053176"/>
              <a:gd name="connsiteX2096" fmla="*/ 9681758 w 12188965"/>
              <a:gd name="connsiteY2096" fmla="*/ 1893185 h 2053176"/>
              <a:gd name="connsiteX2097" fmla="*/ 9656100 w 12188965"/>
              <a:gd name="connsiteY2097" fmla="*/ 1918844 h 2053176"/>
              <a:gd name="connsiteX2098" fmla="*/ 9630442 w 12188965"/>
              <a:gd name="connsiteY2098" fmla="*/ 1893185 h 2053176"/>
              <a:gd name="connsiteX2099" fmla="*/ 9656100 w 12188965"/>
              <a:gd name="connsiteY2099" fmla="*/ 1867527 h 2053176"/>
              <a:gd name="connsiteX2100" fmla="*/ 9591896 w 12188965"/>
              <a:gd name="connsiteY2100" fmla="*/ 1867527 h 2053176"/>
              <a:gd name="connsiteX2101" fmla="*/ 9617554 w 12188965"/>
              <a:gd name="connsiteY2101" fmla="*/ 1893185 h 2053176"/>
              <a:gd name="connsiteX2102" fmla="*/ 9591896 w 12188965"/>
              <a:gd name="connsiteY2102" fmla="*/ 1918844 h 2053176"/>
              <a:gd name="connsiteX2103" fmla="*/ 9566238 w 12188965"/>
              <a:gd name="connsiteY2103" fmla="*/ 1893185 h 2053176"/>
              <a:gd name="connsiteX2104" fmla="*/ 9591896 w 12188965"/>
              <a:gd name="connsiteY2104" fmla="*/ 1867527 h 2053176"/>
              <a:gd name="connsiteX2105" fmla="*/ 9527689 w 12188965"/>
              <a:gd name="connsiteY2105" fmla="*/ 1867527 h 2053176"/>
              <a:gd name="connsiteX2106" fmla="*/ 9553350 w 12188965"/>
              <a:gd name="connsiteY2106" fmla="*/ 1893185 h 2053176"/>
              <a:gd name="connsiteX2107" fmla="*/ 9527689 w 12188965"/>
              <a:gd name="connsiteY2107" fmla="*/ 1918844 h 2053176"/>
              <a:gd name="connsiteX2108" fmla="*/ 9502031 w 12188965"/>
              <a:gd name="connsiteY2108" fmla="*/ 1893185 h 2053176"/>
              <a:gd name="connsiteX2109" fmla="*/ 9527689 w 12188965"/>
              <a:gd name="connsiteY2109" fmla="*/ 1867527 h 2053176"/>
              <a:gd name="connsiteX2110" fmla="*/ 9463485 w 12188965"/>
              <a:gd name="connsiteY2110" fmla="*/ 1867527 h 2053176"/>
              <a:gd name="connsiteX2111" fmla="*/ 9489143 w 12188965"/>
              <a:gd name="connsiteY2111" fmla="*/ 1893185 h 2053176"/>
              <a:gd name="connsiteX2112" fmla="*/ 9463485 w 12188965"/>
              <a:gd name="connsiteY2112" fmla="*/ 1918844 h 2053176"/>
              <a:gd name="connsiteX2113" fmla="*/ 9437826 w 12188965"/>
              <a:gd name="connsiteY2113" fmla="*/ 1893185 h 2053176"/>
              <a:gd name="connsiteX2114" fmla="*/ 9463485 w 12188965"/>
              <a:gd name="connsiteY2114" fmla="*/ 1867527 h 2053176"/>
              <a:gd name="connsiteX2115" fmla="*/ 9399280 w 12188965"/>
              <a:gd name="connsiteY2115" fmla="*/ 1867527 h 2053176"/>
              <a:gd name="connsiteX2116" fmla="*/ 9424938 w 12188965"/>
              <a:gd name="connsiteY2116" fmla="*/ 1893185 h 2053176"/>
              <a:gd name="connsiteX2117" fmla="*/ 9399280 w 12188965"/>
              <a:gd name="connsiteY2117" fmla="*/ 1918844 h 2053176"/>
              <a:gd name="connsiteX2118" fmla="*/ 9373619 w 12188965"/>
              <a:gd name="connsiteY2118" fmla="*/ 1893185 h 2053176"/>
              <a:gd name="connsiteX2119" fmla="*/ 9399280 w 12188965"/>
              <a:gd name="connsiteY2119" fmla="*/ 1867527 h 2053176"/>
              <a:gd name="connsiteX2120" fmla="*/ 9335073 w 12188965"/>
              <a:gd name="connsiteY2120" fmla="*/ 1867527 h 2053176"/>
              <a:gd name="connsiteX2121" fmla="*/ 9360734 w 12188965"/>
              <a:gd name="connsiteY2121" fmla="*/ 1893185 h 2053176"/>
              <a:gd name="connsiteX2122" fmla="*/ 9335073 w 12188965"/>
              <a:gd name="connsiteY2122" fmla="*/ 1918844 h 2053176"/>
              <a:gd name="connsiteX2123" fmla="*/ 9309415 w 12188965"/>
              <a:gd name="connsiteY2123" fmla="*/ 1893185 h 2053176"/>
              <a:gd name="connsiteX2124" fmla="*/ 9335073 w 12188965"/>
              <a:gd name="connsiteY2124" fmla="*/ 1867527 h 2053176"/>
              <a:gd name="connsiteX2125" fmla="*/ 9270869 w 12188965"/>
              <a:gd name="connsiteY2125" fmla="*/ 1867527 h 2053176"/>
              <a:gd name="connsiteX2126" fmla="*/ 9296527 w 12188965"/>
              <a:gd name="connsiteY2126" fmla="*/ 1893185 h 2053176"/>
              <a:gd name="connsiteX2127" fmla="*/ 9270869 w 12188965"/>
              <a:gd name="connsiteY2127" fmla="*/ 1918844 h 2053176"/>
              <a:gd name="connsiteX2128" fmla="*/ 9245211 w 12188965"/>
              <a:gd name="connsiteY2128" fmla="*/ 1893185 h 2053176"/>
              <a:gd name="connsiteX2129" fmla="*/ 9270869 w 12188965"/>
              <a:gd name="connsiteY2129" fmla="*/ 1867527 h 2053176"/>
              <a:gd name="connsiteX2130" fmla="*/ 9206664 w 12188965"/>
              <a:gd name="connsiteY2130" fmla="*/ 1867527 h 2053176"/>
              <a:gd name="connsiteX2131" fmla="*/ 9232323 w 12188965"/>
              <a:gd name="connsiteY2131" fmla="*/ 1893185 h 2053176"/>
              <a:gd name="connsiteX2132" fmla="*/ 9206664 w 12188965"/>
              <a:gd name="connsiteY2132" fmla="*/ 1918844 h 2053176"/>
              <a:gd name="connsiteX2133" fmla="*/ 9181006 w 12188965"/>
              <a:gd name="connsiteY2133" fmla="*/ 1893185 h 2053176"/>
              <a:gd name="connsiteX2134" fmla="*/ 9206664 w 12188965"/>
              <a:gd name="connsiteY2134" fmla="*/ 1867527 h 2053176"/>
              <a:gd name="connsiteX2135" fmla="*/ 9142457 w 12188965"/>
              <a:gd name="connsiteY2135" fmla="*/ 1867527 h 2053176"/>
              <a:gd name="connsiteX2136" fmla="*/ 9168118 w 12188965"/>
              <a:gd name="connsiteY2136" fmla="*/ 1893185 h 2053176"/>
              <a:gd name="connsiteX2137" fmla="*/ 9142457 w 12188965"/>
              <a:gd name="connsiteY2137" fmla="*/ 1918844 h 2053176"/>
              <a:gd name="connsiteX2138" fmla="*/ 9116799 w 12188965"/>
              <a:gd name="connsiteY2138" fmla="*/ 1893185 h 2053176"/>
              <a:gd name="connsiteX2139" fmla="*/ 9142457 w 12188965"/>
              <a:gd name="connsiteY2139" fmla="*/ 1867527 h 2053176"/>
              <a:gd name="connsiteX2140" fmla="*/ 9078253 w 12188965"/>
              <a:gd name="connsiteY2140" fmla="*/ 1867527 h 2053176"/>
              <a:gd name="connsiteX2141" fmla="*/ 9103911 w 12188965"/>
              <a:gd name="connsiteY2141" fmla="*/ 1893185 h 2053176"/>
              <a:gd name="connsiteX2142" fmla="*/ 9078253 w 12188965"/>
              <a:gd name="connsiteY2142" fmla="*/ 1918844 h 2053176"/>
              <a:gd name="connsiteX2143" fmla="*/ 9052595 w 12188965"/>
              <a:gd name="connsiteY2143" fmla="*/ 1893185 h 2053176"/>
              <a:gd name="connsiteX2144" fmla="*/ 9078253 w 12188965"/>
              <a:gd name="connsiteY2144" fmla="*/ 1867527 h 2053176"/>
              <a:gd name="connsiteX2145" fmla="*/ 9014049 w 12188965"/>
              <a:gd name="connsiteY2145" fmla="*/ 1867527 h 2053176"/>
              <a:gd name="connsiteX2146" fmla="*/ 9039707 w 12188965"/>
              <a:gd name="connsiteY2146" fmla="*/ 1893185 h 2053176"/>
              <a:gd name="connsiteX2147" fmla="*/ 9014049 w 12188965"/>
              <a:gd name="connsiteY2147" fmla="*/ 1918844 h 2053176"/>
              <a:gd name="connsiteX2148" fmla="*/ 8988388 w 12188965"/>
              <a:gd name="connsiteY2148" fmla="*/ 1893185 h 2053176"/>
              <a:gd name="connsiteX2149" fmla="*/ 9014049 w 12188965"/>
              <a:gd name="connsiteY2149" fmla="*/ 1867527 h 2053176"/>
              <a:gd name="connsiteX2150" fmla="*/ 8949842 w 12188965"/>
              <a:gd name="connsiteY2150" fmla="*/ 1867527 h 2053176"/>
              <a:gd name="connsiteX2151" fmla="*/ 8975503 w 12188965"/>
              <a:gd name="connsiteY2151" fmla="*/ 1893185 h 2053176"/>
              <a:gd name="connsiteX2152" fmla="*/ 8949842 w 12188965"/>
              <a:gd name="connsiteY2152" fmla="*/ 1918844 h 2053176"/>
              <a:gd name="connsiteX2153" fmla="*/ 8924183 w 12188965"/>
              <a:gd name="connsiteY2153" fmla="*/ 1893185 h 2053176"/>
              <a:gd name="connsiteX2154" fmla="*/ 8949842 w 12188965"/>
              <a:gd name="connsiteY2154" fmla="*/ 1867527 h 2053176"/>
              <a:gd name="connsiteX2155" fmla="*/ 8885637 w 12188965"/>
              <a:gd name="connsiteY2155" fmla="*/ 1867527 h 2053176"/>
              <a:gd name="connsiteX2156" fmla="*/ 8911296 w 12188965"/>
              <a:gd name="connsiteY2156" fmla="*/ 1893185 h 2053176"/>
              <a:gd name="connsiteX2157" fmla="*/ 8885637 w 12188965"/>
              <a:gd name="connsiteY2157" fmla="*/ 1918844 h 2053176"/>
              <a:gd name="connsiteX2158" fmla="*/ 8859979 w 12188965"/>
              <a:gd name="connsiteY2158" fmla="*/ 1893185 h 2053176"/>
              <a:gd name="connsiteX2159" fmla="*/ 8885637 w 12188965"/>
              <a:gd name="connsiteY2159" fmla="*/ 1867527 h 2053176"/>
              <a:gd name="connsiteX2160" fmla="*/ 8821433 w 12188965"/>
              <a:gd name="connsiteY2160" fmla="*/ 1867527 h 2053176"/>
              <a:gd name="connsiteX2161" fmla="*/ 8847091 w 12188965"/>
              <a:gd name="connsiteY2161" fmla="*/ 1893185 h 2053176"/>
              <a:gd name="connsiteX2162" fmla="*/ 8821433 w 12188965"/>
              <a:gd name="connsiteY2162" fmla="*/ 1918844 h 2053176"/>
              <a:gd name="connsiteX2163" fmla="*/ 8795772 w 12188965"/>
              <a:gd name="connsiteY2163" fmla="*/ 1893185 h 2053176"/>
              <a:gd name="connsiteX2164" fmla="*/ 8821433 w 12188965"/>
              <a:gd name="connsiteY2164" fmla="*/ 1867527 h 2053176"/>
              <a:gd name="connsiteX2165" fmla="*/ 8757226 w 12188965"/>
              <a:gd name="connsiteY2165" fmla="*/ 1867527 h 2053176"/>
              <a:gd name="connsiteX2166" fmla="*/ 8782887 w 12188965"/>
              <a:gd name="connsiteY2166" fmla="*/ 1893185 h 2053176"/>
              <a:gd name="connsiteX2167" fmla="*/ 8757226 w 12188965"/>
              <a:gd name="connsiteY2167" fmla="*/ 1918844 h 2053176"/>
              <a:gd name="connsiteX2168" fmla="*/ 8731568 w 12188965"/>
              <a:gd name="connsiteY2168" fmla="*/ 1893185 h 2053176"/>
              <a:gd name="connsiteX2169" fmla="*/ 8757226 w 12188965"/>
              <a:gd name="connsiteY2169" fmla="*/ 1867527 h 2053176"/>
              <a:gd name="connsiteX2170" fmla="*/ 8692904 w 12188965"/>
              <a:gd name="connsiteY2170" fmla="*/ 1867527 h 2053176"/>
              <a:gd name="connsiteX2171" fmla="*/ 8718565 w 12188965"/>
              <a:gd name="connsiteY2171" fmla="*/ 1893185 h 2053176"/>
              <a:gd name="connsiteX2172" fmla="*/ 8692904 w 12188965"/>
              <a:gd name="connsiteY2172" fmla="*/ 1918844 h 2053176"/>
              <a:gd name="connsiteX2173" fmla="*/ 8667246 w 12188965"/>
              <a:gd name="connsiteY2173" fmla="*/ 1893185 h 2053176"/>
              <a:gd name="connsiteX2174" fmla="*/ 8692904 w 12188965"/>
              <a:gd name="connsiteY2174" fmla="*/ 1867527 h 2053176"/>
              <a:gd name="connsiteX2175" fmla="*/ 8628699 w 12188965"/>
              <a:gd name="connsiteY2175" fmla="*/ 1867527 h 2053176"/>
              <a:gd name="connsiteX2176" fmla="*/ 8654358 w 12188965"/>
              <a:gd name="connsiteY2176" fmla="*/ 1893185 h 2053176"/>
              <a:gd name="connsiteX2177" fmla="*/ 8628699 w 12188965"/>
              <a:gd name="connsiteY2177" fmla="*/ 1918844 h 2053176"/>
              <a:gd name="connsiteX2178" fmla="*/ 8603041 w 12188965"/>
              <a:gd name="connsiteY2178" fmla="*/ 1893185 h 2053176"/>
              <a:gd name="connsiteX2179" fmla="*/ 8628699 w 12188965"/>
              <a:gd name="connsiteY2179" fmla="*/ 1867527 h 2053176"/>
              <a:gd name="connsiteX2180" fmla="*/ 8564495 w 12188965"/>
              <a:gd name="connsiteY2180" fmla="*/ 1867527 h 2053176"/>
              <a:gd name="connsiteX2181" fmla="*/ 8590153 w 12188965"/>
              <a:gd name="connsiteY2181" fmla="*/ 1893185 h 2053176"/>
              <a:gd name="connsiteX2182" fmla="*/ 8564495 w 12188965"/>
              <a:gd name="connsiteY2182" fmla="*/ 1918844 h 2053176"/>
              <a:gd name="connsiteX2183" fmla="*/ 8538837 w 12188965"/>
              <a:gd name="connsiteY2183" fmla="*/ 1893185 h 2053176"/>
              <a:gd name="connsiteX2184" fmla="*/ 8564495 w 12188965"/>
              <a:gd name="connsiteY2184" fmla="*/ 1867527 h 2053176"/>
              <a:gd name="connsiteX2185" fmla="*/ 8500288 w 12188965"/>
              <a:gd name="connsiteY2185" fmla="*/ 1867527 h 2053176"/>
              <a:gd name="connsiteX2186" fmla="*/ 8525949 w 12188965"/>
              <a:gd name="connsiteY2186" fmla="*/ 1893185 h 2053176"/>
              <a:gd name="connsiteX2187" fmla="*/ 8500288 w 12188965"/>
              <a:gd name="connsiteY2187" fmla="*/ 1918844 h 2053176"/>
              <a:gd name="connsiteX2188" fmla="*/ 8474630 w 12188965"/>
              <a:gd name="connsiteY2188" fmla="*/ 1893185 h 2053176"/>
              <a:gd name="connsiteX2189" fmla="*/ 8500288 w 12188965"/>
              <a:gd name="connsiteY2189" fmla="*/ 1867527 h 2053176"/>
              <a:gd name="connsiteX2190" fmla="*/ 8436084 w 12188965"/>
              <a:gd name="connsiteY2190" fmla="*/ 1867527 h 2053176"/>
              <a:gd name="connsiteX2191" fmla="*/ 8461745 w 12188965"/>
              <a:gd name="connsiteY2191" fmla="*/ 1893185 h 2053176"/>
              <a:gd name="connsiteX2192" fmla="*/ 8436084 w 12188965"/>
              <a:gd name="connsiteY2192" fmla="*/ 1918844 h 2053176"/>
              <a:gd name="connsiteX2193" fmla="*/ 8410426 w 12188965"/>
              <a:gd name="connsiteY2193" fmla="*/ 1893185 h 2053176"/>
              <a:gd name="connsiteX2194" fmla="*/ 8436084 w 12188965"/>
              <a:gd name="connsiteY2194" fmla="*/ 1867527 h 2053176"/>
              <a:gd name="connsiteX2195" fmla="*/ 8307675 w 12188965"/>
              <a:gd name="connsiteY2195" fmla="*/ 1867527 h 2053176"/>
              <a:gd name="connsiteX2196" fmla="*/ 8333333 w 12188965"/>
              <a:gd name="connsiteY2196" fmla="*/ 1893185 h 2053176"/>
              <a:gd name="connsiteX2197" fmla="*/ 8307675 w 12188965"/>
              <a:gd name="connsiteY2197" fmla="*/ 1918844 h 2053176"/>
              <a:gd name="connsiteX2198" fmla="*/ 8282014 w 12188965"/>
              <a:gd name="connsiteY2198" fmla="*/ 1893185 h 2053176"/>
              <a:gd name="connsiteX2199" fmla="*/ 8307675 w 12188965"/>
              <a:gd name="connsiteY2199" fmla="*/ 1867527 h 2053176"/>
              <a:gd name="connsiteX2200" fmla="*/ 8243468 w 12188965"/>
              <a:gd name="connsiteY2200" fmla="*/ 1867527 h 2053176"/>
              <a:gd name="connsiteX2201" fmla="*/ 8269126 w 12188965"/>
              <a:gd name="connsiteY2201" fmla="*/ 1893185 h 2053176"/>
              <a:gd name="connsiteX2202" fmla="*/ 8243468 w 12188965"/>
              <a:gd name="connsiteY2202" fmla="*/ 1918844 h 2053176"/>
              <a:gd name="connsiteX2203" fmla="*/ 8217810 w 12188965"/>
              <a:gd name="connsiteY2203" fmla="*/ 1893185 h 2053176"/>
              <a:gd name="connsiteX2204" fmla="*/ 8243468 w 12188965"/>
              <a:gd name="connsiteY2204" fmla="*/ 1867527 h 2053176"/>
              <a:gd name="connsiteX2205" fmla="*/ 8179264 w 12188965"/>
              <a:gd name="connsiteY2205" fmla="*/ 1867527 h 2053176"/>
              <a:gd name="connsiteX2206" fmla="*/ 8204922 w 12188965"/>
              <a:gd name="connsiteY2206" fmla="*/ 1893185 h 2053176"/>
              <a:gd name="connsiteX2207" fmla="*/ 8179264 w 12188965"/>
              <a:gd name="connsiteY2207" fmla="*/ 1918844 h 2053176"/>
              <a:gd name="connsiteX2208" fmla="*/ 8153603 w 12188965"/>
              <a:gd name="connsiteY2208" fmla="*/ 1893185 h 2053176"/>
              <a:gd name="connsiteX2209" fmla="*/ 8179264 w 12188965"/>
              <a:gd name="connsiteY2209" fmla="*/ 1867527 h 2053176"/>
              <a:gd name="connsiteX2210" fmla="*/ 8115057 w 12188965"/>
              <a:gd name="connsiteY2210" fmla="*/ 1867527 h 2053176"/>
              <a:gd name="connsiteX2211" fmla="*/ 8140717 w 12188965"/>
              <a:gd name="connsiteY2211" fmla="*/ 1893185 h 2053176"/>
              <a:gd name="connsiteX2212" fmla="*/ 8115057 w 12188965"/>
              <a:gd name="connsiteY2212" fmla="*/ 1918844 h 2053176"/>
              <a:gd name="connsiteX2213" fmla="*/ 8089398 w 12188965"/>
              <a:gd name="connsiteY2213" fmla="*/ 1893185 h 2053176"/>
              <a:gd name="connsiteX2214" fmla="*/ 8115057 w 12188965"/>
              <a:gd name="connsiteY2214" fmla="*/ 1867527 h 2053176"/>
              <a:gd name="connsiteX2215" fmla="*/ 8050852 w 12188965"/>
              <a:gd name="connsiteY2215" fmla="*/ 1867527 h 2053176"/>
              <a:gd name="connsiteX2216" fmla="*/ 8076510 w 12188965"/>
              <a:gd name="connsiteY2216" fmla="*/ 1893185 h 2053176"/>
              <a:gd name="connsiteX2217" fmla="*/ 8050852 w 12188965"/>
              <a:gd name="connsiteY2217" fmla="*/ 1918844 h 2053176"/>
              <a:gd name="connsiteX2218" fmla="*/ 8025194 w 12188965"/>
              <a:gd name="connsiteY2218" fmla="*/ 1893185 h 2053176"/>
              <a:gd name="connsiteX2219" fmla="*/ 8050852 w 12188965"/>
              <a:gd name="connsiteY2219" fmla="*/ 1867527 h 2053176"/>
              <a:gd name="connsiteX2220" fmla="*/ 7986648 w 12188965"/>
              <a:gd name="connsiteY2220" fmla="*/ 1867527 h 2053176"/>
              <a:gd name="connsiteX2221" fmla="*/ 8012306 w 12188965"/>
              <a:gd name="connsiteY2221" fmla="*/ 1893185 h 2053176"/>
              <a:gd name="connsiteX2222" fmla="*/ 7986648 w 12188965"/>
              <a:gd name="connsiteY2222" fmla="*/ 1918844 h 2053176"/>
              <a:gd name="connsiteX2223" fmla="*/ 7960990 w 12188965"/>
              <a:gd name="connsiteY2223" fmla="*/ 1893185 h 2053176"/>
              <a:gd name="connsiteX2224" fmla="*/ 7986648 w 12188965"/>
              <a:gd name="connsiteY2224" fmla="*/ 1867527 h 2053176"/>
              <a:gd name="connsiteX2225" fmla="*/ 7922444 w 12188965"/>
              <a:gd name="connsiteY2225" fmla="*/ 1867527 h 2053176"/>
              <a:gd name="connsiteX2226" fmla="*/ 7948102 w 12188965"/>
              <a:gd name="connsiteY2226" fmla="*/ 1893185 h 2053176"/>
              <a:gd name="connsiteX2227" fmla="*/ 7922444 w 12188965"/>
              <a:gd name="connsiteY2227" fmla="*/ 1918844 h 2053176"/>
              <a:gd name="connsiteX2228" fmla="*/ 7896783 w 12188965"/>
              <a:gd name="connsiteY2228" fmla="*/ 1893185 h 2053176"/>
              <a:gd name="connsiteX2229" fmla="*/ 7922444 w 12188965"/>
              <a:gd name="connsiteY2229" fmla="*/ 1867527 h 2053176"/>
              <a:gd name="connsiteX2230" fmla="*/ 7858237 w 12188965"/>
              <a:gd name="connsiteY2230" fmla="*/ 1867527 h 2053176"/>
              <a:gd name="connsiteX2231" fmla="*/ 7883895 w 12188965"/>
              <a:gd name="connsiteY2231" fmla="*/ 1893185 h 2053176"/>
              <a:gd name="connsiteX2232" fmla="*/ 7858237 w 12188965"/>
              <a:gd name="connsiteY2232" fmla="*/ 1918844 h 2053176"/>
              <a:gd name="connsiteX2233" fmla="*/ 7832578 w 12188965"/>
              <a:gd name="connsiteY2233" fmla="*/ 1893185 h 2053176"/>
              <a:gd name="connsiteX2234" fmla="*/ 7858237 w 12188965"/>
              <a:gd name="connsiteY2234" fmla="*/ 1867527 h 2053176"/>
              <a:gd name="connsiteX2235" fmla="*/ 7794032 w 12188965"/>
              <a:gd name="connsiteY2235" fmla="*/ 1867527 h 2053176"/>
              <a:gd name="connsiteX2236" fmla="*/ 7819690 w 12188965"/>
              <a:gd name="connsiteY2236" fmla="*/ 1893185 h 2053176"/>
              <a:gd name="connsiteX2237" fmla="*/ 7794032 w 12188965"/>
              <a:gd name="connsiteY2237" fmla="*/ 1918844 h 2053176"/>
              <a:gd name="connsiteX2238" fmla="*/ 7768371 w 12188965"/>
              <a:gd name="connsiteY2238" fmla="*/ 1893185 h 2053176"/>
              <a:gd name="connsiteX2239" fmla="*/ 7794032 w 12188965"/>
              <a:gd name="connsiteY2239" fmla="*/ 1867527 h 2053176"/>
              <a:gd name="connsiteX2240" fmla="*/ 7729825 w 12188965"/>
              <a:gd name="connsiteY2240" fmla="*/ 1867527 h 2053176"/>
              <a:gd name="connsiteX2241" fmla="*/ 7755486 w 12188965"/>
              <a:gd name="connsiteY2241" fmla="*/ 1893185 h 2053176"/>
              <a:gd name="connsiteX2242" fmla="*/ 7729825 w 12188965"/>
              <a:gd name="connsiteY2242" fmla="*/ 1918844 h 2053176"/>
              <a:gd name="connsiteX2243" fmla="*/ 7704167 w 12188965"/>
              <a:gd name="connsiteY2243" fmla="*/ 1893185 h 2053176"/>
              <a:gd name="connsiteX2244" fmla="*/ 7729825 w 12188965"/>
              <a:gd name="connsiteY2244" fmla="*/ 1867527 h 2053176"/>
              <a:gd name="connsiteX2245" fmla="*/ 7665621 w 12188965"/>
              <a:gd name="connsiteY2245" fmla="*/ 1867527 h 2053176"/>
              <a:gd name="connsiteX2246" fmla="*/ 7691279 w 12188965"/>
              <a:gd name="connsiteY2246" fmla="*/ 1893185 h 2053176"/>
              <a:gd name="connsiteX2247" fmla="*/ 7665621 w 12188965"/>
              <a:gd name="connsiteY2247" fmla="*/ 1918844 h 2053176"/>
              <a:gd name="connsiteX2248" fmla="*/ 7639963 w 12188965"/>
              <a:gd name="connsiteY2248" fmla="*/ 1893185 h 2053176"/>
              <a:gd name="connsiteX2249" fmla="*/ 7665621 w 12188965"/>
              <a:gd name="connsiteY2249" fmla="*/ 1867527 h 2053176"/>
              <a:gd name="connsiteX2250" fmla="*/ 7601299 w 12188965"/>
              <a:gd name="connsiteY2250" fmla="*/ 1867527 h 2053176"/>
              <a:gd name="connsiteX2251" fmla="*/ 7626959 w 12188965"/>
              <a:gd name="connsiteY2251" fmla="*/ 1893185 h 2053176"/>
              <a:gd name="connsiteX2252" fmla="*/ 7601299 w 12188965"/>
              <a:gd name="connsiteY2252" fmla="*/ 1918844 h 2053176"/>
              <a:gd name="connsiteX2253" fmla="*/ 7575640 w 12188965"/>
              <a:gd name="connsiteY2253" fmla="*/ 1893185 h 2053176"/>
              <a:gd name="connsiteX2254" fmla="*/ 7601299 w 12188965"/>
              <a:gd name="connsiteY2254" fmla="*/ 1867527 h 2053176"/>
              <a:gd name="connsiteX2255" fmla="*/ 7537094 w 12188965"/>
              <a:gd name="connsiteY2255" fmla="*/ 1867527 h 2053176"/>
              <a:gd name="connsiteX2256" fmla="*/ 7562752 w 12188965"/>
              <a:gd name="connsiteY2256" fmla="*/ 1893185 h 2053176"/>
              <a:gd name="connsiteX2257" fmla="*/ 7537094 w 12188965"/>
              <a:gd name="connsiteY2257" fmla="*/ 1918844 h 2053176"/>
              <a:gd name="connsiteX2258" fmla="*/ 7511436 w 12188965"/>
              <a:gd name="connsiteY2258" fmla="*/ 1893185 h 2053176"/>
              <a:gd name="connsiteX2259" fmla="*/ 7537094 w 12188965"/>
              <a:gd name="connsiteY2259" fmla="*/ 1867527 h 2053176"/>
              <a:gd name="connsiteX2260" fmla="*/ 7472890 w 12188965"/>
              <a:gd name="connsiteY2260" fmla="*/ 1867527 h 2053176"/>
              <a:gd name="connsiteX2261" fmla="*/ 7498548 w 12188965"/>
              <a:gd name="connsiteY2261" fmla="*/ 1893185 h 2053176"/>
              <a:gd name="connsiteX2262" fmla="*/ 7472890 w 12188965"/>
              <a:gd name="connsiteY2262" fmla="*/ 1918844 h 2053176"/>
              <a:gd name="connsiteX2263" fmla="*/ 7447229 w 12188965"/>
              <a:gd name="connsiteY2263" fmla="*/ 1893185 h 2053176"/>
              <a:gd name="connsiteX2264" fmla="*/ 7472890 w 12188965"/>
              <a:gd name="connsiteY2264" fmla="*/ 1867527 h 2053176"/>
              <a:gd name="connsiteX2265" fmla="*/ 7408683 w 12188965"/>
              <a:gd name="connsiteY2265" fmla="*/ 1867527 h 2053176"/>
              <a:gd name="connsiteX2266" fmla="*/ 7434341 w 12188965"/>
              <a:gd name="connsiteY2266" fmla="*/ 1893185 h 2053176"/>
              <a:gd name="connsiteX2267" fmla="*/ 7408683 w 12188965"/>
              <a:gd name="connsiteY2267" fmla="*/ 1918844 h 2053176"/>
              <a:gd name="connsiteX2268" fmla="*/ 7383025 w 12188965"/>
              <a:gd name="connsiteY2268" fmla="*/ 1893185 h 2053176"/>
              <a:gd name="connsiteX2269" fmla="*/ 7408683 w 12188965"/>
              <a:gd name="connsiteY2269" fmla="*/ 1867527 h 2053176"/>
              <a:gd name="connsiteX2270" fmla="*/ 7344479 w 12188965"/>
              <a:gd name="connsiteY2270" fmla="*/ 1867527 h 2053176"/>
              <a:gd name="connsiteX2271" fmla="*/ 7370137 w 12188965"/>
              <a:gd name="connsiteY2271" fmla="*/ 1893185 h 2053176"/>
              <a:gd name="connsiteX2272" fmla="*/ 7344479 w 12188965"/>
              <a:gd name="connsiteY2272" fmla="*/ 1918844 h 2053176"/>
              <a:gd name="connsiteX2273" fmla="*/ 7318820 w 12188965"/>
              <a:gd name="connsiteY2273" fmla="*/ 1893185 h 2053176"/>
              <a:gd name="connsiteX2274" fmla="*/ 7344479 w 12188965"/>
              <a:gd name="connsiteY2274" fmla="*/ 1867527 h 2053176"/>
              <a:gd name="connsiteX2275" fmla="*/ 7280274 w 12188965"/>
              <a:gd name="connsiteY2275" fmla="*/ 1867527 h 2053176"/>
              <a:gd name="connsiteX2276" fmla="*/ 7305932 w 12188965"/>
              <a:gd name="connsiteY2276" fmla="*/ 1893185 h 2053176"/>
              <a:gd name="connsiteX2277" fmla="*/ 7280274 w 12188965"/>
              <a:gd name="connsiteY2277" fmla="*/ 1918844 h 2053176"/>
              <a:gd name="connsiteX2278" fmla="*/ 7254613 w 12188965"/>
              <a:gd name="connsiteY2278" fmla="*/ 1893185 h 2053176"/>
              <a:gd name="connsiteX2279" fmla="*/ 7280274 w 12188965"/>
              <a:gd name="connsiteY2279" fmla="*/ 1867527 h 2053176"/>
              <a:gd name="connsiteX2280" fmla="*/ 7216067 w 12188965"/>
              <a:gd name="connsiteY2280" fmla="*/ 1867527 h 2053176"/>
              <a:gd name="connsiteX2281" fmla="*/ 7241725 w 12188965"/>
              <a:gd name="connsiteY2281" fmla="*/ 1893185 h 2053176"/>
              <a:gd name="connsiteX2282" fmla="*/ 7216067 w 12188965"/>
              <a:gd name="connsiteY2282" fmla="*/ 1918844 h 2053176"/>
              <a:gd name="connsiteX2283" fmla="*/ 7190409 w 12188965"/>
              <a:gd name="connsiteY2283" fmla="*/ 1893185 h 2053176"/>
              <a:gd name="connsiteX2284" fmla="*/ 7216067 w 12188965"/>
              <a:gd name="connsiteY2284" fmla="*/ 1867527 h 2053176"/>
              <a:gd name="connsiteX2285" fmla="*/ 7151863 w 12188965"/>
              <a:gd name="connsiteY2285" fmla="*/ 1867527 h 2053176"/>
              <a:gd name="connsiteX2286" fmla="*/ 7177521 w 12188965"/>
              <a:gd name="connsiteY2286" fmla="*/ 1893185 h 2053176"/>
              <a:gd name="connsiteX2287" fmla="*/ 7151863 w 12188965"/>
              <a:gd name="connsiteY2287" fmla="*/ 1918844 h 2053176"/>
              <a:gd name="connsiteX2288" fmla="*/ 7126205 w 12188965"/>
              <a:gd name="connsiteY2288" fmla="*/ 1893185 h 2053176"/>
              <a:gd name="connsiteX2289" fmla="*/ 7151863 w 12188965"/>
              <a:gd name="connsiteY2289" fmla="*/ 1867527 h 2053176"/>
              <a:gd name="connsiteX2290" fmla="*/ 7087658 w 12188965"/>
              <a:gd name="connsiteY2290" fmla="*/ 1867527 h 2053176"/>
              <a:gd name="connsiteX2291" fmla="*/ 7113317 w 12188965"/>
              <a:gd name="connsiteY2291" fmla="*/ 1893185 h 2053176"/>
              <a:gd name="connsiteX2292" fmla="*/ 7087658 w 12188965"/>
              <a:gd name="connsiteY2292" fmla="*/ 1918844 h 2053176"/>
              <a:gd name="connsiteX2293" fmla="*/ 7061998 w 12188965"/>
              <a:gd name="connsiteY2293" fmla="*/ 1893185 h 2053176"/>
              <a:gd name="connsiteX2294" fmla="*/ 7087658 w 12188965"/>
              <a:gd name="connsiteY2294" fmla="*/ 1867527 h 2053176"/>
              <a:gd name="connsiteX2295" fmla="*/ 7023451 w 12188965"/>
              <a:gd name="connsiteY2295" fmla="*/ 1867527 h 2053176"/>
              <a:gd name="connsiteX2296" fmla="*/ 7049112 w 12188965"/>
              <a:gd name="connsiteY2296" fmla="*/ 1893185 h 2053176"/>
              <a:gd name="connsiteX2297" fmla="*/ 7023451 w 12188965"/>
              <a:gd name="connsiteY2297" fmla="*/ 1918844 h 2053176"/>
              <a:gd name="connsiteX2298" fmla="*/ 6997793 w 12188965"/>
              <a:gd name="connsiteY2298" fmla="*/ 1893185 h 2053176"/>
              <a:gd name="connsiteX2299" fmla="*/ 7023451 w 12188965"/>
              <a:gd name="connsiteY2299" fmla="*/ 1867527 h 2053176"/>
              <a:gd name="connsiteX2300" fmla="*/ 6959247 w 12188965"/>
              <a:gd name="connsiteY2300" fmla="*/ 1867527 h 2053176"/>
              <a:gd name="connsiteX2301" fmla="*/ 6984905 w 12188965"/>
              <a:gd name="connsiteY2301" fmla="*/ 1893185 h 2053176"/>
              <a:gd name="connsiteX2302" fmla="*/ 6959247 w 12188965"/>
              <a:gd name="connsiteY2302" fmla="*/ 1918844 h 2053176"/>
              <a:gd name="connsiteX2303" fmla="*/ 6933589 w 12188965"/>
              <a:gd name="connsiteY2303" fmla="*/ 1893185 h 2053176"/>
              <a:gd name="connsiteX2304" fmla="*/ 6959247 w 12188965"/>
              <a:gd name="connsiteY2304" fmla="*/ 1867527 h 2053176"/>
              <a:gd name="connsiteX2305" fmla="*/ 6895043 w 12188965"/>
              <a:gd name="connsiteY2305" fmla="*/ 1867527 h 2053176"/>
              <a:gd name="connsiteX2306" fmla="*/ 6920701 w 12188965"/>
              <a:gd name="connsiteY2306" fmla="*/ 1893185 h 2053176"/>
              <a:gd name="connsiteX2307" fmla="*/ 6895043 w 12188965"/>
              <a:gd name="connsiteY2307" fmla="*/ 1918844 h 2053176"/>
              <a:gd name="connsiteX2308" fmla="*/ 6869382 w 12188965"/>
              <a:gd name="connsiteY2308" fmla="*/ 1893185 h 2053176"/>
              <a:gd name="connsiteX2309" fmla="*/ 6895043 w 12188965"/>
              <a:gd name="connsiteY2309" fmla="*/ 1867527 h 2053176"/>
              <a:gd name="connsiteX2310" fmla="*/ 6830836 w 12188965"/>
              <a:gd name="connsiteY2310" fmla="*/ 1867527 h 2053176"/>
              <a:gd name="connsiteX2311" fmla="*/ 6856494 w 12188965"/>
              <a:gd name="connsiteY2311" fmla="*/ 1893185 h 2053176"/>
              <a:gd name="connsiteX2312" fmla="*/ 6830836 w 12188965"/>
              <a:gd name="connsiteY2312" fmla="*/ 1918844 h 2053176"/>
              <a:gd name="connsiteX2313" fmla="*/ 6805178 w 12188965"/>
              <a:gd name="connsiteY2313" fmla="*/ 1893185 h 2053176"/>
              <a:gd name="connsiteX2314" fmla="*/ 6830836 w 12188965"/>
              <a:gd name="connsiteY2314" fmla="*/ 1867527 h 2053176"/>
              <a:gd name="connsiteX2315" fmla="*/ 6766631 w 12188965"/>
              <a:gd name="connsiteY2315" fmla="*/ 1867527 h 2053176"/>
              <a:gd name="connsiteX2316" fmla="*/ 6792290 w 12188965"/>
              <a:gd name="connsiteY2316" fmla="*/ 1893185 h 2053176"/>
              <a:gd name="connsiteX2317" fmla="*/ 6766631 w 12188965"/>
              <a:gd name="connsiteY2317" fmla="*/ 1918844 h 2053176"/>
              <a:gd name="connsiteX2318" fmla="*/ 6740973 w 12188965"/>
              <a:gd name="connsiteY2318" fmla="*/ 1893185 h 2053176"/>
              <a:gd name="connsiteX2319" fmla="*/ 6766631 w 12188965"/>
              <a:gd name="connsiteY2319" fmla="*/ 1867527 h 2053176"/>
              <a:gd name="connsiteX2320" fmla="*/ 6702427 w 12188965"/>
              <a:gd name="connsiteY2320" fmla="*/ 1867527 h 2053176"/>
              <a:gd name="connsiteX2321" fmla="*/ 6728085 w 12188965"/>
              <a:gd name="connsiteY2321" fmla="*/ 1893185 h 2053176"/>
              <a:gd name="connsiteX2322" fmla="*/ 6702427 w 12188965"/>
              <a:gd name="connsiteY2322" fmla="*/ 1918844 h 2053176"/>
              <a:gd name="connsiteX2323" fmla="*/ 6676766 w 12188965"/>
              <a:gd name="connsiteY2323" fmla="*/ 1893185 h 2053176"/>
              <a:gd name="connsiteX2324" fmla="*/ 6702427 w 12188965"/>
              <a:gd name="connsiteY2324" fmla="*/ 1867527 h 2053176"/>
              <a:gd name="connsiteX2325" fmla="*/ 6638220 w 12188965"/>
              <a:gd name="connsiteY2325" fmla="*/ 1867527 h 2053176"/>
              <a:gd name="connsiteX2326" fmla="*/ 6663881 w 12188965"/>
              <a:gd name="connsiteY2326" fmla="*/ 1893185 h 2053176"/>
              <a:gd name="connsiteX2327" fmla="*/ 6638220 w 12188965"/>
              <a:gd name="connsiteY2327" fmla="*/ 1918844 h 2053176"/>
              <a:gd name="connsiteX2328" fmla="*/ 6612562 w 12188965"/>
              <a:gd name="connsiteY2328" fmla="*/ 1893185 h 2053176"/>
              <a:gd name="connsiteX2329" fmla="*/ 6638220 w 12188965"/>
              <a:gd name="connsiteY2329" fmla="*/ 1867527 h 2053176"/>
              <a:gd name="connsiteX2330" fmla="*/ 6574016 w 12188965"/>
              <a:gd name="connsiteY2330" fmla="*/ 1867527 h 2053176"/>
              <a:gd name="connsiteX2331" fmla="*/ 6599674 w 12188965"/>
              <a:gd name="connsiteY2331" fmla="*/ 1893185 h 2053176"/>
              <a:gd name="connsiteX2332" fmla="*/ 6574016 w 12188965"/>
              <a:gd name="connsiteY2332" fmla="*/ 1918844 h 2053176"/>
              <a:gd name="connsiteX2333" fmla="*/ 6548357 w 12188965"/>
              <a:gd name="connsiteY2333" fmla="*/ 1893185 h 2053176"/>
              <a:gd name="connsiteX2334" fmla="*/ 6574016 w 12188965"/>
              <a:gd name="connsiteY2334" fmla="*/ 1867527 h 2053176"/>
              <a:gd name="connsiteX2335" fmla="*/ 6509693 w 12188965"/>
              <a:gd name="connsiteY2335" fmla="*/ 1867527 h 2053176"/>
              <a:gd name="connsiteX2336" fmla="*/ 6535352 w 12188965"/>
              <a:gd name="connsiteY2336" fmla="*/ 1893185 h 2053176"/>
              <a:gd name="connsiteX2337" fmla="*/ 6509693 w 12188965"/>
              <a:gd name="connsiteY2337" fmla="*/ 1918844 h 2053176"/>
              <a:gd name="connsiteX2338" fmla="*/ 6484035 w 12188965"/>
              <a:gd name="connsiteY2338" fmla="*/ 1893185 h 2053176"/>
              <a:gd name="connsiteX2339" fmla="*/ 6509693 w 12188965"/>
              <a:gd name="connsiteY2339" fmla="*/ 1867527 h 2053176"/>
              <a:gd name="connsiteX2340" fmla="*/ 6445489 w 12188965"/>
              <a:gd name="connsiteY2340" fmla="*/ 1867527 h 2053176"/>
              <a:gd name="connsiteX2341" fmla="*/ 6471147 w 12188965"/>
              <a:gd name="connsiteY2341" fmla="*/ 1893185 h 2053176"/>
              <a:gd name="connsiteX2342" fmla="*/ 6445489 w 12188965"/>
              <a:gd name="connsiteY2342" fmla="*/ 1918844 h 2053176"/>
              <a:gd name="connsiteX2343" fmla="*/ 6419831 w 12188965"/>
              <a:gd name="connsiteY2343" fmla="*/ 1893185 h 2053176"/>
              <a:gd name="connsiteX2344" fmla="*/ 6445489 w 12188965"/>
              <a:gd name="connsiteY2344" fmla="*/ 1867527 h 2053176"/>
              <a:gd name="connsiteX2345" fmla="*/ 6381282 w 12188965"/>
              <a:gd name="connsiteY2345" fmla="*/ 1867527 h 2053176"/>
              <a:gd name="connsiteX2346" fmla="*/ 6406943 w 12188965"/>
              <a:gd name="connsiteY2346" fmla="*/ 1893185 h 2053176"/>
              <a:gd name="connsiteX2347" fmla="*/ 6381282 w 12188965"/>
              <a:gd name="connsiteY2347" fmla="*/ 1918844 h 2053176"/>
              <a:gd name="connsiteX2348" fmla="*/ 6355624 w 12188965"/>
              <a:gd name="connsiteY2348" fmla="*/ 1893185 h 2053176"/>
              <a:gd name="connsiteX2349" fmla="*/ 6381282 w 12188965"/>
              <a:gd name="connsiteY2349" fmla="*/ 1867527 h 2053176"/>
              <a:gd name="connsiteX2350" fmla="*/ 6317078 w 12188965"/>
              <a:gd name="connsiteY2350" fmla="*/ 1867527 h 2053176"/>
              <a:gd name="connsiteX2351" fmla="*/ 6342736 w 12188965"/>
              <a:gd name="connsiteY2351" fmla="*/ 1893185 h 2053176"/>
              <a:gd name="connsiteX2352" fmla="*/ 6317078 w 12188965"/>
              <a:gd name="connsiteY2352" fmla="*/ 1918844 h 2053176"/>
              <a:gd name="connsiteX2353" fmla="*/ 6291420 w 12188965"/>
              <a:gd name="connsiteY2353" fmla="*/ 1893185 h 2053176"/>
              <a:gd name="connsiteX2354" fmla="*/ 6317078 w 12188965"/>
              <a:gd name="connsiteY2354" fmla="*/ 1867527 h 2053176"/>
              <a:gd name="connsiteX2355" fmla="*/ 6252873 w 12188965"/>
              <a:gd name="connsiteY2355" fmla="*/ 1867527 h 2053176"/>
              <a:gd name="connsiteX2356" fmla="*/ 6278532 w 12188965"/>
              <a:gd name="connsiteY2356" fmla="*/ 1893185 h 2053176"/>
              <a:gd name="connsiteX2357" fmla="*/ 6252873 w 12188965"/>
              <a:gd name="connsiteY2357" fmla="*/ 1918844 h 2053176"/>
              <a:gd name="connsiteX2358" fmla="*/ 6227213 w 12188965"/>
              <a:gd name="connsiteY2358" fmla="*/ 1893185 h 2053176"/>
              <a:gd name="connsiteX2359" fmla="*/ 6252873 w 12188965"/>
              <a:gd name="connsiteY2359" fmla="*/ 1867527 h 2053176"/>
              <a:gd name="connsiteX2360" fmla="*/ 6188666 w 12188965"/>
              <a:gd name="connsiteY2360" fmla="*/ 1867527 h 2053176"/>
              <a:gd name="connsiteX2361" fmla="*/ 6214327 w 12188965"/>
              <a:gd name="connsiteY2361" fmla="*/ 1893185 h 2053176"/>
              <a:gd name="connsiteX2362" fmla="*/ 6188666 w 12188965"/>
              <a:gd name="connsiteY2362" fmla="*/ 1918844 h 2053176"/>
              <a:gd name="connsiteX2363" fmla="*/ 6163008 w 12188965"/>
              <a:gd name="connsiteY2363" fmla="*/ 1893185 h 2053176"/>
              <a:gd name="connsiteX2364" fmla="*/ 6188666 w 12188965"/>
              <a:gd name="connsiteY2364" fmla="*/ 1867527 h 2053176"/>
              <a:gd name="connsiteX2365" fmla="*/ 6124462 w 12188965"/>
              <a:gd name="connsiteY2365" fmla="*/ 1867527 h 2053176"/>
              <a:gd name="connsiteX2366" fmla="*/ 6150123 w 12188965"/>
              <a:gd name="connsiteY2366" fmla="*/ 1893185 h 2053176"/>
              <a:gd name="connsiteX2367" fmla="*/ 6124462 w 12188965"/>
              <a:gd name="connsiteY2367" fmla="*/ 1918844 h 2053176"/>
              <a:gd name="connsiteX2368" fmla="*/ 6098804 w 12188965"/>
              <a:gd name="connsiteY2368" fmla="*/ 1893185 h 2053176"/>
              <a:gd name="connsiteX2369" fmla="*/ 6124462 w 12188965"/>
              <a:gd name="connsiteY2369" fmla="*/ 1867527 h 2053176"/>
              <a:gd name="connsiteX2370" fmla="*/ 6064505 w 12188965"/>
              <a:gd name="connsiteY2370" fmla="*/ 1867527 h 2053176"/>
              <a:gd name="connsiteX2371" fmla="*/ 6090163 w 12188965"/>
              <a:gd name="connsiteY2371" fmla="*/ 1893185 h 2053176"/>
              <a:gd name="connsiteX2372" fmla="*/ 6064505 w 12188965"/>
              <a:gd name="connsiteY2372" fmla="*/ 1918844 h 2053176"/>
              <a:gd name="connsiteX2373" fmla="*/ 6038844 w 12188965"/>
              <a:gd name="connsiteY2373" fmla="*/ 1893185 h 2053176"/>
              <a:gd name="connsiteX2374" fmla="*/ 6064505 w 12188965"/>
              <a:gd name="connsiteY2374" fmla="*/ 1867527 h 2053176"/>
              <a:gd name="connsiteX2375" fmla="*/ 6000298 w 12188965"/>
              <a:gd name="connsiteY2375" fmla="*/ 1867527 h 2053176"/>
              <a:gd name="connsiteX2376" fmla="*/ 6025956 w 12188965"/>
              <a:gd name="connsiteY2376" fmla="*/ 1893185 h 2053176"/>
              <a:gd name="connsiteX2377" fmla="*/ 6000298 w 12188965"/>
              <a:gd name="connsiteY2377" fmla="*/ 1918844 h 2053176"/>
              <a:gd name="connsiteX2378" fmla="*/ 5974639 w 12188965"/>
              <a:gd name="connsiteY2378" fmla="*/ 1893185 h 2053176"/>
              <a:gd name="connsiteX2379" fmla="*/ 6000298 w 12188965"/>
              <a:gd name="connsiteY2379" fmla="*/ 1867527 h 2053176"/>
              <a:gd name="connsiteX2380" fmla="*/ 5936092 w 12188965"/>
              <a:gd name="connsiteY2380" fmla="*/ 1867527 h 2053176"/>
              <a:gd name="connsiteX2381" fmla="*/ 5961751 w 12188965"/>
              <a:gd name="connsiteY2381" fmla="*/ 1893185 h 2053176"/>
              <a:gd name="connsiteX2382" fmla="*/ 5936092 w 12188965"/>
              <a:gd name="connsiteY2382" fmla="*/ 1918844 h 2053176"/>
              <a:gd name="connsiteX2383" fmla="*/ 5910435 w 12188965"/>
              <a:gd name="connsiteY2383" fmla="*/ 1893185 h 2053176"/>
              <a:gd name="connsiteX2384" fmla="*/ 5936092 w 12188965"/>
              <a:gd name="connsiteY2384" fmla="*/ 1867527 h 2053176"/>
              <a:gd name="connsiteX2385" fmla="*/ 5871887 w 12188965"/>
              <a:gd name="connsiteY2385" fmla="*/ 1867527 h 2053176"/>
              <a:gd name="connsiteX2386" fmla="*/ 5897547 w 12188965"/>
              <a:gd name="connsiteY2386" fmla="*/ 1893185 h 2053176"/>
              <a:gd name="connsiteX2387" fmla="*/ 5871887 w 12188965"/>
              <a:gd name="connsiteY2387" fmla="*/ 1918844 h 2053176"/>
              <a:gd name="connsiteX2388" fmla="*/ 5846228 w 12188965"/>
              <a:gd name="connsiteY2388" fmla="*/ 1893185 h 2053176"/>
              <a:gd name="connsiteX2389" fmla="*/ 5871887 w 12188965"/>
              <a:gd name="connsiteY2389" fmla="*/ 1867527 h 2053176"/>
              <a:gd name="connsiteX2390" fmla="*/ 5807683 w 12188965"/>
              <a:gd name="connsiteY2390" fmla="*/ 1867527 h 2053176"/>
              <a:gd name="connsiteX2391" fmla="*/ 5833341 w 12188965"/>
              <a:gd name="connsiteY2391" fmla="*/ 1893185 h 2053176"/>
              <a:gd name="connsiteX2392" fmla="*/ 5807683 w 12188965"/>
              <a:gd name="connsiteY2392" fmla="*/ 1918844 h 2053176"/>
              <a:gd name="connsiteX2393" fmla="*/ 5782024 w 12188965"/>
              <a:gd name="connsiteY2393" fmla="*/ 1893185 h 2053176"/>
              <a:gd name="connsiteX2394" fmla="*/ 5807683 w 12188965"/>
              <a:gd name="connsiteY2394" fmla="*/ 1867527 h 2053176"/>
              <a:gd name="connsiteX2395" fmla="*/ 5743477 w 12188965"/>
              <a:gd name="connsiteY2395" fmla="*/ 1867527 h 2053176"/>
              <a:gd name="connsiteX2396" fmla="*/ 5769136 w 12188965"/>
              <a:gd name="connsiteY2396" fmla="*/ 1893185 h 2053176"/>
              <a:gd name="connsiteX2397" fmla="*/ 5743477 w 12188965"/>
              <a:gd name="connsiteY2397" fmla="*/ 1918844 h 2053176"/>
              <a:gd name="connsiteX2398" fmla="*/ 5717818 w 12188965"/>
              <a:gd name="connsiteY2398" fmla="*/ 1893185 h 2053176"/>
              <a:gd name="connsiteX2399" fmla="*/ 5743477 w 12188965"/>
              <a:gd name="connsiteY2399" fmla="*/ 1867527 h 2053176"/>
              <a:gd name="connsiteX2400" fmla="*/ 5679272 w 12188965"/>
              <a:gd name="connsiteY2400" fmla="*/ 1867527 h 2053176"/>
              <a:gd name="connsiteX2401" fmla="*/ 5704930 w 12188965"/>
              <a:gd name="connsiteY2401" fmla="*/ 1893185 h 2053176"/>
              <a:gd name="connsiteX2402" fmla="*/ 5679272 w 12188965"/>
              <a:gd name="connsiteY2402" fmla="*/ 1918844 h 2053176"/>
              <a:gd name="connsiteX2403" fmla="*/ 5653614 w 12188965"/>
              <a:gd name="connsiteY2403" fmla="*/ 1893185 h 2053176"/>
              <a:gd name="connsiteX2404" fmla="*/ 5679272 w 12188965"/>
              <a:gd name="connsiteY2404" fmla="*/ 1867527 h 2053176"/>
              <a:gd name="connsiteX2405" fmla="*/ 5615066 w 12188965"/>
              <a:gd name="connsiteY2405" fmla="*/ 1867527 h 2053176"/>
              <a:gd name="connsiteX2406" fmla="*/ 5640726 w 12188965"/>
              <a:gd name="connsiteY2406" fmla="*/ 1893185 h 2053176"/>
              <a:gd name="connsiteX2407" fmla="*/ 5615066 w 12188965"/>
              <a:gd name="connsiteY2407" fmla="*/ 1918844 h 2053176"/>
              <a:gd name="connsiteX2408" fmla="*/ 5589407 w 12188965"/>
              <a:gd name="connsiteY2408" fmla="*/ 1893185 h 2053176"/>
              <a:gd name="connsiteX2409" fmla="*/ 5615066 w 12188965"/>
              <a:gd name="connsiteY2409" fmla="*/ 1867527 h 2053176"/>
              <a:gd name="connsiteX2410" fmla="*/ 5550862 w 12188965"/>
              <a:gd name="connsiteY2410" fmla="*/ 1867527 h 2053176"/>
              <a:gd name="connsiteX2411" fmla="*/ 5576520 w 12188965"/>
              <a:gd name="connsiteY2411" fmla="*/ 1893185 h 2053176"/>
              <a:gd name="connsiteX2412" fmla="*/ 5550862 w 12188965"/>
              <a:gd name="connsiteY2412" fmla="*/ 1918844 h 2053176"/>
              <a:gd name="connsiteX2413" fmla="*/ 5525203 w 12188965"/>
              <a:gd name="connsiteY2413" fmla="*/ 1893185 h 2053176"/>
              <a:gd name="connsiteX2414" fmla="*/ 5550862 w 12188965"/>
              <a:gd name="connsiteY2414" fmla="*/ 1867527 h 2053176"/>
              <a:gd name="connsiteX2415" fmla="*/ 5486655 w 12188965"/>
              <a:gd name="connsiteY2415" fmla="*/ 1867527 h 2053176"/>
              <a:gd name="connsiteX2416" fmla="*/ 5512316 w 12188965"/>
              <a:gd name="connsiteY2416" fmla="*/ 1893185 h 2053176"/>
              <a:gd name="connsiteX2417" fmla="*/ 5486655 w 12188965"/>
              <a:gd name="connsiteY2417" fmla="*/ 1918844 h 2053176"/>
              <a:gd name="connsiteX2418" fmla="*/ 5460997 w 12188965"/>
              <a:gd name="connsiteY2418" fmla="*/ 1893185 h 2053176"/>
              <a:gd name="connsiteX2419" fmla="*/ 5486655 w 12188965"/>
              <a:gd name="connsiteY2419" fmla="*/ 1867527 h 2053176"/>
              <a:gd name="connsiteX2420" fmla="*/ 5422451 w 12188965"/>
              <a:gd name="connsiteY2420" fmla="*/ 1867527 h 2053176"/>
              <a:gd name="connsiteX2421" fmla="*/ 5448109 w 12188965"/>
              <a:gd name="connsiteY2421" fmla="*/ 1893185 h 2053176"/>
              <a:gd name="connsiteX2422" fmla="*/ 5422451 w 12188965"/>
              <a:gd name="connsiteY2422" fmla="*/ 1918844 h 2053176"/>
              <a:gd name="connsiteX2423" fmla="*/ 5396791 w 12188965"/>
              <a:gd name="connsiteY2423" fmla="*/ 1893185 h 2053176"/>
              <a:gd name="connsiteX2424" fmla="*/ 5422451 w 12188965"/>
              <a:gd name="connsiteY2424" fmla="*/ 1867527 h 2053176"/>
              <a:gd name="connsiteX2425" fmla="*/ 5358245 w 12188965"/>
              <a:gd name="connsiteY2425" fmla="*/ 1867527 h 2053176"/>
              <a:gd name="connsiteX2426" fmla="*/ 5383904 w 12188965"/>
              <a:gd name="connsiteY2426" fmla="*/ 1893185 h 2053176"/>
              <a:gd name="connsiteX2427" fmla="*/ 5358245 w 12188965"/>
              <a:gd name="connsiteY2427" fmla="*/ 1918844 h 2053176"/>
              <a:gd name="connsiteX2428" fmla="*/ 5332587 w 12188965"/>
              <a:gd name="connsiteY2428" fmla="*/ 1893185 h 2053176"/>
              <a:gd name="connsiteX2429" fmla="*/ 5358245 w 12188965"/>
              <a:gd name="connsiteY2429" fmla="*/ 1867527 h 2053176"/>
              <a:gd name="connsiteX2430" fmla="*/ 5294040 w 12188965"/>
              <a:gd name="connsiteY2430" fmla="*/ 1867527 h 2053176"/>
              <a:gd name="connsiteX2431" fmla="*/ 5319699 w 12188965"/>
              <a:gd name="connsiteY2431" fmla="*/ 1893185 h 2053176"/>
              <a:gd name="connsiteX2432" fmla="*/ 5294040 w 12188965"/>
              <a:gd name="connsiteY2432" fmla="*/ 1918844 h 2053176"/>
              <a:gd name="connsiteX2433" fmla="*/ 5268382 w 12188965"/>
              <a:gd name="connsiteY2433" fmla="*/ 1893185 h 2053176"/>
              <a:gd name="connsiteX2434" fmla="*/ 5294040 w 12188965"/>
              <a:gd name="connsiteY2434" fmla="*/ 1867527 h 2053176"/>
              <a:gd name="connsiteX2435" fmla="*/ 5229719 w 12188965"/>
              <a:gd name="connsiteY2435" fmla="*/ 1867527 h 2053176"/>
              <a:gd name="connsiteX2436" fmla="*/ 5255377 w 12188965"/>
              <a:gd name="connsiteY2436" fmla="*/ 1893185 h 2053176"/>
              <a:gd name="connsiteX2437" fmla="*/ 5229719 w 12188965"/>
              <a:gd name="connsiteY2437" fmla="*/ 1918844 h 2053176"/>
              <a:gd name="connsiteX2438" fmla="*/ 5204058 w 12188965"/>
              <a:gd name="connsiteY2438" fmla="*/ 1893185 h 2053176"/>
              <a:gd name="connsiteX2439" fmla="*/ 5229719 w 12188965"/>
              <a:gd name="connsiteY2439" fmla="*/ 1867527 h 2053176"/>
              <a:gd name="connsiteX2440" fmla="*/ 5165514 w 12188965"/>
              <a:gd name="connsiteY2440" fmla="*/ 1867527 h 2053176"/>
              <a:gd name="connsiteX2441" fmla="*/ 5191171 w 12188965"/>
              <a:gd name="connsiteY2441" fmla="*/ 1893185 h 2053176"/>
              <a:gd name="connsiteX2442" fmla="*/ 5165514 w 12188965"/>
              <a:gd name="connsiteY2442" fmla="*/ 1918844 h 2053176"/>
              <a:gd name="connsiteX2443" fmla="*/ 5139855 w 12188965"/>
              <a:gd name="connsiteY2443" fmla="*/ 1893185 h 2053176"/>
              <a:gd name="connsiteX2444" fmla="*/ 5165514 w 12188965"/>
              <a:gd name="connsiteY2444" fmla="*/ 1867527 h 2053176"/>
              <a:gd name="connsiteX2445" fmla="*/ 5101309 w 12188965"/>
              <a:gd name="connsiteY2445" fmla="*/ 1867527 h 2053176"/>
              <a:gd name="connsiteX2446" fmla="*/ 5126967 w 12188965"/>
              <a:gd name="connsiteY2446" fmla="*/ 1893185 h 2053176"/>
              <a:gd name="connsiteX2447" fmla="*/ 5101309 w 12188965"/>
              <a:gd name="connsiteY2447" fmla="*/ 1918844 h 2053176"/>
              <a:gd name="connsiteX2448" fmla="*/ 5075649 w 12188965"/>
              <a:gd name="connsiteY2448" fmla="*/ 1893185 h 2053176"/>
              <a:gd name="connsiteX2449" fmla="*/ 5101309 w 12188965"/>
              <a:gd name="connsiteY2449" fmla="*/ 1867527 h 2053176"/>
              <a:gd name="connsiteX2450" fmla="*/ 5037104 w 12188965"/>
              <a:gd name="connsiteY2450" fmla="*/ 1867527 h 2053176"/>
              <a:gd name="connsiteX2451" fmla="*/ 5062762 w 12188965"/>
              <a:gd name="connsiteY2451" fmla="*/ 1893185 h 2053176"/>
              <a:gd name="connsiteX2452" fmla="*/ 5037104 w 12188965"/>
              <a:gd name="connsiteY2452" fmla="*/ 1918844 h 2053176"/>
              <a:gd name="connsiteX2453" fmla="*/ 5011444 w 12188965"/>
              <a:gd name="connsiteY2453" fmla="*/ 1893185 h 2053176"/>
              <a:gd name="connsiteX2454" fmla="*/ 5037104 w 12188965"/>
              <a:gd name="connsiteY2454" fmla="*/ 1867527 h 2053176"/>
              <a:gd name="connsiteX2455" fmla="*/ 4972896 w 12188965"/>
              <a:gd name="connsiteY2455" fmla="*/ 1867527 h 2053176"/>
              <a:gd name="connsiteX2456" fmla="*/ 4998557 w 12188965"/>
              <a:gd name="connsiteY2456" fmla="*/ 1893185 h 2053176"/>
              <a:gd name="connsiteX2457" fmla="*/ 4972896 w 12188965"/>
              <a:gd name="connsiteY2457" fmla="*/ 1918844 h 2053176"/>
              <a:gd name="connsiteX2458" fmla="*/ 4947240 w 12188965"/>
              <a:gd name="connsiteY2458" fmla="*/ 1893185 h 2053176"/>
              <a:gd name="connsiteX2459" fmla="*/ 4972896 w 12188965"/>
              <a:gd name="connsiteY2459" fmla="*/ 1867527 h 2053176"/>
              <a:gd name="connsiteX2460" fmla="*/ 4908693 w 12188965"/>
              <a:gd name="connsiteY2460" fmla="*/ 1867527 h 2053176"/>
              <a:gd name="connsiteX2461" fmla="*/ 4934352 w 12188965"/>
              <a:gd name="connsiteY2461" fmla="*/ 1893185 h 2053176"/>
              <a:gd name="connsiteX2462" fmla="*/ 4908693 w 12188965"/>
              <a:gd name="connsiteY2462" fmla="*/ 1918844 h 2053176"/>
              <a:gd name="connsiteX2463" fmla="*/ 4883033 w 12188965"/>
              <a:gd name="connsiteY2463" fmla="*/ 1893185 h 2053176"/>
              <a:gd name="connsiteX2464" fmla="*/ 4908693 w 12188965"/>
              <a:gd name="connsiteY2464" fmla="*/ 1867527 h 2053176"/>
              <a:gd name="connsiteX2465" fmla="*/ 4844487 w 12188965"/>
              <a:gd name="connsiteY2465" fmla="*/ 1867527 h 2053176"/>
              <a:gd name="connsiteX2466" fmla="*/ 4870146 w 12188965"/>
              <a:gd name="connsiteY2466" fmla="*/ 1893185 h 2053176"/>
              <a:gd name="connsiteX2467" fmla="*/ 4844487 w 12188965"/>
              <a:gd name="connsiteY2467" fmla="*/ 1918844 h 2053176"/>
              <a:gd name="connsiteX2468" fmla="*/ 4818828 w 12188965"/>
              <a:gd name="connsiteY2468" fmla="*/ 1893185 h 2053176"/>
              <a:gd name="connsiteX2469" fmla="*/ 4844487 w 12188965"/>
              <a:gd name="connsiteY2469" fmla="*/ 1867527 h 2053176"/>
              <a:gd name="connsiteX2470" fmla="*/ 4780282 w 12188965"/>
              <a:gd name="connsiteY2470" fmla="*/ 1867527 h 2053176"/>
              <a:gd name="connsiteX2471" fmla="*/ 4805941 w 12188965"/>
              <a:gd name="connsiteY2471" fmla="*/ 1893185 h 2053176"/>
              <a:gd name="connsiteX2472" fmla="*/ 4780282 w 12188965"/>
              <a:gd name="connsiteY2472" fmla="*/ 1918844 h 2053176"/>
              <a:gd name="connsiteX2473" fmla="*/ 4754622 w 12188965"/>
              <a:gd name="connsiteY2473" fmla="*/ 1893185 h 2053176"/>
              <a:gd name="connsiteX2474" fmla="*/ 4780282 w 12188965"/>
              <a:gd name="connsiteY2474" fmla="*/ 1867527 h 2053176"/>
              <a:gd name="connsiteX2475" fmla="*/ 4716077 w 12188965"/>
              <a:gd name="connsiteY2475" fmla="*/ 1867527 h 2053176"/>
              <a:gd name="connsiteX2476" fmla="*/ 4741736 w 12188965"/>
              <a:gd name="connsiteY2476" fmla="*/ 1893185 h 2053176"/>
              <a:gd name="connsiteX2477" fmla="*/ 4716077 w 12188965"/>
              <a:gd name="connsiteY2477" fmla="*/ 1918844 h 2053176"/>
              <a:gd name="connsiteX2478" fmla="*/ 4690419 w 12188965"/>
              <a:gd name="connsiteY2478" fmla="*/ 1893185 h 2053176"/>
              <a:gd name="connsiteX2479" fmla="*/ 4716077 w 12188965"/>
              <a:gd name="connsiteY2479" fmla="*/ 1867527 h 2053176"/>
              <a:gd name="connsiteX2480" fmla="*/ 4651872 w 12188965"/>
              <a:gd name="connsiteY2480" fmla="*/ 1867527 h 2053176"/>
              <a:gd name="connsiteX2481" fmla="*/ 4677531 w 12188965"/>
              <a:gd name="connsiteY2481" fmla="*/ 1893185 h 2053176"/>
              <a:gd name="connsiteX2482" fmla="*/ 4651872 w 12188965"/>
              <a:gd name="connsiteY2482" fmla="*/ 1918844 h 2053176"/>
              <a:gd name="connsiteX2483" fmla="*/ 4626213 w 12188965"/>
              <a:gd name="connsiteY2483" fmla="*/ 1893185 h 2053176"/>
              <a:gd name="connsiteX2484" fmla="*/ 4651872 w 12188965"/>
              <a:gd name="connsiteY2484" fmla="*/ 1867527 h 2053176"/>
              <a:gd name="connsiteX2485" fmla="*/ 4587666 w 12188965"/>
              <a:gd name="connsiteY2485" fmla="*/ 1867527 h 2053176"/>
              <a:gd name="connsiteX2486" fmla="*/ 4613324 w 12188965"/>
              <a:gd name="connsiteY2486" fmla="*/ 1893185 h 2053176"/>
              <a:gd name="connsiteX2487" fmla="*/ 4587666 w 12188965"/>
              <a:gd name="connsiteY2487" fmla="*/ 1918844 h 2053176"/>
              <a:gd name="connsiteX2488" fmla="*/ 4562007 w 12188965"/>
              <a:gd name="connsiteY2488" fmla="*/ 1893185 h 2053176"/>
              <a:gd name="connsiteX2489" fmla="*/ 4587666 w 12188965"/>
              <a:gd name="connsiteY2489" fmla="*/ 1867527 h 2053176"/>
              <a:gd name="connsiteX2490" fmla="*/ 4523461 w 12188965"/>
              <a:gd name="connsiteY2490" fmla="*/ 1867527 h 2053176"/>
              <a:gd name="connsiteX2491" fmla="*/ 4549121 w 12188965"/>
              <a:gd name="connsiteY2491" fmla="*/ 1893185 h 2053176"/>
              <a:gd name="connsiteX2492" fmla="*/ 4523461 w 12188965"/>
              <a:gd name="connsiteY2492" fmla="*/ 1918844 h 2053176"/>
              <a:gd name="connsiteX2493" fmla="*/ 4497802 w 12188965"/>
              <a:gd name="connsiteY2493" fmla="*/ 1893185 h 2053176"/>
              <a:gd name="connsiteX2494" fmla="*/ 4523461 w 12188965"/>
              <a:gd name="connsiteY2494" fmla="*/ 1867527 h 2053176"/>
              <a:gd name="connsiteX2495" fmla="*/ 4459256 w 12188965"/>
              <a:gd name="connsiteY2495" fmla="*/ 1867527 h 2053176"/>
              <a:gd name="connsiteX2496" fmla="*/ 4484914 w 12188965"/>
              <a:gd name="connsiteY2496" fmla="*/ 1893185 h 2053176"/>
              <a:gd name="connsiteX2497" fmla="*/ 4459256 w 12188965"/>
              <a:gd name="connsiteY2497" fmla="*/ 1918844 h 2053176"/>
              <a:gd name="connsiteX2498" fmla="*/ 4433596 w 12188965"/>
              <a:gd name="connsiteY2498" fmla="*/ 1893185 h 2053176"/>
              <a:gd name="connsiteX2499" fmla="*/ 4459256 w 12188965"/>
              <a:gd name="connsiteY2499" fmla="*/ 1867527 h 2053176"/>
              <a:gd name="connsiteX2500" fmla="*/ 4395050 w 12188965"/>
              <a:gd name="connsiteY2500" fmla="*/ 1867527 h 2053176"/>
              <a:gd name="connsiteX2501" fmla="*/ 4420710 w 12188965"/>
              <a:gd name="connsiteY2501" fmla="*/ 1893185 h 2053176"/>
              <a:gd name="connsiteX2502" fmla="*/ 4395050 w 12188965"/>
              <a:gd name="connsiteY2502" fmla="*/ 1918844 h 2053176"/>
              <a:gd name="connsiteX2503" fmla="*/ 4369391 w 12188965"/>
              <a:gd name="connsiteY2503" fmla="*/ 1893185 h 2053176"/>
              <a:gd name="connsiteX2504" fmla="*/ 4395050 w 12188965"/>
              <a:gd name="connsiteY2504" fmla="*/ 1867527 h 2053176"/>
              <a:gd name="connsiteX2505" fmla="*/ 4330845 w 12188965"/>
              <a:gd name="connsiteY2505" fmla="*/ 1867527 h 2053176"/>
              <a:gd name="connsiteX2506" fmla="*/ 4356504 w 12188965"/>
              <a:gd name="connsiteY2506" fmla="*/ 1893185 h 2053176"/>
              <a:gd name="connsiteX2507" fmla="*/ 4330845 w 12188965"/>
              <a:gd name="connsiteY2507" fmla="*/ 1918844 h 2053176"/>
              <a:gd name="connsiteX2508" fmla="*/ 4305186 w 12188965"/>
              <a:gd name="connsiteY2508" fmla="*/ 1893185 h 2053176"/>
              <a:gd name="connsiteX2509" fmla="*/ 4330845 w 12188965"/>
              <a:gd name="connsiteY2509" fmla="*/ 1867527 h 2053176"/>
              <a:gd name="connsiteX2510" fmla="*/ 4266640 w 12188965"/>
              <a:gd name="connsiteY2510" fmla="*/ 1867527 h 2053176"/>
              <a:gd name="connsiteX2511" fmla="*/ 4292298 w 12188965"/>
              <a:gd name="connsiteY2511" fmla="*/ 1893185 h 2053176"/>
              <a:gd name="connsiteX2512" fmla="*/ 4266640 w 12188965"/>
              <a:gd name="connsiteY2512" fmla="*/ 1918844 h 2053176"/>
              <a:gd name="connsiteX2513" fmla="*/ 4240981 w 12188965"/>
              <a:gd name="connsiteY2513" fmla="*/ 1893185 h 2053176"/>
              <a:gd name="connsiteX2514" fmla="*/ 4266640 w 12188965"/>
              <a:gd name="connsiteY2514" fmla="*/ 1867527 h 2053176"/>
              <a:gd name="connsiteX2515" fmla="*/ 4202435 w 12188965"/>
              <a:gd name="connsiteY2515" fmla="*/ 1867527 h 2053176"/>
              <a:gd name="connsiteX2516" fmla="*/ 4228093 w 12188965"/>
              <a:gd name="connsiteY2516" fmla="*/ 1893185 h 2053176"/>
              <a:gd name="connsiteX2517" fmla="*/ 4202435 w 12188965"/>
              <a:gd name="connsiteY2517" fmla="*/ 1918844 h 2053176"/>
              <a:gd name="connsiteX2518" fmla="*/ 4176776 w 12188965"/>
              <a:gd name="connsiteY2518" fmla="*/ 1893185 h 2053176"/>
              <a:gd name="connsiteX2519" fmla="*/ 4202435 w 12188965"/>
              <a:gd name="connsiteY2519" fmla="*/ 1867527 h 2053176"/>
              <a:gd name="connsiteX2520" fmla="*/ 4138112 w 12188965"/>
              <a:gd name="connsiteY2520" fmla="*/ 1867527 h 2053176"/>
              <a:gd name="connsiteX2521" fmla="*/ 4163773 w 12188965"/>
              <a:gd name="connsiteY2521" fmla="*/ 1893185 h 2053176"/>
              <a:gd name="connsiteX2522" fmla="*/ 4138112 w 12188965"/>
              <a:gd name="connsiteY2522" fmla="*/ 1918844 h 2053176"/>
              <a:gd name="connsiteX2523" fmla="*/ 4112454 w 12188965"/>
              <a:gd name="connsiteY2523" fmla="*/ 1893185 h 2053176"/>
              <a:gd name="connsiteX2524" fmla="*/ 4138112 w 12188965"/>
              <a:gd name="connsiteY2524" fmla="*/ 1867527 h 2053176"/>
              <a:gd name="connsiteX2525" fmla="*/ 4073908 w 12188965"/>
              <a:gd name="connsiteY2525" fmla="*/ 1867527 h 2053176"/>
              <a:gd name="connsiteX2526" fmla="*/ 4099565 w 12188965"/>
              <a:gd name="connsiteY2526" fmla="*/ 1893185 h 2053176"/>
              <a:gd name="connsiteX2527" fmla="*/ 4073908 w 12188965"/>
              <a:gd name="connsiteY2527" fmla="*/ 1918844 h 2053176"/>
              <a:gd name="connsiteX2528" fmla="*/ 4048248 w 12188965"/>
              <a:gd name="connsiteY2528" fmla="*/ 1893185 h 2053176"/>
              <a:gd name="connsiteX2529" fmla="*/ 4073908 w 12188965"/>
              <a:gd name="connsiteY2529" fmla="*/ 1867527 h 2053176"/>
              <a:gd name="connsiteX2530" fmla="*/ 4009702 w 12188965"/>
              <a:gd name="connsiteY2530" fmla="*/ 1867527 h 2053176"/>
              <a:gd name="connsiteX2531" fmla="*/ 4035362 w 12188965"/>
              <a:gd name="connsiteY2531" fmla="*/ 1893185 h 2053176"/>
              <a:gd name="connsiteX2532" fmla="*/ 4009702 w 12188965"/>
              <a:gd name="connsiteY2532" fmla="*/ 1918844 h 2053176"/>
              <a:gd name="connsiteX2533" fmla="*/ 3984043 w 12188965"/>
              <a:gd name="connsiteY2533" fmla="*/ 1893185 h 2053176"/>
              <a:gd name="connsiteX2534" fmla="*/ 4009702 w 12188965"/>
              <a:gd name="connsiteY2534" fmla="*/ 1867527 h 2053176"/>
              <a:gd name="connsiteX2535" fmla="*/ 3945497 w 12188965"/>
              <a:gd name="connsiteY2535" fmla="*/ 1867527 h 2053176"/>
              <a:gd name="connsiteX2536" fmla="*/ 3971155 w 12188965"/>
              <a:gd name="connsiteY2536" fmla="*/ 1893185 h 2053176"/>
              <a:gd name="connsiteX2537" fmla="*/ 3945497 w 12188965"/>
              <a:gd name="connsiteY2537" fmla="*/ 1918844 h 2053176"/>
              <a:gd name="connsiteX2538" fmla="*/ 3919838 w 12188965"/>
              <a:gd name="connsiteY2538" fmla="*/ 1893185 h 2053176"/>
              <a:gd name="connsiteX2539" fmla="*/ 3945497 w 12188965"/>
              <a:gd name="connsiteY2539" fmla="*/ 1867527 h 2053176"/>
              <a:gd name="connsiteX2540" fmla="*/ 3881291 w 12188965"/>
              <a:gd name="connsiteY2540" fmla="*/ 1867527 h 2053176"/>
              <a:gd name="connsiteX2541" fmla="*/ 3906950 w 12188965"/>
              <a:gd name="connsiteY2541" fmla="*/ 1893185 h 2053176"/>
              <a:gd name="connsiteX2542" fmla="*/ 3881291 w 12188965"/>
              <a:gd name="connsiteY2542" fmla="*/ 1918844 h 2053176"/>
              <a:gd name="connsiteX2543" fmla="*/ 3855633 w 12188965"/>
              <a:gd name="connsiteY2543" fmla="*/ 1893185 h 2053176"/>
              <a:gd name="connsiteX2544" fmla="*/ 3881291 w 12188965"/>
              <a:gd name="connsiteY2544" fmla="*/ 1867527 h 2053176"/>
              <a:gd name="connsiteX2545" fmla="*/ 3817085 w 12188965"/>
              <a:gd name="connsiteY2545" fmla="*/ 1867527 h 2053176"/>
              <a:gd name="connsiteX2546" fmla="*/ 3842745 w 12188965"/>
              <a:gd name="connsiteY2546" fmla="*/ 1893185 h 2053176"/>
              <a:gd name="connsiteX2547" fmla="*/ 3817085 w 12188965"/>
              <a:gd name="connsiteY2547" fmla="*/ 1918844 h 2053176"/>
              <a:gd name="connsiteX2548" fmla="*/ 3791427 w 12188965"/>
              <a:gd name="connsiteY2548" fmla="*/ 1893185 h 2053176"/>
              <a:gd name="connsiteX2549" fmla="*/ 3817085 w 12188965"/>
              <a:gd name="connsiteY2549" fmla="*/ 1867527 h 2053176"/>
              <a:gd name="connsiteX2550" fmla="*/ 3752882 w 12188965"/>
              <a:gd name="connsiteY2550" fmla="*/ 1867527 h 2053176"/>
              <a:gd name="connsiteX2551" fmla="*/ 3778539 w 12188965"/>
              <a:gd name="connsiteY2551" fmla="*/ 1893185 h 2053176"/>
              <a:gd name="connsiteX2552" fmla="*/ 3752882 w 12188965"/>
              <a:gd name="connsiteY2552" fmla="*/ 1918844 h 2053176"/>
              <a:gd name="connsiteX2553" fmla="*/ 3727221 w 12188965"/>
              <a:gd name="connsiteY2553" fmla="*/ 1893185 h 2053176"/>
              <a:gd name="connsiteX2554" fmla="*/ 3752882 w 12188965"/>
              <a:gd name="connsiteY2554" fmla="*/ 1867527 h 2053176"/>
              <a:gd name="connsiteX2555" fmla="*/ 3688674 w 12188965"/>
              <a:gd name="connsiteY2555" fmla="*/ 1867527 h 2053176"/>
              <a:gd name="connsiteX2556" fmla="*/ 3714335 w 12188965"/>
              <a:gd name="connsiteY2556" fmla="*/ 1893185 h 2053176"/>
              <a:gd name="connsiteX2557" fmla="*/ 3688674 w 12188965"/>
              <a:gd name="connsiteY2557" fmla="*/ 1918844 h 2053176"/>
              <a:gd name="connsiteX2558" fmla="*/ 3663017 w 12188965"/>
              <a:gd name="connsiteY2558" fmla="*/ 1893185 h 2053176"/>
              <a:gd name="connsiteX2559" fmla="*/ 3688674 w 12188965"/>
              <a:gd name="connsiteY2559" fmla="*/ 1867527 h 2053176"/>
              <a:gd name="connsiteX2560" fmla="*/ 3624472 w 12188965"/>
              <a:gd name="connsiteY2560" fmla="*/ 1867527 h 2053176"/>
              <a:gd name="connsiteX2561" fmla="*/ 3650129 w 12188965"/>
              <a:gd name="connsiteY2561" fmla="*/ 1893185 h 2053176"/>
              <a:gd name="connsiteX2562" fmla="*/ 3624472 w 12188965"/>
              <a:gd name="connsiteY2562" fmla="*/ 1918844 h 2053176"/>
              <a:gd name="connsiteX2563" fmla="*/ 3598810 w 12188965"/>
              <a:gd name="connsiteY2563" fmla="*/ 1893185 h 2053176"/>
              <a:gd name="connsiteX2564" fmla="*/ 3624472 w 12188965"/>
              <a:gd name="connsiteY2564" fmla="*/ 1867527 h 2053176"/>
              <a:gd name="connsiteX2565" fmla="*/ 3560264 w 12188965"/>
              <a:gd name="connsiteY2565" fmla="*/ 1867527 h 2053176"/>
              <a:gd name="connsiteX2566" fmla="*/ 3585923 w 12188965"/>
              <a:gd name="connsiteY2566" fmla="*/ 1893185 h 2053176"/>
              <a:gd name="connsiteX2567" fmla="*/ 3560264 w 12188965"/>
              <a:gd name="connsiteY2567" fmla="*/ 1918844 h 2053176"/>
              <a:gd name="connsiteX2568" fmla="*/ 3534607 w 12188965"/>
              <a:gd name="connsiteY2568" fmla="*/ 1893185 h 2053176"/>
              <a:gd name="connsiteX2569" fmla="*/ 3560264 w 12188965"/>
              <a:gd name="connsiteY2569" fmla="*/ 1867527 h 2053176"/>
              <a:gd name="connsiteX2570" fmla="*/ 3496060 w 12188965"/>
              <a:gd name="connsiteY2570" fmla="*/ 1867527 h 2053176"/>
              <a:gd name="connsiteX2571" fmla="*/ 3521719 w 12188965"/>
              <a:gd name="connsiteY2571" fmla="*/ 1893185 h 2053176"/>
              <a:gd name="connsiteX2572" fmla="*/ 3496060 w 12188965"/>
              <a:gd name="connsiteY2572" fmla="*/ 1918844 h 2053176"/>
              <a:gd name="connsiteX2573" fmla="*/ 3470400 w 12188965"/>
              <a:gd name="connsiteY2573" fmla="*/ 1893185 h 2053176"/>
              <a:gd name="connsiteX2574" fmla="*/ 3496060 w 12188965"/>
              <a:gd name="connsiteY2574" fmla="*/ 1867527 h 2053176"/>
              <a:gd name="connsiteX2575" fmla="*/ 3431855 w 12188965"/>
              <a:gd name="connsiteY2575" fmla="*/ 1867527 h 2053176"/>
              <a:gd name="connsiteX2576" fmla="*/ 3457512 w 12188965"/>
              <a:gd name="connsiteY2576" fmla="*/ 1893185 h 2053176"/>
              <a:gd name="connsiteX2577" fmla="*/ 3431855 w 12188965"/>
              <a:gd name="connsiteY2577" fmla="*/ 1918844 h 2053176"/>
              <a:gd name="connsiteX2578" fmla="*/ 3406196 w 12188965"/>
              <a:gd name="connsiteY2578" fmla="*/ 1893185 h 2053176"/>
              <a:gd name="connsiteX2579" fmla="*/ 3431855 w 12188965"/>
              <a:gd name="connsiteY2579" fmla="*/ 1867527 h 2053176"/>
              <a:gd name="connsiteX2580" fmla="*/ 3367649 w 12188965"/>
              <a:gd name="connsiteY2580" fmla="*/ 1867527 h 2053176"/>
              <a:gd name="connsiteX2581" fmla="*/ 3393308 w 12188965"/>
              <a:gd name="connsiteY2581" fmla="*/ 1893185 h 2053176"/>
              <a:gd name="connsiteX2582" fmla="*/ 3367649 w 12188965"/>
              <a:gd name="connsiteY2582" fmla="*/ 1918844 h 2053176"/>
              <a:gd name="connsiteX2583" fmla="*/ 3341990 w 12188965"/>
              <a:gd name="connsiteY2583" fmla="*/ 1893185 h 2053176"/>
              <a:gd name="connsiteX2584" fmla="*/ 3367649 w 12188965"/>
              <a:gd name="connsiteY2584" fmla="*/ 1867527 h 2053176"/>
              <a:gd name="connsiteX2585" fmla="*/ 3303444 w 12188965"/>
              <a:gd name="connsiteY2585" fmla="*/ 1867527 h 2053176"/>
              <a:gd name="connsiteX2586" fmla="*/ 3329102 w 12188965"/>
              <a:gd name="connsiteY2586" fmla="*/ 1893185 h 2053176"/>
              <a:gd name="connsiteX2587" fmla="*/ 3303444 w 12188965"/>
              <a:gd name="connsiteY2587" fmla="*/ 1918844 h 2053176"/>
              <a:gd name="connsiteX2588" fmla="*/ 3277785 w 12188965"/>
              <a:gd name="connsiteY2588" fmla="*/ 1893185 h 2053176"/>
              <a:gd name="connsiteX2589" fmla="*/ 3303444 w 12188965"/>
              <a:gd name="connsiteY2589" fmla="*/ 1867527 h 2053176"/>
              <a:gd name="connsiteX2590" fmla="*/ 3239238 w 12188965"/>
              <a:gd name="connsiteY2590" fmla="*/ 1867527 h 2053176"/>
              <a:gd name="connsiteX2591" fmla="*/ 3264898 w 12188965"/>
              <a:gd name="connsiteY2591" fmla="*/ 1893185 h 2053176"/>
              <a:gd name="connsiteX2592" fmla="*/ 3239238 w 12188965"/>
              <a:gd name="connsiteY2592" fmla="*/ 1918844 h 2053176"/>
              <a:gd name="connsiteX2593" fmla="*/ 3213580 w 12188965"/>
              <a:gd name="connsiteY2593" fmla="*/ 1893185 h 2053176"/>
              <a:gd name="connsiteX2594" fmla="*/ 3239238 w 12188965"/>
              <a:gd name="connsiteY2594" fmla="*/ 1867527 h 2053176"/>
              <a:gd name="connsiteX2595" fmla="*/ 3175034 w 12188965"/>
              <a:gd name="connsiteY2595" fmla="*/ 1867527 h 2053176"/>
              <a:gd name="connsiteX2596" fmla="*/ 3200692 w 12188965"/>
              <a:gd name="connsiteY2596" fmla="*/ 1893185 h 2053176"/>
              <a:gd name="connsiteX2597" fmla="*/ 3175034 w 12188965"/>
              <a:gd name="connsiteY2597" fmla="*/ 1918844 h 2053176"/>
              <a:gd name="connsiteX2598" fmla="*/ 3149375 w 12188965"/>
              <a:gd name="connsiteY2598" fmla="*/ 1893185 h 2053176"/>
              <a:gd name="connsiteX2599" fmla="*/ 3175034 w 12188965"/>
              <a:gd name="connsiteY2599" fmla="*/ 1867527 h 2053176"/>
              <a:gd name="connsiteX2600" fmla="*/ 3110828 w 12188965"/>
              <a:gd name="connsiteY2600" fmla="*/ 1867527 h 2053176"/>
              <a:gd name="connsiteX2601" fmla="*/ 3136487 w 12188965"/>
              <a:gd name="connsiteY2601" fmla="*/ 1893185 h 2053176"/>
              <a:gd name="connsiteX2602" fmla="*/ 3110828 w 12188965"/>
              <a:gd name="connsiteY2602" fmla="*/ 1918844 h 2053176"/>
              <a:gd name="connsiteX2603" fmla="*/ 3085170 w 12188965"/>
              <a:gd name="connsiteY2603" fmla="*/ 1893185 h 2053176"/>
              <a:gd name="connsiteX2604" fmla="*/ 3110828 w 12188965"/>
              <a:gd name="connsiteY2604" fmla="*/ 1867527 h 2053176"/>
              <a:gd name="connsiteX2605" fmla="*/ 3046623 w 12188965"/>
              <a:gd name="connsiteY2605" fmla="*/ 1867527 h 2053176"/>
              <a:gd name="connsiteX2606" fmla="*/ 3072282 w 12188965"/>
              <a:gd name="connsiteY2606" fmla="*/ 1893185 h 2053176"/>
              <a:gd name="connsiteX2607" fmla="*/ 3046623 w 12188965"/>
              <a:gd name="connsiteY2607" fmla="*/ 1918844 h 2053176"/>
              <a:gd name="connsiteX2608" fmla="*/ 3020964 w 12188965"/>
              <a:gd name="connsiteY2608" fmla="*/ 1893185 h 2053176"/>
              <a:gd name="connsiteX2609" fmla="*/ 3046623 w 12188965"/>
              <a:gd name="connsiteY2609" fmla="*/ 1867527 h 2053176"/>
              <a:gd name="connsiteX2610" fmla="*/ 2982301 w 12188965"/>
              <a:gd name="connsiteY2610" fmla="*/ 1867527 h 2053176"/>
              <a:gd name="connsiteX2611" fmla="*/ 3007960 w 12188965"/>
              <a:gd name="connsiteY2611" fmla="*/ 1893185 h 2053176"/>
              <a:gd name="connsiteX2612" fmla="*/ 2982301 w 12188965"/>
              <a:gd name="connsiteY2612" fmla="*/ 1918844 h 2053176"/>
              <a:gd name="connsiteX2613" fmla="*/ 2956642 w 12188965"/>
              <a:gd name="connsiteY2613" fmla="*/ 1893185 h 2053176"/>
              <a:gd name="connsiteX2614" fmla="*/ 2982301 w 12188965"/>
              <a:gd name="connsiteY2614" fmla="*/ 1867527 h 2053176"/>
              <a:gd name="connsiteX2615" fmla="*/ 2918096 w 12188965"/>
              <a:gd name="connsiteY2615" fmla="*/ 1867527 h 2053176"/>
              <a:gd name="connsiteX2616" fmla="*/ 2943755 w 12188965"/>
              <a:gd name="connsiteY2616" fmla="*/ 1893185 h 2053176"/>
              <a:gd name="connsiteX2617" fmla="*/ 2918096 w 12188965"/>
              <a:gd name="connsiteY2617" fmla="*/ 1918844 h 2053176"/>
              <a:gd name="connsiteX2618" fmla="*/ 2892438 w 12188965"/>
              <a:gd name="connsiteY2618" fmla="*/ 1893185 h 2053176"/>
              <a:gd name="connsiteX2619" fmla="*/ 2918096 w 12188965"/>
              <a:gd name="connsiteY2619" fmla="*/ 1867527 h 2053176"/>
              <a:gd name="connsiteX2620" fmla="*/ 2853890 w 12188965"/>
              <a:gd name="connsiteY2620" fmla="*/ 1867527 h 2053176"/>
              <a:gd name="connsiteX2621" fmla="*/ 2879550 w 12188965"/>
              <a:gd name="connsiteY2621" fmla="*/ 1893185 h 2053176"/>
              <a:gd name="connsiteX2622" fmla="*/ 2853890 w 12188965"/>
              <a:gd name="connsiteY2622" fmla="*/ 1918844 h 2053176"/>
              <a:gd name="connsiteX2623" fmla="*/ 2828231 w 12188965"/>
              <a:gd name="connsiteY2623" fmla="*/ 1893185 h 2053176"/>
              <a:gd name="connsiteX2624" fmla="*/ 2853890 w 12188965"/>
              <a:gd name="connsiteY2624" fmla="*/ 1867527 h 2053176"/>
              <a:gd name="connsiteX2625" fmla="*/ 2789686 w 12188965"/>
              <a:gd name="connsiteY2625" fmla="*/ 1867527 h 2053176"/>
              <a:gd name="connsiteX2626" fmla="*/ 2815344 w 12188965"/>
              <a:gd name="connsiteY2626" fmla="*/ 1893185 h 2053176"/>
              <a:gd name="connsiteX2627" fmla="*/ 2789686 w 12188965"/>
              <a:gd name="connsiteY2627" fmla="*/ 1918844 h 2053176"/>
              <a:gd name="connsiteX2628" fmla="*/ 2764027 w 12188965"/>
              <a:gd name="connsiteY2628" fmla="*/ 1893185 h 2053176"/>
              <a:gd name="connsiteX2629" fmla="*/ 2789686 w 12188965"/>
              <a:gd name="connsiteY2629" fmla="*/ 1867527 h 2053176"/>
              <a:gd name="connsiteX2630" fmla="*/ 2725480 w 12188965"/>
              <a:gd name="connsiteY2630" fmla="*/ 1867527 h 2053176"/>
              <a:gd name="connsiteX2631" fmla="*/ 2751140 w 12188965"/>
              <a:gd name="connsiteY2631" fmla="*/ 1893185 h 2053176"/>
              <a:gd name="connsiteX2632" fmla="*/ 2725480 w 12188965"/>
              <a:gd name="connsiteY2632" fmla="*/ 1918844 h 2053176"/>
              <a:gd name="connsiteX2633" fmla="*/ 2699821 w 12188965"/>
              <a:gd name="connsiteY2633" fmla="*/ 1893185 h 2053176"/>
              <a:gd name="connsiteX2634" fmla="*/ 2725480 w 12188965"/>
              <a:gd name="connsiteY2634" fmla="*/ 1867527 h 2053176"/>
              <a:gd name="connsiteX2635" fmla="*/ 2597069 w 12188965"/>
              <a:gd name="connsiteY2635" fmla="*/ 1867527 h 2053176"/>
              <a:gd name="connsiteX2636" fmla="*/ 2622729 w 12188965"/>
              <a:gd name="connsiteY2636" fmla="*/ 1893185 h 2053176"/>
              <a:gd name="connsiteX2637" fmla="*/ 2597069 w 12188965"/>
              <a:gd name="connsiteY2637" fmla="*/ 1918844 h 2053176"/>
              <a:gd name="connsiteX2638" fmla="*/ 2571410 w 12188965"/>
              <a:gd name="connsiteY2638" fmla="*/ 1893185 h 2053176"/>
              <a:gd name="connsiteX2639" fmla="*/ 2597069 w 12188965"/>
              <a:gd name="connsiteY2639" fmla="*/ 1867527 h 2053176"/>
              <a:gd name="connsiteX2640" fmla="*/ 2532865 w 12188965"/>
              <a:gd name="connsiteY2640" fmla="*/ 1867527 h 2053176"/>
              <a:gd name="connsiteX2641" fmla="*/ 2558523 w 12188965"/>
              <a:gd name="connsiteY2641" fmla="*/ 1893185 h 2053176"/>
              <a:gd name="connsiteX2642" fmla="*/ 2532865 w 12188965"/>
              <a:gd name="connsiteY2642" fmla="*/ 1918844 h 2053176"/>
              <a:gd name="connsiteX2643" fmla="*/ 2507205 w 12188965"/>
              <a:gd name="connsiteY2643" fmla="*/ 1893185 h 2053176"/>
              <a:gd name="connsiteX2644" fmla="*/ 2532865 w 12188965"/>
              <a:gd name="connsiteY2644" fmla="*/ 1867527 h 2053176"/>
              <a:gd name="connsiteX2645" fmla="*/ 2468658 w 12188965"/>
              <a:gd name="connsiteY2645" fmla="*/ 1867527 h 2053176"/>
              <a:gd name="connsiteX2646" fmla="*/ 2494318 w 12188965"/>
              <a:gd name="connsiteY2646" fmla="*/ 1893185 h 2053176"/>
              <a:gd name="connsiteX2647" fmla="*/ 2468658 w 12188965"/>
              <a:gd name="connsiteY2647" fmla="*/ 1918844 h 2053176"/>
              <a:gd name="connsiteX2648" fmla="*/ 2443000 w 12188965"/>
              <a:gd name="connsiteY2648" fmla="*/ 1893185 h 2053176"/>
              <a:gd name="connsiteX2649" fmla="*/ 2468658 w 12188965"/>
              <a:gd name="connsiteY2649" fmla="*/ 1867527 h 2053176"/>
              <a:gd name="connsiteX2650" fmla="*/ 2404454 w 12188965"/>
              <a:gd name="connsiteY2650" fmla="*/ 1867527 h 2053176"/>
              <a:gd name="connsiteX2651" fmla="*/ 2430112 w 12188965"/>
              <a:gd name="connsiteY2651" fmla="*/ 1893185 h 2053176"/>
              <a:gd name="connsiteX2652" fmla="*/ 2404454 w 12188965"/>
              <a:gd name="connsiteY2652" fmla="*/ 1918844 h 2053176"/>
              <a:gd name="connsiteX2653" fmla="*/ 2378795 w 12188965"/>
              <a:gd name="connsiteY2653" fmla="*/ 1893185 h 2053176"/>
              <a:gd name="connsiteX2654" fmla="*/ 2404454 w 12188965"/>
              <a:gd name="connsiteY2654" fmla="*/ 1867527 h 2053176"/>
              <a:gd name="connsiteX2655" fmla="*/ 2340249 w 12188965"/>
              <a:gd name="connsiteY2655" fmla="*/ 1867527 h 2053176"/>
              <a:gd name="connsiteX2656" fmla="*/ 2365908 w 12188965"/>
              <a:gd name="connsiteY2656" fmla="*/ 1893185 h 2053176"/>
              <a:gd name="connsiteX2657" fmla="*/ 2340249 w 12188965"/>
              <a:gd name="connsiteY2657" fmla="*/ 1918844 h 2053176"/>
              <a:gd name="connsiteX2658" fmla="*/ 2314590 w 12188965"/>
              <a:gd name="connsiteY2658" fmla="*/ 1893185 h 2053176"/>
              <a:gd name="connsiteX2659" fmla="*/ 2340249 w 12188965"/>
              <a:gd name="connsiteY2659" fmla="*/ 1867527 h 2053176"/>
              <a:gd name="connsiteX2660" fmla="*/ 2276044 w 12188965"/>
              <a:gd name="connsiteY2660" fmla="*/ 1867527 h 2053176"/>
              <a:gd name="connsiteX2661" fmla="*/ 2301702 w 12188965"/>
              <a:gd name="connsiteY2661" fmla="*/ 1893185 h 2053176"/>
              <a:gd name="connsiteX2662" fmla="*/ 2276044 w 12188965"/>
              <a:gd name="connsiteY2662" fmla="*/ 1918844 h 2053176"/>
              <a:gd name="connsiteX2663" fmla="*/ 2250385 w 12188965"/>
              <a:gd name="connsiteY2663" fmla="*/ 1893185 h 2053176"/>
              <a:gd name="connsiteX2664" fmla="*/ 2276044 w 12188965"/>
              <a:gd name="connsiteY2664" fmla="*/ 1867527 h 2053176"/>
              <a:gd name="connsiteX2665" fmla="*/ 2211838 w 12188965"/>
              <a:gd name="connsiteY2665" fmla="*/ 1867527 h 2053176"/>
              <a:gd name="connsiteX2666" fmla="*/ 2237497 w 12188965"/>
              <a:gd name="connsiteY2666" fmla="*/ 1893185 h 2053176"/>
              <a:gd name="connsiteX2667" fmla="*/ 2211838 w 12188965"/>
              <a:gd name="connsiteY2667" fmla="*/ 1918844 h 2053176"/>
              <a:gd name="connsiteX2668" fmla="*/ 2186178 w 12188965"/>
              <a:gd name="connsiteY2668" fmla="*/ 1893185 h 2053176"/>
              <a:gd name="connsiteX2669" fmla="*/ 2211838 w 12188965"/>
              <a:gd name="connsiteY2669" fmla="*/ 1867527 h 2053176"/>
              <a:gd name="connsiteX2670" fmla="*/ 2147633 w 12188965"/>
              <a:gd name="connsiteY2670" fmla="*/ 1867527 h 2053176"/>
              <a:gd name="connsiteX2671" fmla="*/ 2173293 w 12188965"/>
              <a:gd name="connsiteY2671" fmla="*/ 1893185 h 2053176"/>
              <a:gd name="connsiteX2672" fmla="*/ 2147633 w 12188965"/>
              <a:gd name="connsiteY2672" fmla="*/ 1918844 h 2053176"/>
              <a:gd name="connsiteX2673" fmla="*/ 2121975 w 12188965"/>
              <a:gd name="connsiteY2673" fmla="*/ 1893185 h 2053176"/>
              <a:gd name="connsiteX2674" fmla="*/ 2147633 w 12188965"/>
              <a:gd name="connsiteY2674" fmla="*/ 1867527 h 2053176"/>
              <a:gd name="connsiteX2675" fmla="*/ 2083427 w 12188965"/>
              <a:gd name="connsiteY2675" fmla="*/ 1867527 h 2053176"/>
              <a:gd name="connsiteX2676" fmla="*/ 2109087 w 12188965"/>
              <a:gd name="connsiteY2676" fmla="*/ 1893185 h 2053176"/>
              <a:gd name="connsiteX2677" fmla="*/ 2083427 w 12188965"/>
              <a:gd name="connsiteY2677" fmla="*/ 1918844 h 2053176"/>
              <a:gd name="connsiteX2678" fmla="*/ 2057768 w 12188965"/>
              <a:gd name="connsiteY2678" fmla="*/ 1893185 h 2053176"/>
              <a:gd name="connsiteX2679" fmla="*/ 2083427 w 12188965"/>
              <a:gd name="connsiteY2679" fmla="*/ 1867527 h 2053176"/>
              <a:gd name="connsiteX2680" fmla="*/ 2019222 w 12188965"/>
              <a:gd name="connsiteY2680" fmla="*/ 1867527 h 2053176"/>
              <a:gd name="connsiteX2681" fmla="*/ 2044880 w 12188965"/>
              <a:gd name="connsiteY2681" fmla="*/ 1893185 h 2053176"/>
              <a:gd name="connsiteX2682" fmla="*/ 2019222 w 12188965"/>
              <a:gd name="connsiteY2682" fmla="*/ 1918844 h 2053176"/>
              <a:gd name="connsiteX2683" fmla="*/ 1993563 w 12188965"/>
              <a:gd name="connsiteY2683" fmla="*/ 1893185 h 2053176"/>
              <a:gd name="connsiteX2684" fmla="*/ 2019222 w 12188965"/>
              <a:gd name="connsiteY2684" fmla="*/ 1867527 h 2053176"/>
              <a:gd name="connsiteX2685" fmla="*/ 1955016 w 12188965"/>
              <a:gd name="connsiteY2685" fmla="*/ 1867527 h 2053176"/>
              <a:gd name="connsiteX2686" fmla="*/ 1980676 w 12188965"/>
              <a:gd name="connsiteY2686" fmla="*/ 1893185 h 2053176"/>
              <a:gd name="connsiteX2687" fmla="*/ 1955016 w 12188965"/>
              <a:gd name="connsiteY2687" fmla="*/ 1918844 h 2053176"/>
              <a:gd name="connsiteX2688" fmla="*/ 1929358 w 12188965"/>
              <a:gd name="connsiteY2688" fmla="*/ 1893185 h 2053176"/>
              <a:gd name="connsiteX2689" fmla="*/ 1955016 w 12188965"/>
              <a:gd name="connsiteY2689" fmla="*/ 1867527 h 2053176"/>
              <a:gd name="connsiteX2690" fmla="*/ 1890696 w 12188965"/>
              <a:gd name="connsiteY2690" fmla="*/ 1867527 h 2053176"/>
              <a:gd name="connsiteX2691" fmla="*/ 1916355 w 12188965"/>
              <a:gd name="connsiteY2691" fmla="*/ 1893185 h 2053176"/>
              <a:gd name="connsiteX2692" fmla="*/ 1890696 w 12188965"/>
              <a:gd name="connsiteY2692" fmla="*/ 1918844 h 2053176"/>
              <a:gd name="connsiteX2693" fmla="*/ 1865037 w 12188965"/>
              <a:gd name="connsiteY2693" fmla="*/ 1893185 h 2053176"/>
              <a:gd name="connsiteX2694" fmla="*/ 1890696 w 12188965"/>
              <a:gd name="connsiteY2694" fmla="*/ 1867527 h 2053176"/>
              <a:gd name="connsiteX2695" fmla="*/ 1826490 w 12188965"/>
              <a:gd name="connsiteY2695" fmla="*/ 1867527 h 2053176"/>
              <a:gd name="connsiteX2696" fmla="*/ 1852149 w 12188965"/>
              <a:gd name="connsiteY2696" fmla="*/ 1893185 h 2053176"/>
              <a:gd name="connsiteX2697" fmla="*/ 1826490 w 12188965"/>
              <a:gd name="connsiteY2697" fmla="*/ 1918844 h 2053176"/>
              <a:gd name="connsiteX2698" fmla="*/ 1800830 w 12188965"/>
              <a:gd name="connsiteY2698" fmla="*/ 1893185 h 2053176"/>
              <a:gd name="connsiteX2699" fmla="*/ 1826490 w 12188965"/>
              <a:gd name="connsiteY2699" fmla="*/ 1867527 h 2053176"/>
              <a:gd name="connsiteX2700" fmla="*/ 1762285 w 12188965"/>
              <a:gd name="connsiteY2700" fmla="*/ 1867527 h 2053176"/>
              <a:gd name="connsiteX2701" fmla="*/ 1787944 w 12188965"/>
              <a:gd name="connsiteY2701" fmla="*/ 1893185 h 2053176"/>
              <a:gd name="connsiteX2702" fmla="*/ 1762285 w 12188965"/>
              <a:gd name="connsiteY2702" fmla="*/ 1918844 h 2053176"/>
              <a:gd name="connsiteX2703" fmla="*/ 1736626 w 12188965"/>
              <a:gd name="connsiteY2703" fmla="*/ 1893185 h 2053176"/>
              <a:gd name="connsiteX2704" fmla="*/ 1762285 w 12188965"/>
              <a:gd name="connsiteY2704" fmla="*/ 1867527 h 2053176"/>
              <a:gd name="connsiteX2705" fmla="*/ 1698080 w 12188965"/>
              <a:gd name="connsiteY2705" fmla="*/ 1867527 h 2053176"/>
              <a:gd name="connsiteX2706" fmla="*/ 1723738 w 12188965"/>
              <a:gd name="connsiteY2706" fmla="*/ 1893185 h 2053176"/>
              <a:gd name="connsiteX2707" fmla="*/ 1698080 w 12188965"/>
              <a:gd name="connsiteY2707" fmla="*/ 1918844 h 2053176"/>
              <a:gd name="connsiteX2708" fmla="*/ 1672420 w 12188965"/>
              <a:gd name="connsiteY2708" fmla="*/ 1893185 h 2053176"/>
              <a:gd name="connsiteX2709" fmla="*/ 1698080 w 12188965"/>
              <a:gd name="connsiteY2709" fmla="*/ 1867527 h 2053176"/>
              <a:gd name="connsiteX2710" fmla="*/ 1633874 w 12188965"/>
              <a:gd name="connsiteY2710" fmla="*/ 1867527 h 2053176"/>
              <a:gd name="connsiteX2711" fmla="*/ 1659533 w 12188965"/>
              <a:gd name="connsiteY2711" fmla="*/ 1893185 h 2053176"/>
              <a:gd name="connsiteX2712" fmla="*/ 1633874 w 12188965"/>
              <a:gd name="connsiteY2712" fmla="*/ 1918844 h 2053176"/>
              <a:gd name="connsiteX2713" fmla="*/ 1608216 w 12188965"/>
              <a:gd name="connsiteY2713" fmla="*/ 1893185 h 2053176"/>
              <a:gd name="connsiteX2714" fmla="*/ 1633874 w 12188965"/>
              <a:gd name="connsiteY2714" fmla="*/ 1867527 h 2053176"/>
              <a:gd name="connsiteX2715" fmla="*/ 1569669 w 12188965"/>
              <a:gd name="connsiteY2715" fmla="*/ 1867527 h 2053176"/>
              <a:gd name="connsiteX2716" fmla="*/ 1595328 w 12188965"/>
              <a:gd name="connsiteY2716" fmla="*/ 1893185 h 2053176"/>
              <a:gd name="connsiteX2717" fmla="*/ 1569669 w 12188965"/>
              <a:gd name="connsiteY2717" fmla="*/ 1918844 h 2053176"/>
              <a:gd name="connsiteX2718" fmla="*/ 1544010 w 12188965"/>
              <a:gd name="connsiteY2718" fmla="*/ 1893185 h 2053176"/>
              <a:gd name="connsiteX2719" fmla="*/ 1569669 w 12188965"/>
              <a:gd name="connsiteY2719" fmla="*/ 1867527 h 2053176"/>
              <a:gd name="connsiteX2720" fmla="*/ 1505464 w 12188965"/>
              <a:gd name="connsiteY2720" fmla="*/ 1867527 h 2053176"/>
              <a:gd name="connsiteX2721" fmla="*/ 1531123 w 12188965"/>
              <a:gd name="connsiteY2721" fmla="*/ 1893185 h 2053176"/>
              <a:gd name="connsiteX2722" fmla="*/ 1505464 w 12188965"/>
              <a:gd name="connsiteY2722" fmla="*/ 1918844 h 2053176"/>
              <a:gd name="connsiteX2723" fmla="*/ 1479806 w 12188965"/>
              <a:gd name="connsiteY2723" fmla="*/ 1893185 h 2053176"/>
              <a:gd name="connsiteX2724" fmla="*/ 1505464 w 12188965"/>
              <a:gd name="connsiteY2724" fmla="*/ 1867527 h 2053176"/>
              <a:gd name="connsiteX2725" fmla="*/ 1441258 w 12188965"/>
              <a:gd name="connsiteY2725" fmla="*/ 1867527 h 2053176"/>
              <a:gd name="connsiteX2726" fmla="*/ 1466917 w 12188965"/>
              <a:gd name="connsiteY2726" fmla="*/ 1893185 h 2053176"/>
              <a:gd name="connsiteX2727" fmla="*/ 1441258 w 12188965"/>
              <a:gd name="connsiteY2727" fmla="*/ 1918844 h 2053176"/>
              <a:gd name="connsiteX2728" fmla="*/ 1415599 w 12188965"/>
              <a:gd name="connsiteY2728" fmla="*/ 1893185 h 2053176"/>
              <a:gd name="connsiteX2729" fmla="*/ 1441258 w 12188965"/>
              <a:gd name="connsiteY2729" fmla="*/ 1867527 h 2053176"/>
              <a:gd name="connsiteX2730" fmla="*/ 1377053 w 12188965"/>
              <a:gd name="connsiteY2730" fmla="*/ 1867527 h 2053176"/>
              <a:gd name="connsiteX2731" fmla="*/ 1402712 w 12188965"/>
              <a:gd name="connsiteY2731" fmla="*/ 1893185 h 2053176"/>
              <a:gd name="connsiteX2732" fmla="*/ 1377053 w 12188965"/>
              <a:gd name="connsiteY2732" fmla="*/ 1918844 h 2053176"/>
              <a:gd name="connsiteX2733" fmla="*/ 1351395 w 12188965"/>
              <a:gd name="connsiteY2733" fmla="*/ 1893185 h 2053176"/>
              <a:gd name="connsiteX2734" fmla="*/ 1377053 w 12188965"/>
              <a:gd name="connsiteY2734" fmla="*/ 1867527 h 2053176"/>
              <a:gd name="connsiteX2735" fmla="*/ 1312848 w 12188965"/>
              <a:gd name="connsiteY2735" fmla="*/ 1867527 h 2053176"/>
              <a:gd name="connsiteX2736" fmla="*/ 1338507 w 12188965"/>
              <a:gd name="connsiteY2736" fmla="*/ 1893185 h 2053176"/>
              <a:gd name="connsiteX2737" fmla="*/ 1312848 w 12188965"/>
              <a:gd name="connsiteY2737" fmla="*/ 1918844 h 2053176"/>
              <a:gd name="connsiteX2738" fmla="*/ 1287190 w 12188965"/>
              <a:gd name="connsiteY2738" fmla="*/ 1893185 h 2053176"/>
              <a:gd name="connsiteX2739" fmla="*/ 1312848 w 12188965"/>
              <a:gd name="connsiteY2739" fmla="*/ 1867527 h 2053176"/>
              <a:gd name="connsiteX2740" fmla="*/ 1248643 w 12188965"/>
              <a:gd name="connsiteY2740" fmla="*/ 1867527 h 2053176"/>
              <a:gd name="connsiteX2741" fmla="*/ 1274302 w 12188965"/>
              <a:gd name="connsiteY2741" fmla="*/ 1893185 h 2053176"/>
              <a:gd name="connsiteX2742" fmla="*/ 1248643 w 12188965"/>
              <a:gd name="connsiteY2742" fmla="*/ 1918844 h 2053176"/>
              <a:gd name="connsiteX2743" fmla="*/ 1222984 w 12188965"/>
              <a:gd name="connsiteY2743" fmla="*/ 1893185 h 2053176"/>
              <a:gd name="connsiteX2744" fmla="*/ 1248643 w 12188965"/>
              <a:gd name="connsiteY2744" fmla="*/ 1867527 h 2053176"/>
              <a:gd name="connsiteX2745" fmla="*/ 1184437 w 12188965"/>
              <a:gd name="connsiteY2745" fmla="*/ 1867527 h 2053176"/>
              <a:gd name="connsiteX2746" fmla="*/ 1210096 w 12188965"/>
              <a:gd name="connsiteY2746" fmla="*/ 1893185 h 2053176"/>
              <a:gd name="connsiteX2747" fmla="*/ 1184437 w 12188965"/>
              <a:gd name="connsiteY2747" fmla="*/ 1918844 h 2053176"/>
              <a:gd name="connsiteX2748" fmla="*/ 1158780 w 12188965"/>
              <a:gd name="connsiteY2748" fmla="*/ 1893185 h 2053176"/>
              <a:gd name="connsiteX2749" fmla="*/ 1184437 w 12188965"/>
              <a:gd name="connsiteY2749" fmla="*/ 1867527 h 2053176"/>
              <a:gd name="connsiteX2750" fmla="*/ 1120233 w 12188965"/>
              <a:gd name="connsiteY2750" fmla="*/ 1867527 h 2053176"/>
              <a:gd name="connsiteX2751" fmla="*/ 1145892 w 12188965"/>
              <a:gd name="connsiteY2751" fmla="*/ 1893185 h 2053176"/>
              <a:gd name="connsiteX2752" fmla="*/ 1120233 w 12188965"/>
              <a:gd name="connsiteY2752" fmla="*/ 1918844 h 2053176"/>
              <a:gd name="connsiteX2753" fmla="*/ 1094573 w 12188965"/>
              <a:gd name="connsiteY2753" fmla="*/ 1893185 h 2053176"/>
              <a:gd name="connsiteX2754" fmla="*/ 1120233 w 12188965"/>
              <a:gd name="connsiteY2754" fmla="*/ 1867527 h 2053176"/>
              <a:gd name="connsiteX2755" fmla="*/ 1056027 w 12188965"/>
              <a:gd name="connsiteY2755" fmla="*/ 1867527 h 2053176"/>
              <a:gd name="connsiteX2756" fmla="*/ 1081685 w 12188965"/>
              <a:gd name="connsiteY2756" fmla="*/ 1893185 h 2053176"/>
              <a:gd name="connsiteX2757" fmla="*/ 1056027 w 12188965"/>
              <a:gd name="connsiteY2757" fmla="*/ 1918844 h 2053176"/>
              <a:gd name="connsiteX2758" fmla="*/ 1030369 w 12188965"/>
              <a:gd name="connsiteY2758" fmla="*/ 1893185 h 2053176"/>
              <a:gd name="connsiteX2759" fmla="*/ 1056027 w 12188965"/>
              <a:gd name="connsiteY2759" fmla="*/ 1867527 h 2053176"/>
              <a:gd name="connsiteX2760" fmla="*/ 991823 w 12188965"/>
              <a:gd name="connsiteY2760" fmla="*/ 1867527 h 2053176"/>
              <a:gd name="connsiteX2761" fmla="*/ 1017481 w 12188965"/>
              <a:gd name="connsiteY2761" fmla="*/ 1893185 h 2053176"/>
              <a:gd name="connsiteX2762" fmla="*/ 991823 w 12188965"/>
              <a:gd name="connsiteY2762" fmla="*/ 1918844 h 2053176"/>
              <a:gd name="connsiteX2763" fmla="*/ 966162 w 12188965"/>
              <a:gd name="connsiteY2763" fmla="*/ 1893185 h 2053176"/>
              <a:gd name="connsiteX2764" fmla="*/ 991823 w 12188965"/>
              <a:gd name="connsiteY2764" fmla="*/ 1867527 h 2053176"/>
              <a:gd name="connsiteX2765" fmla="*/ 927616 w 12188965"/>
              <a:gd name="connsiteY2765" fmla="*/ 1867527 h 2053176"/>
              <a:gd name="connsiteX2766" fmla="*/ 953275 w 12188965"/>
              <a:gd name="connsiteY2766" fmla="*/ 1893185 h 2053176"/>
              <a:gd name="connsiteX2767" fmla="*/ 927616 w 12188965"/>
              <a:gd name="connsiteY2767" fmla="*/ 1918844 h 2053176"/>
              <a:gd name="connsiteX2768" fmla="*/ 901957 w 12188965"/>
              <a:gd name="connsiteY2768" fmla="*/ 1893185 h 2053176"/>
              <a:gd name="connsiteX2769" fmla="*/ 927616 w 12188965"/>
              <a:gd name="connsiteY2769" fmla="*/ 1867527 h 2053176"/>
              <a:gd name="connsiteX2770" fmla="*/ 863411 w 12188965"/>
              <a:gd name="connsiteY2770" fmla="*/ 1867527 h 2053176"/>
              <a:gd name="connsiteX2771" fmla="*/ 889071 w 12188965"/>
              <a:gd name="connsiteY2771" fmla="*/ 1893185 h 2053176"/>
              <a:gd name="connsiteX2772" fmla="*/ 863411 w 12188965"/>
              <a:gd name="connsiteY2772" fmla="*/ 1918844 h 2053176"/>
              <a:gd name="connsiteX2773" fmla="*/ 837752 w 12188965"/>
              <a:gd name="connsiteY2773" fmla="*/ 1893185 h 2053176"/>
              <a:gd name="connsiteX2774" fmla="*/ 863411 w 12188965"/>
              <a:gd name="connsiteY2774" fmla="*/ 1867527 h 2053176"/>
              <a:gd name="connsiteX2775" fmla="*/ 799089 w 12188965"/>
              <a:gd name="connsiteY2775" fmla="*/ 1867527 h 2053176"/>
              <a:gd name="connsiteX2776" fmla="*/ 824748 w 12188965"/>
              <a:gd name="connsiteY2776" fmla="*/ 1893185 h 2053176"/>
              <a:gd name="connsiteX2777" fmla="*/ 799089 w 12188965"/>
              <a:gd name="connsiteY2777" fmla="*/ 1918844 h 2053176"/>
              <a:gd name="connsiteX2778" fmla="*/ 773432 w 12188965"/>
              <a:gd name="connsiteY2778" fmla="*/ 1893185 h 2053176"/>
              <a:gd name="connsiteX2779" fmla="*/ 799089 w 12188965"/>
              <a:gd name="connsiteY2779" fmla="*/ 1867527 h 2053176"/>
              <a:gd name="connsiteX2780" fmla="*/ 734885 w 12188965"/>
              <a:gd name="connsiteY2780" fmla="*/ 1867527 h 2053176"/>
              <a:gd name="connsiteX2781" fmla="*/ 760544 w 12188965"/>
              <a:gd name="connsiteY2781" fmla="*/ 1893185 h 2053176"/>
              <a:gd name="connsiteX2782" fmla="*/ 734885 w 12188965"/>
              <a:gd name="connsiteY2782" fmla="*/ 1918844 h 2053176"/>
              <a:gd name="connsiteX2783" fmla="*/ 709225 w 12188965"/>
              <a:gd name="connsiteY2783" fmla="*/ 1893185 h 2053176"/>
              <a:gd name="connsiteX2784" fmla="*/ 734885 w 12188965"/>
              <a:gd name="connsiteY2784" fmla="*/ 1867527 h 2053176"/>
              <a:gd name="connsiteX2785" fmla="*/ 670679 w 12188965"/>
              <a:gd name="connsiteY2785" fmla="*/ 1867527 h 2053176"/>
              <a:gd name="connsiteX2786" fmla="*/ 696338 w 12188965"/>
              <a:gd name="connsiteY2786" fmla="*/ 1893185 h 2053176"/>
              <a:gd name="connsiteX2787" fmla="*/ 670679 w 12188965"/>
              <a:gd name="connsiteY2787" fmla="*/ 1918844 h 2053176"/>
              <a:gd name="connsiteX2788" fmla="*/ 645020 w 12188965"/>
              <a:gd name="connsiteY2788" fmla="*/ 1893185 h 2053176"/>
              <a:gd name="connsiteX2789" fmla="*/ 670679 w 12188965"/>
              <a:gd name="connsiteY2789" fmla="*/ 1867527 h 2053176"/>
              <a:gd name="connsiteX2790" fmla="*/ 606475 w 12188965"/>
              <a:gd name="connsiteY2790" fmla="*/ 1867527 h 2053176"/>
              <a:gd name="connsiteX2791" fmla="*/ 632134 w 12188965"/>
              <a:gd name="connsiteY2791" fmla="*/ 1893185 h 2053176"/>
              <a:gd name="connsiteX2792" fmla="*/ 606475 w 12188965"/>
              <a:gd name="connsiteY2792" fmla="*/ 1918844 h 2053176"/>
              <a:gd name="connsiteX2793" fmla="*/ 580815 w 12188965"/>
              <a:gd name="connsiteY2793" fmla="*/ 1893185 h 2053176"/>
              <a:gd name="connsiteX2794" fmla="*/ 606475 w 12188965"/>
              <a:gd name="connsiteY2794" fmla="*/ 1867527 h 2053176"/>
              <a:gd name="connsiteX2795" fmla="*/ 542268 w 12188965"/>
              <a:gd name="connsiteY2795" fmla="*/ 1867527 h 2053176"/>
              <a:gd name="connsiteX2796" fmla="*/ 567927 w 12188965"/>
              <a:gd name="connsiteY2796" fmla="*/ 1893185 h 2053176"/>
              <a:gd name="connsiteX2797" fmla="*/ 542268 w 12188965"/>
              <a:gd name="connsiteY2797" fmla="*/ 1918844 h 2053176"/>
              <a:gd name="connsiteX2798" fmla="*/ 516610 w 12188965"/>
              <a:gd name="connsiteY2798" fmla="*/ 1893185 h 2053176"/>
              <a:gd name="connsiteX2799" fmla="*/ 542268 w 12188965"/>
              <a:gd name="connsiteY2799" fmla="*/ 1867527 h 2053176"/>
              <a:gd name="connsiteX2800" fmla="*/ 478063 w 12188965"/>
              <a:gd name="connsiteY2800" fmla="*/ 1867527 h 2053176"/>
              <a:gd name="connsiteX2801" fmla="*/ 503724 w 12188965"/>
              <a:gd name="connsiteY2801" fmla="*/ 1893185 h 2053176"/>
              <a:gd name="connsiteX2802" fmla="*/ 478063 w 12188965"/>
              <a:gd name="connsiteY2802" fmla="*/ 1918844 h 2053176"/>
              <a:gd name="connsiteX2803" fmla="*/ 452404 w 12188965"/>
              <a:gd name="connsiteY2803" fmla="*/ 1893185 h 2053176"/>
              <a:gd name="connsiteX2804" fmla="*/ 478063 w 12188965"/>
              <a:gd name="connsiteY2804" fmla="*/ 1867527 h 2053176"/>
              <a:gd name="connsiteX2805" fmla="*/ 413858 w 12188965"/>
              <a:gd name="connsiteY2805" fmla="*/ 1867527 h 2053176"/>
              <a:gd name="connsiteX2806" fmla="*/ 439517 w 12188965"/>
              <a:gd name="connsiteY2806" fmla="*/ 1893185 h 2053176"/>
              <a:gd name="connsiteX2807" fmla="*/ 413858 w 12188965"/>
              <a:gd name="connsiteY2807" fmla="*/ 1918844 h 2053176"/>
              <a:gd name="connsiteX2808" fmla="*/ 388200 w 12188965"/>
              <a:gd name="connsiteY2808" fmla="*/ 1893185 h 2053176"/>
              <a:gd name="connsiteX2809" fmla="*/ 413858 w 12188965"/>
              <a:gd name="connsiteY2809" fmla="*/ 1867527 h 2053176"/>
              <a:gd name="connsiteX2810" fmla="*/ 346686 w 12188965"/>
              <a:gd name="connsiteY2810" fmla="*/ 1867527 h 2053176"/>
              <a:gd name="connsiteX2811" fmla="*/ 372344 w 12188965"/>
              <a:gd name="connsiteY2811" fmla="*/ 1893185 h 2053176"/>
              <a:gd name="connsiteX2812" fmla="*/ 346686 w 12188965"/>
              <a:gd name="connsiteY2812" fmla="*/ 1918844 h 2053176"/>
              <a:gd name="connsiteX2813" fmla="*/ 321027 w 12188965"/>
              <a:gd name="connsiteY2813" fmla="*/ 1893185 h 2053176"/>
              <a:gd name="connsiteX2814" fmla="*/ 346686 w 12188965"/>
              <a:gd name="connsiteY2814" fmla="*/ 1867527 h 2053176"/>
              <a:gd name="connsiteX2815" fmla="*/ 282480 w 12188965"/>
              <a:gd name="connsiteY2815" fmla="*/ 1867527 h 2053176"/>
              <a:gd name="connsiteX2816" fmla="*/ 308138 w 12188965"/>
              <a:gd name="connsiteY2816" fmla="*/ 1893185 h 2053176"/>
              <a:gd name="connsiteX2817" fmla="*/ 282480 w 12188965"/>
              <a:gd name="connsiteY2817" fmla="*/ 1918844 h 2053176"/>
              <a:gd name="connsiteX2818" fmla="*/ 256820 w 12188965"/>
              <a:gd name="connsiteY2818" fmla="*/ 1893185 h 2053176"/>
              <a:gd name="connsiteX2819" fmla="*/ 282480 w 12188965"/>
              <a:gd name="connsiteY2819" fmla="*/ 1867527 h 2053176"/>
              <a:gd name="connsiteX2820" fmla="*/ 218274 w 12188965"/>
              <a:gd name="connsiteY2820" fmla="*/ 1867527 h 2053176"/>
              <a:gd name="connsiteX2821" fmla="*/ 243932 w 12188965"/>
              <a:gd name="connsiteY2821" fmla="*/ 1893185 h 2053176"/>
              <a:gd name="connsiteX2822" fmla="*/ 218274 w 12188965"/>
              <a:gd name="connsiteY2822" fmla="*/ 1918844 h 2053176"/>
              <a:gd name="connsiteX2823" fmla="*/ 192615 w 12188965"/>
              <a:gd name="connsiteY2823" fmla="*/ 1893185 h 2053176"/>
              <a:gd name="connsiteX2824" fmla="*/ 218274 w 12188965"/>
              <a:gd name="connsiteY2824" fmla="*/ 1867527 h 2053176"/>
              <a:gd name="connsiteX2825" fmla="*/ 154069 w 12188965"/>
              <a:gd name="connsiteY2825" fmla="*/ 1867527 h 2053176"/>
              <a:gd name="connsiteX2826" fmla="*/ 179727 w 12188965"/>
              <a:gd name="connsiteY2826" fmla="*/ 1893185 h 2053176"/>
              <a:gd name="connsiteX2827" fmla="*/ 154069 w 12188965"/>
              <a:gd name="connsiteY2827" fmla="*/ 1918844 h 2053176"/>
              <a:gd name="connsiteX2828" fmla="*/ 128410 w 12188965"/>
              <a:gd name="connsiteY2828" fmla="*/ 1893185 h 2053176"/>
              <a:gd name="connsiteX2829" fmla="*/ 154069 w 12188965"/>
              <a:gd name="connsiteY2829" fmla="*/ 1867527 h 2053176"/>
              <a:gd name="connsiteX2830" fmla="*/ 89864 w 12188965"/>
              <a:gd name="connsiteY2830" fmla="*/ 1867527 h 2053176"/>
              <a:gd name="connsiteX2831" fmla="*/ 115522 w 12188965"/>
              <a:gd name="connsiteY2831" fmla="*/ 1893185 h 2053176"/>
              <a:gd name="connsiteX2832" fmla="*/ 89864 w 12188965"/>
              <a:gd name="connsiteY2832" fmla="*/ 1918844 h 2053176"/>
              <a:gd name="connsiteX2833" fmla="*/ 64205 w 12188965"/>
              <a:gd name="connsiteY2833" fmla="*/ 1893185 h 2053176"/>
              <a:gd name="connsiteX2834" fmla="*/ 89864 w 12188965"/>
              <a:gd name="connsiteY2834" fmla="*/ 1867527 h 2053176"/>
              <a:gd name="connsiteX2835" fmla="*/ 25659 w 12188965"/>
              <a:gd name="connsiteY2835" fmla="*/ 1867527 h 2053176"/>
              <a:gd name="connsiteX2836" fmla="*/ 51317 w 12188965"/>
              <a:gd name="connsiteY2836" fmla="*/ 1893185 h 2053176"/>
              <a:gd name="connsiteX2837" fmla="*/ 25659 w 12188965"/>
              <a:gd name="connsiteY2837" fmla="*/ 1918844 h 2053176"/>
              <a:gd name="connsiteX2838" fmla="*/ 0 w 12188965"/>
              <a:gd name="connsiteY2838" fmla="*/ 1893185 h 2053176"/>
              <a:gd name="connsiteX2839" fmla="*/ 25659 w 12188965"/>
              <a:gd name="connsiteY2839" fmla="*/ 1867527 h 2053176"/>
              <a:gd name="connsiteX2840" fmla="*/ 12163307 w 12188965"/>
              <a:gd name="connsiteY2840" fmla="*/ 1800419 h 2053176"/>
              <a:gd name="connsiteX2841" fmla="*/ 12188965 w 12188965"/>
              <a:gd name="connsiteY2841" fmla="*/ 1826077 h 2053176"/>
              <a:gd name="connsiteX2842" fmla="*/ 12163307 w 12188965"/>
              <a:gd name="connsiteY2842" fmla="*/ 1851737 h 2053176"/>
              <a:gd name="connsiteX2843" fmla="*/ 12137649 w 12188965"/>
              <a:gd name="connsiteY2843" fmla="*/ 1826077 h 2053176"/>
              <a:gd name="connsiteX2844" fmla="*/ 12163307 w 12188965"/>
              <a:gd name="connsiteY2844" fmla="*/ 1800419 h 2053176"/>
              <a:gd name="connsiteX2845" fmla="*/ 12034897 w 12188965"/>
              <a:gd name="connsiteY2845" fmla="*/ 1800419 h 2053176"/>
              <a:gd name="connsiteX2846" fmla="*/ 12060557 w 12188965"/>
              <a:gd name="connsiteY2846" fmla="*/ 1826077 h 2053176"/>
              <a:gd name="connsiteX2847" fmla="*/ 12034897 w 12188965"/>
              <a:gd name="connsiteY2847" fmla="*/ 1851737 h 2053176"/>
              <a:gd name="connsiteX2848" fmla="*/ 12009237 w 12188965"/>
              <a:gd name="connsiteY2848" fmla="*/ 1826077 h 2053176"/>
              <a:gd name="connsiteX2849" fmla="*/ 12034897 w 12188965"/>
              <a:gd name="connsiteY2849" fmla="*/ 1800419 h 2053176"/>
              <a:gd name="connsiteX2850" fmla="*/ 11970691 w 12188965"/>
              <a:gd name="connsiteY2850" fmla="*/ 1800419 h 2053176"/>
              <a:gd name="connsiteX2851" fmla="*/ 11996349 w 12188965"/>
              <a:gd name="connsiteY2851" fmla="*/ 1826077 h 2053176"/>
              <a:gd name="connsiteX2852" fmla="*/ 11970691 w 12188965"/>
              <a:gd name="connsiteY2852" fmla="*/ 1851737 h 2053176"/>
              <a:gd name="connsiteX2853" fmla="*/ 11945033 w 12188965"/>
              <a:gd name="connsiteY2853" fmla="*/ 1826077 h 2053176"/>
              <a:gd name="connsiteX2854" fmla="*/ 11970691 w 12188965"/>
              <a:gd name="connsiteY2854" fmla="*/ 1800419 h 2053176"/>
              <a:gd name="connsiteX2855" fmla="*/ 11906483 w 12188965"/>
              <a:gd name="connsiteY2855" fmla="*/ 1800419 h 2053176"/>
              <a:gd name="connsiteX2856" fmla="*/ 11932145 w 12188965"/>
              <a:gd name="connsiteY2856" fmla="*/ 1826077 h 2053176"/>
              <a:gd name="connsiteX2857" fmla="*/ 11906483 w 12188965"/>
              <a:gd name="connsiteY2857" fmla="*/ 1851737 h 2053176"/>
              <a:gd name="connsiteX2858" fmla="*/ 11880825 w 12188965"/>
              <a:gd name="connsiteY2858" fmla="*/ 1826077 h 2053176"/>
              <a:gd name="connsiteX2859" fmla="*/ 11906483 w 12188965"/>
              <a:gd name="connsiteY2859" fmla="*/ 1800419 h 2053176"/>
              <a:gd name="connsiteX2860" fmla="*/ 11842279 w 12188965"/>
              <a:gd name="connsiteY2860" fmla="*/ 1800419 h 2053176"/>
              <a:gd name="connsiteX2861" fmla="*/ 11867941 w 12188965"/>
              <a:gd name="connsiteY2861" fmla="*/ 1826077 h 2053176"/>
              <a:gd name="connsiteX2862" fmla="*/ 11842279 w 12188965"/>
              <a:gd name="connsiteY2862" fmla="*/ 1851737 h 2053176"/>
              <a:gd name="connsiteX2863" fmla="*/ 11816621 w 12188965"/>
              <a:gd name="connsiteY2863" fmla="*/ 1826077 h 2053176"/>
              <a:gd name="connsiteX2864" fmla="*/ 11842279 w 12188965"/>
              <a:gd name="connsiteY2864" fmla="*/ 1800419 h 2053176"/>
              <a:gd name="connsiteX2865" fmla="*/ 11775107 w 12188965"/>
              <a:gd name="connsiteY2865" fmla="*/ 1800419 h 2053176"/>
              <a:gd name="connsiteX2866" fmla="*/ 11800767 w 12188965"/>
              <a:gd name="connsiteY2866" fmla="*/ 1826077 h 2053176"/>
              <a:gd name="connsiteX2867" fmla="*/ 11775107 w 12188965"/>
              <a:gd name="connsiteY2867" fmla="*/ 1851737 h 2053176"/>
              <a:gd name="connsiteX2868" fmla="*/ 11749449 w 12188965"/>
              <a:gd name="connsiteY2868" fmla="*/ 1826077 h 2053176"/>
              <a:gd name="connsiteX2869" fmla="*/ 11775107 w 12188965"/>
              <a:gd name="connsiteY2869" fmla="*/ 1800419 h 2053176"/>
              <a:gd name="connsiteX2870" fmla="*/ 11710901 w 12188965"/>
              <a:gd name="connsiteY2870" fmla="*/ 1800419 h 2053176"/>
              <a:gd name="connsiteX2871" fmla="*/ 11736561 w 12188965"/>
              <a:gd name="connsiteY2871" fmla="*/ 1826077 h 2053176"/>
              <a:gd name="connsiteX2872" fmla="*/ 11710901 w 12188965"/>
              <a:gd name="connsiteY2872" fmla="*/ 1851737 h 2053176"/>
              <a:gd name="connsiteX2873" fmla="*/ 11685243 w 12188965"/>
              <a:gd name="connsiteY2873" fmla="*/ 1826077 h 2053176"/>
              <a:gd name="connsiteX2874" fmla="*/ 11710901 w 12188965"/>
              <a:gd name="connsiteY2874" fmla="*/ 1800419 h 2053176"/>
              <a:gd name="connsiteX2875" fmla="*/ 11646697 w 12188965"/>
              <a:gd name="connsiteY2875" fmla="*/ 1800419 h 2053176"/>
              <a:gd name="connsiteX2876" fmla="*/ 11672355 w 12188965"/>
              <a:gd name="connsiteY2876" fmla="*/ 1826077 h 2053176"/>
              <a:gd name="connsiteX2877" fmla="*/ 11646697 w 12188965"/>
              <a:gd name="connsiteY2877" fmla="*/ 1851737 h 2053176"/>
              <a:gd name="connsiteX2878" fmla="*/ 11621037 w 12188965"/>
              <a:gd name="connsiteY2878" fmla="*/ 1826077 h 2053176"/>
              <a:gd name="connsiteX2879" fmla="*/ 11646697 w 12188965"/>
              <a:gd name="connsiteY2879" fmla="*/ 1800419 h 2053176"/>
              <a:gd name="connsiteX2880" fmla="*/ 11582491 w 12188965"/>
              <a:gd name="connsiteY2880" fmla="*/ 1800419 h 2053176"/>
              <a:gd name="connsiteX2881" fmla="*/ 11608149 w 12188965"/>
              <a:gd name="connsiteY2881" fmla="*/ 1826077 h 2053176"/>
              <a:gd name="connsiteX2882" fmla="*/ 11582491 w 12188965"/>
              <a:gd name="connsiteY2882" fmla="*/ 1851737 h 2053176"/>
              <a:gd name="connsiteX2883" fmla="*/ 11556833 w 12188965"/>
              <a:gd name="connsiteY2883" fmla="*/ 1826077 h 2053176"/>
              <a:gd name="connsiteX2884" fmla="*/ 11582491 w 12188965"/>
              <a:gd name="connsiteY2884" fmla="*/ 1800419 h 2053176"/>
              <a:gd name="connsiteX2885" fmla="*/ 11389875 w 12188965"/>
              <a:gd name="connsiteY2885" fmla="*/ 1800419 h 2053176"/>
              <a:gd name="connsiteX2886" fmla="*/ 11415533 w 12188965"/>
              <a:gd name="connsiteY2886" fmla="*/ 1826077 h 2053176"/>
              <a:gd name="connsiteX2887" fmla="*/ 11389875 w 12188965"/>
              <a:gd name="connsiteY2887" fmla="*/ 1851737 h 2053176"/>
              <a:gd name="connsiteX2888" fmla="*/ 11364217 w 12188965"/>
              <a:gd name="connsiteY2888" fmla="*/ 1826077 h 2053176"/>
              <a:gd name="connsiteX2889" fmla="*/ 11389875 w 12188965"/>
              <a:gd name="connsiteY2889" fmla="*/ 1800419 h 2053176"/>
              <a:gd name="connsiteX2890" fmla="*/ 11325670 w 12188965"/>
              <a:gd name="connsiteY2890" fmla="*/ 1800419 h 2053176"/>
              <a:gd name="connsiteX2891" fmla="*/ 11351329 w 12188965"/>
              <a:gd name="connsiteY2891" fmla="*/ 1826077 h 2053176"/>
              <a:gd name="connsiteX2892" fmla="*/ 11325670 w 12188965"/>
              <a:gd name="connsiteY2892" fmla="*/ 1851737 h 2053176"/>
              <a:gd name="connsiteX2893" fmla="*/ 11300012 w 12188965"/>
              <a:gd name="connsiteY2893" fmla="*/ 1826077 h 2053176"/>
              <a:gd name="connsiteX2894" fmla="*/ 11325670 w 12188965"/>
              <a:gd name="connsiteY2894" fmla="*/ 1800419 h 2053176"/>
              <a:gd name="connsiteX2895" fmla="*/ 11261466 w 12188965"/>
              <a:gd name="connsiteY2895" fmla="*/ 1800419 h 2053176"/>
              <a:gd name="connsiteX2896" fmla="*/ 11287124 w 12188965"/>
              <a:gd name="connsiteY2896" fmla="*/ 1826077 h 2053176"/>
              <a:gd name="connsiteX2897" fmla="*/ 11261466 w 12188965"/>
              <a:gd name="connsiteY2897" fmla="*/ 1851737 h 2053176"/>
              <a:gd name="connsiteX2898" fmla="*/ 11235805 w 12188965"/>
              <a:gd name="connsiteY2898" fmla="*/ 1826077 h 2053176"/>
              <a:gd name="connsiteX2899" fmla="*/ 11261466 w 12188965"/>
              <a:gd name="connsiteY2899" fmla="*/ 1800419 h 2053176"/>
              <a:gd name="connsiteX2900" fmla="*/ 11197259 w 12188965"/>
              <a:gd name="connsiteY2900" fmla="*/ 1800419 h 2053176"/>
              <a:gd name="connsiteX2901" fmla="*/ 11222917 w 12188965"/>
              <a:gd name="connsiteY2901" fmla="*/ 1826077 h 2053176"/>
              <a:gd name="connsiteX2902" fmla="*/ 11197259 w 12188965"/>
              <a:gd name="connsiteY2902" fmla="*/ 1851737 h 2053176"/>
              <a:gd name="connsiteX2903" fmla="*/ 11171601 w 12188965"/>
              <a:gd name="connsiteY2903" fmla="*/ 1826077 h 2053176"/>
              <a:gd name="connsiteX2904" fmla="*/ 11197259 w 12188965"/>
              <a:gd name="connsiteY2904" fmla="*/ 1800419 h 2053176"/>
              <a:gd name="connsiteX2905" fmla="*/ 11004643 w 12188965"/>
              <a:gd name="connsiteY2905" fmla="*/ 1800419 h 2053176"/>
              <a:gd name="connsiteX2906" fmla="*/ 11030301 w 12188965"/>
              <a:gd name="connsiteY2906" fmla="*/ 1826077 h 2053176"/>
              <a:gd name="connsiteX2907" fmla="*/ 11004643 w 12188965"/>
              <a:gd name="connsiteY2907" fmla="*/ 1851737 h 2053176"/>
              <a:gd name="connsiteX2908" fmla="*/ 10978985 w 12188965"/>
              <a:gd name="connsiteY2908" fmla="*/ 1826077 h 2053176"/>
              <a:gd name="connsiteX2909" fmla="*/ 11004643 w 12188965"/>
              <a:gd name="connsiteY2909" fmla="*/ 1800419 h 2053176"/>
              <a:gd name="connsiteX2910" fmla="*/ 10940321 w 12188965"/>
              <a:gd name="connsiteY2910" fmla="*/ 1800419 h 2053176"/>
              <a:gd name="connsiteX2911" fmla="*/ 10965982 w 12188965"/>
              <a:gd name="connsiteY2911" fmla="*/ 1826077 h 2053176"/>
              <a:gd name="connsiteX2912" fmla="*/ 10940321 w 12188965"/>
              <a:gd name="connsiteY2912" fmla="*/ 1851737 h 2053176"/>
              <a:gd name="connsiteX2913" fmla="*/ 10914663 w 12188965"/>
              <a:gd name="connsiteY2913" fmla="*/ 1826077 h 2053176"/>
              <a:gd name="connsiteX2914" fmla="*/ 10940321 w 12188965"/>
              <a:gd name="connsiteY2914" fmla="*/ 1800419 h 2053176"/>
              <a:gd name="connsiteX2915" fmla="*/ 10876117 w 12188965"/>
              <a:gd name="connsiteY2915" fmla="*/ 1800419 h 2053176"/>
              <a:gd name="connsiteX2916" fmla="*/ 10901775 w 12188965"/>
              <a:gd name="connsiteY2916" fmla="*/ 1826077 h 2053176"/>
              <a:gd name="connsiteX2917" fmla="*/ 10876117 w 12188965"/>
              <a:gd name="connsiteY2917" fmla="*/ 1851737 h 2053176"/>
              <a:gd name="connsiteX2918" fmla="*/ 10850459 w 12188965"/>
              <a:gd name="connsiteY2918" fmla="*/ 1826077 h 2053176"/>
              <a:gd name="connsiteX2919" fmla="*/ 10876117 w 12188965"/>
              <a:gd name="connsiteY2919" fmla="*/ 1800419 h 2053176"/>
              <a:gd name="connsiteX2920" fmla="*/ 10811912 w 12188965"/>
              <a:gd name="connsiteY2920" fmla="*/ 1800419 h 2053176"/>
              <a:gd name="connsiteX2921" fmla="*/ 10837571 w 12188965"/>
              <a:gd name="connsiteY2921" fmla="*/ 1826077 h 2053176"/>
              <a:gd name="connsiteX2922" fmla="*/ 10811912 w 12188965"/>
              <a:gd name="connsiteY2922" fmla="*/ 1851737 h 2053176"/>
              <a:gd name="connsiteX2923" fmla="*/ 10786254 w 12188965"/>
              <a:gd name="connsiteY2923" fmla="*/ 1826077 h 2053176"/>
              <a:gd name="connsiteX2924" fmla="*/ 10811912 w 12188965"/>
              <a:gd name="connsiteY2924" fmla="*/ 1800419 h 2053176"/>
              <a:gd name="connsiteX2925" fmla="*/ 10683501 w 12188965"/>
              <a:gd name="connsiteY2925" fmla="*/ 1800419 h 2053176"/>
              <a:gd name="connsiteX2926" fmla="*/ 10709159 w 12188965"/>
              <a:gd name="connsiteY2926" fmla="*/ 1826077 h 2053176"/>
              <a:gd name="connsiteX2927" fmla="*/ 10683501 w 12188965"/>
              <a:gd name="connsiteY2927" fmla="*/ 1851737 h 2053176"/>
              <a:gd name="connsiteX2928" fmla="*/ 10657843 w 12188965"/>
              <a:gd name="connsiteY2928" fmla="*/ 1826077 h 2053176"/>
              <a:gd name="connsiteX2929" fmla="*/ 10683501 w 12188965"/>
              <a:gd name="connsiteY2929" fmla="*/ 1800419 h 2053176"/>
              <a:gd name="connsiteX2930" fmla="*/ 10619297 w 12188965"/>
              <a:gd name="connsiteY2930" fmla="*/ 1800419 h 2053176"/>
              <a:gd name="connsiteX2931" fmla="*/ 10644955 w 12188965"/>
              <a:gd name="connsiteY2931" fmla="*/ 1826077 h 2053176"/>
              <a:gd name="connsiteX2932" fmla="*/ 10619297 w 12188965"/>
              <a:gd name="connsiteY2932" fmla="*/ 1851737 h 2053176"/>
              <a:gd name="connsiteX2933" fmla="*/ 10593639 w 12188965"/>
              <a:gd name="connsiteY2933" fmla="*/ 1826077 h 2053176"/>
              <a:gd name="connsiteX2934" fmla="*/ 10619297 w 12188965"/>
              <a:gd name="connsiteY2934" fmla="*/ 1800419 h 2053176"/>
              <a:gd name="connsiteX2935" fmla="*/ 10555092 w 12188965"/>
              <a:gd name="connsiteY2935" fmla="*/ 1800419 h 2053176"/>
              <a:gd name="connsiteX2936" fmla="*/ 10580751 w 12188965"/>
              <a:gd name="connsiteY2936" fmla="*/ 1826077 h 2053176"/>
              <a:gd name="connsiteX2937" fmla="*/ 10555092 w 12188965"/>
              <a:gd name="connsiteY2937" fmla="*/ 1851737 h 2053176"/>
              <a:gd name="connsiteX2938" fmla="*/ 10529432 w 12188965"/>
              <a:gd name="connsiteY2938" fmla="*/ 1826077 h 2053176"/>
              <a:gd name="connsiteX2939" fmla="*/ 10555092 w 12188965"/>
              <a:gd name="connsiteY2939" fmla="*/ 1800419 h 2053176"/>
              <a:gd name="connsiteX2940" fmla="*/ 10490885 w 12188965"/>
              <a:gd name="connsiteY2940" fmla="*/ 1800419 h 2053176"/>
              <a:gd name="connsiteX2941" fmla="*/ 10516544 w 12188965"/>
              <a:gd name="connsiteY2941" fmla="*/ 1826077 h 2053176"/>
              <a:gd name="connsiteX2942" fmla="*/ 10490885 w 12188965"/>
              <a:gd name="connsiteY2942" fmla="*/ 1851737 h 2053176"/>
              <a:gd name="connsiteX2943" fmla="*/ 10465227 w 12188965"/>
              <a:gd name="connsiteY2943" fmla="*/ 1826077 h 2053176"/>
              <a:gd name="connsiteX2944" fmla="*/ 10490885 w 12188965"/>
              <a:gd name="connsiteY2944" fmla="*/ 1800419 h 2053176"/>
              <a:gd name="connsiteX2945" fmla="*/ 10298270 w 12188965"/>
              <a:gd name="connsiteY2945" fmla="*/ 1800419 h 2053176"/>
              <a:gd name="connsiteX2946" fmla="*/ 10323928 w 12188965"/>
              <a:gd name="connsiteY2946" fmla="*/ 1826077 h 2053176"/>
              <a:gd name="connsiteX2947" fmla="*/ 10298270 w 12188965"/>
              <a:gd name="connsiteY2947" fmla="*/ 1851737 h 2053176"/>
              <a:gd name="connsiteX2948" fmla="*/ 10272611 w 12188965"/>
              <a:gd name="connsiteY2948" fmla="*/ 1826077 h 2053176"/>
              <a:gd name="connsiteX2949" fmla="*/ 10298270 w 12188965"/>
              <a:gd name="connsiteY2949" fmla="*/ 1800419 h 2053176"/>
              <a:gd name="connsiteX2950" fmla="*/ 10234065 w 12188965"/>
              <a:gd name="connsiteY2950" fmla="*/ 1800419 h 2053176"/>
              <a:gd name="connsiteX2951" fmla="*/ 10259723 w 12188965"/>
              <a:gd name="connsiteY2951" fmla="*/ 1826077 h 2053176"/>
              <a:gd name="connsiteX2952" fmla="*/ 10234065 w 12188965"/>
              <a:gd name="connsiteY2952" fmla="*/ 1851737 h 2053176"/>
              <a:gd name="connsiteX2953" fmla="*/ 10208404 w 12188965"/>
              <a:gd name="connsiteY2953" fmla="*/ 1826077 h 2053176"/>
              <a:gd name="connsiteX2954" fmla="*/ 10234065 w 12188965"/>
              <a:gd name="connsiteY2954" fmla="*/ 1800419 h 2053176"/>
              <a:gd name="connsiteX2955" fmla="*/ 10169858 w 12188965"/>
              <a:gd name="connsiteY2955" fmla="*/ 1800419 h 2053176"/>
              <a:gd name="connsiteX2956" fmla="*/ 10195519 w 12188965"/>
              <a:gd name="connsiteY2956" fmla="*/ 1826077 h 2053176"/>
              <a:gd name="connsiteX2957" fmla="*/ 10169858 w 12188965"/>
              <a:gd name="connsiteY2957" fmla="*/ 1851737 h 2053176"/>
              <a:gd name="connsiteX2958" fmla="*/ 10144200 w 12188965"/>
              <a:gd name="connsiteY2958" fmla="*/ 1826077 h 2053176"/>
              <a:gd name="connsiteX2959" fmla="*/ 10169858 w 12188965"/>
              <a:gd name="connsiteY2959" fmla="*/ 1800419 h 2053176"/>
              <a:gd name="connsiteX2960" fmla="*/ 10105654 w 12188965"/>
              <a:gd name="connsiteY2960" fmla="*/ 1800419 h 2053176"/>
              <a:gd name="connsiteX2961" fmla="*/ 10131312 w 12188965"/>
              <a:gd name="connsiteY2961" fmla="*/ 1826077 h 2053176"/>
              <a:gd name="connsiteX2962" fmla="*/ 10105654 w 12188965"/>
              <a:gd name="connsiteY2962" fmla="*/ 1851737 h 2053176"/>
              <a:gd name="connsiteX2963" fmla="*/ 10079996 w 12188965"/>
              <a:gd name="connsiteY2963" fmla="*/ 1826077 h 2053176"/>
              <a:gd name="connsiteX2964" fmla="*/ 10105654 w 12188965"/>
              <a:gd name="connsiteY2964" fmla="*/ 1800419 h 2053176"/>
              <a:gd name="connsiteX2965" fmla="*/ 9913038 w 12188965"/>
              <a:gd name="connsiteY2965" fmla="*/ 1800419 h 2053176"/>
              <a:gd name="connsiteX2966" fmla="*/ 9938696 w 12188965"/>
              <a:gd name="connsiteY2966" fmla="*/ 1826077 h 2053176"/>
              <a:gd name="connsiteX2967" fmla="*/ 9913038 w 12188965"/>
              <a:gd name="connsiteY2967" fmla="*/ 1851737 h 2053176"/>
              <a:gd name="connsiteX2968" fmla="*/ 9887380 w 12188965"/>
              <a:gd name="connsiteY2968" fmla="*/ 1826077 h 2053176"/>
              <a:gd name="connsiteX2969" fmla="*/ 9913038 w 12188965"/>
              <a:gd name="connsiteY2969" fmla="*/ 1800419 h 2053176"/>
              <a:gd name="connsiteX2970" fmla="*/ 9848716 w 12188965"/>
              <a:gd name="connsiteY2970" fmla="*/ 1800419 h 2053176"/>
              <a:gd name="connsiteX2971" fmla="*/ 9874374 w 12188965"/>
              <a:gd name="connsiteY2971" fmla="*/ 1826077 h 2053176"/>
              <a:gd name="connsiteX2972" fmla="*/ 9848716 w 12188965"/>
              <a:gd name="connsiteY2972" fmla="*/ 1851737 h 2053176"/>
              <a:gd name="connsiteX2973" fmla="*/ 9823058 w 12188965"/>
              <a:gd name="connsiteY2973" fmla="*/ 1826077 h 2053176"/>
              <a:gd name="connsiteX2974" fmla="*/ 9848716 w 12188965"/>
              <a:gd name="connsiteY2974" fmla="*/ 1800419 h 2053176"/>
              <a:gd name="connsiteX2975" fmla="*/ 9784512 w 12188965"/>
              <a:gd name="connsiteY2975" fmla="*/ 1800419 h 2053176"/>
              <a:gd name="connsiteX2976" fmla="*/ 9810170 w 12188965"/>
              <a:gd name="connsiteY2976" fmla="*/ 1826077 h 2053176"/>
              <a:gd name="connsiteX2977" fmla="*/ 9784512 w 12188965"/>
              <a:gd name="connsiteY2977" fmla="*/ 1851737 h 2053176"/>
              <a:gd name="connsiteX2978" fmla="*/ 9758853 w 12188965"/>
              <a:gd name="connsiteY2978" fmla="*/ 1826077 h 2053176"/>
              <a:gd name="connsiteX2979" fmla="*/ 9784512 w 12188965"/>
              <a:gd name="connsiteY2979" fmla="*/ 1800419 h 2053176"/>
              <a:gd name="connsiteX2980" fmla="*/ 9720307 w 12188965"/>
              <a:gd name="connsiteY2980" fmla="*/ 1800419 h 2053176"/>
              <a:gd name="connsiteX2981" fmla="*/ 9745965 w 12188965"/>
              <a:gd name="connsiteY2981" fmla="*/ 1826077 h 2053176"/>
              <a:gd name="connsiteX2982" fmla="*/ 9720307 w 12188965"/>
              <a:gd name="connsiteY2982" fmla="*/ 1851737 h 2053176"/>
              <a:gd name="connsiteX2983" fmla="*/ 9694646 w 12188965"/>
              <a:gd name="connsiteY2983" fmla="*/ 1826077 h 2053176"/>
              <a:gd name="connsiteX2984" fmla="*/ 9720307 w 12188965"/>
              <a:gd name="connsiteY2984" fmla="*/ 1800419 h 2053176"/>
              <a:gd name="connsiteX2985" fmla="*/ 9591896 w 12188965"/>
              <a:gd name="connsiteY2985" fmla="*/ 1800419 h 2053176"/>
              <a:gd name="connsiteX2986" fmla="*/ 9617554 w 12188965"/>
              <a:gd name="connsiteY2986" fmla="*/ 1826077 h 2053176"/>
              <a:gd name="connsiteX2987" fmla="*/ 9591896 w 12188965"/>
              <a:gd name="connsiteY2987" fmla="*/ 1851737 h 2053176"/>
              <a:gd name="connsiteX2988" fmla="*/ 9566238 w 12188965"/>
              <a:gd name="connsiteY2988" fmla="*/ 1826077 h 2053176"/>
              <a:gd name="connsiteX2989" fmla="*/ 9591896 w 12188965"/>
              <a:gd name="connsiteY2989" fmla="*/ 1800419 h 2053176"/>
              <a:gd name="connsiteX2990" fmla="*/ 9527689 w 12188965"/>
              <a:gd name="connsiteY2990" fmla="*/ 1800419 h 2053176"/>
              <a:gd name="connsiteX2991" fmla="*/ 9553350 w 12188965"/>
              <a:gd name="connsiteY2991" fmla="*/ 1826077 h 2053176"/>
              <a:gd name="connsiteX2992" fmla="*/ 9527689 w 12188965"/>
              <a:gd name="connsiteY2992" fmla="*/ 1851737 h 2053176"/>
              <a:gd name="connsiteX2993" fmla="*/ 9502031 w 12188965"/>
              <a:gd name="connsiteY2993" fmla="*/ 1826077 h 2053176"/>
              <a:gd name="connsiteX2994" fmla="*/ 9527689 w 12188965"/>
              <a:gd name="connsiteY2994" fmla="*/ 1800419 h 2053176"/>
              <a:gd name="connsiteX2995" fmla="*/ 9463485 w 12188965"/>
              <a:gd name="connsiteY2995" fmla="*/ 1800419 h 2053176"/>
              <a:gd name="connsiteX2996" fmla="*/ 9489143 w 12188965"/>
              <a:gd name="connsiteY2996" fmla="*/ 1826077 h 2053176"/>
              <a:gd name="connsiteX2997" fmla="*/ 9463485 w 12188965"/>
              <a:gd name="connsiteY2997" fmla="*/ 1851737 h 2053176"/>
              <a:gd name="connsiteX2998" fmla="*/ 9437826 w 12188965"/>
              <a:gd name="connsiteY2998" fmla="*/ 1826077 h 2053176"/>
              <a:gd name="connsiteX2999" fmla="*/ 9463485 w 12188965"/>
              <a:gd name="connsiteY2999" fmla="*/ 1800419 h 2053176"/>
              <a:gd name="connsiteX3000" fmla="*/ 9399280 w 12188965"/>
              <a:gd name="connsiteY3000" fmla="*/ 1800419 h 2053176"/>
              <a:gd name="connsiteX3001" fmla="*/ 9424938 w 12188965"/>
              <a:gd name="connsiteY3001" fmla="*/ 1826077 h 2053176"/>
              <a:gd name="connsiteX3002" fmla="*/ 9399280 w 12188965"/>
              <a:gd name="connsiteY3002" fmla="*/ 1851737 h 2053176"/>
              <a:gd name="connsiteX3003" fmla="*/ 9373619 w 12188965"/>
              <a:gd name="connsiteY3003" fmla="*/ 1826077 h 2053176"/>
              <a:gd name="connsiteX3004" fmla="*/ 9399280 w 12188965"/>
              <a:gd name="connsiteY3004" fmla="*/ 1800419 h 2053176"/>
              <a:gd name="connsiteX3005" fmla="*/ 9206664 w 12188965"/>
              <a:gd name="connsiteY3005" fmla="*/ 1800419 h 2053176"/>
              <a:gd name="connsiteX3006" fmla="*/ 9232323 w 12188965"/>
              <a:gd name="connsiteY3006" fmla="*/ 1826077 h 2053176"/>
              <a:gd name="connsiteX3007" fmla="*/ 9206664 w 12188965"/>
              <a:gd name="connsiteY3007" fmla="*/ 1851737 h 2053176"/>
              <a:gd name="connsiteX3008" fmla="*/ 9181006 w 12188965"/>
              <a:gd name="connsiteY3008" fmla="*/ 1826077 h 2053176"/>
              <a:gd name="connsiteX3009" fmla="*/ 9206664 w 12188965"/>
              <a:gd name="connsiteY3009" fmla="*/ 1800419 h 2053176"/>
              <a:gd name="connsiteX3010" fmla="*/ 9142457 w 12188965"/>
              <a:gd name="connsiteY3010" fmla="*/ 1800419 h 2053176"/>
              <a:gd name="connsiteX3011" fmla="*/ 9168118 w 12188965"/>
              <a:gd name="connsiteY3011" fmla="*/ 1826077 h 2053176"/>
              <a:gd name="connsiteX3012" fmla="*/ 9142457 w 12188965"/>
              <a:gd name="connsiteY3012" fmla="*/ 1851737 h 2053176"/>
              <a:gd name="connsiteX3013" fmla="*/ 9116799 w 12188965"/>
              <a:gd name="connsiteY3013" fmla="*/ 1826077 h 2053176"/>
              <a:gd name="connsiteX3014" fmla="*/ 9142457 w 12188965"/>
              <a:gd name="connsiteY3014" fmla="*/ 1800419 h 2053176"/>
              <a:gd name="connsiteX3015" fmla="*/ 9078253 w 12188965"/>
              <a:gd name="connsiteY3015" fmla="*/ 1800419 h 2053176"/>
              <a:gd name="connsiteX3016" fmla="*/ 9103911 w 12188965"/>
              <a:gd name="connsiteY3016" fmla="*/ 1826077 h 2053176"/>
              <a:gd name="connsiteX3017" fmla="*/ 9078253 w 12188965"/>
              <a:gd name="connsiteY3017" fmla="*/ 1851737 h 2053176"/>
              <a:gd name="connsiteX3018" fmla="*/ 9052595 w 12188965"/>
              <a:gd name="connsiteY3018" fmla="*/ 1826077 h 2053176"/>
              <a:gd name="connsiteX3019" fmla="*/ 9078253 w 12188965"/>
              <a:gd name="connsiteY3019" fmla="*/ 1800419 h 2053176"/>
              <a:gd name="connsiteX3020" fmla="*/ 9014049 w 12188965"/>
              <a:gd name="connsiteY3020" fmla="*/ 1800419 h 2053176"/>
              <a:gd name="connsiteX3021" fmla="*/ 9039707 w 12188965"/>
              <a:gd name="connsiteY3021" fmla="*/ 1826077 h 2053176"/>
              <a:gd name="connsiteX3022" fmla="*/ 9014049 w 12188965"/>
              <a:gd name="connsiteY3022" fmla="*/ 1851737 h 2053176"/>
              <a:gd name="connsiteX3023" fmla="*/ 8988388 w 12188965"/>
              <a:gd name="connsiteY3023" fmla="*/ 1826077 h 2053176"/>
              <a:gd name="connsiteX3024" fmla="*/ 9014049 w 12188965"/>
              <a:gd name="connsiteY3024" fmla="*/ 1800419 h 2053176"/>
              <a:gd name="connsiteX3025" fmla="*/ 8821433 w 12188965"/>
              <a:gd name="connsiteY3025" fmla="*/ 1800419 h 2053176"/>
              <a:gd name="connsiteX3026" fmla="*/ 8847091 w 12188965"/>
              <a:gd name="connsiteY3026" fmla="*/ 1826077 h 2053176"/>
              <a:gd name="connsiteX3027" fmla="*/ 8821433 w 12188965"/>
              <a:gd name="connsiteY3027" fmla="*/ 1851737 h 2053176"/>
              <a:gd name="connsiteX3028" fmla="*/ 8795772 w 12188965"/>
              <a:gd name="connsiteY3028" fmla="*/ 1826077 h 2053176"/>
              <a:gd name="connsiteX3029" fmla="*/ 8821433 w 12188965"/>
              <a:gd name="connsiteY3029" fmla="*/ 1800419 h 2053176"/>
              <a:gd name="connsiteX3030" fmla="*/ 8757226 w 12188965"/>
              <a:gd name="connsiteY3030" fmla="*/ 1800419 h 2053176"/>
              <a:gd name="connsiteX3031" fmla="*/ 8782887 w 12188965"/>
              <a:gd name="connsiteY3031" fmla="*/ 1826077 h 2053176"/>
              <a:gd name="connsiteX3032" fmla="*/ 8757226 w 12188965"/>
              <a:gd name="connsiteY3032" fmla="*/ 1851737 h 2053176"/>
              <a:gd name="connsiteX3033" fmla="*/ 8731568 w 12188965"/>
              <a:gd name="connsiteY3033" fmla="*/ 1826077 h 2053176"/>
              <a:gd name="connsiteX3034" fmla="*/ 8757226 w 12188965"/>
              <a:gd name="connsiteY3034" fmla="*/ 1800419 h 2053176"/>
              <a:gd name="connsiteX3035" fmla="*/ 8692904 w 12188965"/>
              <a:gd name="connsiteY3035" fmla="*/ 1800419 h 2053176"/>
              <a:gd name="connsiteX3036" fmla="*/ 8718565 w 12188965"/>
              <a:gd name="connsiteY3036" fmla="*/ 1826077 h 2053176"/>
              <a:gd name="connsiteX3037" fmla="*/ 8692904 w 12188965"/>
              <a:gd name="connsiteY3037" fmla="*/ 1851737 h 2053176"/>
              <a:gd name="connsiteX3038" fmla="*/ 8667246 w 12188965"/>
              <a:gd name="connsiteY3038" fmla="*/ 1826077 h 2053176"/>
              <a:gd name="connsiteX3039" fmla="*/ 8692904 w 12188965"/>
              <a:gd name="connsiteY3039" fmla="*/ 1800419 h 2053176"/>
              <a:gd name="connsiteX3040" fmla="*/ 8628699 w 12188965"/>
              <a:gd name="connsiteY3040" fmla="*/ 1800419 h 2053176"/>
              <a:gd name="connsiteX3041" fmla="*/ 8654358 w 12188965"/>
              <a:gd name="connsiteY3041" fmla="*/ 1826077 h 2053176"/>
              <a:gd name="connsiteX3042" fmla="*/ 8628699 w 12188965"/>
              <a:gd name="connsiteY3042" fmla="*/ 1851737 h 2053176"/>
              <a:gd name="connsiteX3043" fmla="*/ 8603041 w 12188965"/>
              <a:gd name="connsiteY3043" fmla="*/ 1826077 h 2053176"/>
              <a:gd name="connsiteX3044" fmla="*/ 8628699 w 12188965"/>
              <a:gd name="connsiteY3044" fmla="*/ 1800419 h 2053176"/>
              <a:gd name="connsiteX3045" fmla="*/ 8500288 w 12188965"/>
              <a:gd name="connsiteY3045" fmla="*/ 1800419 h 2053176"/>
              <a:gd name="connsiteX3046" fmla="*/ 8525949 w 12188965"/>
              <a:gd name="connsiteY3046" fmla="*/ 1826077 h 2053176"/>
              <a:gd name="connsiteX3047" fmla="*/ 8500288 w 12188965"/>
              <a:gd name="connsiteY3047" fmla="*/ 1851737 h 2053176"/>
              <a:gd name="connsiteX3048" fmla="*/ 8474630 w 12188965"/>
              <a:gd name="connsiteY3048" fmla="*/ 1826077 h 2053176"/>
              <a:gd name="connsiteX3049" fmla="*/ 8500288 w 12188965"/>
              <a:gd name="connsiteY3049" fmla="*/ 1800419 h 2053176"/>
              <a:gd name="connsiteX3050" fmla="*/ 8436084 w 12188965"/>
              <a:gd name="connsiteY3050" fmla="*/ 1800419 h 2053176"/>
              <a:gd name="connsiteX3051" fmla="*/ 8461745 w 12188965"/>
              <a:gd name="connsiteY3051" fmla="*/ 1826077 h 2053176"/>
              <a:gd name="connsiteX3052" fmla="*/ 8436084 w 12188965"/>
              <a:gd name="connsiteY3052" fmla="*/ 1851737 h 2053176"/>
              <a:gd name="connsiteX3053" fmla="*/ 8410426 w 12188965"/>
              <a:gd name="connsiteY3053" fmla="*/ 1826077 h 2053176"/>
              <a:gd name="connsiteX3054" fmla="*/ 8436084 w 12188965"/>
              <a:gd name="connsiteY3054" fmla="*/ 1800419 h 2053176"/>
              <a:gd name="connsiteX3055" fmla="*/ 8307675 w 12188965"/>
              <a:gd name="connsiteY3055" fmla="*/ 1800419 h 2053176"/>
              <a:gd name="connsiteX3056" fmla="*/ 8333333 w 12188965"/>
              <a:gd name="connsiteY3056" fmla="*/ 1826077 h 2053176"/>
              <a:gd name="connsiteX3057" fmla="*/ 8307675 w 12188965"/>
              <a:gd name="connsiteY3057" fmla="*/ 1851737 h 2053176"/>
              <a:gd name="connsiteX3058" fmla="*/ 8282014 w 12188965"/>
              <a:gd name="connsiteY3058" fmla="*/ 1826077 h 2053176"/>
              <a:gd name="connsiteX3059" fmla="*/ 8307675 w 12188965"/>
              <a:gd name="connsiteY3059" fmla="*/ 1800419 h 2053176"/>
              <a:gd name="connsiteX3060" fmla="*/ 8115057 w 12188965"/>
              <a:gd name="connsiteY3060" fmla="*/ 1800419 h 2053176"/>
              <a:gd name="connsiteX3061" fmla="*/ 8140717 w 12188965"/>
              <a:gd name="connsiteY3061" fmla="*/ 1826077 h 2053176"/>
              <a:gd name="connsiteX3062" fmla="*/ 8115057 w 12188965"/>
              <a:gd name="connsiteY3062" fmla="*/ 1851737 h 2053176"/>
              <a:gd name="connsiteX3063" fmla="*/ 8089398 w 12188965"/>
              <a:gd name="connsiteY3063" fmla="*/ 1826077 h 2053176"/>
              <a:gd name="connsiteX3064" fmla="*/ 8115057 w 12188965"/>
              <a:gd name="connsiteY3064" fmla="*/ 1800419 h 2053176"/>
              <a:gd name="connsiteX3065" fmla="*/ 8050852 w 12188965"/>
              <a:gd name="connsiteY3065" fmla="*/ 1800419 h 2053176"/>
              <a:gd name="connsiteX3066" fmla="*/ 8076510 w 12188965"/>
              <a:gd name="connsiteY3066" fmla="*/ 1826077 h 2053176"/>
              <a:gd name="connsiteX3067" fmla="*/ 8050852 w 12188965"/>
              <a:gd name="connsiteY3067" fmla="*/ 1851737 h 2053176"/>
              <a:gd name="connsiteX3068" fmla="*/ 8025194 w 12188965"/>
              <a:gd name="connsiteY3068" fmla="*/ 1826077 h 2053176"/>
              <a:gd name="connsiteX3069" fmla="*/ 8050852 w 12188965"/>
              <a:gd name="connsiteY3069" fmla="*/ 1800419 h 2053176"/>
              <a:gd name="connsiteX3070" fmla="*/ 7986648 w 12188965"/>
              <a:gd name="connsiteY3070" fmla="*/ 1800419 h 2053176"/>
              <a:gd name="connsiteX3071" fmla="*/ 8012306 w 12188965"/>
              <a:gd name="connsiteY3071" fmla="*/ 1826077 h 2053176"/>
              <a:gd name="connsiteX3072" fmla="*/ 7986648 w 12188965"/>
              <a:gd name="connsiteY3072" fmla="*/ 1851737 h 2053176"/>
              <a:gd name="connsiteX3073" fmla="*/ 7960990 w 12188965"/>
              <a:gd name="connsiteY3073" fmla="*/ 1826077 h 2053176"/>
              <a:gd name="connsiteX3074" fmla="*/ 7986648 w 12188965"/>
              <a:gd name="connsiteY3074" fmla="*/ 1800419 h 2053176"/>
              <a:gd name="connsiteX3075" fmla="*/ 7922444 w 12188965"/>
              <a:gd name="connsiteY3075" fmla="*/ 1800419 h 2053176"/>
              <a:gd name="connsiteX3076" fmla="*/ 7948102 w 12188965"/>
              <a:gd name="connsiteY3076" fmla="*/ 1826077 h 2053176"/>
              <a:gd name="connsiteX3077" fmla="*/ 7922444 w 12188965"/>
              <a:gd name="connsiteY3077" fmla="*/ 1851737 h 2053176"/>
              <a:gd name="connsiteX3078" fmla="*/ 7896783 w 12188965"/>
              <a:gd name="connsiteY3078" fmla="*/ 1826077 h 2053176"/>
              <a:gd name="connsiteX3079" fmla="*/ 7922444 w 12188965"/>
              <a:gd name="connsiteY3079" fmla="*/ 1800419 h 2053176"/>
              <a:gd name="connsiteX3080" fmla="*/ 7729825 w 12188965"/>
              <a:gd name="connsiteY3080" fmla="*/ 1800419 h 2053176"/>
              <a:gd name="connsiteX3081" fmla="*/ 7755486 w 12188965"/>
              <a:gd name="connsiteY3081" fmla="*/ 1826077 h 2053176"/>
              <a:gd name="connsiteX3082" fmla="*/ 7729825 w 12188965"/>
              <a:gd name="connsiteY3082" fmla="*/ 1851737 h 2053176"/>
              <a:gd name="connsiteX3083" fmla="*/ 7704167 w 12188965"/>
              <a:gd name="connsiteY3083" fmla="*/ 1826077 h 2053176"/>
              <a:gd name="connsiteX3084" fmla="*/ 7729825 w 12188965"/>
              <a:gd name="connsiteY3084" fmla="*/ 1800419 h 2053176"/>
              <a:gd name="connsiteX3085" fmla="*/ 7665621 w 12188965"/>
              <a:gd name="connsiteY3085" fmla="*/ 1800419 h 2053176"/>
              <a:gd name="connsiteX3086" fmla="*/ 7691279 w 12188965"/>
              <a:gd name="connsiteY3086" fmla="*/ 1826077 h 2053176"/>
              <a:gd name="connsiteX3087" fmla="*/ 7665621 w 12188965"/>
              <a:gd name="connsiteY3087" fmla="*/ 1851737 h 2053176"/>
              <a:gd name="connsiteX3088" fmla="*/ 7639963 w 12188965"/>
              <a:gd name="connsiteY3088" fmla="*/ 1826077 h 2053176"/>
              <a:gd name="connsiteX3089" fmla="*/ 7665621 w 12188965"/>
              <a:gd name="connsiteY3089" fmla="*/ 1800419 h 2053176"/>
              <a:gd name="connsiteX3090" fmla="*/ 7601299 w 12188965"/>
              <a:gd name="connsiteY3090" fmla="*/ 1800419 h 2053176"/>
              <a:gd name="connsiteX3091" fmla="*/ 7626959 w 12188965"/>
              <a:gd name="connsiteY3091" fmla="*/ 1826077 h 2053176"/>
              <a:gd name="connsiteX3092" fmla="*/ 7601299 w 12188965"/>
              <a:gd name="connsiteY3092" fmla="*/ 1851737 h 2053176"/>
              <a:gd name="connsiteX3093" fmla="*/ 7575640 w 12188965"/>
              <a:gd name="connsiteY3093" fmla="*/ 1826077 h 2053176"/>
              <a:gd name="connsiteX3094" fmla="*/ 7601299 w 12188965"/>
              <a:gd name="connsiteY3094" fmla="*/ 1800419 h 2053176"/>
              <a:gd name="connsiteX3095" fmla="*/ 7537094 w 12188965"/>
              <a:gd name="connsiteY3095" fmla="*/ 1800419 h 2053176"/>
              <a:gd name="connsiteX3096" fmla="*/ 7562752 w 12188965"/>
              <a:gd name="connsiteY3096" fmla="*/ 1826077 h 2053176"/>
              <a:gd name="connsiteX3097" fmla="*/ 7537094 w 12188965"/>
              <a:gd name="connsiteY3097" fmla="*/ 1851737 h 2053176"/>
              <a:gd name="connsiteX3098" fmla="*/ 7511436 w 12188965"/>
              <a:gd name="connsiteY3098" fmla="*/ 1826077 h 2053176"/>
              <a:gd name="connsiteX3099" fmla="*/ 7537094 w 12188965"/>
              <a:gd name="connsiteY3099" fmla="*/ 1800419 h 2053176"/>
              <a:gd name="connsiteX3100" fmla="*/ 7408683 w 12188965"/>
              <a:gd name="connsiteY3100" fmla="*/ 1800419 h 2053176"/>
              <a:gd name="connsiteX3101" fmla="*/ 7434341 w 12188965"/>
              <a:gd name="connsiteY3101" fmla="*/ 1826077 h 2053176"/>
              <a:gd name="connsiteX3102" fmla="*/ 7408683 w 12188965"/>
              <a:gd name="connsiteY3102" fmla="*/ 1851737 h 2053176"/>
              <a:gd name="connsiteX3103" fmla="*/ 7383025 w 12188965"/>
              <a:gd name="connsiteY3103" fmla="*/ 1826077 h 2053176"/>
              <a:gd name="connsiteX3104" fmla="*/ 7408683 w 12188965"/>
              <a:gd name="connsiteY3104" fmla="*/ 1800419 h 2053176"/>
              <a:gd name="connsiteX3105" fmla="*/ 7344479 w 12188965"/>
              <a:gd name="connsiteY3105" fmla="*/ 1800419 h 2053176"/>
              <a:gd name="connsiteX3106" fmla="*/ 7370137 w 12188965"/>
              <a:gd name="connsiteY3106" fmla="*/ 1826077 h 2053176"/>
              <a:gd name="connsiteX3107" fmla="*/ 7344479 w 12188965"/>
              <a:gd name="connsiteY3107" fmla="*/ 1851737 h 2053176"/>
              <a:gd name="connsiteX3108" fmla="*/ 7318820 w 12188965"/>
              <a:gd name="connsiteY3108" fmla="*/ 1826077 h 2053176"/>
              <a:gd name="connsiteX3109" fmla="*/ 7344479 w 12188965"/>
              <a:gd name="connsiteY3109" fmla="*/ 1800419 h 2053176"/>
              <a:gd name="connsiteX3110" fmla="*/ 7280274 w 12188965"/>
              <a:gd name="connsiteY3110" fmla="*/ 1800419 h 2053176"/>
              <a:gd name="connsiteX3111" fmla="*/ 7305932 w 12188965"/>
              <a:gd name="connsiteY3111" fmla="*/ 1826077 h 2053176"/>
              <a:gd name="connsiteX3112" fmla="*/ 7280274 w 12188965"/>
              <a:gd name="connsiteY3112" fmla="*/ 1851737 h 2053176"/>
              <a:gd name="connsiteX3113" fmla="*/ 7254613 w 12188965"/>
              <a:gd name="connsiteY3113" fmla="*/ 1826077 h 2053176"/>
              <a:gd name="connsiteX3114" fmla="*/ 7280274 w 12188965"/>
              <a:gd name="connsiteY3114" fmla="*/ 1800419 h 2053176"/>
              <a:gd name="connsiteX3115" fmla="*/ 7216067 w 12188965"/>
              <a:gd name="connsiteY3115" fmla="*/ 1800419 h 2053176"/>
              <a:gd name="connsiteX3116" fmla="*/ 7241725 w 12188965"/>
              <a:gd name="connsiteY3116" fmla="*/ 1826077 h 2053176"/>
              <a:gd name="connsiteX3117" fmla="*/ 7216067 w 12188965"/>
              <a:gd name="connsiteY3117" fmla="*/ 1851737 h 2053176"/>
              <a:gd name="connsiteX3118" fmla="*/ 7190409 w 12188965"/>
              <a:gd name="connsiteY3118" fmla="*/ 1826077 h 2053176"/>
              <a:gd name="connsiteX3119" fmla="*/ 7216067 w 12188965"/>
              <a:gd name="connsiteY3119" fmla="*/ 1800419 h 2053176"/>
              <a:gd name="connsiteX3120" fmla="*/ 7023451 w 12188965"/>
              <a:gd name="connsiteY3120" fmla="*/ 1800419 h 2053176"/>
              <a:gd name="connsiteX3121" fmla="*/ 7049112 w 12188965"/>
              <a:gd name="connsiteY3121" fmla="*/ 1826077 h 2053176"/>
              <a:gd name="connsiteX3122" fmla="*/ 7023451 w 12188965"/>
              <a:gd name="connsiteY3122" fmla="*/ 1851737 h 2053176"/>
              <a:gd name="connsiteX3123" fmla="*/ 6997793 w 12188965"/>
              <a:gd name="connsiteY3123" fmla="*/ 1826077 h 2053176"/>
              <a:gd name="connsiteX3124" fmla="*/ 7023451 w 12188965"/>
              <a:gd name="connsiteY3124" fmla="*/ 1800419 h 2053176"/>
              <a:gd name="connsiteX3125" fmla="*/ 6959247 w 12188965"/>
              <a:gd name="connsiteY3125" fmla="*/ 1800419 h 2053176"/>
              <a:gd name="connsiteX3126" fmla="*/ 6984905 w 12188965"/>
              <a:gd name="connsiteY3126" fmla="*/ 1826077 h 2053176"/>
              <a:gd name="connsiteX3127" fmla="*/ 6959247 w 12188965"/>
              <a:gd name="connsiteY3127" fmla="*/ 1851737 h 2053176"/>
              <a:gd name="connsiteX3128" fmla="*/ 6933589 w 12188965"/>
              <a:gd name="connsiteY3128" fmla="*/ 1826077 h 2053176"/>
              <a:gd name="connsiteX3129" fmla="*/ 6959247 w 12188965"/>
              <a:gd name="connsiteY3129" fmla="*/ 1800419 h 2053176"/>
              <a:gd name="connsiteX3130" fmla="*/ 6895043 w 12188965"/>
              <a:gd name="connsiteY3130" fmla="*/ 1800419 h 2053176"/>
              <a:gd name="connsiteX3131" fmla="*/ 6920701 w 12188965"/>
              <a:gd name="connsiteY3131" fmla="*/ 1826077 h 2053176"/>
              <a:gd name="connsiteX3132" fmla="*/ 6895043 w 12188965"/>
              <a:gd name="connsiteY3132" fmla="*/ 1851737 h 2053176"/>
              <a:gd name="connsiteX3133" fmla="*/ 6869382 w 12188965"/>
              <a:gd name="connsiteY3133" fmla="*/ 1826077 h 2053176"/>
              <a:gd name="connsiteX3134" fmla="*/ 6895043 w 12188965"/>
              <a:gd name="connsiteY3134" fmla="*/ 1800419 h 2053176"/>
              <a:gd name="connsiteX3135" fmla="*/ 6830836 w 12188965"/>
              <a:gd name="connsiteY3135" fmla="*/ 1800419 h 2053176"/>
              <a:gd name="connsiteX3136" fmla="*/ 6856494 w 12188965"/>
              <a:gd name="connsiteY3136" fmla="*/ 1826077 h 2053176"/>
              <a:gd name="connsiteX3137" fmla="*/ 6830836 w 12188965"/>
              <a:gd name="connsiteY3137" fmla="*/ 1851737 h 2053176"/>
              <a:gd name="connsiteX3138" fmla="*/ 6805178 w 12188965"/>
              <a:gd name="connsiteY3138" fmla="*/ 1826077 h 2053176"/>
              <a:gd name="connsiteX3139" fmla="*/ 6830836 w 12188965"/>
              <a:gd name="connsiteY3139" fmla="*/ 1800419 h 2053176"/>
              <a:gd name="connsiteX3140" fmla="*/ 6638220 w 12188965"/>
              <a:gd name="connsiteY3140" fmla="*/ 1800419 h 2053176"/>
              <a:gd name="connsiteX3141" fmla="*/ 6663881 w 12188965"/>
              <a:gd name="connsiteY3141" fmla="*/ 1826077 h 2053176"/>
              <a:gd name="connsiteX3142" fmla="*/ 6638220 w 12188965"/>
              <a:gd name="connsiteY3142" fmla="*/ 1851737 h 2053176"/>
              <a:gd name="connsiteX3143" fmla="*/ 6612562 w 12188965"/>
              <a:gd name="connsiteY3143" fmla="*/ 1826077 h 2053176"/>
              <a:gd name="connsiteX3144" fmla="*/ 6638220 w 12188965"/>
              <a:gd name="connsiteY3144" fmla="*/ 1800419 h 2053176"/>
              <a:gd name="connsiteX3145" fmla="*/ 6574016 w 12188965"/>
              <a:gd name="connsiteY3145" fmla="*/ 1800419 h 2053176"/>
              <a:gd name="connsiteX3146" fmla="*/ 6599674 w 12188965"/>
              <a:gd name="connsiteY3146" fmla="*/ 1826077 h 2053176"/>
              <a:gd name="connsiteX3147" fmla="*/ 6574016 w 12188965"/>
              <a:gd name="connsiteY3147" fmla="*/ 1851737 h 2053176"/>
              <a:gd name="connsiteX3148" fmla="*/ 6548357 w 12188965"/>
              <a:gd name="connsiteY3148" fmla="*/ 1826077 h 2053176"/>
              <a:gd name="connsiteX3149" fmla="*/ 6574016 w 12188965"/>
              <a:gd name="connsiteY3149" fmla="*/ 1800419 h 2053176"/>
              <a:gd name="connsiteX3150" fmla="*/ 6509693 w 12188965"/>
              <a:gd name="connsiteY3150" fmla="*/ 1800419 h 2053176"/>
              <a:gd name="connsiteX3151" fmla="*/ 6535352 w 12188965"/>
              <a:gd name="connsiteY3151" fmla="*/ 1826077 h 2053176"/>
              <a:gd name="connsiteX3152" fmla="*/ 6509693 w 12188965"/>
              <a:gd name="connsiteY3152" fmla="*/ 1851737 h 2053176"/>
              <a:gd name="connsiteX3153" fmla="*/ 6484035 w 12188965"/>
              <a:gd name="connsiteY3153" fmla="*/ 1826077 h 2053176"/>
              <a:gd name="connsiteX3154" fmla="*/ 6509693 w 12188965"/>
              <a:gd name="connsiteY3154" fmla="*/ 1800419 h 2053176"/>
              <a:gd name="connsiteX3155" fmla="*/ 6445489 w 12188965"/>
              <a:gd name="connsiteY3155" fmla="*/ 1800419 h 2053176"/>
              <a:gd name="connsiteX3156" fmla="*/ 6471147 w 12188965"/>
              <a:gd name="connsiteY3156" fmla="*/ 1826077 h 2053176"/>
              <a:gd name="connsiteX3157" fmla="*/ 6445489 w 12188965"/>
              <a:gd name="connsiteY3157" fmla="*/ 1851737 h 2053176"/>
              <a:gd name="connsiteX3158" fmla="*/ 6419831 w 12188965"/>
              <a:gd name="connsiteY3158" fmla="*/ 1826077 h 2053176"/>
              <a:gd name="connsiteX3159" fmla="*/ 6445489 w 12188965"/>
              <a:gd name="connsiteY3159" fmla="*/ 1800419 h 2053176"/>
              <a:gd name="connsiteX3160" fmla="*/ 6317078 w 12188965"/>
              <a:gd name="connsiteY3160" fmla="*/ 1800419 h 2053176"/>
              <a:gd name="connsiteX3161" fmla="*/ 6342736 w 12188965"/>
              <a:gd name="connsiteY3161" fmla="*/ 1826077 h 2053176"/>
              <a:gd name="connsiteX3162" fmla="*/ 6317078 w 12188965"/>
              <a:gd name="connsiteY3162" fmla="*/ 1851737 h 2053176"/>
              <a:gd name="connsiteX3163" fmla="*/ 6291420 w 12188965"/>
              <a:gd name="connsiteY3163" fmla="*/ 1826077 h 2053176"/>
              <a:gd name="connsiteX3164" fmla="*/ 6317078 w 12188965"/>
              <a:gd name="connsiteY3164" fmla="*/ 1800419 h 2053176"/>
              <a:gd name="connsiteX3165" fmla="*/ 6252873 w 12188965"/>
              <a:gd name="connsiteY3165" fmla="*/ 1800419 h 2053176"/>
              <a:gd name="connsiteX3166" fmla="*/ 6278532 w 12188965"/>
              <a:gd name="connsiteY3166" fmla="*/ 1826077 h 2053176"/>
              <a:gd name="connsiteX3167" fmla="*/ 6252873 w 12188965"/>
              <a:gd name="connsiteY3167" fmla="*/ 1851737 h 2053176"/>
              <a:gd name="connsiteX3168" fmla="*/ 6227213 w 12188965"/>
              <a:gd name="connsiteY3168" fmla="*/ 1826077 h 2053176"/>
              <a:gd name="connsiteX3169" fmla="*/ 6252873 w 12188965"/>
              <a:gd name="connsiteY3169" fmla="*/ 1800419 h 2053176"/>
              <a:gd name="connsiteX3170" fmla="*/ 6188666 w 12188965"/>
              <a:gd name="connsiteY3170" fmla="*/ 1800419 h 2053176"/>
              <a:gd name="connsiteX3171" fmla="*/ 6214327 w 12188965"/>
              <a:gd name="connsiteY3171" fmla="*/ 1826077 h 2053176"/>
              <a:gd name="connsiteX3172" fmla="*/ 6188666 w 12188965"/>
              <a:gd name="connsiteY3172" fmla="*/ 1851737 h 2053176"/>
              <a:gd name="connsiteX3173" fmla="*/ 6163008 w 12188965"/>
              <a:gd name="connsiteY3173" fmla="*/ 1826077 h 2053176"/>
              <a:gd name="connsiteX3174" fmla="*/ 6188666 w 12188965"/>
              <a:gd name="connsiteY3174" fmla="*/ 1800419 h 2053176"/>
              <a:gd name="connsiteX3175" fmla="*/ 6124462 w 12188965"/>
              <a:gd name="connsiteY3175" fmla="*/ 1800419 h 2053176"/>
              <a:gd name="connsiteX3176" fmla="*/ 6150123 w 12188965"/>
              <a:gd name="connsiteY3176" fmla="*/ 1826077 h 2053176"/>
              <a:gd name="connsiteX3177" fmla="*/ 6124462 w 12188965"/>
              <a:gd name="connsiteY3177" fmla="*/ 1851737 h 2053176"/>
              <a:gd name="connsiteX3178" fmla="*/ 6098804 w 12188965"/>
              <a:gd name="connsiteY3178" fmla="*/ 1826077 h 2053176"/>
              <a:gd name="connsiteX3179" fmla="*/ 6124462 w 12188965"/>
              <a:gd name="connsiteY3179" fmla="*/ 1800419 h 2053176"/>
              <a:gd name="connsiteX3180" fmla="*/ 6064505 w 12188965"/>
              <a:gd name="connsiteY3180" fmla="*/ 1800419 h 2053176"/>
              <a:gd name="connsiteX3181" fmla="*/ 6090163 w 12188965"/>
              <a:gd name="connsiteY3181" fmla="*/ 1826077 h 2053176"/>
              <a:gd name="connsiteX3182" fmla="*/ 6064505 w 12188965"/>
              <a:gd name="connsiteY3182" fmla="*/ 1851737 h 2053176"/>
              <a:gd name="connsiteX3183" fmla="*/ 6038844 w 12188965"/>
              <a:gd name="connsiteY3183" fmla="*/ 1826077 h 2053176"/>
              <a:gd name="connsiteX3184" fmla="*/ 6064505 w 12188965"/>
              <a:gd name="connsiteY3184" fmla="*/ 1800419 h 2053176"/>
              <a:gd name="connsiteX3185" fmla="*/ 6000298 w 12188965"/>
              <a:gd name="connsiteY3185" fmla="*/ 1800419 h 2053176"/>
              <a:gd name="connsiteX3186" fmla="*/ 6025956 w 12188965"/>
              <a:gd name="connsiteY3186" fmla="*/ 1826077 h 2053176"/>
              <a:gd name="connsiteX3187" fmla="*/ 6000298 w 12188965"/>
              <a:gd name="connsiteY3187" fmla="*/ 1851737 h 2053176"/>
              <a:gd name="connsiteX3188" fmla="*/ 5974639 w 12188965"/>
              <a:gd name="connsiteY3188" fmla="*/ 1826077 h 2053176"/>
              <a:gd name="connsiteX3189" fmla="*/ 6000298 w 12188965"/>
              <a:gd name="connsiteY3189" fmla="*/ 1800419 h 2053176"/>
              <a:gd name="connsiteX3190" fmla="*/ 5936092 w 12188965"/>
              <a:gd name="connsiteY3190" fmla="*/ 1800419 h 2053176"/>
              <a:gd name="connsiteX3191" fmla="*/ 5961751 w 12188965"/>
              <a:gd name="connsiteY3191" fmla="*/ 1826077 h 2053176"/>
              <a:gd name="connsiteX3192" fmla="*/ 5936092 w 12188965"/>
              <a:gd name="connsiteY3192" fmla="*/ 1851737 h 2053176"/>
              <a:gd name="connsiteX3193" fmla="*/ 5910435 w 12188965"/>
              <a:gd name="connsiteY3193" fmla="*/ 1826077 h 2053176"/>
              <a:gd name="connsiteX3194" fmla="*/ 5936092 w 12188965"/>
              <a:gd name="connsiteY3194" fmla="*/ 1800419 h 2053176"/>
              <a:gd name="connsiteX3195" fmla="*/ 5871887 w 12188965"/>
              <a:gd name="connsiteY3195" fmla="*/ 1800419 h 2053176"/>
              <a:gd name="connsiteX3196" fmla="*/ 5897547 w 12188965"/>
              <a:gd name="connsiteY3196" fmla="*/ 1826077 h 2053176"/>
              <a:gd name="connsiteX3197" fmla="*/ 5871887 w 12188965"/>
              <a:gd name="connsiteY3197" fmla="*/ 1851737 h 2053176"/>
              <a:gd name="connsiteX3198" fmla="*/ 5846228 w 12188965"/>
              <a:gd name="connsiteY3198" fmla="*/ 1826077 h 2053176"/>
              <a:gd name="connsiteX3199" fmla="*/ 5871887 w 12188965"/>
              <a:gd name="connsiteY3199" fmla="*/ 1800419 h 2053176"/>
              <a:gd name="connsiteX3200" fmla="*/ 5679272 w 12188965"/>
              <a:gd name="connsiteY3200" fmla="*/ 1800419 h 2053176"/>
              <a:gd name="connsiteX3201" fmla="*/ 5704930 w 12188965"/>
              <a:gd name="connsiteY3201" fmla="*/ 1826077 h 2053176"/>
              <a:gd name="connsiteX3202" fmla="*/ 5679272 w 12188965"/>
              <a:gd name="connsiteY3202" fmla="*/ 1851737 h 2053176"/>
              <a:gd name="connsiteX3203" fmla="*/ 5653614 w 12188965"/>
              <a:gd name="connsiteY3203" fmla="*/ 1826077 h 2053176"/>
              <a:gd name="connsiteX3204" fmla="*/ 5679272 w 12188965"/>
              <a:gd name="connsiteY3204" fmla="*/ 1800419 h 2053176"/>
              <a:gd name="connsiteX3205" fmla="*/ 5615066 w 12188965"/>
              <a:gd name="connsiteY3205" fmla="*/ 1800419 h 2053176"/>
              <a:gd name="connsiteX3206" fmla="*/ 5640726 w 12188965"/>
              <a:gd name="connsiteY3206" fmla="*/ 1826077 h 2053176"/>
              <a:gd name="connsiteX3207" fmla="*/ 5615066 w 12188965"/>
              <a:gd name="connsiteY3207" fmla="*/ 1851737 h 2053176"/>
              <a:gd name="connsiteX3208" fmla="*/ 5589407 w 12188965"/>
              <a:gd name="connsiteY3208" fmla="*/ 1826077 h 2053176"/>
              <a:gd name="connsiteX3209" fmla="*/ 5615066 w 12188965"/>
              <a:gd name="connsiteY3209" fmla="*/ 1800419 h 2053176"/>
              <a:gd name="connsiteX3210" fmla="*/ 5550862 w 12188965"/>
              <a:gd name="connsiteY3210" fmla="*/ 1800419 h 2053176"/>
              <a:gd name="connsiteX3211" fmla="*/ 5576520 w 12188965"/>
              <a:gd name="connsiteY3211" fmla="*/ 1826077 h 2053176"/>
              <a:gd name="connsiteX3212" fmla="*/ 5550862 w 12188965"/>
              <a:gd name="connsiteY3212" fmla="*/ 1851737 h 2053176"/>
              <a:gd name="connsiteX3213" fmla="*/ 5525203 w 12188965"/>
              <a:gd name="connsiteY3213" fmla="*/ 1826077 h 2053176"/>
              <a:gd name="connsiteX3214" fmla="*/ 5550862 w 12188965"/>
              <a:gd name="connsiteY3214" fmla="*/ 1800419 h 2053176"/>
              <a:gd name="connsiteX3215" fmla="*/ 5486655 w 12188965"/>
              <a:gd name="connsiteY3215" fmla="*/ 1800419 h 2053176"/>
              <a:gd name="connsiteX3216" fmla="*/ 5512316 w 12188965"/>
              <a:gd name="connsiteY3216" fmla="*/ 1826077 h 2053176"/>
              <a:gd name="connsiteX3217" fmla="*/ 5486655 w 12188965"/>
              <a:gd name="connsiteY3217" fmla="*/ 1851737 h 2053176"/>
              <a:gd name="connsiteX3218" fmla="*/ 5460997 w 12188965"/>
              <a:gd name="connsiteY3218" fmla="*/ 1826077 h 2053176"/>
              <a:gd name="connsiteX3219" fmla="*/ 5486655 w 12188965"/>
              <a:gd name="connsiteY3219" fmla="*/ 1800419 h 2053176"/>
              <a:gd name="connsiteX3220" fmla="*/ 5294040 w 12188965"/>
              <a:gd name="connsiteY3220" fmla="*/ 1800419 h 2053176"/>
              <a:gd name="connsiteX3221" fmla="*/ 5319699 w 12188965"/>
              <a:gd name="connsiteY3221" fmla="*/ 1826077 h 2053176"/>
              <a:gd name="connsiteX3222" fmla="*/ 5294040 w 12188965"/>
              <a:gd name="connsiteY3222" fmla="*/ 1851737 h 2053176"/>
              <a:gd name="connsiteX3223" fmla="*/ 5268382 w 12188965"/>
              <a:gd name="connsiteY3223" fmla="*/ 1826077 h 2053176"/>
              <a:gd name="connsiteX3224" fmla="*/ 5294040 w 12188965"/>
              <a:gd name="connsiteY3224" fmla="*/ 1800419 h 2053176"/>
              <a:gd name="connsiteX3225" fmla="*/ 5229719 w 12188965"/>
              <a:gd name="connsiteY3225" fmla="*/ 1800419 h 2053176"/>
              <a:gd name="connsiteX3226" fmla="*/ 5255377 w 12188965"/>
              <a:gd name="connsiteY3226" fmla="*/ 1826077 h 2053176"/>
              <a:gd name="connsiteX3227" fmla="*/ 5229719 w 12188965"/>
              <a:gd name="connsiteY3227" fmla="*/ 1851737 h 2053176"/>
              <a:gd name="connsiteX3228" fmla="*/ 5204058 w 12188965"/>
              <a:gd name="connsiteY3228" fmla="*/ 1826077 h 2053176"/>
              <a:gd name="connsiteX3229" fmla="*/ 5229719 w 12188965"/>
              <a:gd name="connsiteY3229" fmla="*/ 1800419 h 2053176"/>
              <a:gd name="connsiteX3230" fmla="*/ 5165514 w 12188965"/>
              <a:gd name="connsiteY3230" fmla="*/ 1800419 h 2053176"/>
              <a:gd name="connsiteX3231" fmla="*/ 5191171 w 12188965"/>
              <a:gd name="connsiteY3231" fmla="*/ 1826077 h 2053176"/>
              <a:gd name="connsiteX3232" fmla="*/ 5165514 w 12188965"/>
              <a:gd name="connsiteY3232" fmla="*/ 1851737 h 2053176"/>
              <a:gd name="connsiteX3233" fmla="*/ 5139855 w 12188965"/>
              <a:gd name="connsiteY3233" fmla="*/ 1826077 h 2053176"/>
              <a:gd name="connsiteX3234" fmla="*/ 5165514 w 12188965"/>
              <a:gd name="connsiteY3234" fmla="*/ 1800419 h 2053176"/>
              <a:gd name="connsiteX3235" fmla="*/ 5101309 w 12188965"/>
              <a:gd name="connsiteY3235" fmla="*/ 1800419 h 2053176"/>
              <a:gd name="connsiteX3236" fmla="*/ 5126967 w 12188965"/>
              <a:gd name="connsiteY3236" fmla="*/ 1826077 h 2053176"/>
              <a:gd name="connsiteX3237" fmla="*/ 5101309 w 12188965"/>
              <a:gd name="connsiteY3237" fmla="*/ 1851737 h 2053176"/>
              <a:gd name="connsiteX3238" fmla="*/ 5075649 w 12188965"/>
              <a:gd name="connsiteY3238" fmla="*/ 1826077 h 2053176"/>
              <a:gd name="connsiteX3239" fmla="*/ 5101309 w 12188965"/>
              <a:gd name="connsiteY3239" fmla="*/ 1800419 h 2053176"/>
              <a:gd name="connsiteX3240" fmla="*/ 4972896 w 12188965"/>
              <a:gd name="connsiteY3240" fmla="*/ 1800419 h 2053176"/>
              <a:gd name="connsiteX3241" fmla="*/ 4998557 w 12188965"/>
              <a:gd name="connsiteY3241" fmla="*/ 1826077 h 2053176"/>
              <a:gd name="connsiteX3242" fmla="*/ 4972896 w 12188965"/>
              <a:gd name="connsiteY3242" fmla="*/ 1851737 h 2053176"/>
              <a:gd name="connsiteX3243" fmla="*/ 4947240 w 12188965"/>
              <a:gd name="connsiteY3243" fmla="*/ 1826077 h 2053176"/>
              <a:gd name="connsiteX3244" fmla="*/ 4972896 w 12188965"/>
              <a:gd name="connsiteY3244" fmla="*/ 1800419 h 2053176"/>
              <a:gd name="connsiteX3245" fmla="*/ 4908693 w 12188965"/>
              <a:gd name="connsiteY3245" fmla="*/ 1800419 h 2053176"/>
              <a:gd name="connsiteX3246" fmla="*/ 4934352 w 12188965"/>
              <a:gd name="connsiteY3246" fmla="*/ 1826077 h 2053176"/>
              <a:gd name="connsiteX3247" fmla="*/ 4908693 w 12188965"/>
              <a:gd name="connsiteY3247" fmla="*/ 1851737 h 2053176"/>
              <a:gd name="connsiteX3248" fmla="*/ 4883033 w 12188965"/>
              <a:gd name="connsiteY3248" fmla="*/ 1826077 h 2053176"/>
              <a:gd name="connsiteX3249" fmla="*/ 4908693 w 12188965"/>
              <a:gd name="connsiteY3249" fmla="*/ 1800419 h 2053176"/>
              <a:gd name="connsiteX3250" fmla="*/ 4844487 w 12188965"/>
              <a:gd name="connsiteY3250" fmla="*/ 1800419 h 2053176"/>
              <a:gd name="connsiteX3251" fmla="*/ 4870146 w 12188965"/>
              <a:gd name="connsiteY3251" fmla="*/ 1826077 h 2053176"/>
              <a:gd name="connsiteX3252" fmla="*/ 4844487 w 12188965"/>
              <a:gd name="connsiteY3252" fmla="*/ 1851737 h 2053176"/>
              <a:gd name="connsiteX3253" fmla="*/ 4818828 w 12188965"/>
              <a:gd name="connsiteY3253" fmla="*/ 1826077 h 2053176"/>
              <a:gd name="connsiteX3254" fmla="*/ 4844487 w 12188965"/>
              <a:gd name="connsiteY3254" fmla="*/ 1800419 h 2053176"/>
              <a:gd name="connsiteX3255" fmla="*/ 4780282 w 12188965"/>
              <a:gd name="connsiteY3255" fmla="*/ 1800419 h 2053176"/>
              <a:gd name="connsiteX3256" fmla="*/ 4805941 w 12188965"/>
              <a:gd name="connsiteY3256" fmla="*/ 1826077 h 2053176"/>
              <a:gd name="connsiteX3257" fmla="*/ 4780282 w 12188965"/>
              <a:gd name="connsiteY3257" fmla="*/ 1851737 h 2053176"/>
              <a:gd name="connsiteX3258" fmla="*/ 4754622 w 12188965"/>
              <a:gd name="connsiteY3258" fmla="*/ 1826077 h 2053176"/>
              <a:gd name="connsiteX3259" fmla="*/ 4780282 w 12188965"/>
              <a:gd name="connsiteY3259" fmla="*/ 1800419 h 2053176"/>
              <a:gd name="connsiteX3260" fmla="*/ 4587666 w 12188965"/>
              <a:gd name="connsiteY3260" fmla="*/ 1800419 h 2053176"/>
              <a:gd name="connsiteX3261" fmla="*/ 4613324 w 12188965"/>
              <a:gd name="connsiteY3261" fmla="*/ 1826077 h 2053176"/>
              <a:gd name="connsiteX3262" fmla="*/ 4587666 w 12188965"/>
              <a:gd name="connsiteY3262" fmla="*/ 1851737 h 2053176"/>
              <a:gd name="connsiteX3263" fmla="*/ 4562007 w 12188965"/>
              <a:gd name="connsiteY3263" fmla="*/ 1826077 h 2053176"/>
              <a:gd name="connsiteX3264" fmla="*/ 4587666 w 12188965"/>
              <a:gd name="connsiteY3264" fmla="*/ 1800419 h 2053176"/>
              <a:gd name="connsiteX3265" fmla="*/ 4523461 w 12188965"/>
              <a:gd name="connsiteY3265" fmla="*/ 1800419 h 2053176"/>
              <a:gd name="connsiteX3266" fmla="*/ 4549121 w 12188965"/>
              <a:gd name="connsiteY3266" fmla="*/ 1826077 h 2053176"/>
              <a:gd name="connsiteX3267" fmla="*/ 4523461 w 12188965"/>
              <a:gd name="connsiteY3267" fmla="*/ 1851737 h 2053176"/>
              <a:gd name="connsiteX3268" fmla="*/ 4497802 w 12188965"/>
              <a:gd name="connsiteY3268" fmla="*/ 1826077 h 2053176"/>
              <a:gd name="connsiteX3269" fmla="*/ 4523461 w 12188965"/>
              <a:gd name="connsiteY3269" fmla="*/ 1800419 h 2053176"/>
              <a:gd name="connsiteX3270" fmla="*/ 4459256 w 12188965"/>
              <a:gd name="connsiteY3270" fmla="*/ 1800419 h 2053176"/>
              <a:gd name="connsiteX3271" fmla="*/ 4484914 w 12188965"/>
              <a:gd name="connsiteY3271" fmla="*/ 1826077 h 2053176"/>
              <a:gd name="connsiteX3272" fmla="*/ 4459256 w 12188965"/>
              <a:gd name="connsiteY3272" fmla="*/ 1851737 h 2053176"/>
              <a:gd name="connsiteX3273" fmla="*/ 4433596 w 12188965"/>
              <a:gd name="connsiteY3273" fmla="*/ 1826077 h 2053176"/>
              <a:gd name="connsiteX3274" fmla="*/ 4459256 w 12188965"/>
              <a:gd name="connsiteY3274" fmla="*/ 1800419 h 2053176"/>
              <a:gd name="connsiteX3275" fmla="*/ 4395050 w 12188965"/>
              <a:gd name="connsiteY3275" fmla="*/ 1800419 h 2053176"/>
              <a:gd name="connsiteX3276" fmla="*/ 4420710 w 12188965"/>
              <a:gd name="connsiteY3276" fmla="*/ 1826077 h 2053176"/>
              <a:gd name="connsiteX3277" fmla="*/ 4395050 w 12188965"/>
              <a:gd name="connsiteY3277" fmla="*/ 1851737 h 2053176"/>
              <a:gd name="connsiteX3278" fmla="*/ 4369391 w 12188965"/>
              <a:gd name="connsiteY3278" fmla="*/ 1826077 h 2053176"/>
              <a:gd name="connsiteX3279" fmla="*/ 4395050 w 12188965"/>
              <a:gd name="connsiteY3279" fmla="*/ 1800419 h 2053176"/>
              <a:gd name="connsiteX3280" fmla="*/ 4202435 w 12188965"/>
              <a:gd name="connsiteY3280" fmla="*/ 1800419 h 2053176"/>
              <a:gd name="connsiteX3281" fmla="*/ 4228093 w 12188965"/>
              <a:gd name="connsiteY3281" fmla="*/ 1826077 h 2053176"/>
              <a:gd name="connsiteX3282" fmla="*/ 4202435 w 12188965"/>
              <a:gd name="connsiteY3282" fmla="*/ 1851737 h 2053176"/>
              <a:gd name="connsiteX3283" fmla="*/ 4176776 w 12188965"/>
              <a:gd name="connsiteY3283" fmla="*/ 1826077 h 2053176"/>
              <a:gd name="connsiteX3284" fmla="*/ 4202435 w 12188965"/>
              <a:gd name="connsiteY3284" fmla="*/ 1800419 h 2053176"/>
              <a:gd name="connsiteX3285" fmla="*/ 4138112 w 12188965"/>
              <a:gd name="connsiteY3285" fmla="*/ 1800419 h 2053176"/>
              <a:gd name="connsiteX3286" fmla="*/ 4163773 w 12188965"/>
              <a:gd name="connsiteY3286" fmla="*/ 1826077 h 2053176"/>
              <a:gd name="connsiteX3287" fmla="*/ 4138112 w 12188965"/>
              <a:gd name="connsiteY3287" fmla="*/ 1851737 h 2053176"/>
              <a:gd name="connsiteX3288" fmla="*/ 4112454 w 12188965"/>
              <a:gd name="connsiteY3288" fmla="*/ 1826077 h 2053176"/>
              <a:gd name="connsiteX3289" fmla="*/ 4138112 w 12188965"/>
              <a:gd name="connsiteY3289" fmla="*/ 1800419 h 2053176"/>
              <a:gd name="connsiteX3290" fmla="*/ 4073908 w 12188965"/>
              <a:gd name="connsiteY3290" fmla="*/ 1800419 h 2053176"/>
              <a:gd name="connsiteX3291" fmla="*/ 4099565 w 12188965"/>
              <a:gd name="connsiteY3291" fmla="*/ 1826077 h 2053176"/>
              <a:gd name="connsiteX3292" fmla="*/ 4073908 w 12188965"/>
              <a:gd name="connsiteY3292" fmla="*/ 1851737 h 2053176"/>
              <a:gd name="connsiteX3293" fmla="*/ 4048248 w 12188965"/>
              <a:gd name="connsiteY3293" fmla="*/ 1826077 h 2053176"/>
              <a:gd name="connsiteX3294" fmla="*/ 4073908 w 12188965"/>
              <a:gd name="connsiteY3294" fmla="*/ 1800419 h 2053176"/>
              <a:gd name="connsiteX3295" fmla="*/ 4009702 w 12188965"/>
              <a:gd name="connsiteY3295" fmla="*/ 1800419 h 2053176"/>
              <a:gd name="connsiteX3296" fmla="*/ 4035362 w 12188965"/>
              <a:gd name="connsiteY3296" fmla="*/ 1826077 h 2053176"/>
              <a:gd name="connsiteX3297" fmla="*/ 4009702 w 12188965"/>
              <a:gd name="connsiteY3297" fmla="*/ 1851737 h 2053176"/>
              <a:gd name="connsiteX3298" fmla="*/ 3984043 w 12188965"/>
              <a:gd name="connsiteY3298" fmla="*/ 1826077 h 2053176"/>
              <a:gd name="connsiteX3299" fmla="*/ 4009702 w 12188965"/>
              <a:gd name="connsiteY3299" fmla="*/ 1800419 h 2053176"/>
              <a:gd name="connsiteX3300" fmla="*/ 3881291 w 12188965"/>
              <a:gd name="connsiteY3300" fmla="*/ 1800419 h 2053176"/>
              <a:gd name="connsiteX3301" fmla="*/ 3906950 w 12188965"/>
              <a:gd name="connsiteY3301" fmla="*/ 1826077 h 2053176"/>
              <a:gd name="connsiteX3302" fmla="*/ 3881291 w 12188965"/>
              <a:gd name="connsiteY3302" fmla="*/ 1851737 h 2053176"/>
              <a:gd name="connsiteX3303" fmla="*/ 3855633 w 12188965"/>
              <a:gd name="connsiteY3303" fmla="*/ 1826077 h 2053176"/>
              <a:gd name="connsiteX3304" fmla="*/ 3881291 w 12188965"/>
              <a:gd name="connsiteY3304" fmla="*/ 1800419 h 2053176"/>
              <a:gd name="connsiteX3305" fmla="*/ 3817085 w 12188965"/>
              <a:gd name="connsiteY3305" fmla="*/ 1800419 h 2053176"/>
              <a:gd name="connsiteX3306" fmla="*/ 3842745 w 12188965"/>
              <a:gd name="connsiteY3306" fmla="*/ 1826077 h 2053176"/>
              <a:gd name="connsiteX3307" fmla="*/ 3817085 w 12188965"/>
              <a:gd name="connsiteY3307" fmla="*/ 1851737 h 2053176"/>
              <a:gd name="connsiteX3308" fmla="*/ 3791427 w 12188965"/>
              <a:gd name="connsiteY3308" fmla="*/ 1826077 h 2053176"/>
              <a:gd name="connsiteX3309" fmla="*/ 3817085 w 12188965"/>
              <a:gd name="connsiteY3309" fmla="*/ 1800419 h 2053176"/>
              <a:gd name="connsiteX3310" fmla="*/ 3752882 w 12188965"/>
              <a:gd name="connsiteY3310" fmla="*/ 1800419 h 2053176"/>
              <a:gd name="connsiteX3311" fmla="*/ 3778539 w 12188965"/>
              <a:gd name="connsiteY3311" fmla="*/ 1826077 h 2053176"/>
              <a:gd name="connsiteX3312" fmla="*/ 3752882 w 12188965"/>
              <a:gd name="connsiteY3312" fmla="*/ 1851737 h 2053176"/>
              <a:gd name="connsiteX3313" fmla="*/ 3727221 w 12188965"/>
              <a:gd name="connsiteY3313" fmla="*/ 1826077 h 2053176"/>
              <a:gd name="connsiteX3314" fmla="*/ 3752882 w 12188965"/>
              <a:gd name="connsiteY3314" fmla="*/ 1800419 h 2053176"/>
              <a:gd name="connsiteX3315" fmla="*/ 3688674 w 12188965"/>
              <a:gd name="connsiteY3315" fmla="*/ 1800419 h 2053176"/>
              <a:gd name="connsiteX3316" fmla="*/ 3714335 w 12188965"/>
              <a:gd name="connsiteY3316" fmla="*/ 1826077 h 2053176"/>
              <a:gd name="connsiteX3317" fmla="*/ 3688674 w 12188965"/>
              <a:gd name="connsiteY3317" fmla="*/ 1851737 h 2053176"/>
              <a:gd name="connsiteX3318" fmla="*/ 3663017 w 12188965"/>
              <a:gd name="connsiteY3318" fmla="*/ 1826077 h 2053176"/>
              <a:gd name="connsiteX3319" fmla="*/ 3688674 w 12188965"/>
              <a:gd name="connsiteY3319" fmla="*/ 1800419 h 2053176"/>
              <a:gd name="connsiteX3320" fmla="*/ 3496060 w 12188965"/>
              <a:gd name="connsiteY3320" fmla="*/ 1800419 h 2053176"/>
              <a:gd name="connsiteX3321" fmla="*/ 3521719 w 12188965"/>
              <a:gd name="connsiteY3321" fmla="*/ 1826077 h 2053176"/>
              <a:gd name="connsiteX3322" fmla="*/ 3496060 w 12188965"/>
              <a:gd name="connsiteY3322" fmla="*/ 1851737 h 2053176"/>
              <a:gd name="connsiteX3323" fmla="*/ 3470400 w 12188965"/>
              <a:gd name="connsiteY3323" fmla="*/ 1826077 h 2053176"/>
              <a:gd name="connsiteX3324" fmla="*/ 3496060 w 12188965"/>
              <a:gd name="connsiteY3324" fmla="*/ 1800419 h 2053176"/>
              <a:gd name="connsiteX3325" fmla="*/ 3431855 w 12188965"/>
              <a:gd name="connsiteY3325" fmla="*/ 1800419 h 2053176"/>
              <a:gd name="connsiteX3326" fmla="*/ 3457512 w 12188965"/>
              <a:gd name="connsiteY3326" fmla="*/ 1826077 h 2053176"/>
              <a:gd name="connsiteX3327" fmla="*/ 3431855 w 12188965"/>
              <a:gd name="connsiteY3327" fmla="*/ 1851737 h 2053176"/>
              <a:gd name="connsiteX3328" fmla="*/ 3406196 w 12188965"/>
              <a:gd name="connsiteY3328" fmla="*/ 1826077 h 2053176"/>
              <a:gd name="connsiteX3329" fmla="*/ 3431855 w 12188965"/>
              <a:gd name="connsiteY3329" fmla="*/ 1800419 h 2053176"/>
              <a:gd name="connsiteX3330" fmla="*/ 3367649 w 12188965"/>
              <a:gd name="connsiteY3330" fmla="*/ 1800419 h 2053176"/>
              <a:gd name="connsiteX3331" fmla="*/ 3393308 w 12188965"/>
              <a:gd name="connsiteY3331" fmla="*/ 1826077 h 2053176"/>
              <a:gd name="connsiteX3332" fmla="*/ 3367649 w 12188965"/>
              <a:gd name="connsiteY3332" fmla="*/ 1851737 h 2053176"/>
              <a:gd name="connsiteX3333" fmla="*/ 3341990 w 12188965"/>
              <a:gd name="connsiteY3333" fmla="*/ 1826077 h 2053176"/>
              <a:gd name="connsiteX3334" fmla="*/ 3367649 w 12188965"/>
              <a:gd name="connsiteY3334" fmla="*/ 1800419 h 2053176"/>
              <a:gd name="connsiteX3335" fmla="*/ 3303444 w 12188965"/>
              <a:gd name="connsiteY3335" fmla="*/ 1800419 h 2053176"/>
              <a:gd name="connsiteX3336" fmla="*/ 3329102 w 12188965"/>
              <a:gd name="connsiteY3336" fmla="*/ 1826077 h 2053176"/>
              <a:gd name="connsiteX3337" fmla="*/ 3303444 w 12188965"/>
              <a:gd name="connsiteY3337" fmla="*/ 1851737 h 2053176"/>
              <a:gd name="connsiteX3338" fmla="*/ 3277785 w 12188965"/>
              <a:gd name="connsiteY3338" fmla="*/ 1826077 h 2053176"/>
              <a:gd name="connsiteX3339" fmla="*/ 3303444 w 12188965"/>
              <a:gd name="connsiteY3339" fmla="*/ 1800419 h 2053176"/>
              <a:gd name="connsiteX3340" fmla="*/ 3110828 w 12188965"/>
              <a:gd name="connsiteY3340" fmla="*/ 1800419 h 2053176"/>
              <a:gd name="connsiteX3341" fmla="*/ 3136487 w 12188965"/>
              <a:gd name="connsiteY3341" fmla="*/ 1826077 h 2053176"/>
              <a:gd name="connsiteX3342" fmla="*/ 3110828 w 12188965"/>
              <a:gd name="connsiteY3342" fmla="*/ 1851737 h 2053176"/>
              <a:gd name="connsiteX3343" fmla="*/ 3085170 w 12188965"/>
              <a:gd name="connsiteY3343" fmla="*/ 1826077 h 2053176"/>
              <a:gd name="connsiteX3344" fmla="*/ 3110828 w 12188965"/>
              <a:gd name="connsiteY3344" fmla="*/ 1800419 h 2053176"/>
              <a:gd name="connsiteX3345" fmla="*/ 3046623 w 12188965"/>
              <a:gd name="connsiteY3345" fmla="*/ 1800419 h 2053176"/>
              <a:gd name="connsiteX3346" fmla="*/ 3072282 w 12188965"/>
              <a:gd name="connsiteY3346" fmla="*/ 1826077 h 2053176"/>
              <a:gd name="connsiteX3347" fmla="*/ 3046623 w 12188965"/>
              <a:gd name="connsiteY3347" fmla="*/ 1851737 h 2053176"/>
              <a:gd name="connsiteX3348" fmla="*/ 3020964 w 12188965"/>
              <a:gd name="connsiteY3348" fmla="*/ 1826077 h 2053176"/>
              <a:gd name="connsiteX3349" fmla="*/ 3046623 w 12188965"/>
              <a:gd name="connsiteY3349" fmla="*/ 1800419 h 2053176"/>
              <a:gd name="connsiteX3350" fmla="*/ 2982301 w 12188965"/>
              <a:gd name="connsiteY3350" fmla="*/ 1800419 h 2053176"/>
              <a:gd name="connsiteX3351" fmla="*/ 3007960 w 12188965"/>
              <a:gd name="connsiteY3351" fmla="*/ 1826077 h 2053176"/>
              <a:gd name="connsiteX3352" fmla="*/ 2982301 w 12188965"/>
              <a:gd name="connsiteY3352" fmla="*/ 1851737 h 2053176"/>
              <a:gd name="connsiteX3353" fmla="*/ 2956642 w 12188965"/>
              <a:gd name="connsiteY3353" fmla="*/ 1826077 h 2053176"/>
              <a:gd name="connsiteX3354" fmla="*/ 2982301 w 12188965"/>
              <a:gd name="connsiteY3354" fmla="*/ 1800419 h 2053176"/>
              <a:gd name="connsiteX3355" fmla="*/ 2918096 w 12188965"/>
              <a:gd name="connsiteY3355" fmla="*/ 1800419 h 2053176"/>
              <a:gd name="connsiteX3356" fmla="*/ 2943755 w 12188965"/>
              <a:gd name="connsiteY3356" fmla="*/ 1826077 h 2053176"/>
              <a:gd name="connsiteX3357" fmla="*/ 2918096 w 12188965"/>
              <a:gd name="connsiteY3357" fmla="*/ 1851737 h 2053176"/>
              <a:gd name="connsiteX3358" fmla="*/ 2892438 w 12188965"/>
              <a:gd name="connsiteY3358" fmla="*/ 1826077 h 2053176"/>
              <a:gd name="connsiteX3359" fmla="*/ 2918096 w 12188965"/>
              <a:gd name="connsiteY3359" fmla="*/ 1800419 h 2053176"/>
              <a:gd name="connsiteX3360" fmla="*/ 2789686 w 12188965"/>
              <a:gd name="connsiteY3360" fmla="*/ 1800419 h 2053176"/>
              <a:gd name="connsiteX3361" fmla="*/ 2815344 w 12188965"/>
              <a:gd name="connsiteY3361" fmla="*/ 1826077 h 2053176"/>
              <a:gd name="connsiteX3362" fmla="*/ 2789686 w 12188965"/>
              <a:gd name="connsiteY3362" fmla="*/ 1851737 h 2053176"/>
              <a:gd name="connsiteX3363" fmla="*/ 2764027 w 12188965"/>
              <a:gd name="connsiteY3363" fmla="*/ 1826077 h 2053176"/>
              <a:gd name="connsiteX3364" fmla="*/ 2789686 w 12188965"/>
              <a:gd name="connsiteY3364" fmla="*/ 1800419 h 2053176"/>
              <a:gd name="connsiteX3365" fmla="*/ 2725480 w 12188965"/>
              <a:gd name="connsiteY3365" fmla="*/ 1800419 h 2053176"/>
              <a:gd name="connsiteX3366" fmla="*/ 2751140 w 12188965"/>
              <a:gd name="connsiteY3366" fmla="*/ 1826077 h 2053176"/>
              <a:gd name="connsiteX3367" fmla="*/ 2725480 w 12188965"/>
              <a:gd name="connsiteY3367" fmla="*/ 1851737 h 2053176"/>
              <a:gd name="connsiteX3368" fmla="*/ 2699821 w 12188965"/>
              <a:gd name="connsiteY3368" fmla="*/ 1826077 h 2053176"/>
              <a:gd name="connsiteX3369" fmla="*/ 2725480 w 12188965"/>
              <a:gd name="connsiteY3369" fmla="*/ 1800419 h 2053176"/>
              <a:gd name="connsiteX3370" fmla="*/ 2597069 w 12188965"/>
              <a:gd name="connsiteY3370" fmla="*/ 1800419 h 2053176"/>
              <a:gd name="connsiteX3371" fmla="*/ 2622729 w 12188965"/>
              <a:gd name="connsiteY3371" fmla="*/ 1826077 h 2053176"/>
              <a:gd name="connsiteX3372" fmla="*/ 2597069 w 12188965"/>
              <a:gd name="connsiteY3372" fmla="*/ 1851737 h 2053176"/>
              <a:gd name="connsiteX3373" fmla="*/ 2571410 w 12188965"/>
              <a:gd name="connsiteY3373" fmla="*/ 1826077 h 2053176"/>
              <a:gd name="connsiteX3374" fmla="*/ 2597069 w 12188965"/>
              <a:gd name="connsiteY3374" fmla="*/ 1800419 h 2053176"/>
              <a:gd name="connsiteX3375" fmla="*/ 2404454 w 12188965"/>
              <a:gd name="connsiteY3375" fmla="*/ 1800419 h 2053176"/>
              <a:gd name="connsiteX3376" fmla="*/ 2430112 w 12188965"/>
              <a:gd name="connsiteY3376" fmla="*/ 1826077 h 2053176"/>
              <a:gd name="connsiteX3377" fmla="*/ 2404454 w 12188965"/>
              <a:gd name="connsiteY3377" fmla="*/ 1851737 h 2053176"/>
              <a:gd name="connsiteX3378" fmla="*/ 2378795 w 12188965"/>
              <a:gd name="connsiteY3378" fmla="*/ 1826077 h 2053176"/>
              <a:gd name="connsiteX3379" fmla="*/ 2404454 w 12188965"/>
              <a:gd name="connsiteY3379" fmla="*/ 1800419 h 2053176"/>
              <a:gd name="connsiteX3380" fmla="*/ 2340249 w 12188965"/>
              <a:gd name="connsiteY3380" fmla="*/ 1800419 h 2053176"/>
              <a:gd name="connsiteX3381" fmla="*/ 2365908 w 12188965"/>
              <a:gd name="connsiteY3381" fmla="*/ 1826077 h 2053176"/>
              <a:gd name="connsiteX3382" fmla="*/ 2340249 w 12188965"/>
              <a:gd name="connsiteY3382" fmla="*/ 1851737 h 2053176"/>
              <a:gd name="connsiteX3383" fmla="*/ 2314590 w 12188965"/>
              <a:gd name="connsiteY3383" fmla="*/ 1826077 h 2053176"/>
              <a:gd name="connsiteX3384" fmla="*/ 2340249 w 12188965"/>
              <a:gd name="connsiteY3384" fmla="*/ 1800419 h 2053176"/>
              <a:gd name="connsiteX3385" fmla="*/ 2276044 w 12188965"/>
              <a:gd name="connsiteY3385" fmla="*/ 1800419 h 2053176"/>
              <a:gd name="connsiteX3386" fmla="*/ 2301702 w 12188965"/>
              <a:gd name="connsiteY3386" fmla="*/ 1826077 h 2053176"/>
              <a:gd name="connsiteX3387" fmla="*/ 2276044 w 12188965"/>
              <a:gd name="connsiteY3387" fmla="*/ 1851737 h 2053176"/>
              <a:gd name="connsiteX3388" fmla="*/ 2250385 w 12188965"/>
              <a:gd name="connsiteY3388" fmla="*/ 1826077 h 2053176"/>
              <a:gd name="connsiteX3389" fmla="*/ 2276044 w 12188965"/>
              <a:gd name="connsiteY3389" fmla="*/ 1800419 h 2053176"/>
              <a:gd name="connsiteX3390" fmla="*/ 2211838 w 12188965"/>
              <a:gd name="connsiteY3390" fmla="*/ 1800419 h 2053176"/>
              <a:gd name="connsiteX3391" fmla="*/ 2237497 w 12188965"/>
              <a:gd name="connsiteY3391" fmla="*/ 1826077 h 2053176"/>
              <a:gd name="connsiteX3392" fmla="*/ 2211838 w 12188965"/>
              <a:gd name="connsiteY3392" fmla="*/ 1851737 h 2053176"/>
              <a:gd name="connsiteX3393" fmla="*/ 2186178 w 12188965"/>
              <a:gd name="connsiteY3393" fmla="*/ 1826077 h 2053176"/>
              <a:gd name="connsiteX3394" fmla="*/ 2211838 w 12188965"/>
              <a:gd name="connsiteY3394" fmla="*/ 1800419 h 2053176"/>
              <a:gd name="connsiteX3395" fmla="*/ 2019222 w 12188965"/>
              <a:gd name="connsiteY3395" fmla="*/ 1800419 h 2053176"/>
              <a:gd name="connsiteX3396" fmla="*/ 2044880 w 12188965"/>
              <a:gd name="connsiteY3396" fmla="*/ 1826077 h 2053176"/>
              <a:gd name="connsiteX3397" fmla="*/ 2019222 w 12188965"/>
              <a:gd name="connsiteY3397" fmla="*/ 1851737 h 2053176"/>
              <a:gd name="connsiteX3398" fmla="*/ 1993563 w 12188965"/>
              <a:gd name="connsiteY3398" fmla="*/ 1826077 h 2053176"/>
              <a:gd name="connsiteX3399" fmla="*/ 2019222 w 12188965"/>
              <a:gd name="connsiteY3399" fmla="*/ 1800419 h 2053176"/>
              <a:gd name="connsiteX3400" fmla="*/ 1955016 w 12188965"/>
              <a:gd name="connsiteY3400" fmla="*/ 1800419 h 2053176"/>
              <a:gd name="connsiteX3401" fmla="*/ 1980676 w 12188965"/>
              <a:gd name="connsiteY3401" fmla="*/ 1826077 h 2053176"/>
              <a:gd name="connsiteX3402" fmla="*/ 1955016 w 12188965"/>
              <a:gd name="connsiteY3402" fmla="*/ 1851737 h 2053176"/>
              <a:gd name="connsiteX3403" fmla="*/ 1929358 w 12188965"/>
              <a:gd name="connsiteY3403" fmla="*/ 1826077 h 2053176"/>
              <a:gd name="connsiteX3404" fmla="*/ 1955016 w 12188965"/>
              <a:gd name="connsiteY3404" fmla="*/ 1800419 h 2053176"/>
              <a:gd name="connsiteX3405" fmla="*/ 1890696 w 12188965"/>
              <a:gd name="connsiteY3405" fmla="*/ 1800419 h 2053176"/>
              <a:gd name="connsiteX3406" fmla="*/ 1916355 w 12188965"/>
              <a:gd name="connsiteY3406" fmla="*/ 1826077 h 2053176"/>
              <a:gd name="connsiteX3407" fmla="*/ 1890696 w 12188965"/>
              <a:gd name="connsiteY3407" fmla="*/ 1851737 h 2053176"/>
              <a:gd name="connsiteX3408" fmla="*/ 1865037 w 12188965"/>
              <a:gd name="connsiteY3408" fmla="*/ 1826077 h 2053176"/>
              <a:gd name="connsiteX3409" fmla="*/ 1890696 w 12188965"/>
              <a:gd name="connsiteY3409" fmla="*/ 1800419 h 2053176"/>
              <a:gd name="connsiteX3410" fmla="*/ 1826490 w 12188965"/>
              <a:gd name="connsiteY3410" fmla="*/ 1800419 h 2053176"/>
              <a:gd name="connsiteX3411" fmla="*/ 1852149 w 12188965"/>
              <a:gd name="connsiteY3411" fmla="*/ 1826077 h 2053176"/>
              <a:gd name="connsiteX3412" fmla="*/ 1826490 w 12188965"/>
              <a:gd name="connsiteY3412" fmla="*/ 1851737 h 2053176"/>
              <a:gd name="connsiteX3413" fmla="*/ 1800830 w 12188965"/>
              <a:gd name="connsiteY3413" fmla="*/ 1826077 h 2053176"/>
              <a:gd name="connsiteX3414" fmla="*/ 1826490 w 12188965"/>
              <a:gd name="connsiteY3414" fmla="*/ 1800419 h 2053176"/>
              <a:gd name="connsiteX3415" fmla="*/ 1698080 w 12188965"/>
              <a:gd name="connsiteY3415" fmla="*/ 1800419 h 2053176"/>
              <a:gd name="connsiteX3416" fmla="*/ 1723738 w 12188965"/>
              <a:gd name="connsiteY3416" fmla="*/ 1826077 h 2053176"/>
              <a:gd name="connsiteX3417" fmla="*/ 1698080 w 12188965"/>
              <a:gd name="connsiteY3417" fmla="*/ 1851737 h 2053176"/>
              <a:gd name="connsiteX3418" fmla="*/ 1672420 w 12188965"/>
              <a:gd name="connsiteY3418" fmla="*/ 1826077 h 2053176"/>
              <a:gd name="connsiteX3419" fmla="*/ 1698080 w 12188965"/>
              <a:gd name="connsiteY3419" fmla="*/ 1800419 h 2053176"/>
              <a:gd name="connsiteX3420" fmla="*/ 1633874 w 12188965"/>
              <a:gd name="connsiteY3420" fmla="*/ 1800419 h 2053176"/>
              <a:gd name="connsiteX3421" fmla="*/ 1659533 w 12188965"/>
              <a:gd name="connsiteY3421" fmla="*/ 1826077 h 2053176"/>
              <a:gd name="connsiteX3422" fmla="*/ 1633874 w 12188965"/>
              <a:gd name="connsiteY3422" fmla="*/ 1851737 h 2053176"/>
              <a:gd name="connsiteX3423" fmla="*/ 1608216 w 12188965"/>
              <a:gd name="connsiteY3423" fmla="*/ 1826077 h 2053176"/>
              <a:gd name="connsiteX3424" fmla="*/ 1633874 w 12188965"/>
              <a:gd name="connsiteY3424" fmla="*/ 1800419 h 2053176"/>
              <a:gd name="connsiteX3425" fmla="*/ 1569669 w 12188965"/>
              <a:gd name="connsiteY3425" fmla="*/ 1800419 h 2053176"/>
              <a:gd name="connsiteX3426" fmla="*/ 1595328 w 12188965"/>
              <a:gd name="connsiteY3426" fmla="*/ 1826077 h 2053176"/>
              <a:gd name="connsiteX3427" fmla="*/ 1569669 w 12188965"/>
              <a:gd name="connsiteY3427" fmla="*/ 1851737 h 2053176"/>
              <a:gd name="connsiteX3428" fmla="*/ 1544010 w 12188965"/>
              <a:gd name="connsiteY3428" fmla="*/ 1826077 h 2053176"/>
              <a:gd name="connsiteX3429" fmla="*/ 1569669 w 12188965"/>
              <a:gd name="connsiteY3429" fmla="*/ 1800419 h 2053176"/>
              <a:gd name="connsiteX3430" fmla="*/ 1505464 w 12188965"/>
              <a:gd name="connsiteY3430" fmla="*/ 1800419 h 2053176"/>
              <a:gd name="connsiteX3431" fmla="*/ 1531123 w 12188965"/>
              <a:gd name="connsiteY3431" fmla="*/ 1826077 h 2053176"/>
              <a:gd name="connsiteX3432" fmla="*/ 1505464 w 12188965"/>
              <a:gd name="connsiteY3432" fmla="*/ 1851737 h 2053176"/>
              <a:gd name="connsiteX3433" fmla="*/ 1479806 w 12188965"/>
              <a:gd name="connsiteY3433" fmla="*/ 1826077 h 2053176"/>
              <a:gd name="connsiteX3434" fmla="*/ 1505464 w 12188965"/>
              <a:gd name="connsiteY3434" fmla="*/ 1800419 h 2053176"/>
              <a:gd name="connsiteX3435" fmla="*/ 1312848 w 12188965"/>
              <a:gd name="connsiteY3435" fmla="*/ 1800419 h 2053176"/>
              <a:gd name="connsiteX3436" fmla="*/ 1338507 w 12188965"/>
              <a:gd name="connsiteY3436" fmla="*/ 1826077 h 2053176"/>
              <a:gd name="connsiteX3437" fmla="*/ 1312848 w 12188965"/>
              <a:gd name="connsiteY3437" fmla="*/ 1851737 h 2053176"/>
              <a:gd name="connsiteX3438" fmla="*/ 1287190 w 12188965"/>
              <a:gd name="connsiteY3438" fmla="*/ 1826077 h 2053176"/>
              <a:gd name="connsiteX3439" fmla="*/ 1312848 w 12188965"/>
              <a:gd name="connsiteY3439" fmla="*/ 1800419 h 2053176"/>
              <a:gd name="connsiteX3440" fmla="*/ 1248643 w 12188965"/>
              <a:gd name="connsiteY3440" fmla="*/ 1800419 h 2053176"/>
              <a:gd name="connsiteX3441" fmla="*/ 1274302 w 12188965"/>
              <a:gd name="connsiteY3441" fmla="*/ 1826077 h 2053176"/>
              <a:gd name="connsiteX3442" fmla="*/ 1248643 w 12188965"/>
              <a:gd name="connsiteY3442" fmla="*/ 1851737 h 2053176"/>
              <a:gd name="connsiteX3443" fmla="*/ 1222984 w 12188965"/>
              <a:gd name="connsiteY3443" fmla="*/ 1826077 h 2053176"/>
              <a:gd name="connsiteX3444" fmla="*/ 1248643 w 12188965"/>
              <a:gd name="connsiteY3444" fmla="*/ 1800419 h 2053176"/>
              <a:gd name="connsiteX3445" fmla="*/ 1184437 w 12188965"/>
              <a:gd name="connsiteY3445" fmla="*/ 1800419 h 2053176"/>
              <a:gd name="connsiteX3446" fmla="*/ 1210096 w 12188965"/>
              <a:gd name="connsiteY3446" fmla="*/ 1826077 h 2053176"/>
              <a:gd name="connsiteX3447" fmla="*/ 1184437 w 12188965"/>
              <a:gd name="connsiteY3447" fmla="*/ 1851737 h 2053176"/>
              <a:gd name="connsiteX3448" fmla="*/ 1158780 w 12188965"/>
              <a:gd name="connsiteY3448" fmla="*/ 1826077 h 2053176"/>
              <a:gd name="connsiteX3449" fmla="*/ 1184437 w 12188965"/>
              <a:gd name="connsiteY3449" fmla="*/ 1800419 h 2053176"/>
              <a:gd name="connsiteX3450" fmla="*/ 1120233 w 12188965"/>
              <a:gd name="connsiteY3450" fmla="*/ 1800419 h 2053176"/>
              <a:gd name="connsiteX3451" fmla="*/ 1145892 w 12188965"/>
              <a:gd name="connsiteY3451" fmla="*/ 1826077 h 2053176"/>
              <a:gd name="connsiteX3452" fmla="*/ 1120233 w 12188965"/>
              <a:gd name="connsiteY3452" fmla="*/ 1851737 h 2053176"/>
              <a:gd name="connsiteX3453" fmla="*/ 1094573 w 12188965"/>
              <a:gd name="connsiteY3453" fmla="*/ 1826077 h 2053176"/>
              <a:gd name="connsiteX3454" fmla="*/ 1120233 w 12188965"/>
              <a:gd name="connsiteY3454" fmla="*/ 1800419 h 2053176"/>
              <a:gd name="connsiteX3455" fmla="*/ 927616 w 12188965"/>
              <a:gd name="connsiteY3455" fmla="*/ 1800419 h 2053176"/>
              <a:gd name="connsiteX3456" fmla="*/ 953275 w 12188965"/>
              <a:gd name="connsiteY3456" fmla="*/ 1826077 h 2053176"/>
              <a:gd name="connsiteX3457" fmla="*/ 927616 w 12188965"/>
              <a:gd name="connsiteY3457" fmla="*/ 1851737 h 2053176"/>
              <a:gd name="connsiteX3458" fmla="*/ 901957 w 12188965"/>
              <a:gd name="connsiteY3458" fmla="*/ 1826077 h 2053176"/>
              <a:gd name="connsiteX3459" fmla="*/ 927616 w 12188965"/>
              <a:gd name="connsiteY3459" fmla="*/ 1800419 h 2053176"/>
              <a:gd name="connsiteX3460" fmla="*/ 863411 w 12188965"/>
              <a:gd name="connsiteY3460" fmla="*/ 1800419 h 2053176"/>
              <a:gd name="connsiteX3461" fmla="*/ 889071 w 12188965"/>
              <a:gd name="connsiteY3461" fmla="*/ 1826077 h 2053176"/>
              <a:gd name="connsiteX3462" fmla="*/ 863411 w 12188965"/>
              <a:gd name="connsiteY3462" fmla="*/ 1851737 h 2053176"/>
              <a:gd name="connsiteX3463" fmla="*/ 837752 w 12188965"/>
              <a:gd name="connsiteY3463" fmla="*/ 1826077 h 2053176"/>
              <a:gd name="connsiteX3464" fmla="*/ 863411 w 12188965"/>
              <a:gd name="connsiteY3464" fmla="*/ 1800419 h 2053176"/>
              <a:gd name="connsiteX3465" fmla="*/ 799089 w 12188965"/>
              <a:gd name="connsiteY3465" fmla="*/ 1800419 h 2053176"/>
              <a:gd name="connsiteX3466" fmla="*/ 824748 w 12188965"/>
              <a:gd name="connsiteY3466" fmla="*/ 1826077 h 2053176"/>
              <a:gd name="connsiteX3467" fmla="*/ 799089 w 12188965"/>
              <a:gd name="connsiteY3467" fmla="*/ 1851737 h 2053176"/>
              <a:gd name="connsiteX3468" fmla="*/ 773432 w 12188965"/>
              <a:gd name="connsiteY3468" fmla="*/ 1826077 h 2053176"/>
              <a:gd name="connsiteX3469" fmla="*/ 799089 w 12188965"/>
              <a:gd name="connsiteY3469" fmla="*/ 1800419 h 2053176"/>
              <a:gd name="connsiteX3470" fmla="*/ 734885 w 12188965"/>
              <a:gd name="connsiteY3470" fmla="*/ 1800419 h 2053176"/>
              <a:gd name="connsiteX3471" fmla="*/ 760544 w 12188965"/>
              <a:gd name="connsiteY3471" fmla="*/ 1826077 h 2053176"/>
              <a:gd name="connsiteX3472" fmla="*/ 734885 w 12188965"/>
              <a:gd name="connsiteY3472" fmla="*/ 1851737 h 2053176"/>
              <a:gd name="connsiteX3473" fmla="*/ 709225 w 12188965"/>
              <a:gd name="connsiteY3473" fmla="*/ 1826077 h 2053176"/>
              <a:gd name="connsiteX3474" fmla="*/ 734885 w 12188965"/>
              <a:gd name="connsiteY3474" fmla="*/ 1800419 h 2053176"/>
              <a:gd name="connsiteX3475" fmla="*/ 606475 w 12188965"/>
              <a:gd name="connsiteY3475" fmla="*/ 1800419 h 2053176"/>
              <a:gd name="connsiteX3476" fmla="*/ 632134 w 12188965"/>
              <a:gd name="connsiteY3476" fmla="*/ 1826077 h 2053176"/>
              <a:gd name="connsiteX3477" fmla="*/ 606475 w 12188965"/>
              <a:gd name="connsiteY3477" fmla="*/ 1851737 h 2053176"/>
              <a:gd name="connsiteX3478" fmla="*/ 580815 w 12188965"/>
              <a:gd name="connsiteY3478" fmla="*/ 1826077 h 2053176"/>
              <a:gd name="connsiteX3479" fmla="*/ 606475 w 12188965"/>
              <a:gd name="connsiteY3479" fmla="*/ 1800419 h 2053176"/>
              <a:gd name="connsiteX3480" fmla="*/ 542268 w 12188965"/>
              <a:gd name="connsiteY3480" fmla="*/ 1800419 h 2053176"/>
              <a:gd name="connsiteX3481" fmla="*/ 567927 w 12188965"/>
              <a:gd name="connsiteY3481" fmla="*/ 1826077 h 2053176"/>
              <a:gd name="connsiteX3482" fmla="*/ 542268 w 12188965"/>
              <a:gd name="connsiteY3482" fmla="*/ 1851737 h 2053176"/>
              <a:gd name="connsiteX3483" fmla="*/ 516610 w 12188965"/>
              <a:gd name="connsiteY3483" fmla="*/ 1826077 h 2053176"/>
              <a:gd name="connsiteX3484" fmla="*/ 542268 w 12188965"/>
              <a:gd name="connsiteY3484" fmla="*/ 1800419 h 2053176"/>
              <a:gd name="connsiteX3485" fmla="*/ 478063 w 12188965"/>
              <a:gd name="connsiteY3485" fmla="*/ 1800419 h 2053176"/>
              <a:gd name="connsiteX3486" fmla="*/ 503724 w 12188965"/>
              <a:gd name="connsiteY3486" fmla="*/ 1826077 h 2053176"/>
              <a:gd name="connsiteX3487" fmla="*/ 478063 w 12188965"/>
              <a:gd name="connsiteY3487" fmla="*/ 1851737 h 2053176"/>
              <a:gd name="connsiteX3488" fmla="*/ 452404 w 12188965"/>
              <a:gd name="connsiteY3488" fmla="*/ 1826077 h 2053176"/>
              <a:gd name="connsiteX3489" fmla="*/ 478063 w 12188965"/>
              <a:gd name="connsiteY3489" fmla="*/ 1800419 h 2053176"/>
              <a:gd name="connsiteX3490" fmla="*/ 413858 w 12188965"/>
              <a:gd name="connsiteY3490" fmla="*/ 1800419 h 2053176"/>
              <a:gd name="connsiteX3491" fmla="*/ 439517 w 12188965"/>
              <a:gd name="connsiteY3491" fmla="*/ 1826077 h 2053176"/>
              <a:gd name="connsiteX3492" fmla="*/ 413858 w 12188965"/>
              <a:gd name="connsiteY3492" fmla="*/ 1851737 h 2053176"/>
              <a:gd name="connsiteX3493" fmla="*/ 388200 w 12188965"/>
              <a:gd name="connsiteY3493" fmla="*/ 1826077 h 2053176"/>
              <a:gd name="connsiteX3494" fmla="*/ 413858 w 12188965"/>
              <a:gd name="connsiteY3494" fmla="*/ 1800419 h 2053176"/>
              <a:gd name="connsiteX3495" fmla="*/ 346686 w 12188965"/>
              <a:gd name="connsiteY3495" fmla="*/ 1800419 h 2053176"/>
              <a:gd name="connsiteX3496" fmla="*/ 372344 w 12188965"/>
              <a:gd name="connsiteY3496" fmla="*/ 1826077 h 2053176"/>
              <a:gd name="connsiteX3497" fmla="*/ 346686 w 12188965"/>
              <a:gd name="connsiteY3497" fmla="*/ 1851737 h 2053176"/>
              <a:gd name="connsiteX3498" fmla="*/ 321027 w 12188965"/>
              <a:gd name="connsiteY3498" fmla="*/ 1826077 h 2053176"/>
              <a:gd name="connsiteX3499" fmla="*/ 346686 w 12188965"/>
              <a:gd name="connsiteY3499" fmla="*/ 1800419 h 2053176"/>
              <a:gd name="connsiteX3500" fmla="*/ 282480 w 12188965"/>
              <a:gd name="connsiteY3500" fmla="*/ 1800419 h 2053176"/>
              <a:gd name="connsiteX3501" fmla="*/ 308138 w 12188965"/>
              <a:gd name="connsiteY3501" fmla="*/ 1826077 h 2053176"/>
              <a:gd name="connsiteX3502" fmla="*/ 282480 w 12188965"/>
              <a:gd name="connsiteY3502" fmla="*/ 1851737 h 2053176"/>
              <a:gd name="connsiteX3503" fmla="*/ 256820 w 12188965"/>
              <a:gd name="connsiteY3503" fmla="*/ 1826077 h 2053176"/>
              <a:gd name="connsiteX3504" fmla="*/ 282480 w 12188965"/>
              <a:gd name="connsiteY3504" fmla="*/ 1800419 h 2053176"/>
              <a:gd name="connsiteX3505" fmla="*/ 218274 w 12188965"/>
              <a:gd name="connsiteY3505" fmla="*/ 1800419 h 2053176"/>
              <a:gd name="connsiteX3506" fmla="*/ 243932 w 12188965"/>
              <a:gd name="connsiteY3506" fmla="*/ 1826077 h 2053176"/>
              <a:gd name="connsiteX3507" fmla="*/ 218274 w 12188965"/>
              <a:gd name="connsiteY3507" fmla="*/ 1851737 h 2053176"/>
              <a:gd name="connsiteX3508" fmla="*/ 192615 w 12188965"/>
              <a:gd name="connsiteY3508" fmla="*/ 1826077 h 2053176"/>
              <a:gd name="connsiteX3509" fmla="*/ 218274 w 12188965"/>
              <a:gd name="connsiteY3509" fmla="*/ 1800419 h 2053176"/>
              <a:gd name="connsiteX3510" fmla="*/ 154069 w 12188965"/>
              <a:gd name="connsiteY3510" fmla="*/ 1800419 h 2053176"/>
              <a:gd name="connsiteX3511" fmla="*/ 179727 w 12188965"/>
              <a:gd name="connsiteY3511" fmla="*/ 1826077 h 2053176"/>
              <a:gd name="connsiteX3512" fmla="*/ 154069 w 12188965"/>
              <a:gd name="connsiteY3512" fmla="*/ 1851737 h 2053176"/>
              <a:gd name="connsiteX3513" fmla="*/ 128410 w 12188965"/>
              <a:gd name="connsiteY3513" fmla="*/ 1826077 h 2053176"/>
              <a:gd name="connsiteX3514" fmla="*/ 154069 w 12188965"/>
              <a:gd name="connsiteY3514" fmla="*/ 1800419 h 2053176"/>
              <a:gd name="connsiteX3515" fmla="*/ 12099103 w 12188965"/>
              <a:gd name="connsiteY3515" fmla="*/ 1800418 h 2053176"/>
              <a:gd name="connsiteX3516" fmla="*/ 12124761 w 12188965"/>
              <a:gd name="connsiteY3516" fmla="*/ 1826077 h 2053176"/>
              <a:gd name="connsiteX3517" fmla="*/ 12099103 w 12188965"/>
              <a:gd name="connsiteY3517" fmla="*/ 1851736 h 2053176"/>
              <a:gd name="connsiteX3518" fmla="*/ 12073441 w 12188965"/>
              <a:gd name="connsiteY3518" fmla="*/ 1826077 h 2053176"/>
              <a:gd name="connsiteX3519" fmla="*/ 12099103 w 12188965"/>
              <a:gd name="connsiteY3519" fmla="*/ 1800418 h 2053176"/>
              <a:gd name="connsiteX3520" fmla="*/ 11518287 w 12188965"/>
              <a:gd name="connsiteY3520" fmla="*/ 1800418 h 2053176"/>
              <a:gd name="connsiteX3521" fmla="*/ 11543945 w 12188965"/>
              <a:gd name="connsiteY3521" fmla="*/ 1826077 h 2053176"/>
              <a:gd name="connsiteX3522" fmla="*/ 11518287 w 12188965"/>
              <a:gd name="connsiteY3522" fmla="*/ 1851736 h 2053176"/>
              <a:gd name="connsiteX3523" fmla="*/ 11492627 w 12188965"/>
              <a:gd name="connsiteY3523" fmla="*/ 1826077 h 2053176"/>
              <a:gd name="connsiteX3524" fmla="*/ 11518287 w 12188965"/>
              <a:gd name="connsiteY3524" fmla="*/ 1800418 h 2053176"/>
              <a:gd name="connsiteX3525" fmla="*/ 11454081 w 12188965"/>
              <a:gd name="connsiteY3525" fmla="*/ 1800418 h 2053176"/>
              <a:gd name="connsiteX3526" fmla="*/ 11479739 w 12188965"/>
              <a:gd name="connsiteY3526" fmla="*/ 1826077 h 2053176"/>
              <a:gd name="connsiteX3527" fmla="*/ 11454081 w 12188965"/>
              <a:gd name="connsiteY3527" fmla="*/ 1851736 h 2053176"/>
              <a:gd name="connsiteX3528" fmla="*/ 11428421 w 12188965"/>
              <a:gd name="connsiteY3528" fmla="*/ 1826077 h 2053176"/>
              <a:gd name="connsiteX3529" fmla="*/ 11454081 w 12188965"/>
              <a:gd name="connsiteY3529" fmla="*/ 1800418 h 2053176"/>
              <a:gd name="connsiteX3530" fmla="*/ 11133055 w 12188965"/>
              <a:gd name="connsiteY3530" fmla="*/ 1800418 h 2053176"/>
              <a:gd name="connsiteX3531" fmla="*/ 11158713 w 12188965"/>
              <a:gd name="connsiteY3531" fmla="*/ 1826077 h 2053176"/>
              <a:gd name="connsiteX3532" fmla="*/ 11133055 w 12188965"/>
              <a:gd name="connsiteY3532" fmla="*/ 1851736 h 2053176"/>
              <a:gd name="connsiteX3533" fmla="*/ 11107396 w 12188965"/>
              <a:gd name="connsiteY3533" fmla="*/ 1826077 h 2053176"/>
              <a:gd name="connsiteX3534" fmla="*/ 11133055 w 12188965"/>
              <a:gd name="connsiteY3534" fmla="*/ 1800418 h 2053176"/>
              <a:gd name="connsiteX3535" fmla="*/ 11068848 w 12188965"/>
              <a:gd name="connsiteY3535" fmla="*/ 1800418 h 2053176"/>
              <a:gd name="connsiteX3536" fmla="*/ 11094509 w 12188965"/>
              <a:gd name="connsiteY3536" fmla="*/ 1826077 h 2053176"/>
              <a:gd name="connsiteX3537" fmla="*/ 11068848 w 12188965"/>
              <a:gd name="connsiteY3537" fmla="*/ 1851736 h 2053176"/>
              <a:gd name="connsiteX3538" fmla="*/ 11043189 w 12188965"/>
              <a:gd name="connsiteY3538" fmla="*/ 1826077 h 2053176"/>
              <a:gd name="connsiteX3539" fmla="*/ 11068848 w 12188965"/>
              <a:gd name="connsiteY3539" fmla="*/ 1800418 h 2053176"/>
              <a:gd name="connsiteX3540" fmla="*/ 10747708 w 12188965"/>
              <a:gd name="connsiteY3540" fmla="*/ 1800418 h 2053176"/>
              <a:gd name="connsiteX3541" fmla="*/ 10773366 w 12188965"/>
              <a:gd name="connsiteY3541" fmla="*/ 1826077 h 2053176"/>
              <a:gd name="connsiteX3542" fmla="*/ 10747708 w 12188965"/>
              <a:gd name="connsiteY3542" fmla="*/ 1851736 h 2053176"/>
              <a:gd name="connsiteX3543" fmla="*/ 10722047 w 12188965"/>
              <a:gd name="connsiteY3543" fmla="*/ 1826077 h 2053176"/>
              <a:gd name="connsiteX3544" fmla="*/ 10747708 w 12188965"/>
              <a:gd name="connsiteY3544" fmla="*/ 1800418 h 2053176"/>
              <a:gd name="connsiteX3545" fmla="*/ 10426681 w 12188965"/>
              <a:gd name="connsiteY3545" fmla="*/ 1800418 h 2053176"/>
              <a:gd name="connsiteX3546" fmla="*/ 10452339 w 12188965"/>
              <a:gd name="connsiteY3546" fmla="*/ 1826077 h 2053176"/>
              <a:gd name="connsiteX3547" fmla="*/ 10426681 w 12188965"/>
              <a:gd name="connsiteY3547" fmla="*/ 1851736 h 2053176"/>
              <a:gd name="connsiteX3548" fmla="*/ 10401023 w 12188965"/>
              <a:gd name="connsiteY3548" fmla="*/ 1826077 h 2053176"/>
              <a:gd name="connsiteX3549" fmla="*/ 10426681 w 12188965"/>
              <a:gd name="connsiteY3549" fmla="*/ 1800418 h 2053176"/>
              <a:gd name="connsiteX3550" fmla="*/ 10362474 w 12188965"/>
              <a:gd name="connsiteY3550" fmla="*/ 1800418 h 2053176"/>
              <a:gd name="connsiteX3551" fmla="*/ 10388135 w 12188965"/>
              <a:gd name="connsiteY3551" fmla="*/ 1826077 h 2053176"/>
              <a:gd name="connsiteX3552" fmla="*/ 10362474 w 12188965"/>
              <a:gd name="connsiteY3552" fmla="*/ 1851736 h 2053176"/>
              <a:gd name="connsiteX3553" fmla="*/ 10336816 w 12188965"/>
              <a:gd name="connsiteY3553" fmla="*/ 1826077 h 2053176"/>
              <a:gd name="connsiteX3554" fmla="*/ 10362474 w 12188965"/>
              <a:gd name="connsiteY3554" fmla="*/ 1800418 h 2053176"/>
              <a:gd name="connsiteX3555" fmla="*/ 10041450 w 12188965"/>
              <a:gd name="connsiteY3555" fmla="*/ 1800418 h 2053176"/>
              <a:gd name="connsiteX3556" fmla="*/ 10067108 w 12188965"/>
              <a:gd name="connsiteY3556" fmla="*/ 1826077 h 2053176"/>
              <a:gd name="connsiteX3557" fmla="*/ 10041450 w 12188965"/>
              <a:gd name="connsiteY3557" fmla="*/ 1851736 h 2053176"/>
              <a:gd name="connsiteX3558" fmla="*/ 10015789 w 12188965"/>
              <a:gd name="connsiteY3558" fmla="*/ 1826077 h 2053176"/>
              <a:gd name="connsiteX3559" fmla="*/ 10041450 w 12188965"/>
              <a:gd name="connsiteY3559" fmla="*/ 1800418 h 2053176"/>
              <a:gd name="connsiteX3560" fmla="*/ 9977242 w 12188965"/>
              <a:gd name="connsiteY3560" fmla="*/ 1800418 h 2053176"/>
              <a:gd name="connsiteX3561" fmla="*/ 10002903 w 12188965"/>
              <a:gd name="connsiteY3561" fmla="*/ 1826077 h 2053176"/>
              <a:gd name="connsiteX3562" fmla="*/ 9977242 w 12188965"/>
              <a:gd name="connsiteY3562" fmla="*/ 1851736 h 2053176"/>
              <a:gd name="connsiteX3563" fmla="*/ 9951584 w 12188965"/>
              <a:gd name="connsiteY3563" fmla="*/ 1826077 h 2053176"/>
              <a:gd name="connsiteX3564" fmla="*/ 9977242 w 12188965"/>
              <a:gd name="connsiteY3564" fmla="*/ 1800418 h 2053176"/>
              <a:gd name="connsiteX3565" fmla="*/ 9656100 w 12188965"/>
              <a:gd name="connsiteY3565" fmla="*/ 1800418 h 2053176"/>
              <a:gd name="connsiteX3566" fmla="*/ 9681758 w 12188965"/>
              <a:gd name="connsiteY3566" fmla="*/ 1826077 h 2053176"/>
              <a:gd name="connsiteX3567" fmla="*/ 9656100 w 12188965"/>
              <a:gd name="connsiteY3567" fmla="*/ 1851736 h 2053176"/>
              <a:gd name="connsiteX3568" fmla="*/ 9630442 w 12188965"/>
              <a:gd name="connsiteY3568" fmla="*/ 1826077 h 2053176"/>
              <a:gd name="connsiteX3569" fmla="*/ 9656100 w 12188965"/>
              <a:gd name="connsiteY3569" fmla="*/ 1800418 h 2053176"/>
              <a:gd name="connsiteX3570" fmla="*/ 9335073 w 12188965"/>
              <a:gd name="connsiteY3570" fmla="*/ 1800418 h 2053176"/>
              <a:gd name="connsiteX3571" fmla="*/ 9360734 w 12188965"/>
              <a:gd name="connsiteY3571" fmla="*/ 1826077 h 2053176"/>
              <a:gd name="connsiteX3572" fmla="*/ 9335073 w 12188965"/>
              <a:gd name="connsiteY3572" fmla="*/ 1851736 h 2053176"/>
              <a:gd name="connsiteX3573" fmla="*/ 9309415 w 12188965"/>
              <a:gd name="connsiteY3573" fmla="*/ 1826077 h 2053176"/>
              <a:gd name="connsiteX3574" fmla="*/ 9335073 w 12188965"/>
              <a:gd name="connsiteY3574" fmla="*/ 1800418 h 2053176"/>
              <a:gd name="connsiteX3575" fmla="*/ 9270869 w 12188965"/>
              <a:gd name="connsiteY3575" fmla="*/ 1800418 h 2053176"/>
              <a:gd name="connsiteX3576" fmla="*/ 9296527 w 12188965"/>
              <a:gd name="connsiteY3576" fmla="*/ 1826077 h 2053176"/>
              <a:gd name="connsiteX3577" fmla="*/ 9270869 w 12188965"/>
              <a:gd name="connsiteY3577" fmla="*/ 1851736 h 2053176"/>
              <a:gd name="connsiteX3578" fmla="*/ 9245211 w 12188965"/>
              <a:gd name="connsiteY3578" fmla="*/ 1826077 h 2053176"/>
              <a:gd name="connsiteX3579" fmla="*/ 9270869 w 12188965"/>
              <a:gd name="connsiteY3579" fmla="*/ 1800418 h 2053176"/>
              <a:gd name="connsiteX3580" fmla="*/ 8949842 w 12188965"/>
              <a:gd name="connsiteY3580" fmla="*/ 1800418 h 2053176"/>
              <a:gd name="connsiteX3581" fmla="*/ 8975503 w 12188965"/>
              <a:gd name="connsiteY3581" fmla="*/ 1826077 h 2053176"/>
              <a:gd name="connsiteX3582" fmla="*/ 8949842 w 12188965"/>
              <a:gd name="connsiteY3582" fmla="*/ 1851736 h 2053176"/>
              <a:gd name="connsiteX3583" fmla="*/ 8924183 w 12188965"/>
              <a:gd name="connsiteY3583" fmla="*/ 1826077 h 2053176"/>
              <a:gd name="connsiteX3584" fmla="*/ 8949842 w 12188965"/>
              <a:gd name="connsiteY3584" fmla="*/ 1800418 h 2053176"/>
              <a:gd name="connsiteX3585" fmla="*/ 8885637 w 12188965"/>
              <a:gd name="connsiteY3585" fmla="*/ 1800418 h 2053176"/>
              <a:gd name="connsiteX3586" fmla="*/ 8911296 w 12188965"/>
              <a:gd name="connsiteY3586" fmla="*/ 1826077 h 2053176"/>
              <a:gd name="connsiteX3587" fmla="*/ 8885637 w 12188965"/>
              <a:gd name="connsiteY3587" fmla="*/ 1851736 h 2053176"/>
              <a:gd name="connsiteX3588" fmla="*/ 8859979 w 12188965"/>
              <a:gd name="connsiteY3588" fmla="*/ 1826077 h 2053176"/>
              <a:gd name="connsiteX3589" fmla="*/ 8885637 w 12188965"/>
              <a:gd name="connsiteY3589" fmla="*/ 1800418 h 2053176"/>
              <a:gd name="connsiteX3590" fmla="*/ 8564495 w 12188965"/>
              <a:gd name="connsiteY3590" fmla="*/ 1800418 h 2053176"/>
              <a:gd name="connsiteX3591" fmla="*/ 8590153 w 12188965"/>
              <a:gd name="connsiteY3591" fmla="*/ 1826077 h 2053176"/>
              <a:gd name="connsiteX3592" fmla="*/ 8564495 w 12188965"/>
              <a:gd name="connsiteY3592" fmla="*/ 1851736 h 2053176"/>
              <a:gd name="connsiteX3593" fmla="*/ 8538837 w 12188965"/>
              <a:gd name="connsiteY3593" fmla="*/ 1826077 h 2053176"/>
              <a:gd name="connsiteX3594" fmla="*/ 8564495 w 12188965"/>
              <a:gd name="connsiteY3594" fmla="*/ 1800418 h 2053176"/>
              <a:gd name="connsiteX3595" fmla="*/ 8243468 w 12188965"/>
              <a:gd name="connsiteY3595" fmla="*/ 1800418 h 2053176"/>
              <a:gd name="connsiteX3596" fmla="*/ 8269126 w 12188965"/>
              <a:gd name="connsiteY3596" fmla="*/ 1826077 h 2053176"/>
              <a:gd name="connsiteX3597" fmla="*/ 8243468 w 12188965"/>
              <a:gd name="connsiteY3597" fmla="*/ 1851736 h 2053176"/>
              <a:gd name="connsiteX3598" fmla="*/ 8217810 w 12188965"/>
              <a:gd name="connsiteY3598" fmla="*/ 1826077 h 2053176"/>
              <a:gd name="connsiteX3599" fmla="*/ 8243468 w 12188965"/>
              <a:gd name="connsiteY3599" fmla="*/ 1800418 h 2053176"/>
              <a:gd name="connsiteX3600" fmla="*/ 8179264 w 12188965"/>
              <a:gd name="connsiteY3600" fmla="*/ 1800418 h 2053176"/>
              <a:gd name="connsiteX3601" fmla="*/ 8204922 w 12188965"/>
              <a:gd name="connsiteY3601" fmla="*/ 1826077 h 2053176"/>
              <a:gd name="connsiteX3602" fmla="*/ 8179264 w 12188965"/>
              <a:gd name="connsiteY3602" fmla="*/ 1851736 h 2053176"/>
              <a:gd name="connsiteX3603" fmla="*/ 8153603 w 12188965"/>
              <a:gd name="connsiteY3603" fmla="*/ 1826077 h 2053176"/>
              <a:gd name="connsiteX3604" fmla="*/ 8179264 w 12188965"/>
              <a:gd name="connsiteY3604" fmla="*/ 1800418 h 2053176"/>
              <a:gd name="connsiteX3605" fmla="*/ 7858237 w 12188965"/>
              <a:gd name="connsiteY3605" fmla="*/ 1800418 h 2053176"/>
              <a:gd name="connsiteX3606" fmla="*/ 7883895 w 12188965"/>
              <a:gd name="connsiteY3606" fmla="*/ 1826077 h 2053176"/>
              <a:gd name="connsiteX3607" fmla="*/ 7858237 w 12188965"/>
              <a:gd name="connsiteY3607" fmla="*/ 1851736 h 2053176"/>
              <a:gd name="connsiteX3608" fmla="*/ 7832578 w 12188965"/>
              <a:gd name="connsiteY3608" fmla="*/ 1826077 h 2053176"/>
              <a:gd name="connsiteX3609" fmla="*/ 7858237 w 12188965"/>
              <a:gd name="connsiteY3609" fmla="*/ 1800418 h 2053176"/>
              <a:gd name="connsiteX3610" fmla="*/ 7794032 w 12188965"/>
              <a:gd name="connsiteY3610" fmla="*/ 1800418 h 2053176"/>
              <a:gd name="connsiteX3611" fmla="*/ 7819690 w 12188965"/>
              <a:gd name="connsiteY3611" fmla="*/ 1826077 h 2053176"/>
              <a:gd name="connsiteX3612" fmla="*/ 7794032 w 12188965"/>
              <a:gd name="connsiteY3612" fmla="*/ 1851736 h 2053176"/>
              <a:gd name="connsiteX3613" fmla="*/ 7768371 w 12188965"/>
              <a:gd name="connsiteY3613" fmla="*/ 1826077 h 2053176"/>
              <a:gd name="connsiteX3614" fmla="*/ 7794032 w 12188965"/>
              <a:gd name="connsiteY3614" fmla="*/ 1800418 h 2053176"/>
              <a:gd name="connsiteX3615" fmla="*/ 7472890 w 12188965"/>
              <a:gd name="connsiteY3615" fmla="*/ 1800418 h 2053176"/>
              <a:gd name="connsiteX3616" fmla="*/ 7498548 w 12188965"/>
              <a:gd name="connsiteY3616" fmla="*/ 1826077 h 2053176"/>
              <a:gd name="connsiteX3617" fmla="*/ 7472890 w 12188965"/>
              <a:gd name="connsiteY3617" fmla="*/ 1851736 h 2053176"/>
              <a:gd name="connsiteX3618" fmla="*/ 7447229 w 12188965"/>
              <a:gd name="connsiteY3618" fmla="*/ 1826077 h 2053176"/>
              <a:gd name="connsiteX3619" fmla="*/ 7472890 w 12188965"/>
              <a:gd name="connsiteY3619" fmla="*/ 1800418 h 2053176"/>
              <a:gd name="connsiteX3620" fmla="*/ 7151863 w 12188965"/>
              <a:gd name="connsiteY3620" fmla="*/ 1800418 h 2053176"/>
              <a:gd name="connsiteX3621" fmla="*/ 7177521 w 12188965"/>
              <a:gd name="connsiteY3621" fmla="*/ 1826077 h 2053176"/>
              <a:gd name="connsiteX3622" fmla="*/ 7151863 w 12188965"/>
              <a:gd name="connsiteY3622" fmla="*/ 1851736 h 2053176"/>
              <a:gd name="connsiteX3623" fmla="*/ 7126205 w 12188965"/>
              <a:gd name="connsiteY3623" fmla="*/ 1826077 h 2053176"/>
              <a:gd name="connsiteX3624" fmla="*/ 7151863 w 12188965"/>
              <a:gd name="connsiteY3624" fmla="*/ 1800418 h 2053176"/>
              <a:gd name="connsiteX3625" fmla="*/ 7087658 w 12188965"/>
              <a:gd name="connsiteY3625" fmla="*/ 1800418 h 2053176"/>
              <a:gd name="connsiteX3626" fmla="*/ 7113317 w 12188965"/>
              <a:gd name="connsiteY3626" fmla="*/ 1826077 h 2053176"/>
              <a:gd name="connsiteX3627" fmla="*/ 7087658 w 12188965"/>
              <a:gd name="connsiteY3627" fmla="*/ 1851736 h 2053176"/>
              <a:gd name="connsiteX3628" fmla="*/ 7061998 w 12188965"/>
              <a:gd name="connsiteY3628" fmla="*/ 1826077 h 2053176"/>
              <a:gd name="connsiteX3629" fmla="*/ 7087658 w 12188965"/>
              <a:gd name="connsiteY3629" fmla="*/ 1800418 h 2053176"/>
              <a:gd name="connsiteX3630" fmla="*/ 6766631 w 12188965"/>
              <a:gd name="connsiteY3630" fmla="*/ 1800418 h 2053176"/>
              <a:gd name="connsiteX3631" fmla="*/ 6792290 w 12188965"/>
              <a:gd name="connsiteY3631" fmla="*/ 1826077 h 2053176"/>
              <a:gd name="connsiteX3632" fmla="*/ 6766631 w 12188965"/>
              <a:gd name="connsiteY3632" fmla="*/ 1851736 h 2053176"/>
              <a:gd name="connsiteX3633" fmla="*/ 6740973 w 12188965"/>
              <a:gd name="connsiteY3633" fmla="*/ 1826077 h 2053176"/>
              <a:gd name="connsiteX3634" fmla="*/ 6766631 w 12188965"/>
              <a:gd name="connsiteY3634" fmla="*/ 1800418 h 2053176"/>
              <a:gd name="connsiteX3635" fmla="*/ 6702427 w 12188965"/>
              <a:gd name="connsiteY3635" fmla="*/ 1800418 h 2053176"/>
              <a:gd name="connsiteX3636" fmla="*/ 6728085 w 12188965"/>
              <a:gd name="connsiteY3636" fmla="*/ 1826077 h 2053176"/>
              <a:gd name="connsiteX3637" fmla="*/ 6702427 w 12188965"/>
              <a:gd name="connsiteY3637" fmla="*/ 1851736 h 2053176"/>
              <a:gd name="connsiteX3638" fmla="*/ 6676766 w 12188965"/>
              <a:gd name="connsiteY3638" fmla="*/ 1826077 h 2053176"/>
              <a:gd name="connsiteX3639" fmla="*/ 6702427 w 12188965"/>
              <a:gd name="connsiteY3639" fmla="*/ 1800418 h 2053176"/>
              <a:gd name="connsiteX3640" fmla="*/ 6381282 w 12188965"/>
              <a:gd name="connsiteY3640" fmla="*/ 1800418 h 2053176"/>
              <a:gd name="connsiteX3641" fmla="*/ 6406943 w 12188965"/>
              <a:gd name="connsiteY3641" fmla="*/ 1826077 h 2053176"/>
              <a:gd name="connsiteX3642" fmla="*/ 6381282 w 12188965"/>
              <a:gd name="connsiteY3642" fmla="*/ 1851736 h 2053176"/>
              <a:gd name="connsiteX3643" fmla="*/ 6355624 w 12188965"/>
              <a:gd name="connsiteY3643" fmla="*/ 1826077 h 2053176"/>
              <a:gd name="connsiteX3644" fmla="*/ 6381282 w 12188965"/>
              <a:gd name="connsiteY3644" fmla="*/ 1800418 h 2053176"/>
              <a:gd name="connsiteX3645" fmla="*/ 5807683 w 12188965"/>
              <a:gd name="connsiteY3645" fmla="*/ 1800418 h 2053176"/>
              <a:gd name="connsiteX3646" fmla="*/ 5833341 w 12188965"/>
              <a:gd name="connsiteY3646" fmla="*/ 1826077 h 2053176"/>
              <a:gd name="connsiteX3647" fmla="*/ 5807683 w 12188965"/>
              <a:gd name="connsiteY3647" fmla="*/ 1851736 h 2053176"/>
              <a:gd name="connsiteX3648" fmla="*/ 5782024 w 12188965"/>
              <a:gd name="connsiteY3648" fmla="*/ 1826077 h 2053176"/>
              <a:gd name="connsiteX3649" fmla="*/ 5807683 w 12188965"/>
              <a:gd name="connsiteY3649" fmla="*/ 1800418 h 2053176"/>
              <a:gd name="connsiteX3650" fmla="*/ 5743477 w 12188965"/>
              <a:gd name="connsiteY3650" fmla="*/ 1800418 h 2053176"/>
              <a:gd name="connsiteX3651" fmla="*/ 5769136 w 12188965"/>
              <a:gd name="connsiteY3651" fmla="*/ 1826077 h 2053176"/>
              <a:gd name="connsiteX3652" fmla="*/ 5743477 w 12188965"/>
              <a:gd name="connsiteY3652" fmla="*/ 1851736 h 2053176"/>
              <a:gd name="connsiteX3653" fmla="*/ 5717818 w 12188965"/>
              <a:gd name="connsiteY3653" fmla="*/ 1826077 h 2053176"/>
              <a:gd name="connsiteX3654" fmla="*/ 5743477 w 12188965"/>
              <a:gd name="connsiteY3654" fmla="*/ 1800418 h 2053176"/>
              <a:gd name="connsiteX3655" fmla="*/ 5422451 w 12188965"/>
              <a:gd name="connsiteY3655" fmla="*/ 1800418 h 2053176"/>
              <a:gd name="connsiteX3656" fmla="*/ 5448109 w 12188965"/>
              <a:gd name="connsiteY3656" fmla="*/ 1826077 h 2053176"/>
              <a:gd name="connsiteX3657" fmla="*/ 5422451 w 12188965"/>
              <a:gd name="connsiteY3657" fmla="*/ 1851736 h 2053176"/>
              <a:gd name="connsiteX3658" fmla="*/ 5396791 w 12188965"/>
              <a:gd name="connsiteY3658" fmla="*/ 1826077 h 2053176"/>
              <a:gd name="connsiteX3659" fmla="*/ 5422451 w 12188965"/>
              <a:gd name="connsiteY3659" fmla="*/ 1800418 h 2053176"/>
              <a:gd name="connsiteX3660" fmla="*/ 5358245 w 12188965"/>
              <a:gd name="connsiteY3660" fmla="*/ 1800418 h 2053176"/>
              <a:gd name="connsiteX3661" fmla="*/ 5383904 w 12188965"/>
              <a:gd name="connsiteY3661" fmla="*/ 1826077 h 2053176"/>
              <a:gd name="connsiteX3662" fmla="*/ 5358245 w 12188965"/>
              <a:gd name="connsiteY3662" fmla="*/ 1851736 h 2053176"/>
              <a:gd name="connsiteX3663" fmla="*/ 5332587 w 12188965"/>
              <a:gd name="connsiteY3663" fmla="*/ 1826077 h 2053176"/>
              <a:gd name="connsiteX3664" fmla="*/ 5358245 w 12188965"/>
              <a:gd name="connsiteY3664" fmla="*/ 1800418 h 2053176"/>
              <a:gd name="connsiteX3665" fmla="*/ 5037104 w 12188965"/>
              <a:gd name="connsiteY3665" fmla="*/ 1800418 h 2053176"/>
              <a:gd name="connsiteX3666" fmla="*/ 5062762 w 12188965"/>
              <a:gd name="connsiteY3666" fmla="*/ 1826077 h 2053176"/>
              <a:gd name="connsiteX3667" fmla="*/ 5037104 w 12188965"/>
              <a:gd name="connsiteY3667" fmla="*/ 1851736 h 2053176"/>
              <a:gd name="connsiteX3668" fmla="*/ 5011444 w 12188965"/>
              <a:gd name="connsiteY3668" fmla="*/ 1826077 h 2053176"/>
              <a:gd name="connsiteX3669" fmla="*/ 5037104 w 12188965"/>
              <a:gd name="connsiteY3669" fmla="*/ 1800418 h 2053176"/>
              <a:gd name="connsiteX3670" fmla="*/ 4716077 w 12188965"/>
              <a:gd name="connsiteY3670" fmla="*/ 1800418 h 2053176"/>
              <a:gd name="connsiteX3671" fmla="*/ 4741736 w 12188965"/>
              <a:gd name="connsiteY3671" fmla="*/ 1826077 h 2053176"/>
              <a:gd name="connsiteX3672" fmla="*/ 4716077 w 12188965"/>
              <a:gd name="connsiteY3672" fmla="*/ 1851736 h 2053176"/>
              <a:gd name="connsiteX3673" fmla="*/ 4690419 w 12188965"/>
              <a:gd name="connsiteY3673" fmla="*/ 1826077 h 2053176"/>
              <a:gd name="connsiteX3674" fmla="*/ 4716077 w 12188965"/>
              <a:gd name="connsiteY3674" fmla="*/ 1800418 h 2053176"/>
              <a:gd name="connsiteX3675" fmla="*/ 4651872 w 12188965"/>
              <a:gd name="connsiteY3675" fmla="*/ 1800418 h 2053176"/>
              <a:gd name="connsiteX3676" fmla="*/ 4677531 w 12188965"/>
              <a:gd name="connsiteY3676" fmla="*/ 1826077 h 2053176"/>
              <a:gd name="connsiteX3677" fmla="*/ 4651872 w 12188965"/>
              <a:gd name="connsiteY3677" fmla="*/ 1851736 h 2053176"/>
              <a:gd name="connsiteX3678" fmla="*/ 4626213 w 12188965"/>
              <a:gd name="connsiteY3678" fmla="*/ 1826077 h 2053176"/>
              <a:gd name="connsiteX3679" fmla="*/ 4651872 w 12188965"/>
              <a:gd name="connsiteY3679" fmla="*/ 1800418 h 2053176"/>
              <a:gd name="connsiteX3680" fmla="*/ 4330845 w 12188965"/>
              <a:gd name="connsiteY3680" fmla="*/ 1800418 h 2053176"/>
              <a:gd name="connsiteX3681" fmla="*/ 4356504 w 12188965"/>
              <a:gd name="connsiteY3681" fmla="*/ 1826077 h 2053176"/>
              <a:gd name="connsiteX3682" fmla="*/ 4330845 w 12188965"/>
              <a:gd name="connsiteY3682" fmla="*/ 1851736 h 2053176"/>
              <a:gd name="connsiteX3683" fmla="*/ 4305186 w 12188965"/>
              <a:gd name="connsiteY3683" fmla="*/ 1826077 h 2053176"/>
              <a:gd name="connsiteX3684" fmla="*/ 4330845 w 12188965"/>
              <a:gd name="connsiteY3684" fmla="*/ 1800418 h 2053176"/>
              <a:gd name="connsiteX3685" fmla="*/ 4266640 w 12188965"/>
              <a:gd name="connsiteY3685" fmla="*/ 1800418 h 2053176"/>
              <a:gd name="connsiteX3686" fmla="*/ 4292298 w 12188965"/>
              <a:gd name="connsiteY3686" fmla="*/ 1826077 h 2053176"/>
              <a:gd name="connsiteX3687" fmla="*/ 4266640 w 12188965"/>
              <a:gd name="connsiteY3687" fmla="*/ 1851736 h 2053176"/>
              <a:gd name="connsiteX3688" fmla="*/ 4240981 w 12188965"/>
              <a:gd name="connsiteY3688" fmla="*/ 1826077 h 2053176"/>
              <a:gd name="connsiteX3689" fmla="*/ 4266640 w 12188965"/>
              <a:gd name="connsiteY3689" fmla="*/ 1800418 h 2053176"/>
              <a:gd name="connsiteX3690" fmla="*/ 3945497 w 12188965"/>
              <a:gd name="connsiteY3690" fmla="*/ 1800418 h 2053176"/>
              <a:gd name="connsiteX3691" fmla="*/ 3971155 w 12188965"/>
              <a:gd name="connsiteY3691" fmla="*/ 1826077 h 2053176"/>
              <a:gd name="connsiteX3692" fmla="*/ 3945497 w 12188965"/>
              <a:gd name="connsiteY3692" fmla="*/ 1851736 h 2053176"/>
              <a:gd name="connsiteX3693" fmla="*/ 3919838 w 12188965"/>
              <a:gd name="connsiteY3693" fmla="*/ 1826077 h 2053176"/>
              <a:gd name="connsiteX3694" fmla="*/ 3945497 w 12188965"/>
              <a:gd name="connsiteY3694" fmla="*/ 1800418 h 2053176"/>
              <a:gd name="connsiteX3695" fmla="*/ 3624472 w 12188965"/>
              <a:gd name="connsiteY3695" fmla="*/ 1800418 h 2053176"/>
              <a:gd name="connsiteX3696" fmla="*/ 3650129 w 12188965"/>
              <a:gd name="connsiteY3696" fmla="*/ 1826077 h 2053176"/>
              <a:gd name="connsiteX3697" fmla="*/ 3624472 w 12188965"/>
              <a:gd name="connsiteY3697" fmla="*/ 1851736 h 2053176"/>
              <a:gd name="connsiteX3698" fmla="*/ 3598810 w 12188965"/>
              <a:gd name="connsiteY3698" fmla="*/ 1826077 h 2053176"/>
              <a:gd name="connsiteX3699" fmla="*/ 3624472 w 12188965"/>
              <a:gd name="connsiteY3699" fmla="*/ 1800418 h 2053176"/>
              <a:gd name="connsiteX3700" fmla="*/ 3560264 w 12188965"/>
              <a:gd name="connsiteY3700" fmla="*/ 1800418 h 2053176"/>
              <a:gd name="connsiteX3701" fmla="*/ 3585923 w 12188965"/>
              <a:gd name="connsiteY3701" fmla="*/ 1826077 h 2053176"/>
              <a:gd name="connsiteX3702" fmla="*/ 3560264 w 12188965"/>
              <a:gd name="connsiteY3702" fmla="*/ 1851736 h 2053176"/>
              <a:gd name="connsiteX3703" fmla="*/ 3534607 w 12188965"/>
              <a:gd name="connsiteY3703" fmla="*/ 1826077 h 2053176"/>
              <a:gd name="connsiteX3704" fmla="*/ 3560264 w 12188965"/>
              <a:gd name="connsiteY3704" fmla="*/ 1800418 h 2053176"/>
              <a:gd name="connsiteX3705" fmla="*/ 3239238 w 12188965"/>
              <a:gd name="connsiteY3705" fmla="*/ 1800418 h 2053176"/>
              <a:gd name="connsiteX3706" fmla="*/ 3264898 w 12188965"/>
              <a:gd name="connsiteY3706" fmla="*/ 1826077 h 2053176"/>
              <a:gd name="connsiteX3707" fmla="*/ 3239238 w 12188965"/>
              <a:gd name="connsiteY3707" fmla="*/ 1851736 h 2053176"/>
              <a:gd name="connsiteX3708" fmla="*/ 3213580 w 12188965"/>
              <a:gd name="connsiteY3708" fmla="*/ 1826077 h 2053176"/>
              <a:gd name="connsiteX3709" fmla="*/ 3239238 w 12188965"/>
              <a:gd name="connsiteY3709" fmla="*/ 1800418 h 2053176"/>
              <a:gd name="connsiteX3710" fmla="*/ 3175034 w 12188965"/>
              <a:gd name="connsiteY3710" fmla="*/ 1800418 h 2053176"/>
              <a:gd name="connsiteX3711" fmla="*/ 3200692 w 12188965"/>
              <a:gd name="connsiteY3711" fmla="*/ 1826077 h 2053176"/>
              <a:gd name="connsiteX3712" fmla="*/ 3175034 w 12188965"/>
              <a:gd name="connsiteY3712" fmla="*/ 1851736 h 2053176"/>
              <a:gd name="connsiteX3713" fmla="*/ 3149375 w 12188965"/>
              <a:gd name="connsiteY3713" fmla="*/ 1826077 h 2053176"/>
              <a:gd name="connsiteX3714" fmla="*/ 3175034 w 12188965"/>
              <a:gd name="connsiteY3714" fmla="*/ 1800418 h 2053176"/>
              <a:gd name="connsiteX3715" fmla="*/ 2853890 w 12188965"/>
              <a:gd name="connsiteY3715" fmla="*/ 1800418 h 2053176"/>
              <a:gd name="connsiteX3716" fmla="*/ 2879550 w 12188965"/>
              <a:gd name="connsiteY3716" fmla="*/ 1826077 h 2053176"/>
              <a:gd name="connsiteX3717" fmla="*/ 2853890 w 12188965"/>
              <a:gd name="connsiteY3717" fmla="*/ 1851736 h 2053176"/>
              <a:gd name="connsiteX3718" fmla="*/ 2828231 w 12188965"/>
              <a:gd name="connsiteY3718" fmla="*/ 1826077 h 2053176"/>
              <a:gd name="connsiteX3719" fmla="*/ 2853890 w 12188965"/>
              <a:gd name="connsiteY3719" fmla="*/ 1800418 h 2053176"/>
              <a:gd name="connsiteX3720" fmla="*/ 2532865 w 12188965"/>
              <a:gd name="connsiteY3720" fmla="*/ 1800418 h 2053176"/>
              <a:gd name="connsiteX3721" fmla="*/ 2558523 w 12188965"/>
              <a:gd name="connsiteY3721" fmla="*/ 1826077 h 2053176"/>
              <a:gd name="connsiteX3722" fmla="*/ 2532865 w 12188965"/>
              <a:gd name="connsiteY3722" fmla="*/ 1851736 h 2053176"/>
              <a:gd name="connsiteX3723" fmla="*/ 2507205 w 12188965"/>
              <a:gd name="connsiteY3723" fmla="*/ 1826077 h 2053176"/>
              <a:gd name="connsiteX3724" fmla="*/ 2532865 w 12188965"/>
              <a:gd name="connsiteY3724" fmla="*/ 1800418 h 2053176"/>
              <a:gd name="connsiteX3725" fmla="*/ 2468658 w 12188965"/>
              <a:gd name="connsiteY3725" fmla="*/ 1800418 h 2053176"/>
              <a:gd name="connsiteX3726" fmla="*/ 2494318 w 12188965"/>
              <a:gd name="connsiteY3726" fmla="*/ 1826077 h 2053176"/>
              <a:gd name="connsiteX3727" fmla="*/ 2468658 w 12188965"/>
              <a:gd name="connsiteY3727" fmla="*/ 1851736 h 2053176"/>
              <a:gd name="connsiteX3728" fmla="*/ 2443000 w 12188965"/>
              <a:gd name="connsiteY3728" fmla="*/ 1826077 h 2053176"/>
              <a:gd name="connsiteX3729" fmla="*/ 2468658 w 12188965"/>
              <a:gd name="connsiteY3729" fmla="*/ 1800418 h 2053176"/>
              <a:gd name="connsiteX3730" fmla="*/ 2147633 w 12188965"/>
              <a:gd name="connsiteY3730" fmla="*/ 1800418 h 2053176"/>
              <a:gd name="connsiteX3731" fmla="*/ 2173293 w 12188965"/>
              <a:gd name="connsiteY3731" fmla="*/ 1826077 h 2053176"/>
              <a:gd name="connsiteX3732" fmla="*/ 2147633 w 12188965"/>
              <a:gd name="connsiteY3732" fmla="*/ 1851736 h 2053176"/>
              <a:gd name="connsiteX3733" fmla="*/ 2121975 w 12188965"/>
              <a:gd name="connsiteY3733" fmla="*/ 1826077 h 2053176"/>
              <a:gd name="connsiteX3734" fmla="*/ 2147633 w 12188965"/>
              <a:gd name="connsiteY3734" fmla="*/ 1800418 h 2053176"/>
              <a:gd name="connsiteX3735" fmla="*/ 2083427 w 12188965"/>
              <a:gd name="connsiteY3735" fmla="*/ 1800418 h 2053176"/>
              <a:gd name="connsiteX3736" fmla="*/ 2109087 w 12188965"/>
              <a:gd name="connsiteY3736" fmla="*/ 1826077 h 2053176"/>
              <a:gd name="connsiteX3737" fmla="*/ 2083427 w 12188965"/>
              <a:gd name="connsiteY3737" fmla="*/ 1851736 h 2053176"/>
              <a:gd name="connsiteX3738" fmla="*/ 2057768 w 12188965"/>
              <a:gd name="connsiteY3738" fmla="*/ 1826077 h 2053176"/>
              <a:gd name="connsiteX3739" fmla="*/ 2083427 w 12188965"/>
              <a:gd name="connsiteY3739" fmla="*/ 1800418 h 2053176"/>
              <a:gd name="connsiteX3740" fmla="*/ 1762285 w 12188965"/>
              <a:gd name="connsiteY3740" fmla="*/ 1800418 h 2053176"/>
              <a:gd name="connsiteX3741" fmla="*/ 1787944 w 12188965"/>
              <a:gd name="connsiteY3741" fmla="*/ 1826077 h 2053176"/>
              <a:gd name="connsiteX3742" fmla="*/ 1762285 w 12188965"/>
              <a:gd name="connsiteY3742" fmla="*/ 1851736 h 2053176"/>
              <a:gd name="connsiteX3743" fmla="*/ 1736626 w 12188965"/>
              <a:gd name="connsiteY3743" fmla="*/ 1826077 h 2053176"/>
              <a:gd name="connsiteX3744" fmla="*/ 1762285 w 12188965"/>
              <a:gd name="connsiteY3744" fmla="*/ 1800418 h 2053176"/>
              <a:gd name="connsiteX3745" fmla="*/ 1441258 w 12188965"/>
              <a:gd name="connsiteY3745" fmla="*/ 1800418 h 2053176"/>
              <a:gd name="connsiteX3746" fmla="*/ 1466917 w 12188965"/>
              <a:gd name="connsiteY3746" fmla="*/ 1826077 h 2053176"/>
              <a:gd name="connsiteX3747" fmla="*/ 1441258 w 12188965"/>
              <a:gd name="connsiteY3747" fmla="*/ 1851736 h 2053176"/>
              <a:gd name="connsiteX3748" fmla="*/ 1415599 w 12188965"/>
              <a:gd name="connsiteY3748" fmla="*/ 1826077 h 2053176"/>
              <a:gd name="connsiteX3749" fmla="*/ 1441258 w 12188965"/>
              <a:gd name="connsiteY3749" fmla="*/ 1800418 h 2053176"/>
              <a:gd name="connsiteX3750" fmla="*/ 1377053 w 12188965"/>
              <a:gd name="connsiteY3750" fmla="*/ 1800418 h 2053176"/>
              <a:gd name="connsiteX3751" fmla="*/ 1402712 w 12188965"/>
              <a:gd name="connsiteY3751" fmla="*/ 1826077 h 2053176"/>
              <a:gd name="connsiteX3752" fmla="*/ 1377053 w 12188965"/>
              <a:gd name="connsiteY3752" fmla="*/ 1851736 h 2053176"/>
              <a:gd name="connsiteX3753" fmla="*/ 1351395 w 12188965"/>
              <a:gd name="connsiteY3753" fmla="*/ 1826077 h 2053176"/>
              <a:gd name="connsiteX3754" fmla="*/ 1377053 w 12188965"/>
              <a:gd name="connsiteY3754" fmla="*/ 1800418 h 2053176"/>
              <a:gd name="connsiteX3755" fmla="*/ 1056027 w 12188965"/>
              <a:gd name="connsiteY3755" fmla="*/ 1800418 h 2053176"/>
              <a:gd name="connsiteX3756" fmla="*/ 1081685 w 12188965"/>
              <a:gd name="connsiteY3756" fmla="*/ 1826077 h 2053176"/>
              <a:gd name="connsiteX3757" fmla="*/ 1056027 w 12188965"/>
              <a:gd name="connsiteY3757" fmla="*/ 1851736 h 2053176"/>
              <a:gd name="connsiteX3758" fmla="*/ 1030369 w 12188965"/>
              <a:gd name="connsiteY3758" fmla="*/ 1826077 h 2053176"/>
              <a:gd name="connsiteX3759" fmla="*/ 1056027 w 12188965"/>
              <a:gd name="connsiteY3759" fmla="*/ 1800418 h 2053176"/>
              <a:gd name="connsiteX3760" fmla="*/ 991823 w 12188965"/>
              <a:gd name="connsiteY3760" fmla="*/ 1800418 h 2053176"/>
              <a:gd name="connsiteX3761" fmla="*/ 1017481 w 12188965"/>
              <a:gd name="connsiteY3761" fmla="*/ 1826077 h 2053176"/>
              <a:gd name="connsiteX3762" fmla="*/ 991823 w 12188965"/>
              <a:gd name="connsiteY3762" fmla="*/ 1851736 h 2053176"/>
              <a:gd name="connsiteX3763" fmla="*/ 966162 w 12188965"/>
              <a:gd name="connsiteY3763" fmla="*/ 1826077 h 2053176"/>
              <a:gd name="connsiteX3764" fmla="*/ 991823 w 12188965"/>
              <a:gd name="connsiteY3764" fmla="*/ 1800418 h 2053176"/>
              <a:gd name="connsiteX3765" fmla="*/ 670679 w 12188965"/>
              <a:gd name="connsiteY3765" fmla="*/ 1800418 h 2053176"/>
              <a:gd name="connsiteX3766" fmla="*/ 696338 w 12188965"/>
              <a:gd name="connsiteY3766" fmla="*/ 1826077 h 2053176"/>
              <a:gd name="connsiteX3767" fmla="*/ 670679 w 12188965"/>
              <a:gd name="connsiteY3767" fmla="*/ 1851736 h 2053176"/>
              <a:gd name="connsiteX3768" fmla="*/ 645020 w 12188965"/>
              <a:gd name="connsiteY3768" fmla="*/ 1826077 h 2053176"/>
              <a:gd name="connsiteX3769" fmla="*/ 670679 w 12188965"/>
              <a:gd name="connsiteY3769" fmla="*/ 1800418 h 2053176"/>
              <a:gd name="connsiteX3770" fmla="*/ 89864 w 12188965"/>
              <a:gd name="connsiteY3770" fmla="*/ 1800418 h 2053176"/>
              <a:gd name="connsiteX3771" fmla="*/ 115522 w 12188965"/>
              <a:gd name="connsiteY3771" fmla="*/ 1826077 h 2053176"/>
              <a:gd name="connsiteX3772" fmla="*/ 89864 w 12188965"/>
              <a:gd name="connsiteY3772" fmla="*/ 1851736 h 2053176"/>
              <a:gd name="connsiteX3773" fmla="*/ 64205 w 12188965"/>
              <a:gd name="connsiteY3773" fmla="*/ 1826077 h 2053176"/>
              <a:gd name="connsiteX3774" fmla="*/ 89864 w 12188965"/>
              <a:gd name="connsiteY3774" fmla="*/ 1800418 h 2053176"/>
              <a:gd name="connsiteX3775" fmla="*/ 25659 w 12188965"/>
              <a:gd name="connsiteY3775" fmla="*/ 1800418 h 2053176"/>
              <a:gd name="connsiteX3776" fmla="*/ 51317 w 12188965"/>
              <a:gd name="connsiteY3776" fmla="*/ 1826077 h 2053176"/>
              <a:gd name="connsiteX3777" fmla="*/ 25659 w 12188965"/>
              <a:gd name="connsiteY3777" fmla="*/ 1851736 h 2053176"/>
              <a:gd name="connsiteX3778" fmla="*/ 0 w 12188965"/>
              <a:gd name="connsiteY3778" fmla="*/ 1826077 h 2053176"/>
              <a:gd name="connsiteX3779" fmla="*/ 25659 w 12188965"/>
              <a:gd name="connsiteY3779" fmla="*/ 1800418 h 2053176"/>
              <a:gd name="connsiteX3780" fmla="*/ 11582491 w 12188965"/>
              <a:gd name="connsiteY3780" fmla="*/ 1745967 h 2053176"/>
              <a:gd name="connsiteX3781" fmla="*/ 11595379 w 12188965"/>
              <a:gd name="connsiteY3781" fmla="*/ 1758853 h 2053176"/>
              <a:gd name="connsiteX3782" fmla="*/ 11582491 w 12188965"/>
              <a:gd name="connsiteY3782" fmla="*/ 1771740 h 2053176"/>
              <a:gd name="connsiteX3783" fmla="*/ 11569605 w 12188965"/>
              <a:gd name="connsiteY3783" fmla="*/ 1758853 h 2053176"/>
              <a:gd name="connsiteX3784" fmla="*/ 11582491 w 12188965"/>
              <a:gd name="connsiteY3784" fmla="*/ 1745967 h 2053176"/>
              <a:gd name="connsiteX3785" fmla="*/ 7023451 w 12188965"/>
              <a:gd name="connsiteY3785" fmla="*/ 1745967 h 2053176"/>
              <a:gd name="connsiteX3786" fmla="*/ 7036339 w 12188965"/>
              <a:gd name="connsiteY3786" fmla="*/ 1758853 h 2053176"/>
              <a:gd name="connsiteX3787" fmla="*/ 7023451 w 12188965"/>
              <a:gd name="connsiteY3787" fmla="*/ 1771740 h 2053176"/>
              <a:gd name="connsiteX3788" fmla="*/ 7010566 w 12188965"/>
              <a:gd name="connsiteY3788" fmla="*/ 1758853 h 2053176"/>
              <a:gd name="connsiteX3789" fmla="*/ 7023451 w 12188965"/>
              <a:gd name="connsiteY3789" fmla="*/ 1745967 h 2053176"/>
              <a:gd name="connsiteX3790" fmla="*/ 5871887 w 12188965"/>
              <a:gd name="connsiteY3790" fmla="*/ 1745967 h 2053176"/>
              <a:gd name="connsiteX3791" fmla="*/ 5884776 w 12188965"/>
              <a:gd name="connsiteY3791" fmla="*/ 1758853 h 2053176"/>
              <a:gd name="connsiteX3792" fmla="*/ 5871887 w 12188965"/>
              <a:gd name="connsiteY3792" fmla="*/ 1771740 h 2053176"/>
              <a:gd name="connsiteX3793" fmla="*/ 5859000 w 12188965"/>
              <a:gd name="connsiteY3793" fmla="*/ 1758853 h 2053176"/>
              <a:gd name="connsiteX3794" fmla="*/ 5871887 w 12188965"/>
              <a:gd name="connsiteY3794" fmla="*/ 1745967 h 2053176"/>
              <a:gd name="connsiteX3795" fmla="*/ 1312848 w 12188965"/>
              <a:gd name="connsiteY3795" fmla="*/ 1745967 h 2053176"/>
              <a:gd name="connsiteX3796" fmla="*/ 1325735 w 12188965"/>
              <a:gd name="connsiteY3796" fmla="*/ 1758853 h 2053176"/>
              <a:gd name="connsiteX3797" fmla="*/ 1312848 w 12188965"/>
              <a:gd name="connsiteY3797" fmla="*/ 1771740 h 2053176"/>
              <a:gd name="connsiteX3798" fmla="*/ 1299962 w 12188965"/>
              <a:gd name="connsiteY3798" fmla="*/ 1758853 h 2053176"/>
              <a:gd name="connsiteX3799" fmla="*/ 1312848 w 12188965"/>
              <a:gd name="connsiteY3799" fmla="*/ 1745967 h 2053176"/>
              <a:gd name="connsiteX3800" fmla="*/ 154069 w 12188965"/>
              <a:gd name="connsiteY3800" fmla="*/ 1745967 h 2053176"/>
              <a:gd name="connsiteX3801" fmla="*/ 166957 w 12188965"/>
              <a:gd name="connsiteY3801" fmla="*/ 1758853 h 2053176"/>
              <a:gd name="connsiteX3802" fmla="*/ 154069 w 12188965"/>
              <a:gd name="connsiteY3802" fmla="*/ 1771740 h 2053176"/>
              <a:gd name="connsiteX3803" fmla="*/ 141182 w 12188965"/>
              <a:gd name="connsiteY3803" fmla="*/ 1758853 h 2053176"/>
              <a:gd name="connsiteX3804" fmla="*/ 154069 w 12188965"/>
              <a:gd name="connsiteY3804" fmla="*/ 1745967 h 2053176"/>
              <a:gd name="connsiteX3805" fmla="*/ 12163307 w 12188965"/>
              <a:gd name="connsiteY3805" fmla="*/ 1733195 h 2053176"/>
              <a:gd name="connsiteX3806" fmla="*/ 12188965 w 12188965"/>
              <a:gd name="connsiteY3806" fmla="*/ 1758854 h 2053176"/>
              <a:gd name="connsiteX3807" fmla="*/ 12163307 w 12188965"/>
              <a:gd name="connsiteY3807" fmla="*/ 1784513 h 2053176"/>
              <a:gd name="connsiteX3808" fmla="*/ 12137649 w 12188965"/>
              <a:gd name="connsiteY3808" fmla="*/ 1758854 h 2053176"/>
              <a:gd name="connsiteX3809" fmla="*/ 12163307 w 12188965"/>
              <a:gd name="connsiteY3809" fmla="*/ 1733195 h 2053176"/>
              <a:gd name="connsiteX3810" fmla="*/ 12099103 w 12188965"/>
              <a:gd name="connsiteY3810" fmla="*/ 1733195 h 2053176"/>
              <a:gd name="connsiteX3811" fmla="*/ 12124761 w 12188965"/>
              <a:gd name="connsiteY3811" fmla="*/ 1758854 h 2053176"/>
              <a:gd name="connsiteX3812" fmla="*/ 12099103 w 12188965"/>
              <a:gd name="connsiteY3812" fmla="*/ 1784513 h 2053176"/>
              <a:gd name="connsiteX3813" fmla="*/ 12073441 w 12188965"/>
              <a:gd name="connsiteY3813" fmla="*/ 1758854 h 2053176"/>
              <a:gd name="connsiteX3814" fmla="*/ 12099103 w 12188965"/>
              <a:gd name="connsiteY3814" fmla="*/ 1733195 h 2053176"/>
              <a:gd name="connsiteX3815" fmla="*/ 12034897 w 12188965"/>
              <a:gd name="connsiteY3815" fmla="*/ 1733195 h 2053176"/>
              <a:gd name="connsiteX3816" fmla="*/ 12060557 w 12188965"/>
              <a:gd name="connsiteY3816" fmla="*/ 1758854 h 2053176"/>
              <a:gd name="connsiteX3817" fmla="*/ 12034897 w 12188965"/>
              <a:gd name="connsiteY3817" fmla="*/ 1784513 h 2053176"/>
              <a:gd name="connsiteX3818" fmla="*/ 12009237 w 12188965"/>
              <a:gd name="connsiteY3818" fmla="*/ 1758854 h 2053176"/>
              <a:gd name="connsiteX3819" fmla="*/ 12034897 w 12188965"/>
              <a:gd name="connsiteY3819" fmla="*/ 1733195 h 2053176"/>
              <a:gd name="connsiteX3820" fmla="*/ 11970691 w 12188965"/>
              <a:gd name="connsiteY3820" fmla="*/ 1733195 h 2053176"/>
              <a:gd name="connsiteX3821" fmla="*/ 11996349 w 12188965"/>
              <a:gd name="connsiteY3821" fmla="*/ 1758854 h 2053176"/>
              <a:gd name="connsiteX3822" fmla="*/ 11970691 w 12188965"/>
              <a:gd name="connsiteY3822" fmla="*/ 1784513 h 2053176"/>
              <a:gd name="connsiteX3823" fmla="*/ 11945033 w 12188965"/>
              <a:gd name="connsiteY3823" fmla="*/ 1758854 h 2053176"/>
              <a:gd name="connsiteX3824" fmla="*/ 11970691 w 12188965"/>
              <a:gd name="connsiteY3824" fmla="*/ 1733195 h 2053176"/>
              <a:gd name="connsiteX3825" fmla="*/ 11906483 w 12188965"/>
              <a:gd name="connsiteY3825" fmla="*/ 1733195 h 2053176"/>
              <a:gd name="connsiteX3826" fmla="*/ 11932145 w 12188965"/>
              <a:gd name="connsiteY3826" fmla="*/ 1758854 h 2053176"/>
              <a:gd name="connsiteX3827" fmla="*/ 11906483 w 12188965"/>
              <a:gd name="connsiteY3827" fmla="*/ 1784513 h 2053176"/>
              <a:gd name="connsiteX3828" fmla="*/ 11880825 w 12188965"/>
              <a:gd name="connsiteY3828" fmla="*/ 1758854 h 2053176"/>
              <a:gd name="connsiteX3829" fmla="*/ 11906483 w 12188965"/>
              <a:gd name="connsiteY3829" fmla="*/ 1733195 h 2053176"/>
              <a:gd name="connsiteX3830" fmla="*/ 11842279 w 12188965"/>
              <a:gd name="connsiteY3830" fmla="*/ 1733195 h 2053176"/>
              <a:gd name="connsiteX3831" fmla="*/ 11867941 w 12188965"/>
              <a:gd name="connsiteY3831" fmla="*/ 1758854 h 2053176"/>
              <a:gd name="connsiteX3832" fmla="*/ 11842279 w 12188965"/>
              <a:gd name="connsiteY3832" fmla="*/ 1784513 h 2053176"/>
              <a:gd name="connsiteX3833" fmla="*/ 11816621 w 12188965"/>
              <a:gd name="connsiteY3833" fmla="*/ 1758854 h 2053176"/>
              <a:gd name="connsiteX3834" fmla="*/ 11842279 w 12188965"/>
              <a:gd name="connsiteY3834" fmla="*/ 1733195 h 2053176"/>
              <a:gd name="connsiteX3835" fmla="*/ 11775107 w 12188965"/>
              <a:gd name="connsiteY3835" fmla="*/ 1733195 h 2053176"/>
              <a:gd name="connsiteX3836" fmla="*/ 11800767 w 12188965"/>
              <a:gd name="connsiteY3836" fmla="*/ 1758854 h 2053176"/>
              <a:gd name="connsiteX3837" fmla="*/ 11775107 w 12188965"/>
              <a:gd name="connsiteY3837" fmla="*/ 1784513 h 2053176"/>
              <a:gd name="connsiteX3838" fmla="*/ 11749449 w 12188965"/>
              <a:gd name="connsiteY3838" fmla="*/ 1758854 h 2053176"/>
              <a:gd name="connsiteX3839" fmla="*/ 11775107 w 12188965"/>
              <a:gd name="connsiteY3839" fmla="*/ 1733195 h 2053176"/>
              <a:gd name="connsiteX3840" fmla="*/ 11710901 w 12188965"/>
              <a:gd name="connsiteY3840" fmla="*/ 1733195 h 2053176"/>
              <a:gd name="connsiteX3841" fmla="*/ 11736561 w 12188965"/>
              <a:gd name="connsiteY3841" fmla="*/ 1758854 h 2053176"/>
              <a:gd name="connsiteX3842" fmla="*/ 11710901 w 12188965"/>
              <a:gd name="connsiteY3842" fmla="*/ 1784513 h 2053176"/>
              <a:gd name="connsiteX3843" fmla="*/ 11685243 w 12188965"/>
              <a:gd name="connsiteY3843" fmla="*/ 1758854 h 2053176"/>
              <a:gd name="connsiteX3844" fmla="*/ 11710901 w 12188965"/>
              <a:gd name="connsiteY3844" fmla="*/ 1733195 h 2053176"/>
              <a:gd name="connsiteX3845" fmla="*/ 11646697 w 12188965"/>
              <a:gd name="connsiteY3845" fmla="*/ 1733195 h 2053176"/>
              <a:gd name="connsiteX3846" fmla="*/ 11672355 w 12188965"/>
              <a:gd name="connsiteY3846" fmla="*/ 1758854 h 2053176"/>
              <a:gd name="connsiteX3847" fmla="*/ 11646697 w 12188965"/>
              <a:gd name="connsiteY3847" fmla="*/ 1784513 h 2053176"/>
              <a:gd name="connsiteX3848" fmla="*/ 11621037 w 12188965"/>
              <a:gd name="connsiteY3848" fmla="*/ 1758854 h 2053176"/>
              <a:gd name="connsiteX3849" fmla="*/ 11646697 w 12188965"/>
              <a:gd name="connsiteY3849" fmla="*/ 1733195 h 2053176"/>
              <a:gd name="connsiteX3850" fmla="*/ 11518287 w 12188965"/>
              <a:gd name="connsiteY3850" fmla="*/ 1733195 h 2053176"/>
              <a:gd name="connsiteX3851" fmla="*/ 11543945 w 12188965"/>
              <a:gd name="connsiteY3851" fmla="*/ 1758854 h 2053176"/>
              <a:gd name="connsiteX3852" fmla="*/ 11518287 w 12188965"/>
              <a:gd name="connsiteY3852" fmla="*/ 1784513 h 2053176"/>
              <a:gd name="connsiteX3853" fmla="*/ 11492627 w 12188965"/>
              <a:gd name="connsiteY3853" fmla="*/ 1758854 h 2053176"/>
              <a:gd name="connsiteX3854" fmla="*/ 11518287 w 12188965"/>
              <a:gd name="connsiteY3854" fmla="*/ 1733195 h 2053176"/>
              <a:gd name="connsiteX3855" fmla="*/ 11454081 w 12188965"/>
              <a:gd name="connsiteY3855" fmla="*/ 1733195 h 2053176"/>
              <a:gd name="connsiteX3856" fmla="*/ 11479739 w 12188965"/>
              <a:gd name="connsiteY3856" fmla="*/ 1758854 h 2053176"/>
              <a:gd name="connsiteX3857" fmla="*/ 11454081 w 12188965"/>
              <a:gd name="connsiteY3857" fmla="*/ 1784513 h 2053176"/>
              <a:gd name="connsiteX3858" fmla="*/ 11428421 w 12188965"/>
              <a:gd name="connsiteY3858" fmla="*/ 1758854 h 2053176"/>
              <a:gd name="connsiteX3859" fmla="*/ 11454081 w 12188965"/>
              <a:gd name="connsiteY3859" fmla="*/ 1733195 h 2053176"/>
              <a:gd name="connsiteX3860" fmla="*/ 11389875 w 12188965"/>
              <a:gd name="connsiteY3860" fmla="*/ 1733195 h 2053176"/>
              <a:gd name="connsiteX3861" fmla="*/ 11415533 w 12188965"/>
              <a:gd name="connsiteY3861" fmla="*/ 1758854 h 2053176"/>
              <a:gd name="connsiteX3862" fmla="*/ 11389875 w 12188965"/>
              <a:gd name="connsiteY3862" fmla="*/ 1784513 h 2053176"/>
              <a:gd name="connsiteX3863" fmla="*/ 11364217 w 12188965"/>
              <a:gd name="connsiteY3863" fmla="*/ 1758854 h 2053176"/>
              <a:gd name="connsiteX3864" fmla="*/ 11389875 w 12188965"/>
              <a:gd name="connsiteY3864" fmla="*/ 1733195 h 2053176"/>
              <a:gd name="connsiteX3865" fmla="*/ 11325670 w 12188965"/>
              <a:gd name="connsiteY3865" fmla="*/ 1733195 h 2053176"/>
              <a:gd name="connsiteX3866" fmla="*/ 11351329 w 12188965"/>
              <a:gd name="connsiteY3866" fmla="*/ 1758854 h 2053176"/>
              <a:gd name="connsiteX3867" fmla="*/ 11325670 w 12188965"/>
              <a:gd name="connsiteY3867" fmla="*/ 1784513 h 2053176"/>
              <a:gd name="connsiteX3868" fmla="*/ 11300012 w 12188965"/>
              <a:gd name="connsiteY3868" fmla="*/ 1758854 h 2053176"/>
              <a:gd name="connsiteX3869" fmla="*/ 11325670 w 12188965"/>
              <a:gd name="connsiteY3869" fmla="*/ 1733195 h 2053176"/>
              <a:gd name="connsiteX3870" fmla="*/ 11261466 w 12188965"/>
              <a:gd name="connsiteY3870" fmla="*/ 1733195 h 2053176"/>
              <a:gd name="connsiteX3871" fmla="*/ 11287124 w 12188965"/>
              <a:gd name="connsiteY3871" fmla="*/ 1758854 h 2053176"/>
              <a:gd name="connsiteX3872" fmla="*/ 11261466 w 12188965"/>
              <a:gd name="connsiteY3872" fmla="*/ 1784513 h 2053176"/>
              <a:gd name="connsiteX3873" fmla="*/ 11235805 w 12188965"/>
              <a:gd name="connsiteY3873" fmla="*/ 1758854 h 2053176"/>
              <a:gd name="connsiteX3874" fmla="*/ 11261466 w 12188965"/>
              <a:gd name="connsiteY3874" fmla="*/ 1733195 h 2053176"/>
              <a:gd name="connsiteX3875" fmla="*/ 11197259 w 12188965"/>
              <a:gd name="connsiteY3875" fmla="*/ 1733195 h 2053176"/>
              <a:gd name="connsiteX3876" fmla="*/ 11222917 w 12188965"/>
              <a:gd name="connsiteY3876" fmla="*/ 1758854 h 2053176"/>
              <a:gd name="connsiteX3877" fmla="*/ 11197259 w 12188965"/>
              <a:gd name="connsiteY3877" fmla="*/ 1784513 h 2053176"/>
              <a:gd name="connsiteX3878" fmla="*/ 11171601 w 12188965"/>
              <a:gd name="connsiteY3878" fmla="*/ 1758854 h 2053176"/>
              <a:gd name="connsiteX3879" fmla="*/ 11197259 w 12188965"/>
              <a:gd name="connsiteY3879" fmla="*/ 1733195 h 2053176"/>
              <a:gd name="connsiteX3880" fmla="*/ 11133055 w 12188965"/>
              <a:gd name="connsiteY3880" fmla="*/ 1733195 h 2053176"/>
              <a:gd name="connsiteX3881" fmla="*/ 11158713 w 12188965"/>
              <a:gd name="connsiteY3881" fmla="*/ 1758854 h 2053176"/>
              <a:gd name="connsiteX3882" fmla="*/ 11133055 w 12188965"/>
              <a:gd name="connsiteY3882" fmla="*/ 1784513 h 2053176"/>
              <a:gd name="connsiteX3883" fmla="*/ 11107396 w 12188965"/>
              <a:gd name="connsiteY3883" fmla="*/ 1758854 h 2053176"/>
              <a:gd name="connsiteX3884" fmla="*/ 11133055 w 12188965"/>
              <a:gd name="connsiteY3884" fmla="*/ 1733195 h 2053176"/>
              <a:gd name="connsiteX3885" fmla="*/ 11068848 w 12188965"/>
              <a:gd name="connsiteY3885" fmla="*/ 1733195 h 2053176"/>
              <a:gd name="connsiteX3886" fmla="*/ 11094509 w 12188965"/>
              <a:gd name="connsiteY3886" fmla="*/ 1758854 h 2053176"/>
              <a:gd name="connsiteX3887" fmla="*/ 11068848 w 12188965"/>
              <a:gd name="connsiteY3887" fmla="*/ 1784513 h 2053176"/>
              <a:gd name="connsiteX3888" fmla="*/ 11043189 w 12188965"/>
              <a:gd name="connsiteY3888" fmla="*/ 1758854 h 2053176"/>
              <a:gd name="connsiteX3889" fmla="*/ 11068848 w 12188965"/>
              <a:gd name="connsiteY3889" fmla="*/ 1733195 h 2053176"/>
              <a:gd name="connsiteX3890" fmla="*/ 11004643 w 12188965"/>
              <a:gd name="connsiteY3890" fmla="*/ 1733195 h 2053176"/>
              <a:gd name="connsiteX3891" fmla="*/ 11030301 w 12188965"/>
              <a:gd name="connsiteY3891" fmla="*/ 1758854 h 2053176"/>
              <a:gd name="connsiteX3892" fmla="*/ 11004643 w 12188965"/>
              <a:gd name="connsiteY3892" fmla="*/ 1784513 h 2053176"/>
              <a:gd name="connsiteX3893" fmla="*/ 10978985 w 12188965"/>
              <a:gd name="connsiteY3893" fmla="*/ 1758854 h 2053176"/>
              <a:gd name="connsiteX3894" fmla="*/ 11004643 w 12188965"/>
              <a:gd name="connsiteY3894" fmla="*/ 1733195 h 2053176"/>
              <a:gd name="connsiteX3895" fmla="*/ 10940321 w 12188965"/>
              <a:gd name="connsiteY3895" fmla="*/ 1733195 h 2053176"/>
              <a:gd name="connsiteX3896" fmla="*/ 10965982 w 12188965"/>
              <a:gd name="connsiteY3896" fmla="*/ 1758854 h 2053176"/>
              <a:gd name="connsiteX3897" fmla="*/ 10940321 w 12188965"/>
              <a:gd name="connsiteY3897" fmla="*/ 1784513 h 2053176"/>
              <a:gd name="connsiteX3898" fmla="*/ 10914663 w 12188965"/>
              <a:gd name="connsiteY3898" fmla="*/ 1758854 h 2053176"/>
              <a:gd name="connsiteX3899" fmla="*/ 10940321 w 12188965"/>
              <a:gd name="connsiteY3899" fmla="*/ 1733195 h 2053176"/>
              <a:gd name="connsiteX3900" fmla="*/ 10876117 w 12188965"/>
              <a:gd name="connsiteY3900" fmla="*/ 1733195 h 2053176"/>
              <a:gd name="connsiteX3901" fmla="*/ 10901775 w 12188965"/>
              <a:gd name="connsiteY3901" fmla="*/ 1758854 h 2053176"/>
              <a:gd name="connsiteX3902" fmla="*/ 10876117 w 12188965"/>
              <a:gd name="connsiteY3902" fmla="*/ 1784513 h 2053176"/>
              <a:gd name="connsiteX3903" fmla="*/ 10850459 w 12188965"/>
              <a:gd name="connsiteY3903" fmla="*/ 1758854 h 2053176"/>
              <a:gd name="connsiteX3904" fmla="*/ 10876117 w 12188965"/>
              <a:gd name="connsiteY3904" fmla="*/ 1733195 h 2053176"/>
              <a:gd name="connsiteX3905" fmla="*/ 10811912 w 12188965"/>
              <a:gd name="connsiteY3905" fmla="*/ 1733195 h 2053176"/>
              <a:gd name="connsiteX3906" fmla="*/ 10837571 w 12188965"/>
              <a:gd name="connsiteY3906" fmla="*/ 1758854 h 2053176"/>
              <a:gd name="connsiteX3907" fmla="*/ 10811912 w 12188965"/>
              <a:gd name="connsiteY3907" fmla="*/ 1784513 h 2053176"/>
              <a:gd name="connsiteX3908" fmla="*/ 10786254 w 12188965"/>
              <a:gd name="connsiteY3908" fmla="*/ 1758854 h 2053176"/>
              <a:gd name="connsiteX3909" fmla="*/ 10811912 w 12188965"/>
              <a:gd name="connsiteY3909" fmla="*/ 1733195 h 2053176"/>
              <a:gd name="connsiteX3910" fmla="*/ 10747708 w 12188965"/>
              <a:gd name="connsiteY3910" fmla="*/ 1733195 h 2053176"/>
              <a:gd name="connsiteX3911" fmla="*/ 10773366 w 12188965"/>
              <a:gd name="connsiteY3911" fmla="*/ 1758854 h 2053176"/>
              <a:gd name="connsiteX3912" fmla="*/ 10747708 w 12188965"/>
              <a:gd name="connsiteY3912" fmla="*/ 1784513 h 2053176"/>
              <a:gd name="connsiteX3913" fmla="*/ 10722047 w 12188965"/>
              <a:gd name="connsiteY3913" fmla="*/ 1758854 h 2053176"/>
              <a:gd name="connsiteX3914" fmla="*/ 10747708 w 12188965"/>
              <a:gd name="connsiteY3914" fmla="*/ 1733195 h 2053176"/>
              <a:gd name="connsiteX3915" fmla="*/ 10683501 w 12188965"/>
              <a:gd name="connsiteY3915" fmla="*/ 1733195 h 2053176"/>
              <a:gd name="connsiteX3916" fmla="*/ 10709159 w 12188965"/>
              <a:gd name="connsiteY3916" fmla="*/ 1758854 h 2053176"/>
              <a:gd name="connsiteX3917" fmla="*/ 10683501 w 12188965"/>
              <a:gd name="connsiteY3917" fmla="*/ 1784513 h 2053176"/>
              <a:gd name="connsiteX3918" fmla="*/ 10657843 w 12188965"/>
              <a:gd name="connsiteY3918" fmla="*/ 1758854 h 2053176"/>
              <a:gd name="connsiteX3919" fmla="*/ 10683501 w 12188965"/>
              <a:gd name="connsiteY3919" fmla="*/ 1733195 h 2053176"/>
              <a:gd name="connsiteX3920" fmla="*/ 10619297 w 12188965"/>
              <a:gd name="connsiteY3920" fmla="*/ 1733195 h 2053176"/>
              <a:gd name="connsiteX3921" fmla="*/ 10644955 w 12188965"/>
              <a:gd name="connsiteY3921" fmla="*/ 1758854 h 2053176"/>
              <a:gd name="connsiteX3922" fmla="*/ 10619297 w 12188965"/>
              <a:gd name="connsiteY3922" fmla="*/ 1784513 h 2053176"/>
              <a:gd name="connsiteX3923" fmla="*/ 10593639 w 12188965"/>
              <a:gd name="connsiteY3923" fmla="*/ 1758854 h 2053176"/>
              <a:gd name="connsiteX3924" fmla="*/ 10619297 w 12188965"/>
              <a:gd name="connsiteY3924" fmla="*/ 1733195 h 2053176"/>
              <a:gd name="connsiteX3925" fmla="*/ 10555092 w 12188965"/>
              <a:gd name="connsiteY3925" fmla="*/ 1733195 h 2053176"/>
              <a:gd name="connsiteX3926" fmla="*/ 10580751 w 12188965"/>
              <a:gd name="connsiteY3926" fmla="*/ 1758854 h 2053176"/>
              <a:gd name="connsiteX3927" fmla="*/ 10555092 w 12188965"/>
              <a:gd name="connsiteY3927" fmla="*/ 1784513 h 2053176"/>
              <a:gd name="connsiteX3928" fmla="*/ 10529432 w 12188965"/>
              <a:gd name="connsiteY3928" fmla="*/ 1758854 h 2053176"/>
              <a:gd name="connsiteX3929" fmla="*/ 10555092 w 12188965"/>
              <a:gd name="connsiteY3929" fmla="*/ 1733195 h 2053176"/>
              <a:gd name="connsiteX3930" fmla="*/ 10490885 w 12188965"/>
              <a:gd name="connsiteY3930" fmla="*/ 1733195 h 2053176"/>
              <a:gd name="connsiteX3931" fmla="*/ 10516544 w 12188965"/>
              <a:gd name="connsiteY3931" fmla="*/ 1758854 h 2053176"/>
              <a:gd name="connsiteX3932" fmla="*/ 10490885 w 12188965"/>
              <a:gd name="connsiteY3932" fmla="*/ 1784513 h 2053176"/>
              <a:gd name="connsiteX3933" fmla="*/ 10465227 w 12188965"/>
              <a:gd name="connsiteY3933" fmla="*/ 1758854 h 2053176"/>
              <a:gd name="connsiteX3934" fmla="*/ 10490885 w 12188965"/>
              <a:gd name="connsiteY3934" fmla="*/ 1733195 h 2053176"/>
              <a:gd name="connsiteX3935" fmla="*/ 10426681 w 12188965"/>
              <a:gd name="connsiteY3935" fmla="*/ 1733195 h 2053176"/>
              <a:gd name="connsiteX3936" fmla="*/ 10452339 w 12188965"/>
              <a:gd name="connsiteY3936" fmla="*/ 1758854 h 2053176"/>
              <a:gd name="connsiteX3937" fmla="*/ 10426681 w 12188965"/>
              <a:gd name="connsiteY3937" fmla="*/ 1784513 h 2053176"/>
              <a:gd name="connsiteX3938" fmla="*/ 10401023 w 12188965"/>
              <a:gd name="connsiteY3938" fmla="*/ 1758854 h 2053176"/>
              <a:gd name="connsiteX3939" fmla="*/ 10426681 w 12188965"/>
              <a:gd name="connsiteY3939" fmla="*/ 1733195 h 2053176"/>
              <a:gd name="connsiteX3940" fmla="*/ 10362474 w 12188965"/>
              <a:gd name="connsiteY3940" fmla="*/ 1733195 h 2053176"/>
              <a:gd name="connsiteX3941" fmla="*/ 10388135 w 12188965"/>
              <a:gd name="connsiteY3941" fmla="*/ 1758854 h 2053176"/>
              <a:gd name="connsiteX3942" fmla="*/ 10362474 w 12188965"/>
              <a:gd name="connsiteY3942" fmla="*/ 1784513 h 2053176"/>
              <a:gd name="connsiteX3943" fmla="*/ 10336816 w 12188965"/>
              <a:gd name="connsiteY3943" fmla="*/ 1758854 h 2053176"/>
              <a:gd name="connsiteX3944" fmla="*/ 10362474 w 12188965"/>
              <a:gd name="connsiteY3944" fmla="*/ 1733195 h 2053176"/>
              <a:gd name="connsiteX3945" fmla="*/ 10298270 w 12188965"/>
              <a:gd name="connsiteY3945" fmla="*/ 1733195 h 2053176"/>
              <a:gd name="connsiteX3946" fmla="*/ 10323928 w 12188965"/>
              <a:gd name="connsiteY3946" fmla="*/ 1758854 h 2053176"/>
              <a:gd name="connsiteX3947" fmla="*/ 10298270 w 12188965"/>
              <a:gd name="connsiteY3947" fmla="*/ 1784513 h 2053176"/>
              <a:gd name="connsiteX3948" fmla="*/ 10272611 w 12188965"/>
              <a:gd name="connsiteY3948" fmla="*/ 1758854 h 2053176"/>
              <a:gd name="connsiteX3949" fmla="*/ 10298270 w 12188965"/>
              <a:gd name="connsiteY3949" fmla="*/ 1733195 h 2053176"/>
              <a:gd name="connsiteX3950" fmla="*/ 10234065 w 12188965"/>
              <a:gd name="connsiteY3950" fmla="*/ 1733195 h 2053176"/>
              <a:gd name="connsiteX3951" fmla="*/ 10259723 w 12188965"/>
              <a:gd name="connsiteY3951" fmla="*/ 1758854 h 2053176"/>
              <a:gd name="connsiteX3952" fmla="*/ 10234065 w 12188965"/>
              <a:gd name="connsiteY3952" fmla="*/ 1784513 h 2053176"/>
              <a:gd name="connsiteX3953" fmla="*/ 10208404 w 12188965"/>
              <a:gd name="connsiteY3953" fmla="*/ 1758854 h 2053176"/>
              <a:gd name="connsiteX3954" fmla="*/ 10234065 w 12188965"/>
              <a:gd name="connsiteY3954" fmla="*/ 1733195 h 2053176"/>
              <a:gd name="connsiteX3955" fmla="*/ 10169858 w 12188965"/>
              <a:gd name="connsiteY3955" fmla="*/ 1733195 h 2053176"/>
              <a:gd name="connsiteX3956" fmla="*/ 10195519 w 12188965"/>
              <a:gd name="connsiteY3956" fmla="*/ 1758854 h 2053176"/>
              <a:gd name="connsiteX3957" fmla="*/ 10169858 w 12188965"/>
              <a:gd name="connsiteY3957" fmla="*/ 1784513 h 2053176"/>
              <a:gd name="connsiteX3958" fmla="*/ 10144200 w 12188965"/>
              <a:gd name="connsiteY3958" fmla="*/ 1758854 h 2053176"/>
              <a:gd name="connsiteX3959" fmla="*/ 10169858 w 12188965"/>
              <a:gd name="connsiteY3959" fmla="*/ 1733195 h 2053176"/>
              <a:gd name="connsiteX3960" fmla="*/ 10105654 w 12188965"/>
              <a:gd name="connsiteY3960" fmla="*/ 1733195 h 2053176"/>
              <a:gd name="connsiteX3961" fmla="*/ 10131312 w 12188965"/>
              <a:gd name="connsiteY3961" fmla="*/ 1758854 h 2053176"/>
              <a:gd name="connsiteX3962" fmla="*/ 10105654 w 12188965"/>
              <a:gd name="connsiteY3962" fmla="*/ 1784513 h 2053176"/>
              <a:gd name="connsiteX3963" fmla="*/ 10079996 w 12188965"/>
              <a:gd name="connsiteY3963" fmla="*/ 1758854 h 2053176"/>
              <a:gd name="connsiteX3964" fmla="*/ 10105654 w 12188965"/>
              <a:gd name="connsiteY3964" fmla="*/ 1733195 h 2053176"/>
              <a:gd name="connsiteX3965" fmla="*/ 10041450 w 12188965"/>
              <a:gd name="connsiteY3965" fmla="*/ 1733195 h 2053176"/>
              <a:gd name="connsiteX3966" fmla="*/ 10067108 w 12188965"/>
              <a:gd name="connsiteY3966" fmla="*/ 1758854 h 2053176"/>
              <a:gd name="connsiteX3967" fmla="*/ 10041450 w 12188965"/>
              <a:gd name="connsiteY3967" fmla="*/ 1784513 h 2053176"/>
              <a:gd name="connsiteX3968" fmla="*/ 10015789 w 12188965"/>
              <a:gd name="connsiteY3968" fmla="*/ 1758854 h 2053176"/>
              <a:gd name="connsiteX3969" fmla="*/ 10041450 w 12188965"/>
              <a:gd name="connsiteY3969" fmla="*/ 1733195 h 2053176"/>
              <a:gd name="connsiteX3970" fmla="*/ 9977242 w 12188965"/>
              <a:gd name="connsiteY3970" fmla="*/ 1733195 h 2053176"/>
              <a:gd name="connsiteX3971" fmla="*/ 10002903 w 12188965"/>
              <a:gd name="connsiteY3971" fmla="*/ 1758854 h 2053176"/>
              <a:gd name="connsiteX3972" fmla="*/ 9977242 w 12188965"/>
              <a:gd name="connsiteY3972" fmla="*/ 1784513 h 2053176"/>
              <a:gd name="connsiteX3973" fmla="*/ 9951584 w 12188965"/>
              <a:gd name="connsiteY3973" fmla="*/ 1758854 h 2053176"/>
              <a:gd name="connsiteX3974" fmla="*/ 9977242 w 12188965"/>
              <a:gd name="connsiteY3974" fmla="*/ 1733195 h 2053176"/>
              <a:gd name="connsiteX3975" fmla="*/ 9913038 w 12188965"/>
              <a:gd name="connsiteY3975" fmla="*/ 1733195 h 2053176"/>
              <a:gd name="connsiteX3976" fmla="*/ 9938696 w 12188965"/>
              <a:gd name="connsiteY3976" fmla="*/ 1758854 h 2053176"/>
              <a:gd name="connsiteX3977" fmla="*/ 9913038 w 12188965"/>
              <a:gd name="connsiteY3977" fmla="*/ 1784513 h 2053176"/>
              <a:gd name="connsiteX3978" fmla="*/ 9887380 w 12188965"/>
              <a:gd name="connsiteY3978" fmla="*/ 1758854 h 2053176"/>
              <a:gd name="connsiteX3979" fmla="*/ 9913038 w 12188965"/>
              <a:gd name="connsiteY3979" fmla="*/ 1733195 h 2053176"/>
              <a:gd name="connsiteX3980" fmla="*/ 9848716 w 12188965"/>
              <a:gd name="connsiteY3980" fmla="*/ 1733195 h 2053176"/>
              <a:gd name="connsiteX3981" fmla="*/ 9874374 w 12188965"/>
              <a:gd name="connsiteY3981" fmla="*/ 1758854 h 2053176"/>
              <a:gd name="connsiteX3982" fmla="*/ 9848716 w 12188965"/>
              <a:gd name="connsiteY3982" fmla="*/ 1784513 h 2053176"/>
              <a:gd name="connsiteX3983" fmla="*/ 9823058 w 12188965"/>
              <a:gd name="connsiteY3983" fmla="*/ 1758854 h 2053176"/>
              <a:gd name="connsiteX3984" fmla="*/ 9848716 w 12188965"/>
              <a:gd name="connsiteY3984" fmla="*/ 1733195 h 2053176"/>
              <a:gd name="connsiteX3985" fmla="*/ 9784512 w 12188965"/>
              <a:gd name="connsiteY3985" fmla="*/ 1733195 h 2053176"/>
              <a:gd name="connsiteX3986" fmla="*/ 9810170 w 12188965"/>
              <a:gd name="connsiteY3986" fmla="*/ 1758854 h 2053176"/>
              <a:gd name="connsiteX3987" fmla="*/ 9784512 w 12188965"/>
              <a:gd name="connsiteY3987" fmla="*/ 1784513 h 2053176"/>
              <a:gd name="connsiteX3988" fmla="*/ 9758853 w 12188965"/>
              <a:gd name="connsiteY3988" fmla="*/ 1758854 h 2053176"/>
              <a:gd name="connsiteX3989" fmla="*/ 9784512 w 12188965"/>
              <a:gd name="connsiteY3989" fmla="*/ 1733195 h 2053176"/>
              <a:gd name="connsiteX3990" fmla="*/ 9720307 w 12188965"/>
              <a:gd name="connsiteY3990" fmla="*/ 1733195 h 2053176"/>
              <a:gd name="connsiteX3991" fmla="*/ 9745965 w 12188965"/>
              <a:gd name="connsiteY3991" fmla="*/ 1758854 h 2053176"/>
              <a:gd name="connsiteX3992" fmla="*/ 9720307 w 12188965"/>
              <a:gd name="connsiteY3992" fmla="*/ 1784513 h 2053176"/>
              <a:gd name="connsiteX3993" fmla="*/ 9694646 w 12188965"/>
              <a:gd name="connsiteY3993" fmla="*/ 1758854 h 2053176"/>
              <a:gd name="connsiteX3994" fmla="*/ 9720307 w 12188965"/>
              <a:gd name="connsiteY3994" fmla="*/ 1733195 h 2053176"/>
              <a:gd name="connsiteX3995" fmla="*/ 9656100 w 12188965"/>
              <a:gd name="connsiteY3995" fmla="*/ 1733195 h 2053176"/>
              <a:gd name="connsiteX3996" fmla="*/ 9681758 w 12188965"/>
              <a:gd name="connsiteY3996" fmla="*/ 1758854 h 2053176"/>
              <a:gd name="connsiteX3997" fmla="*/ 9656100 w 12188965"/>
              <a:gd name="connsiteY3997" fmla="*/ 1784513 h 2053176"/>
              <a:gd name="connsiteX3998" fmla="*/ 9630442 w 12188965"/>
              <a:gd name="connsiteY3998" fmla="*/ 1758854 h 2053176"/>
              <a:gd name="connsiteX3999" fmla="*/ 9656100 w 12188965"/>
              <a:gd name="connsiteY3999" fmla="*/ 1733195 h 2053176"/>
              <a:gd name="connsiteX4000" fmla="*/ 9591896 w 12188965"/>
              <a:gd name="connsiteY4000" fmla="*/ 1733195 h 2053176"/>
              <a:gd name="connsiteX4001" fmla="*/ 9617554 w 12188965"/>
              <a:gd name="connsiteY4001" fmla="*/ 1758854 h 2053176"/>
              <a:gd name="connsiteX4002" fmla="*/ 9591896 w 12188965"/>
              <a:gd name="connsiteY4002" fmla="*/ 1784513 h 2053176"/>
              <a:gd name="connsiteX4003" fmla="*/ 9566238 w 12188965"/>
              <a:gd name="connsiteY4003" fmla="*/ 1758854 h 2053176"/>
              <a:gd name="connsiteX4004" fmla="*/ 9591896 w 12188965"/>
              <a:gd name="connsiteY4004" fmla="*/ 1733195 h 2053176"/>
              <a:gd name="connsiteX4005" fmla="*/ 9527689 w 12188965"/>
              <a:gd name="connsiteY4005" fmla="*/ 1733195 h 2053176"/>
              <a:gd name="connsiteX4006" fmla="*/ 9553350 w 12188965"/>
              <a:gd name="connsiteY4006" fmla="*/ 1758854 h 2053176"/>
              <a:gd name="connsiteX4007" fmla="*/ 9527689 w 12188965"/>
              <a:gd name="connsiteY4007" fmla="*/ 1784513 h 2053176"/>
              <a:gd name="connsiteX4008" fmla="*/ 9502031 w 12188965"/>
              <a:gd name="connsiteY4008" fmla="*/ 1758854 h 2053176"/>
              <a:gd name="connsiteX4009" fmla="*/ 9527689 w 12188965"/>
              <a:gd name="connsiteY4009" fmla="*/ 1733195 h 2053176"/>
              <a:gd name="connsiteX4010" fmla="*/ 9463485 w 12188965"/>
              <a:gd name="connsiteY4010" fmla="*/ 1733195 h 2053176"/>
              <a:gd name="connsiteX4011" fmla="*/ 9489143 w 12188965"/>
              <a:gd name="connsiteY4011" fmla="*/ 1758854 h 2053176"/>
              <a:gd name="connsiteX4012" fmla="*/ 9463485 w 12188965"/>
              <a:gd name="connsiteY4012" fmla="*/ 1784513 h 2053176"/>
              <a:gd name="connsiteX4013" fmla="*/ 9437826 w 12188965"/>
              <a:gd name="connsiteY4013" fmla="*/ 1758854 h 2053176"/>
              <a:gd name="connsiteX4014" fmla="*/ 9463485 w 12188965"/>
              <a:gd name="connsiteY4014" fmla="*/ 1733195 h 2053176"/>
              <a:gd name="connsiteX4015" fmla="*/ 9399280 w 12188965"/>
              <a:gd name="connsiteY4015" fmla="*/ 1733195 h 2053176"/>
              <a:gd name="connsiteX4016" fmla="*/ 9424938 w 12188965"/>
              <a:gd name="connsiteY4016" fmla="*/ 1758854 h 2053176"/>
              <a:gd name="connsiteX4017" fmla="*/ 9399280 w 12188965"/>
              <a:gd name="connsiteY4017" fmla="*/ 1784513 h 2053176"/>
              <a:gd name="connsiteX4018" fmla="*/ 9373619 w 12188965"/>
              <a:gd name="connsiteY4018" fmla="*/ 1758854 h 2053176"/>
              <a:gd name="connsiteX4019" fmla="*/ 9399280 w 12188965"/>
              <a:gd name="connsiteY4019" fmla="*/ 1733195 h 2053176"/>
              <a:gd name="connsiteX4020" fmla="*/ 9335073 w 12188965"/>
              <a:gd name="connsiteY4020" fmla="*/ 1733195 h 2053176"/>
              <a:gd name="connsiteX4021" fmla="*/ 9360734 w 12188965"/>
              <a:gd name="connsiteY4021" fmla="*/ 1758854 h 2053176"/>
              <a:gd name="connsiteX4022" fmla="*/ 9335073 w 12188965"/>
              <a:gd name="connsiteY4022" fmla="*/ 1784513 h 2053176"/>
              <a:gd name="connsiteX4023" fmla="*/ 9309415 w 12188965"/>
              <a:gd name="connsiteY4023" fmla="*/ 1758854 h 2053176"/>
              <a:gd name="connsiteX4024" fmla="*/ 9335073 w 12188965"/>
              <a:gd name="connsiteY4024" fmla="*/ 1733195 h 2053176"/>
              <a:gd name="connsiteX4025" fmla="*/ 9270869 w 12188965"/>
              <a:gd name="connsiteY4025" fmla="*/ 1733195 h 2053176"/>
              <a:gd name="connsiteX4026" fmla="*/ 9296527 w 12188965"/>
              <a:gd name="connsiteY4026" fmla="*/ 1758854 h 2053176"/>
              <a:gd name="connsiteX4027" fmla="*/ 9270869 w 12188965"/>
              <a:gd name="connsiteY4027" fmla="*/ 1784513 h 2053176"/>
              <a:gd name="connsiteX4028" fmla="*/ 9245211 w 12188965"/>
              <a:gd name="connsiteY4028" fmla="*/ 1758854 h 2053176"/>
              <a:gd name="connsiteX4029" fmla="*/ 9270869 w 12188965"/>
              <a:gd name="connsiteY4029" fmla="*/ 1733195 h 2053176"/>
              <a:gd name="connsiteX4030" fmla="*/ 9206664 w 12188965"/>
              <a:gd name="connsiteY4030" fmla="*/ 1733195 h 2053176"/>
              <a:gd name="connsiteX4031" fmla="*/ 9232323 w 12188965"/>
              <a:gd name="connsiteY4031" fmla="*/ 1758854 h 2053176"/>
              <a:gd name="connsiteX4032" fmla="*/ 9206664 w 12188965"/>
              <a:gd name="connsiteY4032" fmla="*/ 1784513 h 2053176"/>
              <a:gd name="connsiteX4033" fmla="*/ 9181006 w 12188965"/>
              <a:gd name="connsiteY4033" fmla="*/ 1758854 h 2053176"/>
              <a:gd name="connsiteX4034" fmla="*/ 9206664 w 12188965"/>
              <a:gd name="connsiteY4034" fmla="*/ 1733195 h 2053176"/>
              <a:gd name="connsiteX4035" fmla="*/ 9142457 w 12188965"/>
              <a:gd name="connsiteY4035" fmla="*/ 1733195 h 2053176"/>
              <a:gd name="connsiteX4036" fmla="*/ 9168118 w 12188965"/>
              <a:gd name="connsiteY4036" fmla="*/ 1758854 h 2053176"/>
              <a:gd name="connsiteX4037" fmla="*/ 9142457 w 12188965"/>
              <a:gd name="connsiteY4037" fmla="*/ 1784513 h 2053176"/>
              <a:gd name="connsiteX4038" fmla="*/ 9116799 w 12188965"/>
              <a:gd name="connsiteY4038" fmla="*/ 1758854 h 2053176"/>
              <a:gd name="connsiteX4039" fmla="*/ 9142457 w 12188965"/>
              <a:gd name="connsiteY4039" fmla="*/ 1733195 h 2053176"/>
              <a:gd name="connsiteX4040" fmla="*/ 9078253 w 12188965"/>
              <a:gd name="connsiteY4040" fmla="*/ 1733195 h 2053176"/>
              <a:gd name="connsiteX4041" fmla="*/ 9103911 w 12188965"/>
              <a:gd name="connsiteY4041" fmla="*/ 1758854 h 2053176"/>
              <a:gd name="connsiteX4042" fmla="*/ 9078253 w 12188965"/>
              <a:gd name="connsiteY4042" fmla="*/ 1784513 h 2053176"/>
              <a:gd name="connsiteX4043" fmla="*/ 9052595 w 12188965"/>
              <a:gd name="connsiteY4043" fmla="*/ 1758854 h 2053176"/>
              <a:gd name="connsiteX4044" fmla="*/ 9078253 w 12188965"/>
              <a:gd name="connsiteY4044" fmla="*/ 1733195 h 2053176"/>
              <a:gd name="connsiteX4045" fmla="*/ 9014049 w 12188965"/>
              <a:gd name="connsiteY4045" fmla="*/ 1733195 h 2053176"/>
              <a:gd name="connsiteX4046" fmla="*/ 9039707 w 12188965"/>
              <a:gd name="connsiteY4046" fmla="*/ 1758854 h 2053176"/>
              <a:gd name="connsiteX4047" fmla="*/ 9014049 w 12188965"/>
              <a:gd name="connsiteY4047" fmla="*/ 1784513 h 2053176"/>
              <a:gd name="connsiteX4048" fmla="*/ 8988388 w 12188965"/>
              <a:gd name="connsiteY4048" fmla="*/ 1758854 h 2053176"/>
              <a:gd name="connsiteX4049" fmla="*/ 9014049 w 12188965"/>
              <a:gd name="connsiteY4049" fmla="*/ 1733195 h 2053176"/>
              <a:gd name="connsiteX4050" fmla="*/ 8949842 w 12188965"/>
              <a:gd name="connsiteY4050" fmla="*/ 1733195 h 2053176"/>
              <a:gd name="connsiteX4051" fmla="*/ 8975503 w 12188965"/>
              <a:gd name="connsiteY4051" fmla="*/ 1758854 h 2053176"/>
              <a:gd name="connsiteX4052" fmla="*/ 8949842 w 12188965"/>
              <a:gd name="connsiteY4052" fmla="*/ 1784513 h 2053176"/>
              <a:gd name="connsiteX4053" fmla="*/ 8924183 w 12188965"/>
              <a:gd name="connsiteY4053" fmla="*/ 1758854 h 2053176"/>
              <a:gd name="connsiteX4054" fmla="*/ 8949842 w 12188965"/>
              <a:gd name="connsiteY4054" fmla="*/ 1733195 h 2053176"/>
              <a:gd name="connsiteX4055" fmla="*/ 8821433 w 12188965"/>
              <a:gd name="connsiteY4055" fmla="*/ 1733195 h 2053176"/>
              <a:gd name="connsiteX4056" fmla="*/ 8847091 w 12188965"/>
              <a:gd name="connsiteY4056" fmla="*/ 1758854 h 2053176"/>
              <a:gd name="connsiteX4057" fmla="*/ 8821433 w 12188965"/>
              <a:gd name="connsiteY4057" fmla="*/ 1784513 h 2053176"/>
              <a:gd name="connsiteX4058" fmla="*/ 8795772 w 12188965"/>
              <a:gd name="connsiteY4058" fmla="*/ 1758854 h 2053176"/>
              <a:gd name="connsiteX4059" fmla="*/ 8821433 w 12188965"/>
              <a:gd name="connsiteY4059" fmla="*/ 1733195 h 2053176"/>
              <a:gd name="connsiteX4060" fmla="*/ 8757226 w 12188965"/>
              <a:gd name="connsiteY4060" fmla="*/ 1733195 h 2053176"/>
              <a:gd name="connsiteX4061" fmla="*/ 8782887 w 12188965"/>
              <a:gd name="connsiteY4061" fmla="*/ 1758854 h 2053176"/>
              <a:gd name="connsiteX4062" fmla="*/ 8757226 w 12188965"/>
              <a:gd name="connsiteY4062" fmla="*/ 1784513 h 2053176"/>
              <a:gd name="connsiteX4063" fmla="*/ 8731568 w 12188965"/>
              <a:gd name="connsiteY4063" fmla="*/ 1758854 h 2053176"/>
              <a:gd name="connsiteX4064" fmla="*/ 8757226 w 12188965"/>
              <a:gd name="connsiteY4064" fmla="*/ 1733195 h 2053176"/>
              <a:gd name="connsiteX4065" fmla="*/ 8692904 w 12188965"/>
              <a:gd name="connsiteY4065" fmla="*/ 1733195 h 2053176"/>
              <a:gd name="connsiteX4066" fmla="*/ 8718565 w 12188965"/>
              <a:gd name="connsiteY4066" fmla="*/ 1758854 h 2053176"/>
              <a:gd name="connsiteX4067" fmla="*/ 8692904 w 12188965"/>
              <a:gd name="connsiteY4067" fmla="*/ 1784513 h 2053176"/>
              <a:gd name="connsiteX4068" fmla="*/ 8667246 w 12188965"/>
              <a:gd name="connsiteY4068" fmla="*/ 1758854 h 2053176"/>
              <a:gd name="connsiteX4069" fmla="*/ 8692904 w 12188965"/>
              <a:gd name="connsiteY4069" fmla="*/ 1733195 h 2053176"/>
              <a:gd name="connsiteX4070" fmla="*/ 8628699 w 12188965"/>
              <a:gd name="connsiteY4070" fmla="*/ 1733195 h 2053176"/>
              <a:gd name="connsiteX4071" fmla="*/ 8654358 w 12188965"/>
              <a:gd name="connsiteY4071" fmla="*/ 1758854 h 2053176"/>
              <a:gd name="connsiteX4072" fmla="*/ 8628699 w 12188965"/>
              <a:gd name="connsiteY4072" fmla="*/ 1784513 h 2053176"/>
              <a:gd name="connsiteX4073" fmla="*/ 8603041 w 12188965"/>
              <a:gd name="connsiteY4073" fmla="*/ 1758854 h 2053176"/>
              <a:gd name="connsiteX4074" fmla="*/ 8628699 w 12188965"/>
              <a:gd name="connsiteY4074" fmla="*/ 1733195 h 2053176"/>
              <a:gd name="connsiteX4075" fmla="*/ 8564495 w 12188965"/>
              <a:gd name="connsiteY4075" fmla="*/ 1733195 h 2053176"/>
              <a:gd name="connsiteX4076" fmla="*/ 8590153 w 12188965"/>
              <a:gd name="connsiteY4076" fmla="*/ 1758854 h 2053176"/>
              <a:gd name="connsiteX4077" fmla="*/ 8564495 w 12188965"/>
              <a:gd name="connsiteY4077" fmla="*/ 1784513 h 2053176"/>
              <a:gd name="connsiteX4078" fmla="*/ 8538837 w 12188965"/>
              <a:gd name="connsiteY4078" fmla="*/ 1758854 h 2053176"/>
              <a:gd name="connsiteX4079" fmla="*/ 8564495 w 12188965"/>
              <a:gd name="connsiteY4079" fmla="*/ 1733195 h 2053176"/>
              <a:gd name="connsiteX4080" fmla="*/ 8500288 w 12188965"/>
              <a:gd name="connsiteY4080" fmla="*/ 1733195 h 2053176"/>
              <a:gd name="connsiteX4081" fmla="*/ 8525949 w 12188965"/>
              <a:gd name="connsiteY4081" fmla="*/ 1758854 h 2053176"/>
              <a:gd name="connsiteX4082" fmla="*/ 8500288 w 12188965"/>
              <a:gd name="connsiteY4082" fmla="*/ 1784513 h 2053176"/>
              <a:gd name="connsiteX4083" fmla="*/ 8474630 w 12188965"/>
              <a:gd name="connsiteY4083" fmla="*/ 1758854 h 2053176"/>
              <a:gd name="connsiteX4084" fmla="*/ 8500288 w 12188965"/>
              <a:gd name="connsiteY4084" fmla="*/ 1733195 h 2053176"/>
              <a:gd name="connsiteX4085" fmla="*/ 8436084 w 12188965"/>
              <a:gd name="connsiteY4085" fmla="*/ 1733195 h 2053176"/>
              <a:gd name="connsiteX4086" fmla="*/ 8461745 w 12188965"/>
              <a:gd name="connsiteY4086" fmla="*/ 1758854 h 2053176"/>
              <a:gd name="connsiteX4087" fmla="*/ 8436084 w 12188965"/>
              <a:gd name="connsiteY4087" fmla="*/ 1784513 h 2053176"/>
              <a:gd name="connsiteX4088" fmla="*/ 8410426 w 12188965"/>
              <a:gd name="connsiteY4088" fmla="*/ 1758854 h 2053176"/>
              <a:gd name="connsiteX4089" fmla="*/ 8436084 w 12188965"/>
              <a:gd name="connsiteY4089" fmla="*/ 1733195 h 2053176"/>
              <a:gd name="connsiteX4090" fmla="*/ 8307675 w 12188965"/>
              <a:gd name="connsiteY4090" fmla="*/ 1733195 h 2053176"/>
              <a:gd name="connsiteX4091" fmla="*/ 8333333 w 12188965"/>
              <a:gd name="connsiteY4091" fmla="*/ 1758854 h 2053176"/>
              <a:gd name="connsiteX4092" fmla="*/ 8307675 w 12188965"/>
              <a:gd name="connsiteY4092" fmla="*/ 1784513 h 2053176"/>
              <a:gd name="connsiteX4093" fmla="*/ 8282014 w 12188965"/>
              <a:gd name="connsiteY4093" fmla="*/ 1758854 h 2053176"/>
              <a:gd name="connsiteX4094" fmla="*/ 8307675 w 12188965"/>
              <a:gd name="connsiteY4094" fmla="*/ 1733195 h 2053176"/>
              <a:gd name="connsiteX4095" fmla="*/ 8243468 w 12188965"/>
              <a:gd name="connsiteY4095" fmla="*/ 1733195 h 2053176"/>
              <a:gd name="connsiteX4096" fmla="*/ 8269126 w 12188965"/>
              <a:gd name="connsiteY4096" fmla="*/ 1758854 h 2053176"/>
              <a:gd name="connsiteX4097" fmla="*/ 8243468 w 12188965"/>
              <a:gd name="connsiteY4097" fmla="*/ 1784513 h 2053176"/>
              <a:gd name="connsiteX4098" fmla="*/ 8217810 w 12188965"/>
              <a:gd name="connsiteY4098" fmla="*/ 1758854 h 2053176"/>
              <a:gd name="connsiteX4099" fmla="*/ 8243468 w 12188965"/>
              <a:gd name="connsiteY4099" fmla="*/ 1733195 h 2053176"/>
              <a:gd name="connsiteX4100" fmla="*/ 8179264 w 12188965"/>
              <a:gd name="connsiteY4100" fmla="*/ 1733195 h 2053176"/>
              <a:gd name="connsiteX4101" fmla="*/ 8204922 w 12188965"/>
              <a:gd name="connsiteY4101" fmla="*/ 1758854 h 2053176"/>
              <a:gd name="connsiteX4102" fmla="*/ 8179264 w 12188965"/>
              <a:gd name="connsiteY4102" fmla="*/ 1784513 h 2053176"/>
              <a:gd name="connsiteX4103" fmla="*/ 8153603 w 12188965"/>
              <a:gd name="connsiteY4103" fmla="*/ 1758854 h 2053176"/>
              <a:gd name="connsiteX4104" fmla="*/ 8179264 w 12188965"/>
              <a:gd name="connsiteY4104" fmla="*/ 1733195 h 2053176"/>
              <a:gd name="connsiteX4105" fmla="*/ 8115057 w 12188965"/>
              <a:gd name="connsiteY4105" fmla="*/ 1733195 h 2053176"/>
              <a:gd name="connsiteX4106" fmla="*/ 8140717 w 12188965"/>
              <a:gd name="connsiteY4106" fmla="*/ 1758854 h 2053176"/>
              <a:gd name="connsiteX4107" fmla="*/ 8115057 w 12188965"/>
              <a:gd name="connsiteY4107" fmla="*/ 1784513 h 2053176"/>
              <a:gd name="connsiteX4108" fmla="*/ 8089398 w 12188965"/>
              <a:gd name="connsiteY4108" fmla="*/ 1758854 h 2053176"/>
              <a:gd name="connsiteX4109" fmla="*/ 8115057 w 12188965"/>
              <a:gd name="connsiteY4109" fmla="*/ 1733195 h 2053176"/>
              <a:gd name="connsiteX4110" fmla="*/ 8050852 w 12188965"/>
              <a:gd name="connsiteY4110" fmla="*/ 1733195 h 2053176"/>
              <a:gd name="connsiteX4111" fmla="*/ 8076510 w 12188965"/>
              <a:gd name="connsiteY4111" fmla="*/ 1758854 h 2053176"/>
              <a:gd name="connsiteX4112" fmla="*/ 8050852 w 12188965"/>
              <a:gd name="connsiteY4112" fmla="*/ 1784513 h 2053176"/>
              <a:gd name="connsiteX4113" fmla="*/ 8025194 w 12188965"/>
              <a:gd name="connsiteY4113" fmla="*/ 1758854 h 2053176"/>
              <a:gd name="connsiteX4114" fmla="*/ 8050852 w 12188965"/>
              <a:gd name="connsiteY4114" fmla="*/ 1733195 h 2053176"/>
              <a:gd name="connsiteX4115" fmla="*/ 7986648 w 12188965"/>
              <a:gd name="connsiteY4115" fmla="*/ 1733195 h 2053176"/>
              <a:gd name="connsiteX4116" fmla="*/ 8012306 w 12188965"/>
              <a:gd name="connsiteY4116" fmla="*/ 1758854 h 2053176"/>
              <a:gd name="connsiteX4117" fmla="*/ 7986648 w 12188965"/>
              <a:gd name="connsiteY4117" fmla="*/ 1784513 h 2053176"/>
              <a:gd name="connsiteX4118" fmla="*/ 7960990 w 12188965"/>
              <a:gd name="connsiteY4118" fmla="*/ 1758854 h 2053176"/>
              <a:gd name="connsiteX4119" fmla="*/ 7986648 w 12188965"/>
              <a:gd name="connsiteY4119" fmla="*/ 1733195 h 2053176"/>
              <a:gd name="connsiteX4120" fmla="*/ 7922444 w 12188965"/>
              <a:gd name="connsiteY4120" fmla="*/ 1733195 h 2053176"/>
              <a:gd name="connsiteX4121" fmla="*/ 7948102 w 12188965"/>
              <a:gd name="connsiteY4121" fmla="*/ 1758854 h 2053176"/>
              <a:gd name="connsiteX4122" fmla="*/ 7922444 w 12188965"/>
              <a:gd name="connsiteY4122" fmla="*/ 1784513 h 2053176"/>
              <a:gd name="connsiteX4123" fmla="*/ 7896783 w 12188965"/>
              <a:gd name="connsiteY4123" fmla="*/ 1758854 h 2053176"/>
              <a:gd name="connsiteX4124" fmla="*/ 7922444 w 12188965"/>
              <a:gd name="connsiteY4124" fmla="*/ 1733195 h 2053176"/>
              <a:gd name="connsiteX4125" fmla="*/ 7858237 w 12188965"/>
              <a:gd name="connsiteY4125" fmla="*/ 1733195 h 2053176"/>
              <a:gd name="connsiteX4126" fmla="*/ 7883895 w 12188965"/>
              <a:gd name="connsiteY4126" fmla="*/ 1758854 h 2053176"/>
              <a:gd name="connsiteX4127" fmla="*/ 7858237 w 12188965"/>
              <a:gd name="connsiteY4127" fmla="*/ 1784513 h 2053176"/>
              <a:gd name="connsiteX4128" fmla="*/ 7832578 w 12188965"/>
              <a:gd name="connsiteY4128" fmla="*/ 1758854 h 2053176"/>
              <a:gd name="connsiteX4129" fmla="*/ 7858237 w 12188965"/>
              <a:gd name="connsiteY4129" fmla="*/ 1733195 h 2053176"/>
              <a:gd name="connsiteX4130" fmla="*/ 7794032 w 12188965"/>
              <a:gd name="connsiteY4130" fmla="*/ 1733195 h 2053176"/>
              <a:gd name="connsiteX4131" fmla="*/ 7819690 w 12188965"/>
              <a:gd name="connsiteY4131" fmla="*/ 1758854 h 2053176"/>
              <a:gd name="connsiteX4132" fmla="*/ 7794032 w 12188965"/>
              <a:gd name="connsiteY4132" fmla="*/ 1784513 h 2053176"/>
              <a:gd name="connsiteX4133" fmla="*/ 7768371 w 12188965"/>
              <a:gd name="connsiteY4133" fmla="*/ 1758854 h 2053176"/>
              <a:gd name="connsiteX4134" fmla="*/ 7794032 w 12188965"/>
              <a:gd name="connsiteY4134" fmla="*/ 1733195 h 2053176"/>
              <a:gd name="connsiteX4135" fmla="*/ 7729825 w 12188965"/>
              <a:gd name="connsiteY4135" fmla="*/ 1733195 h 2053176"/>
              <a:gd name="connsiteX4136" fmla="*/ 7755486 w 12188965"/>
              <a:gd name="connsiteY4136" fmla="*/ 1758854 h 2053176"/>
              <a:gd name="connsiteX4137" fmla="*/ 7729825 w 12188965"/>
              <a:gd name="connsiteY4137" fmla="*/ 1784513 h 2053176"/>
              <a:gd name="connsiteX4138" fmla="*/ 7704167 w 12188965"/>
              <a:gd name="connsiteY4138" fmla="*/ 1758854 h 2053176"/>
              <a:gd name="connsiteX4139" fmla="*/ 7729825 w 12188965"/>
              <a:gd name="connsiteY4139" fmla="*/ 1733195 h 2053176"/>
              <a:gd name="connsiteX4140" fmla="*/ 7665621 w 12188965"/>
              <a:gd name="connsiteY4140" fmla="*/ 1733195 h 2053176"/>
              <a:gd name="connsiteX4141" fmla="*/ 7691279 w 12188965"/>
              <a:gd name="connsiteY4141" fmla="*/ 1758854 h 2053176"/>
              <a:gd name="connsiteX4142" fmla="*/ 7665621 w 12188965"/>
              <a:gd name="connsiteY4142" fmla="*/ 1784513 h 2053176"/>
              <a:gd name="connsiteX4143" fmla="*/ 7639963 w 12188965"/>
              <a:gd name="connsiteY4143" fmla="*/ 1758854 h 2053176"/>
              <a:gd name="connsiteX4144" fmla="*/ 7665621 w 12188965"/>
              <a:gd name="connsiteY4144" fmla="*/ 1733195 h 2053176"/>
              <a:gd name="connsiteX4145" fmla="*/ 7601299 w 12188965"/>
              <a:gd name="connsiteY4145" fmla="*/ 1733195 h 2053176"/>
              <a:gd name="connsiteX4146" fmla="*/ 7626959 w 12188965"/>
              <a:gd name="connsiteY4146" fmla="*/ 1758854 h 2053176"/>
              <a:gd name="connsiteX4147" fmla="*/ 7601299 w 12188965"/>
              <a:gd name="connsiteY4147" fmla="*/ 1784513 h 2053176"/>
              <a:gd name="connsiteX4148" fmla="*/ 7575640 w 12188965"/>
              <a:gd name="connsiteY4148" fmla="*/ 1758854 h 2053176"/>
              <a:gd name="connsiteX4149" fmla="*/ 7601299 w 12188965"/>
              <a:gd name="connsiteY4149" fmla="*/ 1733195 h 2053176"/>
              <a:gd name="connsiteX4150" fmla="*/ 7537094 w 12188965"/>
              <a:gd name="connsiteY4150" fmla="*/ 1733195 h 2053176"/>
              <a:gd name="connsiteX4151" fmla="*/ 7562752 w 12188965"/>
              <a:gd name="connsiteY4151" fmla="*/ 1758854 h 2053176"/>
              <a:gd name="connsiteX4152" fmla="*/ 7537094 w 12188965"/>
              <a:gd name="connsiteY4152" fmla="*/ 1784513 h 2053176"/>
              <a:gd name="connsiteX4153" fmla="*/ 7511436 w 12188965"/>
              <a:gd name="connsiteY4153" fmla="*/ 1758854 h 2053176"/>
              <a:gd name="connsiteX4154" fmla="*/ 7537094 w 12188965"/>
              <a:gd name="connsiteY4154" fmla="*/ 1733195 h 2053176"/>
              <a:gd name="connsiteX4155" fmla="*/ 7472890 w 12188965"/>
              <a:gd name="connsiteY4155" fmla="*/ 1733195 h 2053176"/>
              <a:gd name="connsiteX4156" fmla="*/ 7498548 w 12188965"/>
              <a:gd name="connsiteY4156" fmla="*/ 1758854 h 2053176"/>
              <a:gd name="connsiteX4157" fmla="*/ 7472890 w 12188965"/>
              <a:gd name="connsiteY4157" fmla="*/ 1784513 h 2053176"/>
              <a:gd name="connsiteX4158" fmla="*/ 7447229 w 12188965"/>
              <a:gd name="connsiteY4158" fmla="*/ 1758854 h 2053176"/>
              <a:gd name="connsiteX4159" fmla="*/ 7472890 w 12188965"/>
              <a:gd name="connsiteY4159" fmla="*/ 1733195 h 2053176"/>
              <a:gd name="connsiteX4160" fmla="*/ 7408683 w 12188965"/>
              <a:gd name="connsiteY4160" fmla="*/ 1733195 h 2053176"/>
              <a:gd name="connsiteX4161" fmla="*/ 7434341 w 12188965"/>
              <a:gd name="connsiteY4161" fmla="*/ 1758854 h 2053176"/>
              <a:gd name="connsiteX4162" fmla="*/ 7408683 w 12188965"/>
              <a:gd name="connsiteY4162" fmla="*/ 1784513 h 2053176"/>
              <a:gd name="connsiteX4163" fmla="*/ 7383025 w 12188965"/>
              <a:gd name="connsiteY4163" fmla="*/ 1758854 h 2053176"/>
              <a:gd name="connsiteX4164" fmla="*/ 7408683 w 12188965"/>
              <a:gd name="connsiteY4164" fmla="*/ 1733195 h 2053176"/>
              <a:gd name="connsiteX4165" fmla="*/ 7344479 w 12188965"/>
              <a:gd name="connsiteY4165" fmla="*/ 1733195 h 2053176"/>
              <a:gd name="connsiteX4166" fmla="*/ 7370137 w 12188965"/>
              <a:gd name="connsiteY4166" fmla="*/ 1758854 h 2053176"/>
              <a:gd name="connsiteX4167" fmla="*/ 7344479 w 12188965"/>
              <a:gd name="connsiteY4167" fmla="*/ 1784513 h 2053176"/>
              <a:gd name="connsiteX4168" fmla="*/ 7318820 w 12188965"/>
              <a:gd name="connsiteY4168" fmla="*/ 1758854 h 2053176"/>
              <a:gd name="connsiteX4169" fmla="*/ 7344479 w 12188965"/>
              <a:gd name="connsiteY4169" fmla="*/ 1733195 h 2053176"/>
              <a:gd name="connsiteX4170" fmla="*/ 7280274 w 12188965"/>
              <a:gd name="connsiteY4170" fmla="*/ 1733195 h 2053176"/>
              <a:gd name="connsiteX4171" fmla="*/ 7305932 w 12188965"/>
              <a:gd name="connsiteY4171" fmla="*/ 1758854 h 2053176"/>
              <a:gd name="connsiteX4172" fmla="*/ 7280274 w 12188965"/>
              <a:gd name="connsiteY4172" fmla="*/ 1784513 h 2053176"/>
              <a:gd name="connsiteX4173" fmla="*/ 7254613 w 12188965"/>
              <a:gd name="connsiteY4173" fmla="*/ 1758854 h 2053176"/>
              <a:gd name="connsiteX4174" fmla="*/ 7280274 w 12188965"/>
              <a:gd name="connsiteY4174" fmla="*/ 1733195 h 2053176"/>
              <a:gd name="connsiteX4175" fmla="*/ 7216067 w 12188965"/>
              <a:gd name="connsiteY4175" fmla="*/ 1733195 h 2053176"/>
              <a:gd name="connsiteX4176" fmla="*/ 7241725 w 12188965"/>
              <a:gd name="connsiteY4176" fmla="*/ 1758854 h 2053176"/>
              <a:gd name="connsiteX4177" fmla="*/ 7216067 w 12188965"/>
              <a:gd name="connsiteY4177" fmla="*/ 1784513 h 2053176"/>
              <a:gd name="connsiteX4178" fmla="*/ 7190409 w 12188965"/>
              <a:gd name="connsiteY4178" fmla="*/ 1758854 h 2053176"/>
              <a:gd name="connsiteX4179" fmla="*/ 7216067 w 12188965"/>
              <a:gd name="connsiteY4179" fmla="*/ 1733195 h 2053176"/>
              <a:gd name="connsiteX4180" fmla="*/ 7151863 w 12188965"/>
              <a:gd name="connsiteY4180" fmla="*/ 1733195 h 2053176"/>
              <a:gd name="connsiteX4181" fmla="*/ 7177521 w 12188965"/>
              <a:gd name="connsiteY4181" fmla="*/ 1758854 h 2053176"/>
              <a:gd name="connsiteX4182" fmla="*/ 7151863 w 12188965"/>
              <a:gd name="connsiteY4182" fmla="*/ 1784513 h 2053176"/>
              <a:gd name="connsiteX4183" fmla="*/ 7126205 w 12188965"/>
              <a:gd name="connsiteY4183" fmla="*/ 1758854 h 2053176"/>
              <a:gd name="connsiteX4184" fmla="*/ 7151863 w 12188965"/>
              <a:gd name="connsiteY4184" fmla="*/ 1733195 h 2053176"/>
              <a:gd name="connsiteX4185" fmla="*/ 7087658 w 12188965"/>
              <a:gd name="connsiteY4185" fmla="*/ 1733195 h 2053176"/>
              <a:gd name="connsiteX4186" fmla="*/ 7113317 w 12188965"/>
              <a:gd name="connsiteY4186" fmla="*/ 1758854 h 2053176"/>
              <a:gd name="connsiteX4187" fmla="*/ 7087658 w 12188965"/>
              <a:gd name="connsiteY4187" fmla="*/ 1784513 h 2053176"/>
              <a:gd name="connsiteX4188" fmla="*/ 7061998 w 12188965"/>
              <a:gd name="connsiteY4188" fmla="*/ 1758854 h 2053176"/>
              <a:gd name="connsiteX4189" fmla="*/ 7087658 w 12188965"/>
              <a:gd name="connsiteY4189" fmla="*/ 1733195 h 2053176"/>
              <a:gd name="connsiteX4190" fmla="*/ 6959247 w 12188965"/>
              <a:gd name="connsiteY4190" fmla="*/ 1733195 h 2053176"/>
              <a:gd name="connsiteX4191" fmla="*/ 6984905 w 12188965"/>
              <a:gd name="connsiteY4191" fmla="*/ 1758854 h 2053176"/>
              <a:gd name="connsiteX4192" fmla="*/ 6959247 w 12188965"/>
              <a:gd name="connsiteY4192" fmla="*/ 1784513 h 2053176"/>
              <a:gd name="connsiteX4193" fmla="*/ 6933589 w 12188965"/>
              <a:gd name="connsiteY4193" fmla="*/ 1758854 h 2053176"/>
              <a:gd name="connsiteX4194" fmla="*/ 6959247 w 12188965"/>
              <a:gd name="connsiteY4194" fmla="*/ 1733195 h 2053176"/>
              <a:gd name="connsiteX4195" fmla="*/ 6895043 w 12188965"/>
              <a:gd name="connsiteY4195" fmla="*/ 1733195 h 2053176"/>
              <a:gd name="connsiteX4196" fmla="*/ 6920701 w 12188965"/>
              <a:gd name="connsiteY4196" fmla="*/ 1758854 h 2053176"/>
              <a:gd name="connsiteX4197" fmla="*/ 6895043 w 12188965"/>
              <a:gd name="connsiteY4197" fmla="*/ 1784513 h 2053176"/>
              <a:gd name="connsiteX4198" fmla="*/ 6869382 w 12188965"/>
              <a:gd name="connsiteY4198" fmla="*/ 1758854 h 2053176"/>
              <a:gd name="connsiteX4199" fmla="*/ 6895043 w 12188965"/>
              <a:gd name="connsiteY4199" fmla="*/ 1733195 h 2053176"/>
              <a:gd name="connsiteX4200" fmla="*/ 6830836 w 12188965"/>
              <a:gd name="connsiteY4200" fmla="*/ 1733195 h 2053176"/>
              <a:gd name="connsiteX4201" fmla="*/ 6856494 w 12188965"/>
              <a:gd name="connsiteY4201" fmla="*/ 1758854 h 2053176"/>
              <a:gd name="connsiteX4202" fmla="*/ 6830836 w 12188965"/>
              <a:gd name="connsiteY4202" fmla="*/ 1784513 h 2053176"/>
              <a:gd name="connsiteX4203" fmla="*/ 6805178 w 12188965"/>
              <a:gd name="connsiteY4203" fmla="*/ 1758854 h 2053176"/>
              <a:gd name="connsiteX4204" fmla="*/ 6830836 w 12188965"/>
              <a:gd name="connsiteY4204" fmla="*/ 1733195 h 2053176"/>
              <a:gd name="connsiteX4205" fmla="*/ 6766631 w 12188965"/>
              <a:gd name="connsiteY4205" fmla="*/ 1733195 h 2053176"/>
              <a:gd name="connsiteX4206" fmla="*/ 6792290 w 12188965"/>
              <a:gd name="connsiteY4206" fmla="*/ 1758854 h 2053176"/>
              <a:gd name="connsiteX4207" fmla="*/ 6766631 w 12188965"/>
              <a:gd name="connsiteY4207" fmla="*/ 1784513 h 2053176"/>
              <a:gd name="connsiteX4208" fmla="*/ 6740973 w 12188965"/>
              <a:gd name="connsiteY4208" fmla="*/ 1758854 h 2053176"/>
              <a:gd name="connsiteX4209" fmla="*/ 6766631 w 12188965"/>
              <a:gd name="connsiteY4209" fmla="*/ 1733195 h 2053176"/>
              <a:gd name="connsiteX4210" fmla="*/ 6702427 w 12188965"/>
              <a:gd name="connsiteY4210" fmla="*/ 1733195 h 2053176"/>
              <a:gd name="connsiteX4211" fmla="*/ 6728085 w 12188965"/>
              <a:gd name="connsiteY4211" fmla="*/ 1758854 h 2053176"/>
              <a:gd name="connsiteX4212" fmla="*/ 6702427 w 12188965"/>
              <a:gd name="connsiteY4212" fmla="*/ 1784513 h 2053176"/>
              <a:gd name="connsiteX4213" fmla="*/ 6676766 w 12188965"/>
              <a:gd name="connsiteY4213" fmla="*/ 1758854 h 2053176"/>
              <a:gd name="connsiteX4214" fmla="*/ 6702427 w 12188965"/>
              <a:gd name="connsiteY4214" fmla="*/ 1733195 h 2053176"/>
              <a:gd name="connsiteX4215" fmla="*/ 6638220 w 12188965"/>
              <a:gd name="connsiteY4215" fmla="*/ 1733195 h 2053176"/>
              <a:gd name="connsiteX4216" fmla="*/ 6663881 w 12188965"/>
              <a:gd name="connsiteY4216" fmla="*/ 1758854 h 2053176"/>
              <a:gd name="connsiteX4217" fmla="*/ 6638220 w 12188965"/>
              <a:gd name="connsiteY4217" fmla="*/ 1784513 h 2053176"/>
              <a:gd name="connsiteX4218" fmla="*/ 6612562 w 12188965"/>
              <a:gd name="connsiteY4218" fmla="*/ 1758854 h 2053176"/>
              <a:gd name="connsiteX4219" fmla="*/ 6638220 w 12188965"/>
              <a:gd name="connsiteY4219" fmla="*/ 1733195 h 2053176"/>
              <a:gd name="connsiteX4220" fmla="*/ 6574016 w 12188965"/>
              <a:gd name="connsiteY4220" fmla="*/ 1733195 h 2053176"/>
              <a:gd name="connsiteX4221" fmla="*/ 6599674 w 12188965"/>
              <a:gd name="connsiteY4221" fmla="*/ 1758854 h 2053176"/>
              <a:gd name="connsiteX4222" fmla="*/ 6574016 w 12188965"/>
              <a:gd name="connsiteY4222" fmla="*/ 1784513 h 2053176"/>
              <a:gd name="connsiteX4223" fmla="*/ 6548357 w 12188965"/>
              <a:gd name="connsiteY4223" fmla="*/ 1758854 h 2053176"/>
              <a:gd name="connsiteX4224" fmla="*/ 6574016 w 12188965"/>
              <a:gd name="connsiteY4224" fmla="*/ 1733195 h 2053176"/>
              <a:gd name="connsiteX4225" fmla="*/ 6509693 w 12188965"/>
              <a:gd name="connsiteY4225" fmla="*/ 1733195 h 2053176"/>
              <a:gd name="connsiteX4226" fmla="*/ 6535352 w 12188965"/>
              <a:gd name="connsiteY4226" fmla="*/ 1758854 h 2053176"/>
              <a:gd name="connsiteX4227" fmla="*/ 6509693 w 12188965"/>
              <a:gd name="connsiteY4227" fmla="*/ 1784513 h 2053176"/>
              <a:gd name="connsiteX4228" fmla="*/ 6484035 w 12188965"/>
              <a:gd name="connsiteY4228" fmla="*/ 1758854 h 2053176"/>
              <a:gd name="connsiteX4229" fmla="*/ 6509693 w 12188965"/>
              <a:gd name="connsiteY4229" fmla="*/ 1733195 h 2053176"/>
              <a:gd name="connsiteX4230" fmla="*/ 6445489 w 12188965"/>
              <a:gd name="connsiteY4230" fmla="*/ 1733195 h 2053176"/>
              <a:gd name="connsiteX4231" fmla="*/ 6471147 w 12188965"/>
              <a:gd name="connsiteY4231" fmla="*/ 1758854 h 2053176"/>
              <a:gd name="connsiteX4232" fmla="*/ 6445489 w 12188965"/>
              <a:gd name="connsiteY4232" fmla="*/ 1784513 h 2053176"/>
              <a:gd name="connsiteX4233" fmla="*/ 6419831 w 12188965"/>
              <a:gd name="connsiteY4233" fmla="*/ 1758854 h 2053176"/>
              <a:gd name="connsiteX4234" fmla="*/ 6445489 w 12188965"/>
              <a:gd name="connsiteY4234" fmla="*/ 1733195 h 2053176"/>
              <a:gd name="connsiteX4235" fmla="*/ 6381282 w 12188965"/>
              <a:gd name="connsiteY4235" fmla="*/ 1733195 h 2053176"/>
              <a:gd name="connsiteX4236" fmla="*/ 6406943 w 12188965"/>
              <a:gd name="connsiteY4236" fmla="*/ 1758854 h 2053176"/>
              <a:gd name="connsiteX4237" fmla="*/ 6381282 w 12188965"/>
              <a:gd name="connsiteY4237" fmla="*/ 1784513 h 2053176"/>
              <a:gd name="connsiteX4238" fmla="*/ 6355624 w 12188965"/>
              <a:gd name="connsiteY4238" fmla="*/ 1758854 h 2053176"/>
              <a:gd name="connsiteX4239" fmla="*/ 6381282 w 12188965"/>
              <a:gd name="connsiteY4239" fmla="*/ 1733195 h 2053176"/>
              <a:gd name="connsiteX4240" fmla="*/ 6317078 w 12188965"/>
              <a:gd name="connsiteY4240" fmla="*/ 1733195 h 2053176"/>
              <a:gd name="connsiteX4241" fmla="*/ 6342736 w 12188965"/>
              <a:gd name="connsiteY4241" fmla="*/ 1758854 h 2053176"/>
              <a:gd name="connsiteX4242" fmla="*/ 6317078 w 12188965"/>
              <a:gd name="connsiteY4242" fmla="*/ 1784513 h 2053176"/>
              <a:gd name="connsiteX4243" fmla="*/ 6291420 w 12188965"/>
              <a:gd name="connsiteY4243" fmla="*/ 1758854 h 2053176"/>
              <a:gd name="connsiteX4244" fmla="*/ 6317078 w 12188965"/>
              <a:gd name="connsiteY4244" fmla="*/ 1733195 h 2053176"/>
              <a:gd name="connsiteX4245" fmla="*/ 6252873 w 12188965"/>
              <a:gd name="connsiteY4245" fmla="*/ 1733195 h 2053176"/>
              <a:gd name="connsiteX4246" fmla="*/ 6278532 w 12188965"/>
              <a:gd name="connsiteY4246" fmla="*/ 1758854 h 2053176"/>
              <a:gd name="connsiteX4247" fmla="*/ 6252873 w 12188965"/>
              <a:gd name="connsiteY4247" fmla="*/ 1784513 h 2053176"/>
              <a:gd name="connsiteX4248" fmla="*/ 6227213 w 12188965"/>
              <a:gd name="connsiteY4248" fmla="*/ 1758854 h 2053176"/>
              <a:gd name="connsiteX4249" fmla="*/ 6252873 w 12188965"/>
              <a:gd name="connsiteY4249" fmla="*/ 1733195 h 2053176"/>
              <a:gd name="connsiteX4250" fmla="*/ 6188666 w 12188965"/>
              <a:gd name="connsiteY4250" fmla="*/ 1733195 h 2053176"/>
              <a:gd name="connsiteX4251" fmla="*/ 6214327 w 12188965"/>
              <a:gd name="connsiteY4251" fmla="*/ 1758854 h 2053176"/>
              <a:gd name="connsiteX4252" fmla="*/ 6188666 w 12188965"/>
              <a:gd name="connsiteY4252" fmla="*/ 1784513 h 2053176"/>
              <a:gd name="connsiteX4253" fmla="*/ 6163008 w 12188965"/>
              <a:gd name="connsiteY4253" fmla="*/ 1758854 h 2053176"/>
              <a:gd name="connsiteX4254" fmla="*/ 6188666 w 12188965"/>
              <a:gd name="connsiteY4254" fmla="*/ 1733195 h 2053176"/>
              <a:gd name="connsiteX4255" fmla="*/ 6124462 w 12188965"/>
              <a:gd name="connsiteY4255" fmla="*/ 1733195 h 2053176"/>
              <a:gd name="connsiteX4256" fmla="*/ 6150123 w 12188965"/>
              <a:gd name="connsiteY4256" fmla="*/ 1758854 h 2053176"/>
              <a:gd name="connsiteX4257" fmla="*/ 6124462 w 12188965"/>
              <a:gd name="connsiteY4257" fmla="*/ 1784513 h 2053176"/>
              <a:gd name="connsiteX4258" fmla="*/ 6098804 w 12188965"/>
              <a:gd name="connsiteY4258" fmla="*/ 1758854 h 2053176"/>
              <a:gd name="connsiteX4259" fmla="*/ 6124462 w 12188965"/>
              <a:gd name="connsiteY4259" fmla="*/ 1733195 h 2053176"/>
              <a:gd name="connsiteX4260" fmla="*/ 6064505 w 12188965"/>
              <a:gd name="connsiteY4260" fmla="*/ 1733195 h 2053176"/>
              <a:gd name="connsiteX4261" fmla="*/ 6090163 w 12188965"/>
              <a:gd name="connsiteY4261" fmla="*/ 1758854 h 2053176"/>
              <a:gd name="connsiteX4262" fmla="*/ 6064505 w 12188965"/>
              <a:gd name="connsiteY4262" fmla="*/ 1784513 h 2053176"/>
              <a:gd name="connsiteX4263" fmla="*/ 6038844 w 12188965"/>
              <a:gd name="connsiteY4263" fmla="*/ 1758854 h 2053176"/>
              <a:gd name="connsiteX4264" fmla="*/ 6064505 w 12188965"/>
              <a:gd name="connsiteY4264" fmla="*/ 1733195 h 2053176"/>
              <a:gd name="connsiteX4265" fmla="*/ 6000298 w 12188965"/>
              <a:gd name="connsiteY4265" fmla="*/ 1733195 h 2053176"/>
              <a:gd name="connsiteX4266" fmla="*/ 6025956 w 12188965"/>
              <a:gd name="connsiteY4266" fmla="*/ 1758854 h 2053176"/>
              <a:gd name="connsiteX4267" fmla="*/ 6000298 w 12188965"/>
              <a:gd name="connsiteY4267" fmla="*/ 1784513 h 2053176"/>
              <a:gd name="connsiteX4268" fmla="*/ 5974639 w 12188965"/>
              <a:gd name="connsiteY4268" fmla="*/ 1758854 h 2053176"/>
              <a:gd name="connsiteX4269" fmla="*/ 6000298 w 12188965"/>
              <a:gd name="connsiteY4269" fmla="*/ 1733195 h 2053176"/>
              <a:gd name="connsiteX4270" fmla="*/ 5936092 w 12188965"/>
              <a:gd name="connsiteY4270" fmla="*/ 1733195 h 2053176"/>
              <a:gd name="connsiteX4271" fmla="*/ 5961751 w 12188965"/>
              <a:gd name="connsiteY4271" fmla="*/ 1758854 h 2053176"/>
              <a:gd name="connsiteX4272" fmla="*/ 5936092 w 12188965"/>
              <a:gd name="connsiteY4272" fmla="*/ 1784513 h 2053176"/>
              <a:gd name="connsiteX4273" fmla="*/ 5910435 w 12188965"/>
              <a:gd name="connsiteY4273" fmla="*/ 1758854 h 2053176"/>
              <a:gd name="connsiteX4274" fmla="*/ 5936092 w 12188965"/>
              <a:gd name="connsiteY4274" fmla="*/ 1733195 h 2053176"/>
              <a:gd name="connsiteX4275" fmla="*/ 5807683 w 12188965"/>
              <a:gd name="connsiteY4275" fmla="*/ 1733195 h 2053176"/>
              <a:gd name="connsiteX4276" fmla="*/ 5833341 w 12188965"/>
              <a:gd name="connsiteY4276" fmla="*/ 1758854 h 2053176"/>
              <a:gd name="connsiteX4277" fmla="*/ 5807683 w 12188965"/>
              <a:gd name="connsiteY4277" fmla="*/ 1784513 h 2053176"/>
              <a:gd name="connsiteX4278" fmla="*/ 5782024 w 12188965"/>
              <a:gd name="connsiteY4278" fmla="*/ 1758854 h 2053176"/>
              <a:gd name="connsiteX4279" fmla="*/ 5807683 w 12188965"/>
              <a:gd name="connsiteY4279" fmla="*/ 1733195 h 2053176"/>
              <a:gd name="connsiteX4280" fmla="*/ 5743477 w 12188965"/>
              <a:gd name="connsiteY4280" fmla="*/ 1733195 h 2053176"/>
              <a:gd name="connsiteX4281" fmla="*/ 5769136 w 12188965"/>
              <a:gd name="connsiteY4281" fmla="*/ 1758854 h 2053176"/>
              <a:gd name="connsiteX4282" fmla="*/ 5743477 w 12188965"/>
              <a:gd name="connsiteY4282" fmla="*/ 1784513 h 2053176"/>
              <a:gd name="connsiteX4283" fmla="*/ 5717818 w 12188965"/>
              <a:gd name="connsiteY4283" fmla="*/ 1758854 h 2053176"/>
              <a:gd name="connsiteX4284" fmla="*/ 5743477 w 12188965"/>
              <a:gd name="connsiteY4284" fmla="*/ 1733195 h 2053176"/>
              <a:gd name="connsiteX4285" fmla="*/ 5679272 w 12188965"/>
              <a:gd name="connsiteY4285" fmla="*/ 1733195 h 2053176"/>
              <a:gd name="connsiteX4286" fmla="*/ 5704930 w 12188965"/>
              <a:gd name="connsiteY4286" fmla="*/ 1758854 h 2053176"/>
              <a:gd name="connsiteX4287" fmla="*/ 5679272 w 12188965"/>
              <a:gd name="connsiteY4287" fmla="*/ 1784513 h 2053176"/>
              <a:gd name="connsiteX4288" fmla="*/ 5653614 w 12188965"/>
              <a:gd name="connsiteY4288" fmla="*/ 1758854 h 2053176"/>
              <a:gd name="connsiteX4289" fmla="*/ 5679272 w 12188965"/>
              <a:gd name="connsiteY4289" fmla="*/ 1733195 h 2053176"/>
              <a:gd name="connsiteX4290" fmla="*/ 5615066 w 12188965"/>
              <a:gd name="connsiteY4290" fmla="*/ 1733195 h 2053176"/>
              <a:gd name="connsiteX4291" fmla="*/ 5640726 w 12188965"/>
              <a:gd name="connsiteY4291" fmla="*/ 1758854 h 2053176"/>
              <a:gd name="connsiteX4292" fmla="*/ 5615066 w 12188965"/>
              <a:gd name="connsiteY4292" fmla="*/ 1784513 h 2053176"/>
              <a:gd name="connsiteX4293" fmla="*/ 5589407 w 12188965"/>
              <a:gd name="connsiteY4293" fmla="*/ 1758854 h 2053176"/>
              <a:gd name="connsiteX4294" fmla="*/ 5615066 w 12188965"/>
              <a:gd name="connsiteY4294" fmla="*/ 1733195 h 2053176"/>
              <a:gd name="connsiteX4295" fmla="*/ 5550862 w 12188965"/>
              <a:gd name="connsiteY4295" fmla="*/ 1733195 h 2053176"/>
              <a:gd name="connsiteX4296" fmla="*/ 5576520 w 12188965"/>
              <a:gd name="connsiteY4296" fmla="*/ 1758854 h 2053176"/>
              <a:gd name="connsiteX4297" fmla="*/ 5550862 w 12188965"/>
              <a:gd name="connsiteY4297" fmla="*/ 1784513 h 2053176"/>
              <a:gd name="connsiteX4298" fmla="*/ 5525203 w 12188965"/>
              <a:gd name="connsiteY4298" fmla="*/ 1758854 h 2053176"/>
              <a:gd name="connsiteX4299" fmla="*/ 5550862 w 12188965"/>
              <a:gd name="connsiteY4299" fmla="*/ 1733195 h 2053176"/>
              <a:gd name="connsiteX4300" fmla="*/ 5486655 w 12188965"/>
              <a:gd name="connsiteY4300" fmla="*/ 1733195 h 2053176"/>
              <a:gd name="connsiteX4301" fmla="*/ 5512316 w 12188965"/>
              <a:gd name="connsiteY4301" fmla="*/ 1758854 h 2053176"/>
              <a:gd name="connsiteX4302" fmla="*/ 5486655 w 12188965"/>
              <a:gd name="connsiteY4302" fmla="*/ 1784513 h 2053176"/>
              <a:gd name="connsiteX4303" fmla="*/ 5460997 w 12188965"/>
              <a:gd name="connsiteY4303" fmla="*/ 1758854 h 2053176"/>
              <a:gd name="connsiteX4304" fmla="*/ 5486655 w 12188965"/>
              <a:gd name="connsiteY4304" fmla="*/ 1733195 h 2053176"/>
              <a:gd name="connsiteX4305" fmla="*/ 5422451 w 12188965"/>
              <a:gd name="connsiteY4305" fmla="*/ 1733195 h 2053176"/>
              <a:gd name="connsiteX4306" fmla="*/ 5448109 w 12188965"/>
              <a:gd name="connsiteY4306" fmla="*/ 1758854 h 2053176"/>
              <a:gd name="connsiteX4307" fmla="*/ 5422451 w 12188965"/>
              <a:gd name="connsiteY4307" fmla="*/ 1784513 h 2053176"/>
              <a:gd name="connsiteX4308" fmla="*/ 5396791 w 12188965"/>
              <a:gd name="connsiteY4308" fmla="*/ 1758854 h 2053176"/>
              <a:gd name="connsiteX4309" fmla="*/ 5422451 w 12188965"/>
              <a:gd name="connsiteY4309" fmla="*/ 1733195 h 2053176"/>
              <a:gd name="connsiteX4310" fmla="*/ 5358245 w 12188965"/>
              <a:gd name="connsiteY4310" fmla="*/ 1733195 h 2053176"/>
              <a:gd name="connsiteX4311" fmla="*/ 5383904 w 12188965"/>
              <a:gd name="connsiteY4311" fmla="*/ 1758854 h 2053176"/>
              <a:gd name="connsiteX4312" fmla="*/ 5358245 w 12188965"/>
              <a:gd name="connsiteY4312" fmla="*/ 1784513 h 2053176"/>
              <a:gd name="connsiteX4313" fmla="*/ 5332587 w 12188965"/>
              <a:gd name="connsiteY4313" fmla="*/ 1758854 h 2053176"/>
              <a:gd name="connsiteX4314" fmla="*/ 5358245 w 12188965"/>
              <a:gd name="connsiteY4314" fmla="*/ 1733195 h 2053176"/>
              <a:gd name="connsiteX4315" fmla="*/ 5294040 w 12188965"/>
              <a:gd name="connsiteY4315" fmla="*/ 1733195 h 2053176"/>
              <a:gd name="connsiteX4316" fmla="*/ 5319699 w 12188965"/>
              <a:gd name="connsiteY4316" fmla="*/ 1758854 h 2053176"/>
              <a:gd name="connsiteX4317" fmla="*/ 5294040 w 12188965"/>
              <a:gd name="connsiteY4317" fmla="*/ 1784513 h 2053176"/>
              <a:gd name="connsiteX4318" fmla="*/ 5268382 w 12188965"/>
              <a:gd name="connsiteY4318" fmla="*/ 1758854 h 2053176"/>
              <a:gd name="connsiteX4319" fmla="*/ 5294040 w 12188965"/>
              <a:gd name="connsiteY4319" fmla="*/ 1733195 h 2053176"/>
              <a:gd name="connsiteX4320" fmla="*/ 5229719 w 12188965"/>
              <a:gd name="connsiteY4320" fmla="*/ 1733195 h 2053176"/>
              <a:gd name="connsiteX4321" fmla="*/ 5255377 w 12188965"/>
              <a:gd name="connsiteY4321" fmla="*/ 1758854 h 2053176"/>
              <a:gd name="connsiteX4322" fmla="*/ 5229719 w 12188965"/>
              <a:gd name="connsiteY4322" fmla="*/ 1784513 h 2053176"/>
              <a:gd name="connsiteX4323" fmla="*/ 5204058 w 12188965"/>
              <a:gd name="connsiteY4323" fmla="*/ 1758854 h 2053176"/>
              <a:gd name="connsiteX4324" fmla="*/ 5229719 w 12188965"/>
              <a:gd name="connsiteY4324" fmla="*/ 1733195 h 2053176"/>
              <a:gd name="connsiteX4325" fmla="*/ 5165514 w 12188965"/>
              <a:gd name="connsiteY4325" fmla="*/ 1733195 h 2053176"/>
              <a:gd name="connsiteX4326" fmla="*/ 5191171 w 12188965"/>
              <a:gd name="connsiteY4326" fmla="*/ 1758854 h 2053176"/>
              <a:gd name="connsiteX4327" fmla="*/ 5165514 w 12188965"/>
              <a:gd name="connsiteY4327" fmla="*/ 1784513 h 2053176"/>
              <a:gd name="connsiteX4328" fmla="*/ 5139855 w 12188965"/>
              <a:gd name="connsiteY4328" fmla="*/ 1758854 h 2053176"/>
              <a:gd name="connsiteX4329" fmla="*/ 5165514 w 12188965"/>
              <a:gd name="connsiteY4329" fmla="*/ 1733195 h 2053176"/>
              <a:gd name="connsiteX4330" fmla="*/ 5101309 w 12188965"/>
              <a:gd name="connsiteY4330" fmla="*/ 1733195 h 2053176"/>
              <a:gd name="connsiteX4331" fmla="*/ 5126967 w 12188965"/>
              <a:gd name="connsiteY4331" fmla="*/ 1758854 h 2053176"/>
              <a:gd name="connsiteX4332" fmla="*/ 5101309 w 12188965"/>
              <a:gd name="connsiteY4332" fmla="*/ 1784513 h 2053176"/>
              <a:gd name="connsiteX4333" fmla="*/ 5075649 w 12188965"/>
              <a:gd name="connsiteY4333" fmla="*/ 1758854 h 2053176"/>
              <a:gd name="connsiteX4334" fmla="*/ 5101309 w 12188965"/>
              <a:gd name="connsiteY4334" fmla="*/ 1733195 h 2053176"/>
              <a:gd name="connsiteX4335" fmla="*/ 5037104 w 12188965"/>
              <a:gd name="connsiteY4335" fmla="*/ 1733195 h 2053176"/>
              <a:gd name="connsiteX4336" fmla="*/ 5062762 w 12188965"/>
              <a:gd name="connsiteY4336" fmla="*/ 1758854 h 2053176"/>
              <a:gd name="connsiteX4337" fmla="*/ 5037104 w 12188965"/>
              <a:gd name="connsiteY4337" fmla="*/ 1784513 h 2053176"/>
              <a:gd name="connsiteX4338" fmla="*/ 5011444 w 12188965"/>
              <a:gd name="connsiteY4338" fmla="*/ 1758854 h 2053176"/>
              <a:gd name="connsiteX4339" fmla="*/ 5037104 w 12188965"/>
              <a:gd name="connsiteY4339" fmla="*/ 1733195 h 2053176"/>
              <a:gd name="connsiteX4340" fmla="*/ 4972896 w 12188965"/>
              <a:gd name="connsiteY4340" fmla="*/ 1733195 h 2053176"/>
              <a:gd name="connsiteX4341" fmla="*/ 4998557 w 12188965"/>
              <a:gd name="connsiteY4341" fmla="*/ 1758854 h 2053176"/>
              <a:gd name="connsiteX4342" fmla="*/ 4972896 w 12188965"/>
              <a:gd name="connsiteY4342" fmla="*/ 1784513 h 2053176"/>
              <a:gd name="connsiteX4343" fmla="*/ 4947240 w 12188965"/>
              <a:gd name="connsiteY4343" fmla="*/ 1758854 h 2053176"/>
              <a:gd name="connsiteX4344" fmla="*/ 4972896 w 12188965"/>
              <a:gd name="connsiteY4344" fmla="*/ 1733195 h 2053176"/>
              <a:gd name="connsiteX4345" fmla="*/ 4908693 w 12188965"/>
              <a:gd name="connsiteY4345" fmla="*/ 1733195 h 2053176"/>
              <a:gd name="connsiteX4346" fmla="*/ 4934352 w 12188965"/>
              <a:gd name="connsiteY4346" fmla="*/ 1758854 h 2053176"/>
              <a:gd name="connsiteX4347" fmla="*/ 4908693 w 12188965"/>
              <a:gd name="connsiteY4347" fmla="*/ 1784513 h 2053176"/>
              <a:gd name="connsiteX4348" fmla="*/ 4883033 w 12188965"/>
              <a:gd name="connsiteY4348" fmla="*/ 1758854 h 2053176"/>
              <a:gd name="connsiteX4349" fmla="*/ 4908693 w 12188965"/>
              <a:gd name="connsiteY4349" fmla="*/ 1733195 h 2053176"/>
              <a:gd name="connsiteX4350" fmla="*/ 4844487 w 12188965"/>
              <a:gd name="connsiteY4350" fmla="*/ 1733195 h 2053176"/>
              <a:gd name="connsiteX4351" fmla="*/ 4870146 w 12188965"/>
              <a:gd name="connsiteY4351" fmla="*/ 1758854 h 2053176"/>
              <a:gd name="connsiteX4352" fmla="*/ 4844487 w 12188965"/>
              <a:gd name="connsiteY4352" fmla="*/ 1784513 h 2053176"/>
              <a:gd name="connsiteX4353" fmla="*/ 4818828 w 12188965"/>
              <a:gd name="connsiteY4353" fmla="*/ 1758854 h 2053176"/>
              <a:gd name="connsiteX4354" fmla="*/ 4844487 w 12188965"/>
              <a:gd name="connsiteY4354" fmla="*/ 1733195 h 2053176"/>
              <a:gd name="connsiteX4355" fmla="*/ 4780282 w 12188965"/>
              <a:gd name="connsiteY4355" fmla="*/ 1733195 h 2053176"/>
              <a:gd name="connsiteX4356" fmla="*/ 4805941 w 12188965"/>
              <a:gd name="connsiteY4356" fmla="*/ 1758854 h 2053176"/>
              <a:gd name="connsiteX4357" fmla="*/ 4780282 w 12188965"/>
              <a:gd name="connsiteY4357" fmla="*/ 1784513 h 2053176"/>
              <a:gd name="connsiteX4358" fmla="*/ 4754622 w 12188965"/>
              <a:gd name="connsiteY4358" fmla="*/ 1758854 h 2053176"/>
              <a:gd name="connsiteX4359" fmla="*/ 4780282 w 12188965"/>
              <a:gd name="connsiteY4359" fmla="*/ 1733195 h 2053176"/>
              <a:gd name="connsiteX4360" fmla="*/ 4716077 w 12188965"/>
              <a:gd name="connsiteY4360" fmla="*/ 1733195 h 2053176"/>
              <a:gd name="connsiteX4361" fmla="*/ 4741736 w 12188965"/>
              <a:gd name="connsiteY4361" fmla="*/ 1758854 h 2053176"/>
              <a:gd name="connsiteX4362" fmla="*/ 4716077 w 12188965"/>
              <a:gd name="connsiteY4362" fmla="*/ 1784513 h 2053176"/>
              <a:gd name="connsiteX4363" fmla="*/ 4690419 w 12188965"/>
              <a:gd name="connsiteY4363" fmla="*/ 1758854 h 2053176"/>
              <a:gd name="connsiteX4364" fmla="*/ 4716077 w 12188965"/>
              <a:gd name="connsiteY4364" fmla="*/ 1733195 h 2053176"/>
              <a:gd name="connsiteX4365" fmla="*/ 4651872 w 12188965"/>
              <a:gd name="connsiteY4365" fmla="*/ 1733195 h 2053176"/>
              <a:gd name="connsiteX4366" fmla="*/ 4677531 w 12188965"/>
              <a:gd name="connsiteY4366" fmla="*/ 1758854 h 2053176"/>
              <a:gd name="connsiteX4367" fmla="*/ 4651872 w 12188965"/>
              <a:gd name="connsiteY4367" fmla="*/ 1784513 h 2053176"/>
              <a:gd name="connsiteX4368" fmla="*/ 4626213 w 12188965"/>
              <a:gd name="connsiteY4368" fmla="*/ 1758854 h 2053176"/>
              <a:gd name="connsiteX4369" fmla="*/ 4651872 w 12188965"/>
              <a:gd name="connsiteY4369" fmla="*/ 1733195 h 2053176"/>
              <a:gd name="connsiteX4370" fmla="*/ 4587666 w 12188965"/>
              <a:gd name="connsiteY4370" fmla="*/ 1733195 h 2053176"/>
              <a:gd name="connsiteX4371" fmla="*/ 4613324 w 12188965"/>
              <a:gd name="connsiteY4371" fmla="*/ 1758854 h 2053176"/>
              <a:gd name="connsiteX4372" fmla="*/ 4587666 w 12188965"/>
              <a:gd name="connsiteY4372" fmla="*/ 1784513 h 2053176"/>
              <a:gd name="connsiteX4373" fmla="*/ 4562007 w 12188965"/>
              <a:gd name="connsiteY4373" fmla="*/ 1758854 h 2053176"/>
              <a:gd name="connsiteX4374" fmla="*/ 4587666 w 12188965"/>
              <a:gd name="connsiteY4374" fmla="*/ 1733195 h 2053176"/>
              <a:gd name="connsiteX4375" fmla="*/ 4523461 w 12188965"/>
              <a:gd name="connsiteY4375" fmla="*/ 1733195 h 2053176"/>
              <a:gd name="connsiteX4376" fmla="*/ 4549121 w 12188965"/>
              <a:gd name="connsiteY4376" fmla="*/ 1758854 h 2053176"/>
              <a:gd name="connsiteX4377" fmla="*/ 4523461 w 12188965"/>
              <a:gd name="connsiteY4377" fmla="*/ 1784513 h 2053176"/>
              <a:gd name="connsiteX4378" fmla="*/ 4497802 w 12188965"/>
              <a:gd name="connsiteY4378" fmla="*/ 1758854 h 2053176"/>
              <a:gd name="connsiteX4379" fmla="*/ 4523461 w 12188965"/>
              <a:gd name="connsiteY4379" fmla="*/ 1733195 h 2053176"/>
              <a:gd name="connsiteX4380" fmla="*/ 4459256 w 12188965"/>
              <a:gd name="connsiteY4380" fmla="*/ 1733195 h 2053176"/>
              <a:gd name="connsiteX4381" fmla="*/ 4484914 w 12188965"/>
              <a:gd name="connsiteY4381" fmla="*/ 1758854 h 2053176"/>
              <a:gd name="connsiteX4382" fmla="*/ 4459256 w 12188965"/>
              <a:gd name="connsiteY4382" fmla="*/ 1784513 h 2053176"/>
              <a:gd name="connsiteX4383" fmla="*/ 4433596 w 12188965"/>
              <a:gd name="connsiteY4383" fmla="*/ 1758854 h 2053176"/>
              <a:gd name="connsiteX4384" fmla="*/ 4459256 w 12188965"/>
              <a:gd name="connsiteY4384" fmla="*/ 1733195 h 2053176"/>
              <a:gd name="connsiteX4385" fmla="*/ 4395050 w 12188965"/>
              <a:gd name="connsiteY4385" fmla="*/ 1733195 h 2053176"/>
              <a:gd name="connsiteX4386" fmla="*/ 4420710 w 12188965"/>
              <a:gd name="connsiteY4386" fmla="*/ 1758854 h 2053176"/>
              <a:gd name="connsiteX4387" fmla="*/ 4395050 w 12188965"/>
              <a:gd name="connsiteY4387" fmla="*/ 1784513 h 2053176"/>
              <a:gd name="connsiteX4388" fmla="*/ 4369391 w 12188965"/>
              <a:gd name="connsiteY4388" fmla="*/ 1758854 h 2053176"/>
              <a:gd name="connsiteX4389" fmla="*/ 4395050 w 12188965"/>
              <a:gd name="connsiteY4389" fmla="*/ 1733195 h 2053176"/>
              <a:gd name="connsiteX4390" fmla="*/ 4330845 w 12188965"/>
              <a:gd name="connsiteY4390" fmla="*/ 1733195 h 2053176"/>
              <a:gd name="connsiteX4391" fmla="*/ 4356504 w 12188965"/>
              <a:gd name="connsiteY4391" fmla="*/ 1758854 h 2053176"/>
              <a:gd name="connsiteX4392" fmla="*/ 4330845 w 12188965"/>
              <a:gd name="connsiteY4392" fmla="*/ 1784513 h 2053176"/>
              <a:gd name="connsiteX4393" fmla="*/ 4305186 w 12188965"/>
              <a:gd name="connsiteY4393" fmla="*/ 1758854 h 2053176"/>
              <a:gd name="connsiteX4394" fmla="*/ 4330845 w 12188965"/>
              <a:gd name="connsiteY4394" fmla="*/ 1733195 h 2053176"/>
              <a:gd name="connsiteX4395" fmla="*/ 4266640 w 12188965"/>
              <a:gd name="connsiteY4395" fmla="*/ 1733195 h 2053176"/>
              <a:gd name="connsiteX4396" fmla="*/ 4292298 w 12188965"/>
              <a:gd name="connsiteY4396" fmla="*/ 1758854 h 2053176"/>
              <a:gd name="connsiteX4397" fmla="*/ 4266640 w 12188965"/>
              <a:gd name="connsiteY4397" fmla="*/ 1784513 h 2053176"/>
              <a:gd name="connsiteX4398" fmla="*/ 4240981 w 12188965"/>
              <a:gd name="connsiteY4398" fmla="*/ 1758854 h 2053176"/>
              <a:gd name="connsiteX4399" fmla="*/ 4266640 w 12188965"/>
              <a:gd name="connsiteY4399" fmla="*/ 1733195 h 2053176"/>
              <a:gd name="connsiteX4400" fmla="*/ 4202435 w 12188965"/>
              <a:gd name="connsiteY4400" fmla="*/ 1733195 h 2053176"/>
              <a:gd name="connsiteX4401" fmla="*/ 4228093 w 12188965"/>
              <a:gd name="connsiteY4401" fmla="*/ 1758854 h 2053176"/>
              <a:gd name="connsiteX4402" fmla="*/ 4202435 w 12188965"/>
              <a:gd name="connsiteY4402" fmla="*/ 1784513 h 2053176"/>
              <a:gd name="connsiteX4403" fmla="*/ 4176776 w 12188965"/>
              <a:gd name="connsiteY4403" fmla="*/ 1758854 h 2053176"/>
              <a:gd name="connsiteX4404" fmla="*/ 4202435 w 12188965"/>
              <a:gd name="connsiteY4404" fmla="*/ 1733195 h 2053176"/>
              <a:gd name="connsiteX4405" fmla="*/ 4138112 w 12188965"/>
              <a:gd name="connsiteY4405" fmla="*/ 1733195 h 2053176"/>
              <a:gd name="connsiteX4406" fmla="*/ 4163773 w 12188965"/>
              <a:gd name="connsiteY4406" fmla="*/ 1758854 h 2053176"/>
              <a:gd name="connsiteX4407" fmla="*/ 4138112 w 12188965"/>
              <a:gd name="connsiteY4407" fmla="*/ 1784513 h 2053176"/>
              <a:gd name="connsiteX4408" fmla="*/ 4112454 w 12188965"/>
              <a:gd name="connsiteY4408" fmla="*/ 1758854 h 2053176"/>
              <a:gd name="connsiteX4409" fmla="*/ 4138112 w 12188965"/>
              <a:gd name="connsiteY4409" fmla="*/ 1733195 h 2053176"/>
              <a:gd name="connsiteX4410" fmla="*/ 4073908 w 12188965"/>
              <a:gd name="connsiteY4410" fmla="*/ 1733195 h 2053176"/>
              <a:gd name="connsiteX4411" fmla="*/ 4099565 w 12188965"/>
              <a:gd name="connsiteY4411" fmla="*/ 1758854 h 2053176"/>
              <a:gd name="connsiteX4412" fmla="*/ 4073908 w 12188965"/>
              <a:gd name="connsiteY4412" fmla="*/ 1784513 h 2053176"/>
              <a:gd name="connsiteX4413" fmla="*/ 4048248 w 12188965"/>
              <a:gd name="connsiteY4413" fmla="*/ 1758854 h 2053176"/>
              <a:gd name="connsiteX4414" fmla="*/ 4073908 w 12188965"/>
              <a:gd name="connsiteY4414" fmla="*/ 1733195 h 2053176"/>
              <a:gd name="connsiteX4415" fmla="*/ 4009702 w 12188965"/>
              <a:gd name="connsiteY4415" fmla="*/ 1733195 h 2053176"/>
              <a:gd name="connsiteX4416" fmla="*/ 4035362 w 12188965"/>
              <a:gd name="connsiteY4416" fmla="*/ 1758854 h 2053176"/>
              <a:gd name="connsiteX4417" fmla="*/ 4009702 w 12188965"/>
              <a:gd name="connsiteY4417" fmla="*/ 1784513 h 2053176"/>
              <a:gd name="connsiteX4418" fmla="*/ 3984043 w 12188965"/>
              <a:gd name="connsiteY4418" fmla="*/ 1758854 h 2053176"/>
              <a:gd name="connsiteX4419" fmla="*/ 4009702 w 12188965"/>
              <a:gd name="connsiteY4419" fmla="*/ 1733195 h 2053176"/>
              <a:gd name="connsiteX4420" fmla="*/ 3945497 w 12188965"/>
              <a:gd name="connsiteY4420" fmla="*/ 1733195 h 2053176"/>
              <a:gd name="connsiteX4421" fmla="*/ 3971155 w 12188965"/>
              <a:gd name="connsiteY4421" fmla="*/ 1758854 h 2053176"/>
              <a:gd name="connsiteX4422" fmla="*/ 3945497 w 12188965"/>
              <a:gd name="connsiteY4422" fmla="*/ 1784513 h 2053176"/>
              <a:gd name="connsiteX4423" fmla="*/ 3919838 w 12188965"/>
              <a:gd name="connsiteY4423" fmla="*/ 1758854 h 2053176"/>
              <a:gd name="connsiteX4424" fmla="*/ 3945497 w 12188965"/>
              <a:gd name="connsiteY4424" fmla="*/ 1733195 h 2053176"/>
              <a:gd name="connsiteX4425" fmla="*/ 3881291 w 12188965"/>
              <a:gd name="connsiteY4425" fmla="*/ 1733195 h 2053176"/>
              <a:gd name="connsiteX4426" fmla="*/ 3906950 w 12188965"/>
              <a:gd name="connsiteY4426" fmla="*/ 1758854 h 2053176"/>
              <a:gd name="connsiteX4427" fmla="*/ 3881291 w 12188965"/>
              <a:gd name="connsiteY4427" fmla="*/ 1784513 h 2053176"/>
              <a:gd name="connsiteX4428" fmla="*/ 3855633 w 12188965"/>
              <a:gd name="connsiteY4428" fmla="*/ 1758854 h 2053176"/>
              <a:gd name="connsiteX4429" fmla="*/ 3881291 w 12188965"/>
              <a:gd name="connsiteY4429" fmla="*/ 1733195 h 2053176"/>
              <a:gd name="connsiteX4430" fmla="*/ 3817085 w 12188965"/>
              <a:gd name="connsiteY4430" fmla="*/ 1733195 h 2053176"/>
              <a:gd name="connsiteX4431" fmla="*/ 3842745 w 12188965"/>
              <a:gd name="connsiteY4431" fmla="*/ 1758854 h 2053176"/>
              <a:gd name="connsiteX4432" fmla="*/ 3817085 w 12188965"/>
              <a:gd name="connsiteY4432" fmla="*/ 1784513 h 2053176"/>
              <a:gd name="connsiteX4433" fmla="*/ 3791427 w 12188965"/>
              <a:gd name="connsiteY4433" fmla="*/ 1758854 h 2053176"/>
              <a:gd name="connsiteX4434" fmla="*/ 3817085 w 12188965"/>
              <a:gd name="connsiteY4434" fmla="*/ 1733195 h 2053176"/>
              <a:gd name="connsiteX4435" fmla="*/ 3752882 w 12188965"/>
              <a:gd name="connsiteY4435" fmla="*/ 1733195 h 2053176"/>
              <a:gd name="connsiteX4436" fmla="*/ 3778539 w 12188965"/>
              <a:gd name="connsiteY4436" fmla="*/ 1758854 h 2053176"/>
              <a:gd name="connsiteX4437" fmla="*/ 3752882 w 12188965"/>
              <a:gd name="connsiteY4437" fmla="*/ 1784513 h 2053176"/>
              <a:gd name="connsiteX4438" fmla="*/ 3727221 w 12188965"/>
              <a:gd name="connsiteY4438" fmla="*/ 1758854 h 2053176"/>
              <a:gd name="connsiteX4439" fmla="*/ 3752882 w 12188965"/>
              <a:gd name="connsiteY4439" fmla="*/ 1733195 h 2053176"/>
              <a:gd name="connsiteX4440" fmla="*/ 3688674 w 12188965"/>
              <a:gd name="connsiteY4440" fmla="*/ 1733195 h 2053176"/>
              <a:gd name="connsiteX4441" fmla="*/ 3714335 w 12188965"/>
              <a:gd name="connsiteY4441" fmla="*/ 1758854 h 2053176"/>
              <a:gd name="connsiteX4442" fmla="*/ 3688674 w 12188965"/>
              <a:gd name="connsiteY4442" fmla="*/ 1784513 h 2053176"/>
              <a:gd name="connsiteX4443" fmla="*/ 3663017 w 12188965"/>
              <a:gd name="connsiteY4443" fmla="*/ 1758854 h 2053176"/>
              <a:gd name="connsiteX4444" fmla="*/ 3688674 w 12188965"/>
              <a:gd name="connsiteY4444" fmla="*/ 1733195 h 2053176"/>
              <a:gd name="connsiteX4445" fmla="*/ 3624472 w 12188965"/>
              <a:gd name="connsiteY4445" fmla="*/ 1733195 h 2053176"/>
              <a:gd name="connsiteX4446" fmla="*/ 3650129 w 12188965"/>
              <a:gd name="connsiteY4446" fmla="*/ 1758854 h 2053176"/>
              <a:gd name="connsiteX4447" fmla="*/ 3624472 w 12188965"/>
              <a:gd name="connsiteY4447" fmla="*/ 1784513 h 2053176"/>
              <a:gd name="connsiteX4448" fmla="*/ 3598810 w 12188965"/>
              <a:gd name="connsiteY4448" fmla="*/ 1758854 h 2053176"/>
              <a:gd name="connsiteX4449" fmla="*/ 3624472 w 12188965"/>
              <a:gd name="connsiteY4449" fmla="*/ 1733195 h 2053176"/>
              <a:gd name="connsiteX4450" fmla="*/ 3560264 w 12188965"/>
              <a:gd name="connsiteY4450" fmla="*/ 1733195 h 2053176"/>
              <a:gd name="connsiteX4451" fmla="*/ 3585923 w 12188965"/>
              <a:gd name="connsiteY4451" fmla="*/ 1758854 h 2053176"/>
              <a:gd name="connsiteX4452" fmla="*/ 3560264 w 12188965"/>
              <a:gd name="connsiteY4452" fmla="*/ 1784513 h 2053176"/>
              <a:gd name="connsiteX4453" fmla="*/ 3534607 w 12188965"/>
              <a:gd name="connsiteY4453" fmla="*/ 1758854 h 2053176"/>
              <a:gd name="connsiteX4454" fmla="*/ 3560264 w 12188965"/>
              <a:gd name="connsiteY4454" fmla="*/ 1733195 h 2053176"/>
              <a:gd name="connsiteX4455" fmla="*/ 3496060 w 12188965"/>
              <a:gd name="connsiteY4455" fmla="*/ 1733195 h 2053176"/>
              <a:gd name="connsiteX4456" fmla="*/ 3521719 w 12188965"/>
              <a:gd name="connsiteY4456" fmla="*/ 1758854 h 2053176"/>
              <a:gd name="connsiteX4457" fmla="*/ 3496060 w 12188965"/>
              <a:gd name="connsiteY4457" fmla="*/ 1784513 h 2053176"/>
              <a:gd name="connsiteX4458" fmla="*/ 3470400 w 12188965"/>
              <a:gd name="connsiteY4458" fmla="*/ 1758854 h 2053176"/>
              <a:gd name="connsiteX4459" fmla="*/ 3496060 w 12188965"/>
              <a:gd name="connsiteY4459" fmla="*/ 1733195 h 2053176"/>
              <a:gd name="connsiteX4460" fmla="*/ 3431855 w 12188965"/>
              <a:gd name="connsiteY4460" fmla="*/ 1733195 h 2053176"/>
              <a:gd name="connsiteX4461" fmla="*/ 3457512 w 12188965"/>
              <a:gd name="connsiteY4461" fmla="*/ 1758854 h 2053176"/>
              <a:gd name="connsiteX4462" fmla="*/ 3431855 w 12188965"/>
              <a:gd name="connsiteY4462" fmla="*/ 1784513 h 2053176"/>
              <a:gd name="connsiteX4463" fmla="*/ 3406196 w 12188965"/>
              <a:gd name="connsiteY4463" fmla="*/ 1758854 h 2053176"/>
              <a:gd name="connsiteX4464" fmla="*/ 3431855 w 12188965"/>
              <a:gd name="connsiteY4464" fmla="*/ 1733195 h 2053176"/>
              <a:gd name="connsiteX4465" fmla="*/ 3367649 w 12188965"/>
              <a:gd name="connsiteY4465" fmla="*/ 1733195 h 2053176"/>
              <a:gd name="connsiteX4466" fmla="*/ 3393308 w 12188965"/>
              <a:gd name="connsiteY4466" fmla="*/ 1758854 h 2053176"/>
              <a:gd name="connsiteX4467" fmla="*/ 3367649 w 12188965"/>
              <a:gd name="connsiteY4467" fmla="*/ 1784513 h 2053176"/>
              <a:gd name="connsiteX4468" fmla="*/ 3341990 w 12188965"/>
              <a:gd name="connsiteY4468" fmla="*/ 1758854 h 2053176"/>
              <a:gd name="connsiteX4469" fmla="*/ 3367649 w 12188965"/>
              <a:gd name="connsiteY4469" fmla="*/ 1733195 h 2053176"/>
              <a:gd name="connsiteX4470" fmla="*/ 3303444 w 12188965"/>
              <a:gd name="connsiteY4470" fmla="*/ 1733195 h 2053176"/>
              <a:gd name="connsiteX4471" fmla="*/ 3329102 w 12188965"/>
              <a:gd name="connsiteY4471" fmla="*/ 1758854 h 2053176"/>
              <a:gd name="connsiteX4472" fmla="*/ 3303444 w 12188965"/>
              <a:gd name="connsiteY4472" fmla="*/ 1784513 h 2053176"/>
              <a:gd name="connsiteX4473" fmla="*/ 3277785 w 12188965"/>
              <a:gd name="connsiteY4473" fmla="*/ 1758854 h 2053176"/>
              <a:gd name="connsiteX4474" fmla="*/ 3303444 w 12188965"/>
              <a:gd name="connsiteY4474" fmla="*/ 1733195 h 2053176"/>
              <a:gd name="connsiteX4475" fmla="*/ 3239238 w 12188965"/>
              <a:gd name="connsiteY4475" fmla="*/ 1733195 h 2053176"/>
              <a:gd name="connsiteX4476" fmla="*/ 3264898 w 12188965"/>
              <a:gd name="connsiteY4476" fmla="*/ 1758854 h 2053176"/>
              <a:gd name="connsiteX4477" fmla="*/ 3239238 w 12188965"/>
              <a:gd name="connsiteY4477" fmla="*/ 1784513 h 2053176"/>
              <a:gd name="connsiteX4478" fmla="*/ 3213580 w 12188965"/>
              <a:gd name="connsiteY4478" fmla="*/ 1758854 h 2053176"/>
              <a:gd name="connsiteX4479" fmla="*/ 3239238 w 12188965"/>
              <a:gd name="connsiteY4479" fmla="*/ 1733195 h 2053176"/>
              <a:gd name="connsiteX4480" fmla="*/ 3110828 w 12188965"/>
              <a:gd name="connsiteY4480" fmla="*/ 1733195 h 2053176"/>
              <a:gd name="connsiteX4481" fmla="*/ 3136487 w 12188965"/>
              <a:gd name="connsiteY4481" fmla="*/ 1758854 h 2053176"/>
              <a:gd name="connsiteX4482" fmla="*/ 3110828 w 12188965"/>
              <a:gd name="connsiteY4482" fmla="*/ 1784513 h 2053176"/>
              <a:gd name="connsiteX4483" fmla="*/ 3085170 w 12188965"/>
              <a:gd name="connsiteY4483" fmla="*/ 1758854 h 2053176"/>
              <a:gd name="connsiteX4484" fmla="*/ 3110828 w 12188965"/>
              <a:gd name="connsiteY4484" fmla="*/ 1733195 h 2053176"/>
              <a:gd name="connsiteX4485" fmla="*/ 3046623 w 12188965"/>
              <a:gd name="connsiteY4485" fmla="*/ 1733195 h 2053176"/>
              <a:gd name="connsiteX4486" fmla="*/ 3072282 w 12188965"/>
              <a:gd name="connsiteY4486" fmla="*/ 1758854 h 2053176"/>
              <a:gd name="connsiteX4487" fmla="*/ 3046623 w 12188965"/>
              <a:gd name="connsiteY4487" fmla="*/ 1784513 h 2053176"/>
              <a:gd name="connsiteX4488" fmla="*/ 3020964 w 12188965"/>
              <a:gd name="connsiteY4488" fmla="*/ 1758854 h 2053176"/>
              <a:gd name="connsiteX4489" fmla="*/ 3046623 w 12188965"/>
              <a:gd name="connsiteY4489" fmla="*/ 1733195 h 2053176"/>
              <a:gd name="connsiteX4490" fmla="*/ 2982301 w 12188965"/>
              <a:gd name="connsiteY4490" fmla="*/ 1733195 h 2053176"/>
              <a:gd name="connsiteX4491" fmla="*/ 3007960 w 12188965"/>
              <a:gd name="connsiteY4491" fmla="*/ 1758854 h 2053176"/>
              <a:gd name="connsiteX4492" fmla="*/ 2982301 w 12188965"/>
              <a:gd name="connsiteY4492" fmla="*/ 1784513 h 2053176"/>
              <a:gd name="connsiteX4493" fmla="*/ 2956642 w 12188965"/>
              <a:gd name="connsiteY4493" fmla="*/ 1758854 h 2053176"/>
              <a:gd name="connsiteX4494" fmla="*/ 2982301 w 12188965"/>
              <a:gd name="connsiteY4494" fmla="*/ 1733195 h 2053176"/>
              <a:gd name="connsiteX4495" fmla="*/ 2918096 w 12188965"/>
              <a:gd name="connsiteY4495" fmla="*/ 1733195 h 2053176"/>
              <a:gd name="connsiteX4496" fmla="*/ 2943755 w 12188965"/>
              <a:gd name="connsiteY4496" fmla="*/ 1758854 h 2053176"/>
              <a:gd name="connsiteX4497" fmla="*/ 2918096 w 12188965"/>
              <a:gd name="connsiteY4497" fmla="*/ 1784513 h 2053176"/>
              <a:gd name="connsiteX4498" fmla="*/ 2892438 w 12188965"/>
              <a:gd name="connsiteY4498" fmla="*/ 1758854 h 2053176"/>
              <a:gd name="connsiteX4499" fmla="*/ 2918096 w 12188965"/>
              <a:gd name="connsiteY4499" fmla="*/ 1733195 h 2053176"/>
              <a:gd name="connsiteX4500" fmla="*/ 2853890 w 12188965"/>
              <a:gd name="connsiteY4500" fmla="*/ 1733195 h 2053176"/>
              <a:gd name="connsiteX4501" fmla="*/ 2879550 w 12188965"/>
              <a:gd name="connsiteY4501" fmla="*/ 1758854 h 2053176"/>
              <a:gd name="connsiteX4502" fmla="*/ 2853890 w 12188965"/>
              <a:gd name="connsiteY4502" fmla="*/ 1784513 h 2053176"/>
              <a:gd name="connsiteX4503" fmla="*/ 2828231 w 12188965"/>
              <a:gd name="connsiteY4503" fmla="*/ 1758854 h 2053176"/>
              <a:gd name="connsiteX4504" fmla="*/ 2853890 w 12188965"/>
              <a:gd name="connsiteY4504" fmla="*/ 1733195 h 2053176"/>
              <a:gd name="connsiteX4505" fmla="*/ 2789686 w 12188965"/>
              <a:gd name="connsiteY4505" fmla="*/ 1733195 h 2053176"/>
              <a:gd name="connsiteX4506" fmla="*/ 2815344 w 12188965"/>
              <a:gd name="connsiteY4506" fmla="*/ 1758854 h 2053176"/>
              <a:gd name="connsiteX4507" fmla="*/ 2789686 w 12188965"/>
              <a:gd name="connsiteY4507" fmla="*/ 1784513 h 2053176"/>
              <a:gd name="connsiteX4508" fmla="*/ 2764027 w 12188965"/>
              <a:gd name="connsiteY4508" fmla="*/ 1758854 h 2053176"/>
              <a:gd name="connsiteX4509" fmla="*/ 2789686 w 12188965"/>
              <a:gd name="connsiteY4509" fmla="*/ 1733195 h 2053176"/>
              <a:gd name="connsiteX4510" fmla="*/ 2725480 w 12188965"/>
              <a:gd name="connsiteY4510" fmla="*/ 1733195 h 2053176"/>
              <a:gd name="connsiteX4511" fmla="*/ 2751140 w 12188965"/>
              <a:gd name="connsiteY4511" fmla="*/ 1758854 h 2053176"/>
              <a:gd name="connsiteX4512" fmla="*/ 2725480 w 12188965"/>
              <a:gd name="connsiteY4512" fmla="*/ 1784513 h 2053176"/>
              <a:gd name="connsiteX4513" fmla="*/ 2699821 w 12188965"/>
              <a:gd name="connsiteY4513" fmla="*/ 1758854 h 2053176"/>
              <a:gd name="connsiteX4514" fmla="*/ 2725480 w 12188965"/>
              <a:gd name="connsiteY4514" fmla="*/ 1733195 h 2053176"/>
              <a:gd name="connsiteX4515" fmla="*/ 2597069 w 12188965"/>
              <a:gd name="connsiteY4515" fmla="*/ 1733195 h 2053176"/>
              <a:gd name="connsiteX4516" fmla="*/ 2622729 w 12188965"/>
              <a:gd name="connsiteY4516" fmla="*/ 1758854 h 2053176"/>
              <a:gd name="connsiteX4517" fmla="*/ 2597069 w 12188965"/>
              <a:gd name="connsiteY4517" fmla="*/ 1784513 h 2053176"/>
              <a:gd name="connsiteX4518" fmla="*/ 2571410 w 12188965"/>
              <a:gd name="connsiteY4518" fmla="*/ 1758854 h 2053176"/>
              <a:gd name="connsiteX4519" fmla="*/ 2597069 w 12188965"/>
              <a:gd name="connsiteY4519" fmla="*/ 1733195 h 2053176"/>
              <a:gd name="connsiteX4520" fmla="*/ 2532865 w 12188965"/>
              <a:gd name="connsiteY4520" fmla="*/ 1733195 h 2053176"/>
              <a:gd name="connsiteX4521" fmla="*/ 2558523 w 12188965"/>
              <a:gd name="connsiteY4521" fmla="*/ 1758854 h 2053176"/>
              <a:gd name="connsiteX4522" fmla="*/ 2532865 w 12188965"/>
              <a:gd name="connsiteY4522" fmla="*/ 1784513 h 2053176"/>
              <a:gd name="connsiteX4523" fmla="*/ 2507205 w 12188965"/>
              <a:gd name="connsiteY4523" fmla="*/ 1758854 h 2053176"/>
              <a:gd name="connsiteX4524" fmla="*/ 2532865 w 12188965"/>
              <a:gd name="connsiteY4524" fmla="*/ 1733195 h 2053176"/>
              <a:gd name="connsiteX4525" fmla="*/ 2468658 w 12188965"/>
              <a:gd name="connsiteY4525" fmla="*/ 1733195 h 2053176"/>
              <a:gd name="connsiteX4526" fmla="*/ 2494318 w 12188965"/>
              <a:gd name="connsiteY4526" fmla="*/ 1758854 h 2053176"/>
              <a:gd name="connsiteX4527" fmla="*/ 2468658 w 12188965"/>
              <a:gd name="connsiteY4527" fmla="*/ 1784513 h 2053176"/>
              <a:gd name="connsiteX4528" fmla="*/ 2443000 w 12188965"/>
              <a:gd name="connsiteY4528" fmla="*/ 1758854 h 2053176"/>
              <a:gd name="connsiteX4529" fmla="*/ 2468658 w 12188965"/>
              <a:gd name="connsiteY4529" fmla="*/ 1733195 h 2053176"/>
              <a:gd name="connsiteX4530" fmla="*/ 2404454 w 12188965"/>
              <a:gd name="connsiteY4530" fmla="*/ 1733195 h 2053176"/>
              <a:gd name="connsiteX4531" fmla="*/ 2430112 w 12188965"/>
              <a:gd name="connsiteY4531" fmla="*/ 1758854 h 2053176"/>
              <a:gd name="connsiteX4532" fmla="*/ 2404454 w 12188965"/>
              <a:gd name="connsiteY4532" fmla="*/ 1784513 h 2053176"/>
              <a:gd name="connsiteX4533" fmla="*/ 2378795 w 12188965"/>
              <a:gd name="connsiteY4533" fmla="*/ 1758854 h 2053176"/>
              <a:gd name="connsiteX4534" fmla="*/ 2404454 w 12188965"/>
              <a:gd name="connsiteY4534" fmla="*/ 1733195 h 2053176"/>
              <a:gd name="connsiteX4535" fmla="*/ 2340249 w 12188965"/>
              <a:gd name="connsiteY4535" fmla="*/ 1733195 h 2053176"/>
              <a:gd name="connsiteX4536" fmla="*/ 2365908 w 12188965"/>
              <a:gd name="connsiteY4536" fmla="*/ 1758854 h 2053176"/>
              <a:gd name="connsiteX4537" fmla="*/ 2340249 w 12188965"/>
              <a:gd name="connsiteY4537" fmla="*/ 1784513 h 2053176"/>
              <a:gd name="connsiteX4538" fmla="*/ 2314590 w 12188965"/>
              <a:gd name="connsiteY4538" fmla="*/ 1758854 h 2053176"/>
              <a:gd name="connsiteX4539" fmla="*/ 2340249 w 12188965"/>
              <a:gd name="connsiteY4539" fmla="*/ 1733195 h 2053176"/>
              <a:gd name="connsiteX4540" fmla="*/ 2276044 w 12188965"/>
              <a:gd name="connsiteY4540" fmla="*/ 1733195 h 2053176"/>
              <a:gd name="connsiteX4541" fmla="*/ 2301702 w 12188965"/>
              <a:gd name="connsiteY4541" fmla="*/ 1758854 h 2053176"/>
              <a:gd name="connsiteX4542" fmla="*/ 2276044 w 12188965"/>
              <a:gd name="connsiteY4542" fmla="*/ 1784513 h 2053176"/>
              <a:gd name="connsiteX4543" fmla="*/ 2250385 w 12188965"/>
              <a:gd name="connsiteY4543" fmla="*/ 1758854 h 2053176"/>
              <a:gd name="connsiteX4544" fmla="*/ 2276044 w 12188965"/>
              <a:gd name="connsiteY4544" fmla="*/ 1733195 h 2053176"/>
              <a:gd name="connsiteX4545" fmla="*/ 2211838 w 12188965"/>
              <a:gd name="connsiteY4545" fmla="*/ 1733195 h 2053176"/>
              <a:gd name="connsiteX4546" fmla="*/ 2237497 w 12188965"/>
              <a:gd name="connsiteY4546" fmla="*/ 1758854 h 2053176"/>
              <a:gd name="connsiteX4547" fmla="*/ 2211838 w 12188965"/>
              <a:gd name="connsiteY4547" fmla="*/ 1784513 h 2053176"/>
              <a:gd name="connsiteX4548" fmla="*/ 2186178 w 12188965"/>
              <a:gd name="connsiteY4548" fmla="*/ 1758854 h 2053176"/>
              <a:gd name="connsiteX4549" fmla="*/ 2211838 w 12188965"/>
              <a:gd name="connsiteY4549" fmla="*/ 1733195 h 2053176"/>
              <a:gd name="connsiteX4550" fmla="*/ 2147633 w 12188965"/>
              <a:gd name="connsiteY4550" fmla="*/ 1733195 h 2053176"/>
              <a:gd name="connsiteX4551" fmla="*/ 2173293 w 12188965"/>
              <a:gd name="connsiteY4551" fmla="*/ 1758854 h 2053176"/>
              <a:gd name="connsiteX4552" fmla="*/ 2147633 w 12188965"/>
              <a:gd name="connsiteY4552" fmla="*/ 1784513 h 2053176"/>
              <a:gd name="connsiteX4553" fmla="*/ 2121975 w 12188965"/>
              <a:gd name="connsiteY4553" fmla="*/ 1758854 h 2053176"/>
              <a:gd name="connsiteX4554" fmla="*/ 2147633 w 12188965"/>
              <a:gd name="connsiteY4554" fmla="*/ 1733195 h 2053176"/>
              <a:gd name="connsiteX4555" fmla="*/ 2083427 w 12188965"/>
              <a:gd name="connsiteY4555" fmla="*/ 1733195 h 2053176"/>
              <a:gd name="connsiteX4556" fmla="*/ 2109087 w 12188965"/>
              <a:gd name="connsiteY4556" fmla="*/ 1758854 h 2053176"/>
              <a:gd name="connsiteX4557" fmla="*/ 2083427 w 12188965"/>
              <a:gd name="connsiteY4557" fmla="*/ 1784513 h 2053176"/>
              <a:gd name="connsiteX4558" fmla="*/ 2057768 w 12188965"/>
              <a:gd name="connsiteY4558" fmla="*/ 1758854 h 2053176"/>
              <a:gd name="connsiteX4559" fmla="*/ 2083427 w 12188965"/>
              <a:gd name="connsiteY4559" fmla="*/ 1733195 h 2053176"/>
              <a:gd name="connsiteX4560" fmla="*/ 2019222 w 12188965"/>
              <a:gd name="connsiteY4560" fmla="*/ 1733195 h 2053176"/>
              <a:gd name="connsiteX4561" fmla="*/ 2044880 w 12188965"/>
              <a:gd name="connsiteY4561" fmla="*/ 1758854 h 2053176"/>
              <a:gd name="connsiteX4562" fmla="*/ 2019222 w 12188965"/>
              <a:gd name="connsiteY4562" fmla="*/ 1784513 h 2053176"/>
              <a:gd name="connsiteX4563" fmla="*/ 1993563 w 12188965"/>
              <a:gd name="connsiteY4563" fmla="*/ 1758854 h 2053176"/>
              <a:gd name="connsiteX4564" fmla="*/ 2019222 w 12188965"/>
              <a:gd name="connsiteY4564" fmla="*/ 1733195 h 2053176"/>
              <a:gd name="connsiteX4565" fmla="*/ 1955016 w 12188965"/>
              <a:gd name="connsiteY4565" fmla="*/ 1733195 h 2053176"/>
              <a:gd name="connsiteX4566" fmla="*/ 1980676 w 12188965"/>
              <a:gd name="connsiteY4566" fmla="*/ 1758854 h 2053176"/>
              <a:gd name="connsiteX4567" fmla="*/ 1955016 w 12188965"/>
              <a:gd name="connsiteY4567" fmla="*/ 1784513 h 2053176"/>
              <a:gd name="connsiteX4568" fmla="*/ 1929358 w 12188965"/>
              <a:gd name="connsiteY4568" fmla="*/ 1758854 h 2053176"/>
              <a:gd name="connsiteX4569" fmla="*/ 1955016 w 12188965"/>
              <a:gd name="connsiteY4569" fmla="*/ 1733195 h 2053176"/>
              <a:gd name="connsiteX4570" fmla="*/ 1890696 w 12188965"/>
              <a:gd name="connsiteY4570" fmla="*/ 1733195 h 2053176"/>
              <a:gd name="connsiteX4571" fmla="*/ 1916355 w 12188965"/>
              <a:gd name="connsiteY4571" fmla="*/ 1758854 h 2053176"/>
              <a:gd name="connsiteX4572" fmla="*/ 1890696 w 12188965"/>
              <a:gd name="connsiteY4572" fmla="*/ 1784513 h 2053176"/>
              <a:gd name="connsiteX4573" fmla="*/ 1865037 w 12188965"/>
              <a:gd name="connsiteY4573" fmla="*/ 1758854 h 2053176"/>
              <a:gd name="connsiteX4574" fmla="*/ 1890696 w 12188965"/>
              <a:gd name="connsiteY4574" fmla="*/ 1733195 h 2053176"/>
              <a:gd name="connsiteX4575" fmla="*/ 1826490 w 12188965"/>
              <a:gd name="connsiteY4575" fmla="*/ 1733195 h 2053176"/>
              <a:gd name="connsiteX4576" fmla="*/ 1852149 w 12188965"/>
              <a:gd name="connsiteY4576" fmla="*/ 1758854 h 2053176"/>
              <a:gd name="connsiteX4577" fmla="*/ 1826490 w 12188965"/>
              <a:gd name="connsiteY4577" fmla="*/ 1784513 h 2053176"/>
              <a:gd name="connsiteX4578" fmla="*/ 1800830 w 12188965"/>
              <a:gd name="connsiteY4578" fmla="*/ 1758854 h 2053176"/>
              <a:gd name="connsiteX4579" fmla="*/ 1826490 w 12188965"/>
              <a:gd name="connsiteY4579" fmla="*/ 1733195 h 2053176"/>
              <a:gd name="connsiteX4580" fmla="*/ 1762285 w 12188965"/>
              <a:gd name="connsiteY4580" fmla="*/ 1733195 h 2053176"/>
              <a:gd name="connsiteX4581" fmla="*/ 1787944 w 12188965"/>
              <a:gd name="connsiteY4581" fmla="*/ 1758854 h 2053176"/>
              <a:gd name="connsiteX4582" fmla="*/ 1762285 w 12188965"/>
              <a:gd name="connsiteY4582" fmla="*/ 1784513 h 2053176"/>
              <a:gd name="connsiteX4583" fmla="*/ 1736626 w 12188965"/>
              <a:gd name="connsiteY4583" fmla="*/ 1758854 h 2053176"/>
              <a:gd name="connsiteX4584" fmla="*/ 1762285 w 12188965"/>
              <a:gd name="connsiteY4584" fmla="*/ 1733195 h 2053176"/>
              <a:gd name="connsiteX4585" fmla="*/ 1698080 w 12188965"/>
              <a:gd name="connsiteY4585" fmla="*/ 1733195 h 2053176"/>
              <a:gd name="connsiteX4586" fmla="*/ 1723738 w 12188965"/>
              <a:gd name="connsiteY4586" fmla="*/ 1758854 h 2053176"/>
              <a:gd name="connsiteX4587" fmla="*/ 1698080 w 12188965"/>
              <a:gd name="connsiteY4587" fmla="*/ 1784513 h 2053176"/>
              <a:gd name="connsiteX4588" fmla="*/ 1672420 w 12188965"/>
              <a:gd name="connsiteY4588" fmla="*/ 1758854 h 2053176"/>
              <a:gd name="connsiteX4589" fmla="*/ 1698080 w 12188965"/>
              <a:gd name="connsiteY4589" fmla="*/ 1733195 h 2053176"/>
              <a:gd name="connsiteX4590" fmla="*/ 1633874 w 12188965"/>
              <a:gd name="connsiteY4590" fmla="*/ 1733195 h 2053176"/>
              <a:gd name="connsiteX4591" fmla="*/ 1659533 w 12188965"/>
              <a:gd name="connsiteY4591" fmla="*/ 1758854 h 2053176"/>
              <a:gd name="connsiteX4592" fmla="*/ 1633874 w 12188965"/>
              <a:gd name="connsiteY4592" fmla="*/ 1784513 h 2053176"/>
              <a:gd name="connsiteX4593" fmla="*/ 1608216 w 12188965"/>
              <a:gd name="connsiteY4593" fmla="*/ 1758854 h 2053176"/>
              <a:gd name="connsiteX4594" fmla="*/ 1633874 w 12188965"/>
              <a:gd name="connsiteY4594" fmla="*/ 1733195 h 2053176"/>
              <a:gd name="connsiteX4595" fmla="*/ 1569669 w 12188965"/>
              <a:gd name="connsiteY4595" fmla="*/ 1733195 h 2053176"/>
              <a:gd name="connsiteX4596" fmla="*/ 1595328 w 12188965"/>
              <a:gd name="connsiteY4596" fmla="*/ 1758854 h 2053176"/>
              <a:gd name="connsiteX4597" fmla="*/ 1569669 w 12188965"/>
              <a:gd name="connsiteY4597" fmla="*/ 1784513 h 2053176"/>
              <a:gd name="connsiteX4598" fmla="*/ 1544010 w 12188965"/>
              <a:gd name="connsiteY4598" fmla="*/ 1758854 h 2053176"/>
              <a:gd name="connsiteX4599" fmla="*/ 1569669 w 12188965"/>
              <a:gd name="connsiteY4599" fmla="*/ 1733195 h 2053176"/>
              <a:gd name="connsiteX4600" fmla="*/ 1505464 w 12188965"/>
              <a:gd name="connsiteY4600" fmla="*/ 1733195 h 2053176"/>
              <a:gd name="connsiteX4601" fmla="*/ 1531123 w 12188965"/>
              <a:gd name="connsiteY4601" fmla="*/ 1758854 h 2053176"/>
              <a:gd name="connsiteX4602" fmla="*/ 1505464 w 12188965"/>
              <a:gd name="connsiteY4602" fmla="*/ 1784513 h 2053176"/>
              <a:gd name="connsiteX4603" fmla="*/ 1479806 w 12188965"/>
              <a:gd name="connsiteY4603" fmla="*/ 1758854 h 2053176"/>
              <a:gd name="connsiteX4604" fmla="*/ 1505464 w 12188965"/>
              <a:gd name="connsiteY4604" fmla="*/ 1733195 h 2053176"/>
              <a:gd name="connsiteX4605" fmla="*/ 1441258 w 12188965"/>
              <a:gd name="connsiteY4605" fmla="*/ 1733195 h 2053176"/>
              <a:gd name="connsiteX4606" fmla="*/ 1466917 w 12188965"/>
              <a:gd name="connsiteY4606" fmla="*/ 1758854 h 2053176"/>
              <a:gd name="connsiteX4607" fmla="*/ 1441258 w 12188965"/>
              <a:gd name="connsiteY4607" fmla="*/ 1784513 h 2053176"/>
              <a:gd name="connsiteX4608" fmla="*/ 1415599 w 12188965"/>
              <a:gd name="connsiteY4608" fmla="*/ 1758854 h 2053176"/>
              <a:gd name="connsiteX4609" fmla="*/ 1441258 w 12188965"/>
              <a:gd name="connsiteY4609" fmla="*/ 1733195 h 2053176"/>
              <a:gd name="connsiteX4610" fmla="*/ 1377053 w 12188965"/>
              <a:gd name="connsiteY4610" fmla="*/ 1733195 h 2053176"/>
              <a:gd name="connsiteX4611" fmla="*/ 1402712 w 12188965"/>
              <a:gd name="connsiteY4611" fmla="*/ 1758854 h 2053176"/>
              <a:gd name="connsiteX4612" fmla="*/ 1377053 w 12188965"/>
              <a:gd name="connsiteY4612" fmla="*/ 1784513 h 2053176"/>
              <a:gd name="connsiteX4613" fmla="*/ 1351395 w 12188965"/>
              <a:gd name="connsiteY4613" fmla="*/ 1758854 h 2053176"/>
              <a:gd name="connsiteX4614" fmla="*/ 1377053 w 12188965"/>
              <a:gd name="connsiteY4614" fmla="*/ 1733195 h 2053176"/>
              <a:gd name="connsiteX4615" fmla="*/ 1248643 w 12188965"/>
              <a:gd name="connsiteY4615" fmla="*/ 1733195 h 2053176"/>
              <a:gd name="connsiteX4616" fmla="*/ 1274302 w 12188965"/>
              <a:gd name="connsiteY4616" fmla="*/ 1758854 h 2053176"/>
              <a:gd name="connsiteX4617" fmla="*/ 1248643 w 12188965"/>
              <a:gd name="connsiteY4617" fmla="*/ 1784513 h 2053176"/>
              <a:gd name="connsiteX4618" fmla="*/ 1222984 w 12188965"/>
              <a:gd name="connsiteY4618" fmla="*/ 1758854 h 2053176"/>
              <a:gd name="connsiteX4619" fmla="*/ 1248643 w 12188965"/>
              <a:gd name="connsiteY4619" fmla="*/ 1733195 h 2053176"/>
              <a:gd name="connsiteX4620" fmla="*/ 1184437 w 12188965"/>
              <a:gd name="connsiteY4620" fmla="*/ 1733195 h 2053176"/>
              <a:gd name="connsiteX4621" fmla="*/ 1210096 w 12188965"/>
              <a:gd name="connsiteY4621" fmla="*/ 1758854 h 2053176"/>
              <a:gd name="connsiteX4622" fmla="*/ 1184437 w 12188965"/>
              <a:gd name="connsiteY4622" fmla="*/ 1784513 h 2053176"/>
              <a:gd name="connsiteX4623" fmla="*/ 1158780 w 12188965"/>
              <a:gd name="connsiteY4623" fmla="*/ 1758854 h 2053176"/>
              <a:gd name="connsiteX4624" fmla="*/ 1184437 w 12188965"/>
              <a:gd name="connsiteY4624" fmla="*/ 1733195 h 2053176"/>
              <a:gd name="connsiteX4625" fmla="*/ 1120233 w 12188965"/>
              <a:gd name="connsiteY4625" fmla="*/ 1733195 h 2053176"/>
              <a:gd name="connsiteX4626" fmla="*/ 1145892 w 12188965"/>
              <a:gd name="connsiteY4626" fmla="*/ 1758854 h 2053176"/>
              <a:gd name="connsiteX4627" fmla="*/ 1120233 w 12188965"/>
              <a:gd name="connsiteY4627" fmla="*/ 1784513 h 2053176"/>
              <a:gd name="connsiteX4628" fmla="*/ 1094573 w 12188965"/>
              <a:gd name="connsiteY4628" fmla="*/ 1758854 h 2053176"/>
              <a:gd name="connsiteX4629" fmla="*/ 1120233 w 12188965"/>
              <a:gd name="connsiteY4629" fmla="*/ 1733195 h 2053176"/>
              <a:gd name="connsiteX4630" fmla="*/ 1056027 w 12188965"/>
              <a:gd name="connsiteY4630" fmla="*/ 1733195 h 2053176"/>
              <a:gd name="connsiteX4631" fmla="*/ 1081685 w 12188965"/>
              <a:gd name="connsiteY4631" fmla="*/ 1758854 h 2053176"/>
              <a:gd name="connsiteX4632" fmla="*/ 1056027 w 12188965"/>
              <a:gd name="connsiteY4632" fmla="*/ 1784513 h 2053176"/>
              <a:gd name="connsiteX4633" fmla="*/ 1030369 w 12188965"/>
              <a:gd name="connsiteY4633" fmla="*/ 1758854 h 2053176"/>
              <a:gd name="connsiteX4634" fmla="*/ 1056027 w 12188965"/>
              <a:gd name="connsiteY4634" fmla="*/ 1733195 h 2053176"/>
              <a:gd name="connsiteX4635" fmla="*/ 991823 w 12188965"/>
              <a:gd name="connsiteY4635" fmla="*/ 1733195 h 2053176"/>
              <a:gd name="connsiteX4636" fmla="*/ 1017481 w 12188965"/>
              <a:gd name="connsiteY4636" fmla="*/ 1758854 h 2053176"/>
              <a:gd name="connsiteX4637" fmla="*/ 991823 w 12188965"/>
              <a:gd name="connsiteY4637" fmla="*/ 1784513 h 2053176"/>
              <a:gd name="connsiteX4638" fmla="*/ 966162 w 12188965"/>
              <a:gd name="connsiteY4638" fmla="*/ 1758854 h 2053176"/>
              <a:gd name="connsiteX4639" fmla="*/ 991823 w 12188965"/>
              <a:gd name="connsiteY4639" fmla="*/ 1733195 h 2053176"/>
              <a:gd name="connsiteX4640" fmla="*/ 927616 w 12188965"/>
              <a:gd name="connsiteY4640" fmla="*/ 1733195 h 2053176"/>
              <a:gd name="connsiteX4641" fmla="*/ 953275 w 12188965"/>
              <a:gd name="connsiteY4641" fmla="*/ 1758854 h 2053176"/>
              <a:gd name="connsiteX4642" fmla="*/ 927616 w 12188965"/>
              <a:gd name="connsiteY4642" fmla="*/ 1784513 h 2053176"/>
              <a:gd name="connsiteX4643" fmla="*/ 901957 w 12188965"/>
              <a:gd name="connsiteY4643" fmla="*/ 1758854 h 2053176"/>
              <a:gd name="connsiteX4644" fmla="*/ 927616 w 12188965"/>
              <a:gd name="connsiteY4644" fmla="*/ 1733195 h 2053176"/>
              <a:gd name="connsiteX4645" fmla="*/ 863411 w 12188965"/>
              <a:gd name="connsiteY4645" fmla="*/ 1733195 h 2053176"/>
              <a:gd name="connsiteX4646" fmla="*/ 889071 w 12188965"/>
              <a:gd name="connsiteY4646" fmla="*/ 1758854 h 2053176"/>
              <a:gd name="connsiteX4647" fmla="*/ 863411 w 12188965"/>
              <a:gd name="connsiteY4647" fmla="*/ 1784513 h 2053176"/>
              <a:gd name="connsiteX4648" fmla="*/ 837752 w 12188965"/>
              <a:gd name="connsiteY4648" fmla="*/ 1758854 h 2053176"/>
              <a:gd name="connsiteX4649" fmla="*/ 863411 w 12188965"/>
              <a:gd name="connsiteY4649" fmla="*/ 1733195 h 2053176"/>
              <a:gd name="connsiteX4650" fmla="*/ 799089 w 12188965"/>
              <a:gd name="connsiteY4650" fmla="*/ 1733195 h 2053176"/>
              <a:gd name="connsiteX4651" fmla="*/ 824748 w 12188965"/>
              <a:gd name="connsiteY4651" fmla="*/ 1758854 h 2053176"/>
              <a:gd name="connsiteX4652" fmla="*/ 799089 w 12188965"/>
              <a:gd name="connsiteY4652" fmla="*/ 1784513 h 2053176"/>
              <a:gd name="connsiteX4653" fmla="*/ 773432 w 12188965"/>
              <a:gd name="connsiteY4653" fmla="*/ 1758854 h 2053176"/>
              <a:gd name="connsiteX4654" fmla="*/ 799089 w 12188965"/>
              <a:gd name="connsiteY4654" fmla="*/ 1733195 h 2053176"/>
              <a:gd name="connsiteX4655" fmla="*/ 734885 w 12188965"/>
              <a:gd name="connsiteY4655" fmla="*/ 1733195 h 2053176"/>
              <a:gd name="connsiteX4656" fmla="*/ 760544 w 12188965"/>
              <a:gd name="connsiteY4656" fmla="*/ 1758854 h 2053176"/>
              <a:gd name="connsiteX4657" fmla="*/ 734885 w 12188965"/>
              <a:gd name="connsiteY4657" fmla="*/ 1784513 h 2053176"/>
              <a:gd name="connsiteX4658" fmla="*/ 709225 w 12188965"/>
              <a:gd name="connsiteY4658" fmla="*/ 1758854 h 2053176"/>
              <a:gd name="connsiteX4659" fmla="*/ 734885 w 12188965"/>
              <a:gd name="connsiteY4659" fmla="*/ 1733195 h 2053176"/>
              <a:gd name="connsiteX4660" fmla="*/ 670679 w 12188965"/>
              <a:gd name="connsiteY4660" fmla="*/ 1733195 h 2053176"/>
              <a:gd name="connsiteX4661" fmla="*/ 696338 w 12188965"/>
              <a:gd name="connsiteY4661" fmla="*/ 1758854 h 2053176"/>
              <a:gd name="connsiteX4662" fmla="*/ 670679 w 12188965"/>
              <a:gd name="connsiteY4662" fmla="*/ 1784513 h 2053176"/>
              <a:gd name="connsiteX4663" fmla="*/ 645020 w 12188965"/>
              <a:gd name="connsiteY4663" fmla="*/ 1758854 h 2053176"/>
              <a:gd name="connsiteX4664" fmla="*/ 670679 w 12188965"/>
              <a:gd name="connsiteY4664" fmla="*/ 1733195 h 2053176"/>
              <a:gd name="connsiteX4665" fmla="*/ 606475 w 12188965"/>
              <a:gd name="connsiteY4665" fmla="*/ 1733195 h 2053176"/>
              <a:gd name="connsiteX4666" fmla="*/ 632134 w 12188965"/>
              <a:gd name="connsiteY4666" fmla="*/ 1758854 h 2053176"/>
              <a:gd name="connsiteX4667" fmla="*/ 606475 w 12188965"/>
              <a:gd name="connsiteY4667" fmla="*/ 1784513 h 2053176"/>
              <a:gd name="connsiteX4668" fmla="*/ 580815 w 12188965"/>
              <a:gd name="connsiteY4668" fmla="*/ 1758854 h 2053176"/>
              <a:gd name="connsiteX4669" fmla="*/ 606475 w 12188965"/>
              <a:gd name="connsiteY4669" fmla="*/ 1733195 h 2053176"/>
              <a:gd name="connsiteX4670" fmla="*/ 542268 w 12188965"/>
              <a:gd name="connsiteY4670" fmla="*/ 1733195 h 2053176"/>
              <a:gd name="connsiteX4671" fmla="*/ 567927 w 12188965"/>
              <a:gd name="connsiteY4671" fmla="*/ 1758854 h 2053176"/>
              <a:gd name="connsiteX4672" fmla="*/ 542268 w 12188965"/>
              <a:gd name="connsiteY4672" fmla="*/ 1784513 h 2053176"/>
              <a:gd name="connsiteX4673" fmla="*/ 516610 w 12188965"/>
              <a:gd name="connsiteY4673" fmla="*/ 1758854 h 2053176"/>
              <a:gd name="connsiteX4674" fmla="*/ 542268 w 12188965"/>
              <a:gd name="connsiteY4674" fmla="*/ 1733195 h 2053176"/>
              <a:gd name="connsiteX4675" fmla="*/ 478063 w 12188965"/>
              <a:gd name="connsiteY4675" fmla="*/ 1733195 h 2053176"/>
              <a:gd name="connsiteX4676" fmla="*/ 503724 w 12188965"/>
              <a:gd name="connsiteY4676" fmla="*/ 1758854 h 2053176"/>
              <a:gd name="connsiteX4677" fmla="*/ 478063 w 12188965"/>
              <a:gd name="connsiteY4677" fmla="*/ 1784513 h 2053176"/>
              <a:gd name="connsiteX4678" fmla="*/ 452404 w 12188965"/>
              <a:gd name="connsiteY4678" fmla="*/ 1758854 h 2053176"/>
              <a:gd name="connsiteX4679" fmla="*/ 478063 w 12188965"/>
              <a:gd name="connsiteY4679" fmla="*/ 1733195 h 2053176"/>
              <a:gd name="connsiteX4680" fmla="*/ 413858 w 12188965"/>
              <a:gd name="connsiteY4680" fmla="*/ 1733195 h 2053176"/>
              <a:gd name="connsiteX4681" fmla="*/ 439517 w 12188965"/>
              <a:gd name="connsiteY4681" fmla="*/ 1758854 h 2053176"/>
              <a:gd name="connsiteX4682" fmla="*/ 413858 w 12188965"/>
              <a:gd name="connsiteY4682" fmla="*/ 1784513 h 2053176"/>
              <a:gd name="connsiteX4683" fmla="*/ 388200 w 12188965"/>
              <a:gd name="connsiteY4683" fmla="*/ 1758854 h 2053176"/>
              <a:gd name="connsiteX4684" fmla="*/ 413858 w 12188965"/>
              <a:gd name="connsiteY4684" fmla="*/ 1733195 h 2053176"/>
              <a:gd name="connsiteX4685" fmla="*/ 346686 w 12188965"/>
              <a:gd name="connsiteY4685" fmla="*/ 1733195 h 2053176"/>
              <a:gd name="connsiteX4686" fmla="*/ 372344 w 12188965"/>
              <a:gd name="connsiteY4686" fmla="*/ 1758854 h 2053176"/>
              <a:gd name="connsiteX4687" fmla="*/ 346686 w 12188965"/>
              <a:gd name="connsiteY4687" fmla="*/ 1784513 h 2053176"/>
              <a:gd name="connsiteX4688" fmla="*/ 321027 w 12188965"/>
              <a:gd name="connsiteY4688" fmla="*/ 1758854 h 2053176"/>
              <a:gd name="connsiteX4689" fmla="*/ 346686 w 12188965"/>
              <a:gd name="connsiteY4689" fmla="*/ 1733195 h 2053176"/>
              <a:gd name="connsiteX4690" fmla="*/ 282480 w 12188965"/>
              <a:gd name="connsiteY4690" fmla="*/ 1733195 h 2053176"/>
              <a:gd name="connsiteX4691" fmla="*/ 308138 w 12188965"/>
              <a:gd name="connsiteY4691" fmla="*/ 1758854 h 2053176"/>
              <a:gd name="connsiteX4692" fmla="*/ 282480 w 12188965"/>
              <a:gd name="connsiteY4692" fmla="*/ 1784513 h 2053176"/>
              <a:gd name="connsiteX4693" fmla="*/ 256820 w 12188965"/>
              <a:gd name="connsiteY4693" fmla="*/ 1758854 h 2053176"/>
              <a:gd name="connsiteX4694" fmla="*/ 282480 w 12188965"/>
              <a:gd name="connsiteY4694" fmla="*/ 1733195 h 2053176"/>
              <a:gd name="connsiteX4695" fmla="*/ 218274 w 12188965"/>
              <a:gd name="connsiteY4695" fmla="*/ 1733195 h 2053176"/>
              <a:gd name="connsiteX4696" fmla="*/ 243932 w 12188965"/>
              <a:gd name="connsiteY4696" fmla="*/ 1758854 h 2053176"/>
              <a:gd name="connsiteX4697" fmla="*/ 218274 w 12188965"/>
              <a:gd name="connsiteY4697" fmla="*/ 1784513 h 2053176"/>
              <a:gd name="connsiteX4698" fmla="*/ 192615 w 12188965"/>
              <a:gd name="connsiteY4698" fmla="*/ 1758854 h 2053176"/>
              <a:gd name="connsiteX4699" fmla="*/ 218274 w 12188965"/>
              <a:gd name="connsiteY4699" fmla="*/ 1733195 h 2053176"/>
              <a:gd name="connsiteX4700" fmla="*/ 89864 w 12188965"/>
              <a:gd name="connsiteY4700" fmla="*/ 1733195 h 2053176"/>
              <a:gd name="connsiteX4701" fmla="*/ 115522 w 12188965"/>
              <a:gd name="connsiteY4701" fmla="*/ 1758854 h 2053176"/>
              <a:gd name="connsiteX4702" fmla="*/ 89864 w 12188965"/>
              <a:gd name="connsiteY4702" fmla="*/ 1784513 h 2053176"/>
              <a:gd name="connsiteX4703" fmla="*/ 64205 w 12188965"/>
              <a:gd name="connsiteY4703" fmla="*/ 1758854 h 2053176"/>
              <a:gd name="connsiteX4704" fmla="*/ 89864 w 12188965"/>
              <a:gd name="connsiteY4704" fmla="*/ 1733195 h 2053176"/>
              <a:gd name="connsiteX4705" fmla="*/ 25659 w 12188965"/>
              <a:gd name="connsiteY4705" fmla="*/ 1733195 h 2053176"/>
              <a:gd name="connsiteX4706" fmla="*/ 51317 w 12188965"/>
              <a:gd name="connsiteY4706" fmla="*/ 1758854 h 2053176"/>
              <a:gd name="connsiteX4707" fmla="*/ 25659 w 12188965"/>
              <a:gd name="connsiteY4707" fmla="*/ 1784513 h 2053176"/>
              <a:gd name="connsiteX4708" fmla="*/ 0 w 12188965"/>
              <a:gd name="connsiteY4708" fmla="*/ 1758854 h 2053176"/>
              <a:gd name="connsiteX4709" fmla="*/ 25659 w 12188965"/>
              <a:gd name="connsiteY4709" fmla="*/ 1733195 h 2053176"/>
              <a:gd name="connsiteX4710" fmla="*/ 11582491 w 12188965"/>
              <a:gd name="connsiteY4710" fmla="*/ 1678857 h 2053176"/>
              <a:gd name="connsiteX4711" fmla="*/ 11595379 w 12188965"/>
              <a:gd name="connsiteY4711" fmla="*/ 1691745 h 2053176"/>
              <a:gd name="connsiteX4712" fmla="*/ 11582491 w 12188965"/>
              <a:gd name="connsiteY4712" fmla="*/ 1704633 h 2053176"/>
              <a:gd name="connsiteX4713" fmla="*/ 11569605 w 12188965"/>
              <a:gd name="connsiteY4713" fmla="*/ 1691745 h 2053176"/>
              <a:gd name="connsiteX4714" fmla="*/ 11582491 w 12188965"/>
              <a:gd name="connsiteY4714" fmla="*/ 1678857 h 2053176"/>
              <a:gd name="connsiteX4715" fmla="*/ 11518287 w 12188965"/>
              <a:gd name="connsiteY4715" fmla="*/ 1678857 h 2053176"/>
              <a:gd name="connsiteX4716" fmla="*/ 11531175 w 12188965"/>
              <a:gd name="connsiteY4716" fmla="*/ 1691745 h 2053176"/>
              <a:gd name="connsiteX4717" fmla="*/ 11518287 w 12188965"/>
              <a:gd name="connsiteY4717" fmla="*/ 1704633 h 2053176"/>
              <a:gd name="connsiteX4718" fmla="*/ 11505399 w 12188965"/>
              <a:gd name="connsiteY4718" fmla="*/ 1691745 h 2053176"/>
              <a:gd name="connsiteX4719" fmla="*/ 11518287 w 12188965"/>
              <a:gd name="connsiteY4719" fmla="*/ 1678857 h 2053176"/>
              <a:gd name="connsiteX4720" fmla="*/ 10169743 w 12188965"/>
              <a:gd name="connsiteY4720" fmla="*/ 1678857 h 2053176"/>
              <a:gd name="connsiteX4721" fmla="*/ 10182631 w 12188965"/>
              <a:gd name="connsiteY4721" fmla="*/ 1691745 h 2053176"/>
              <a:gd name="connsiteX4722" fmla="*/ 10169743 w 12188965"/>
              <a:gd name="connsiteY4722" fmla="*/ 1704633 h 2053176"/>
              <a:gd name="connsiteX4723" fmla="*/ 10156855 w 12188965"/>
              <a:gd name="connsiteY4723" fmla="*/ 1691745 h 2053176"/>
              <a:gd name="connsiteX4724" fmla="*/ 10169743 w 12188965"/>
              <a:gd name="connsiteY4724" fmla="*/ 1678857 h 2053176"/>
              <a:gd name="connsiteX4725" fmla="*/ 9848716 w 12188965"/>
              <a:gd name="connsiteY4725" fmla="*/ 1678857 h 2053176"/>
              <a:gd name="connsiteX4726" fmla="*/ 9861604 w 12188965"/>
              <a:gd name="connsiteY4726" fmla="*/ 1691745 h 2053176"/>
              <a:gd name="connsiteX4727" fmla="*/ 9848716 w 12188965"/>
              <a:gd name="connsiteY4727" fmla="*/ 1704633 h 2053176"/>
              <a:gd name="connsiteX4728" fmla="*/ 9835828 w 12188965"/>
              <a:gd name="connsiteY4728" fmla="*/ 1691745 h 2053176"/>
              <a:gd name="connsiteX4729" fmla="*/ 9848716 w 12188965"/>
              <a:gd name="connsiteY4729" fmla="*/ 1678857 h 2053176"/>
              <a:gd name="connsiteX4730" fmla="*/ 7023451 w 12188965"/>
              <a:gd name="connsiteY4730" fmla="*/ 1678857 h 2053176"/>
              <a:gd name="connsiteX4731" fmla="*/ 7036339 w 12188965"/>
              <a:gd name="connsiteY4731" fmla="*/ 1691745 h 2053176"/>
              <a:gd name="connsiteX4732" fmla="*/ 7023451 w 12188965"/>
              <a:gd name="connsiteY4732" fmla="*/ 1704633 h 2053176"/>
              <a:gd name="connsiteX4733" fmla="*/ 7010566 w 12188965"/>
              <a:gd name="connsiteY4733" fmla="*/ 1691745 h 2053176"/>
              <a:gd name="connsiteX4734" fmla="*/ 7023451 w 12188965"/>
              <a:gd name="connsiteY4734" fmla="*/ 1678857 h 2053176"/>
              <a:gd name="connsiteX4735" fmla="*/ 5871887 w 12188965"/>
              <a:gd name="connsiteY4735" fmla="*/ 1678857 h 2053176"/>
              <a:gd name="connsiteX4736" fmla="*/ 5884776 w 12188965"/>
              <a:gd name="connsiteY4736" fmla="*/ 1691745 h 2053176"/>
              <a:gd name="connsiteX4737" fmla="*/ 5871887 w 12188965"/>
              <a:gd name="connsiteY4737" fmla="*/ 1704633 h 2053176"/>
              <a:gd name="connsiteX4738" fmla="*/ 5859000 w 12188965"/>
              <a:gd name="connsiteY4738" fmla="*/ 1691745 h 2053176"/>
              <a:gd name="connsiteX4739" fmla="*/ 5871887 w 12188965"/>
              <a:gd name="connsiteY4739" fmla="*/ 1678857 h 2053176"/>
              <a:gd name="connsiteX4740" fmla="*/ 5807683 w 12188965"/>
              <a:gd name="connsiteY4740" fmla="*/ 1678857 h 2053176"/>
              <a:gd name="connsiteX4741" fmla="*/ 5820571 w 12188965"/>
              <a:gd name="connsiteY4741" fmla="*/ 1691745 h 2053176"/>
              <a:gd name="connsiteX4742" fmla="*/ 5807683 w 12188965"/>
              <a:gd name="connsiteY4742" fmla="*/ 1704633 h 2053176"/>
              <a:gd name="connsiteX4743" fmla="*/ 5794796 w 12188965"/>
              <a:gd name="connsiteY4743" fmla="*/ 1691745 h 2053176"/>
              <a:gd name="connsiteX4744" fmla="*/ 5807683 w 12188965"/>
              <a:gd name="connsiteY4744" fmla="*/ 1678857 h 2053176"/>
              <a:gd name="connsiteX4745" fmla="*/ 4459140 w 12188965"/>
              <a:gd name="connsiteY4745" fmla="*/ 1678857 h 2053176"/>
              <a:gd name="connsiteX4746" fmla="*/ 4472025 w 12188965"/>
              <a:gd name="connsiteY4746" fmla="*/ 1691745 h 2053176"/>
              <a:gd name="connsiteX4747" fmla="*/ 4459140 w 12188965"/>
              <a:gd name="connsiteY4747" fmla="*/ 1704633 h 2053176"/>
              <a:gd name="connsiteX4748" fmla="*/ 4446252 w 12188965"/>
              <a:gd name="connsiteY4748" fmla="*/ 1691745 h 2053176"/>
              <a:gd name="connsiteX4749" fmla="*/ 4459140 w 12188965"/>
              <a:gd name="connsiteY4749" fmla="*/ 1678857 h 2053176"/>
              <a:gd name="connsiteX4750" fmla="*/ 4138112 w 12188965"/>
              <a:gd name="connsiteY4750" fmla="*/ 1678857 h 2053176"/>
              <a:gd name="connsiteX4751" fmla="*/ 4151000 w 12188965"/>
              <a:gd name="connsiteY4751" fmla="*/ 1691745 h 2053176"/>
              <a:gd name="connsiteX4752" fmla="*/ 4138112 w 12188965"/>
              <a:gd name="connsiteY4752" fmla="*/ 1704633 h 2053176"/>
              <a:gd name="connsiteX4753" fmla="*/ 4125224 w 12188965"/>
              <a:gd name="connsiteY4753" fmla="*/ 1691745 h 2053176"/>
              <a:gd name="connsiteX4754" fmla="*/ 4138112 w 12188965"/>
              <a:gd name="connsiteY4754" fmla="*/ 1678857 h 2053176"/>
              <a:gd name="connsiteX4755" fmla="*/ 1312848 w 12188965"/>
              <a:gd name="connsiteY4755" fmla="*/ 1678857 h 2053176"/>
              <a:gd name="connsiteX4756" fmla="*/ 1325735 w 12188965"/>
              <a:gd name="connsiteY4756" fmla="*/ 1691745 h 2053176"/>
              <a:gd name="connsiteX4757" fmla="*/ 1312848 w 12188965"/>
              <a:gd name="connsiteY4757" fmla="*/ 1704633 h 2053176"/>
              <a:gd name="connsiteX4758" fmla="*/ 1299962 w 12188965"/>
              <a:gd name="connsiteY4758" fmla="*/ 1691745 h 2053176"/>
              <a:gd name="connsiteX4759" fmla="*/ 1312848 w 12188965"/>
              <a:gd name="connsiteY4759" fmla="*/ 1678857 h 2053176"/>
              <a:gd name="connsiteX4760" fmla="*/ 154069 w 12188965"/>
              <a:gd name="connsiteY4760" fmla="*/ 1678857 h 2053176"/>
              <a:gd name="connsiteX4761" fmla="*/ 166957 w 12188965"/>
              <a:gd name="connsiteY4761" fmla="*/ 1691745 h 2053176"/>
              <a:gd name="connsiteX4762" fmla="*/ 154069 w 12188965"/>
              <a:gd name="connsiteY4762" fmla="*/ 1704633 h 2053176"/>
              <a:gd name="connsiteX4763" fmla="*/ 141182 w 12188965"/>
              <a:gd name="connsiteY4763" fmla="*/ 1691745 h 2053176"/>
              <a:gd name="connsiteX4764" fmla="*/ 154069 w 12188965"/>
              <a:gd name="connsiteY4764" fmla="*/ 1678857 h 2053176"/>
              <a:gd name="connsiteX4765" fmla="*/ 89864 w 12188965"/>
              <a:gd name="connsiteY4765" fmla="*/ 1678857 h 2053176"/>
              <a:gd name="connsiteX4766" fmla="*/ 102752 w 12188965"/>
              <a:gd name="connsiteY4766" fmla="*/ 1691745 h 2053176"/>
              <a:gd name="connsiteX4767" fmla="*/ 89864 w 12188965"/>
              <a:gd name="connsiteY4767" fmla="*/ 1704633 h 2053176"/>
              <a:gd name="connsiteX4768" fmla="*/ 76977 w 12188965"/>
              <a:gd name="connsiteY4768" fmla="*/ 1691745 h 2053176"/>
              <a:gd name="connsiteX4769" fmla="*/ 89864 w 12188965"/>
              <a:gd name="connsiteY4769" fmla="*/ 1678857 h 2053176"/>
              <a:gd name="connsiteX4770" fmla="*/ 12099103 w 12188965"/>
              <a:gd name="connsiteY4770" fmla="*/ 1666086 h 2053176"/>
              <a:gd name="connsiteX4771" fmla="*/ 12124761 w 12188965"/>
              <a:gd name="connsiteY4771" fmla="*/ 1691745 h 2053176"/>
              <a:gd name="connsiteX4772" fmla="*/ 12099103 w 12188965"/>
              <a:gd name="connsiteY4772" fmla="*/ 1717404 h 2053176"/>
              <a:gd name="connsiteX4773" fmla="*/ 12073441 w 12188965"/>
              <a:gd name="connsiteY4773" fmla="*/ 1691745 h 2053176"/>
              <a:gd name="connsiteX4774" fmla="*/ 12099103 w 12188965"/>
              <a:gd name="connsiteY4774" fmla="*/ 1666086 h 2053176"/>
              <a:gd name="connsiteX4775" fmla="*/ 12034897 w 12188965"/>
              <a:gd name="connsiteY4775" fmla="*/ 1666086 h 2053176"/>
              <a:gd name="connsiteX4776" fmla="*/ 12060557 w 12188965"/>
              <a:gd name="connsiteY4776" fmla="*/ 1691745 h 2053176"/>
              <a:gd name="connsiteX4777" fmla="*/ 12034897 w 12188965"/>
              <a:gd name="connsiteY4777" fmla="*/ 1717404 h 2053176"/>
              <a:gd name="connsiteX4778" fmla="*/ 12009237 w 12188965"/>
              <a:gd name="connsiteY4778" fmla="*/ 1691745 h 2053176"/>
              <a:gd name="connsiteX4779" fmla="*/ 12034897 w 12188965"/>
              <a:gd name="connsiteY4779" fmla="*/ 1666086 h 2053176"/>
              <a:gd name="connsiteX4780" fmla="*/ 11970691 w 12188965"/>
              <a:gd name="connsiteY4780" fmla="*/ 1666086 h 2053176"/>
              <a:gd name="connsiteX4781" fmla="*/ 11996349 w 12188965"/>
              <a:gd name="connsiteY4781" fmla="*/ 1691745 h 2053176"/>
              <a:gd name="connsiteX4782" fmla="*/ 11970691 w 12188965"/>
              <a:gd name="connsiteY4782" fmla="*/ 1717404 h 2053176"/>
              <a:gd name="connsiteX4783" fmla="*/ 11945033 w 12188965"/>
              <a:gd name="connsiteY4783" fmla="*/ 1691745 h 2053176"/>
              <a:gd name="connsiteX4784" fmla="*/ 11970691 w 12188965"/>
              <a:gd name="connsiteY4784" fmla="*/ 1666086 h 2053176"/>
              <a:gd name="connsiteX4785" fmla="*/ 11906483 w 12188965"/>
              <a:gd name="connsiteY4785" fmla="*/ 1666086 h 2053176"/>
              <a:gd name="connsiteX4786" fmla="*/ 11932145 w 12188965"/>
              <a:gd name="connsiteY4786" fmla="*/ 1691745 h 2053176"/>
              <a:gd name="connsiteX4787" fmla="*/ 11906483 w 12188965"/>
              <a:gd name="connsiteY4787" fmla="*/ 1717404 h 2053176"/>
              <a:gd name="connsiteX4788" fmla="*/ 11880825 w 12188965"/>
              <a:gd name="connsiteY4788" fmla="*/ 1691745 h 2053176"/>
              <a:gd name="connsiteX4789" fmla="*/ 11906483 w 12188965"/>
              <a:gd name="connsiteY4789" fmla="*/ 1666086 h 2053176"/>
              <a:gd name="connsiteX4790" fmla="*/ 11842279 w 12188965"/>
              <a:gd name="connsiteY4790" fmla="*/ 1666086 h 2053176"/>
              <a:gd name="connsiteX4791" fmla="*/ 11867941 w 12188965"/>
              <a:gd name="connsiteY4791" fmla="*/ 1691745 h 2053176"/>
              <a:gd name="connsiteX4792" fmla="*/ 11842279 w 12188965"/>
              <a:gd name="connsiteY4792" fmla="*/ 1717404 h 2053176"/>
              <a:gd name="connsiteX4793" fmla="*/ 11816621 w 12188965"/>
              <a:gd name="connsiteY4793" fmla="*/ 1691745 h 2053176"/>
              <a:gd name="connsiteX4794" fmla="*/ 11842279 w 12188965"/>
              <a:gd name="connsiteY4794" fmla="*/ 1666086 h 2053176"/>
              <a:gd name="connsiteX4795" fmla="*/ 11775107 w 12188965"/>
              <a:gd name="connsiteY4795" fmla="*/ 1666086 h 2053176"/>
              <a:gd name="connsiteX4796" fmla="*/ 11800767 w 12188965"/>
              <a:gd name="connsiteY4796" fmla="*/ 1691745 h 2053176"/>
              <a:gd name="connsiteX4797" fmla="*/ 11775107 w 12188965"/>
              <a:gd name="connsiteY4797" fmla="*/ 1717404 h 2053176"/>
              <a:gd name="connsiteX4798" fmla="*/ 11749449 w 12188965"/>
              <a:gd name="connsiteY4798" fmla="*/ 1691745 h 2053176"/>
              <a:gd name="connsiteX4799" fmla="*/ 11775107 w 12188965"/>
              <a:gd name="connsiteY4799" fmla="*/ 1666086 h 2053176"/>
              <a:gd name="connsiteX4800" fmla="*/ 11710901 w 12188965"/>
              <a:gd name="connsiteY4800" fmla="*/ 1666086 h 2053176"/>
              <a:gd name="connsiteX4801" fmla="*/ 11736561 w 12188965"/>
              <a:gd name="connsiteY4801" fmla="*/ 1691745 h 2053176"/>
              <a:gd name="connsiteX4802" fmla="*/ 11710901 w 12188965"/>
              <a:gd name="connsiteY4802" fmla="*/ 1717404 h 2053176"/>
              <a:gd name="connsiteX4803" fmla="*/ 11685243 w 12188965"/>
              <a:gd name="connsiteY4803" fmla="*/ 1691745 h 2053176"/>
              <a:gd name="connsiteX4804" fmla="*/ 11710901 w 12188965"/>
              <a:gd name="connsiteY4804" fmla="*/ 1666086 h 2053176"/>
              <a:gd name="connsiteX4805" fmla="*/ 11646697 w 12188965"/>
              <a:gd name="connsiteY4805" fmla="*/ 1666086 h 2053176"/>
              <a:gd name="connsiteX4806" fmla="*/ 11672355 w 12188965"/>
              <a:gd name="connsiteY4806" fmla="*/ 1691745 h 2053176"/>
              <a:gd name="connsiteX4807" fmla="*/ 11646697 w 12188965"/>
              <a:gd name="connsiteY4807" fmla="*/ 1717404 h 2053176"/>
              <a:gd name="connsiteX4808" fmla="*/ 11621037 w 12188965"/>
              <a:gd name="connsiteY4808" fmla="*/ 1691745 h 2053176"/>
              <a:gd name="connsiteX4809" fmla="*/ 11646697 w 12188965"/>
              <a:gd name="connsiteY4809" fmla="*/ 1666086 h 2053176"/>
              <a:gd name="connsiteX4810" fmla="*/ 11454081 w 12188965"/>
              <a:gd name="connsiteY4810" fmla="*/ 1666086 h 2053176"/>
              <a:gd name="connsiteX4811" fmla="*/ 11479739 w 12188965"/>
              <a:gd name="connsiteY4811" fmla="*/ 1691745 h 2053176"/>
              <a:gd name="connsiteX4812" fmla="*/ 11454081 w 12188965"/>
              <a:gd name="connsiteY4812" fmla="*/ 1717404 h 2053176"/>
              <a:gd name="connsiteX4813" fmla="*/ 11428421 w 12188965"/>
              <a:gd name="connsiteY4813" fmla="*/ 1691745 h 2053176"/>
              <a:gd name="connsiteX4814" fmla="*/ 11454081 w 12188965"/>
              <a:gd name="connsiteY4814" fmla="*/ 1666086 h 2053176"/>
              <a:gd name="connsiteX4815" fmla="*/ 11389875 w 12188965"/>
              <a:gd name="connsiteY4815" fmla="*/ 1666086 h 2053176"/>
              <a:gd name="connsiteX4816" fmla="*/ 11415533 w 12188965"/>
              <a:gd name="connsiteY4816" fmla="*/ 1691745 h 2053176"/>
              <a:gd name="connsiteX4817" fmla="*/ 11389875 w 12188965"/>
              <a:gd name="connsiteY4817" fmla="*/ 1717404 h 2053176"/>
              <a:gd name="connsiteX4818" fmla="*/ 11364217 w 12188965"/>
              <a:gd name="connsiteY4818" fmla="*/ 1691745 h 2053176"/>
              <a:gd name="connsiteX4819" fmla="*/ 11389875 w 12188965"/>
              <a:gd name="connsiteY4819" fmla="*/ 1666086 h 2053176"/>
              <a:gd name="connsiteX4820" fmla="*/ 11325670 w 12188965"/>
              <a:gd name="connsiteY4820" fmla="*/ 1666086 h 2053176"/>
              <a:gd name="connsiteX4821" fmla="*/ 11351329 w 12188965"/>
              <a:gd name="connsiteY4821" fmla="*/ 1691745 h 2053176"/>
              <a:gd name="connsiteX4822" fmla="*/ 11325670 w 12188965"/>
              <a:gd name="connsiteY4822" fmla="*/ 1717404 h 2053176"/>
              <a:gd name="connsiteX4823" fmla="*/ 11300012 w 12188965"/>
              <a:gd name="connsiteY4823" fmla="*/ 1691745 h 2053176"/>
              <a:gd name="connsiteX4824" fmla="*/ 11325670 w 12188965"/>
              <a:gd name="connsiteY4824" fmla="*/ 1666086 h 2053176"/>
              <a:gd name="connsiteX4825" fmla="*/ 11261466 w 12188965"/>
              <a:gd name="connsiteY4825" fmla="*/ 1666086 h 2053176"/>
              <a:gd name="connsiteX4826" fmla="*/ 11287124 w 12188965"/>
              <a:gd name="connsiteY4826" fmla="*/ 1691745 h 2053176"/>
              <a:gd name="connsiteX4827" fmla="*/ 11261466 w 12188965"/>
              <a:gd name="connsiteY4827" fmla="*/ 1717404 h 2053176"/>
              <a:gd name="connsiteX4828" fmla="*/ 11235805 w 12188965"/>
              <a:gd name="connsiteY4828" fmla="*/ 1691745 h 2053176"/>
              <a:gd name="connsiteX4829" fmla="*/ 11261466 w 12188965"/>
              <a:gd name="connsiteY4829" fmla="*/ 1666086 h 2053176"/>
              <a:gd name="connsiteX4830" fmla="*/ 11197259 w 12188965"/>
              <a:gd name="connsiteY4830" fmla="*/ 1666086 h 2053176"/>
              <a:gd name="connsiteX4831" fmla="*/ 11222917 w 12188965"/>
              <a:gd name="connsiteY4831" fmla="*/ 1691745 h 2053176"/>
              <a:gd name="connsiteX4832" fmla="*/ 11197259 w 12188965"/>
              <a:gd name="connsiteY4832" fmla="*/ 1717404 h 2053176"/>
              <a:gd name="connsiteX4833" fmla="*/ 11171601 w 12188965"/>
              <a:gd name="connsiteY4833" fmla="*/ 1691745 h 2053176"/>
              <a:gd name="connsiteX4834" fmla="*/ 11197259 w 12188965"/>
              <a:gd name="connsiteY4834" fmla="*/ 1666086 h 2053176"/>
              <a:gd name="connsiteX4835" fmla="*/ 11133055 w 12188965"/>
              <a:gd name="connsiteY4835" fmla="*/ 1666086 h 2053176"/>
              <a:gd name="connsiteX4836" fmla="*/ 11158713 w 12188965"/>
              <a:gd name="connsiteY4836" fmla="*/ 1691745 h 2053176"/>
              <a:gd name="connsiteX4837" fmla="*/ 11133055 w 12188965"/>
              <a:gd name="connsiteY4837" fmla="*/ 1717404 h 2053176"/>
              <a:gd name="connsiteX4838" fmla="*/ 11107396 w 12188965"/>
              <a:gd name="connsiteY4838" fmla="*/ 1691745 h 2053176"/>
              <a:gd name="connsiteX4839" fmla="*/ 11133055 w 12188965"/>
              <a:gd name="connsiteY4839" fmla="*/ 1666086 h 2053176"/>
              <a:gd name="connsiteX4840" fmla="*/ 11068848 w 12188965"/>
              <a:gd name="connsiteY4840" fmla="*/ 1666086 h 2053176"/>
              <a:gd name="connsiteX4841" fmla="*/ 11094509 w 12188965"/>
              <a:gd name="connsiteY4841" fmla="*/ 1691745 h 2053176"/>
              <a:gd name="connsiteX4842" fmla="*/ 11068848 w 12188965"/>
              <a:gd name="connsiteY4842" fmla="*/ 1717404 h 2053176"/>
              <a:gd name="connsiteX4843" fmla="*/ 11043189 w 12188965"/>
              <a:gd name="connsiteY4843" fmla="*/ 1691745 h 2053176"/>
              <a:gd name="connsiteX4844" fmla="*/ 11068848 w 12188965"/>
              <a:gd name="connsiteY4844" fmla="*/ 1666086 h 2053176"/>
              <a:gd name="connsiteX4845" fmla="*/ 11004643 w 12188965"/>
              <a:gd name="connsiteY4845" fmla="*/ 1666086 h 2053176"/>
              <a:gd name="connsiteX4846" fmla="*/ 11030301 w 12188965"/>
              <a:gd name="connsiteY4846" fmla="*/ 1691745 h 2053176"/>
              <a:gd name="connsiteX4847" fmla="*/ 11004643 w 12188965"/>
              <a:gd name="connsiteY4847" fmla="*/ 1717404 h 2053176"/>
              <a:gd name="connsiteX4848" fmla="*/ 10978985 w 12188965"/>
              <a:gd name="connsiteY4848" fmla="*/ 1691745 h 2053176"/>
              <a:gd name="connsiteX4849" fmla="*/ 11004643 w 12188965"/>
              <a:gd name="connsiteY4849" fmla="*/ 1666086 h 2053176"/>
              <a:gd name="connsiteX4850" fmla="*/ 10940321 w 12188965"/>
              <a:gd name="connsiteY4850" fmla="*/ 1666086 h 2053176"/>
              <a:gd name="connsiteX4851" fmla="*/ 10965982 w 12188965"/>
              <a:gd name="connsiteY4851" fmla="*/ 1691745 h 2053176"/>
              <a:gd name="connsiteX4852" fmla="*/ 10940321 w 12188965"/>
              <a:gd name="connsiteY4852" fmla="*/ 1717404 h 2053176"/>
              <a:gd name="connsiteX4853" fmla="*/ 10914663 w 12188965"/>
              <a:gd name="connsiteY4853" fmla="*/ 1691745 h 2053176"/>
              <a:gd name="connsiteX4854" fmla="*/ 10940321 w 12188965"/>
              <a:gd name="connsiteY4854" fmla="*/ 1666086 h 2053176"/>
              <a:gd name="connsiteX4855" fmla="*/ 10876117 w 12188965"/>
              <a:gd name="connsiteY4855" fmla="*/ 1666086 h 2053176"/>
              <a:gd name="connsiteX4856" fmla="*/ 10901775 w 12188965"/>
              <a:gd name="connsiteY4856" fmla="*/ 1691745 h 2053176"/>
              <a:gd name="connsiteX4857" fmla="*/ 10876117 w 12188965"/>
              <a:gd name="connsiteY4857" fmla="*/ 1717404 h 2053176"/>
              <a:gd name="connsiteX4858" fmla="*/ 10850459 w 12188965"/>
              <a:gd name="connsiteY4858" fmla="*/ 1691745 h 2053176"/>
              <a:gd name="connsiteX4859" fmla="*/ 10876117 w 12188965"/>
              <a:gd name="connsiteY4859" fmla="*/ 1666086 h 2053176"/>
              <a:gd name="connsiteX4860" fmla="*/ 10811912 w 12188965"/>
              <a:gd name="connsiteY4860" fmla="*/ 1666086 h 2053176"/>
              <a:gd name="connsiteX4861" fmla="*/ 10837571 w 12188965"/>
              <a:gd name="connsiteY4861" fmla="*/ 1691745 h 2053176"/>
              <a:gd name="connsiteX4862" fmla="*/ 10811912 w 12188965"/>
              <a:gd name="connsiteY4862" fmla="*/ 1717404 h 2053176"/>
              <a:gd name="connsiteX4863" fmla="*/ 10786254 w 12188965"/>
              <a:gd name="connsiteY4863" fmla="*/ 1691745 h 2053176"/>
              <a:gd name="connsiteX4864" fmla="*/ 10811912 w 12188965"/>
              <a:gd name="connsiteY4864" fmla="*/ 1666086 h 2053176"/>
              <a:gd name="connsiteX4865" fmla="*/ 10747708 w 12188965"/>
              <a:gd name="connsiteY4865" fmla="*/ 1666086 h 2053176"/>
              <a:gd name="connsiteX4866" fmla="*/ 10773366 w 12188965"/>
              <a:gd name="connsiteY4866" fmla="*/ 1691745 h 2053176"/>
              <a:gd name="connsiteX4867" fmla="*/ 10747708 w 12188965"/>
              <a:gd name="connsiteY4867" fmla="*/ 1717404 h 2053176"/>
              <a:gd name="connsiteX4868" fmla="*/ 10722047 w 12188965"/>
              <a:gd name="connsiteY4868" fmla="*/ 1691745 h 2053176"/>
              <a:gd name="connsiteX4869" fmla="*/ 10747708 w 12188965"/>
              <a:gd name="connsiteY4869" fmla="*/ 1666086 h 2053176"/>
              <a:gd name="connsiteX4870" fmla="*/ 10683501 w 12188965"/>
              <a:gd name="connsiteY4870" fmla="*/ 1666086 h 2053176"/>
              <a:gd name="connsiteX4871" fmla="*/ 10709159 w 12188965"/>
              <a:gd name="connsiteY4871" fmla="*/ 1691745 h 2053176"/>
              <a:gd name="connsiteX4872" fmla="*/ 10683501 w 12188965"/>
              <a:gd name="connsiteY4872" fmla="*/ 1717404 h 2053176"/>
              <a:gd name="connsiteX4873" fmla="*/ 10657843 w 12188965"/>
              <a:gd name="connsiteY4873" fmla="*/ 1691745 h 2053176"/>
              <a:gd name="connsiteX4874" fmla="*/ 10683501 w 12188965"/>
              <a:gd name="connsiteY4874" fmla="*/ 1666086 h 2053176"/>
              <a:gd name="connsiteX4875" fmla="*/ 10619297 w 12188965"/>
              <a:gd name="connsiteY4875" fmla="*/ 1666086 h 2053176"/>
              <a:gd name="connsiteX4876" fmla="*/ 10644955 w 12188965"/>
              <a:gd name="connsiteY4876" fmla="*/ 1691745 h 2053176"/>
              <a:gd name="connsiteX4877" fmla="*/ 10619297 w 12188965"/>
              <a:gd name="connsiteY4877" fmla="*/ 1717404 h 2053176"/>
              <a:gd name="connsiteX4878" fmla="*/ 10593639 w 12188965"/>
              <a:gd name="connsiteY4878" fmla="*/ 1691745 h 2053176"/>
              <a:gd name="connsiteX4879" fmla="*/ 10619297 w 12188965"/>
              <a:gd name="connsiteY4879" fmla="*/ 1666086 h 2053176"/>
              <a:gd name="connsiteX4880" fmla="*/ 10555092 w 12188965"/>
              <a:gd name="connsiteY4880" fmla="*/ 1666086 h 2053176"/>
              <a:gd name="connsiteX4881" fmla="*/ 10580751 w 12188965"/>
              <a:gd name="connsiteY4881" fmla="*/ 1691745 h 2053176"/>
              <a:gd name="connsiteX4882" fmla="*/ 10555092 w 12188965"/>
              <a:gd name="connsiteY4882" fmla="*/ 1717404 h 2053176"/>
              <a:gd name="connsiteX4883" fmla="*/ 10529432 w 12188965"/>
              <a:gd name="connsiteY4883" fmla="*/ 1691745 h 2053176"/>
              <a:gd name="connsiteX4884" fmla="*/ 10555092 w 12188965"/>
              <a:gd name="connsiteY4884" fmla="*/ 1666086 h 2053176"/>
              <a:gd name="connsiteX4885" fmla="*/ 10490885 w 12188965"/>
              <a:gd name="connsiteY4885" fmla="*/ 1666086 h 2053176"/>
              <a:gd name="connsiteX4886" fmla="*/ 10516544 w 12188965"/>
              <a:gd name="connsiteY4886" fmla="*/ 1691745 h 2053176"/>
              <a:gd name="connsiteX4887" fmla="*/ 10490885 w 12188965"/>
              <a:gd name="connsiteY4887" fmla="*/ 1717404 h 2053176"/>
              <a:gd name="connsiteX4888" fmla="*/ 10465227 w 12188965"/>
              <a:gd name="connsiteY4888" fmla="*/ 1691745 h 2053176"/>
              <a:gd name="connsiteX4889" fmla="*/ 10490885 w 12188965"/>
              <a:gd name="connsiteY4889" fmla="*/ 1666086 h 2053176"/>
              <a:gd name="connsiteX4890" fmla="*/ 10426681 w 12188965"/>
              <a:gd name="connsiteY4890" fmla="*/ 1666086 h 2053176"/>
              <a:gd name="connsiteX4891" fmla="*/ 10452339 w 12188965"/>
              <a:gd name="connsiteY4891" fmla="*/ 1691745 h 2053176"/>
              <a:gd name="connsiteX4892" fmla="*/ 10426681 w 12188965"/>
              <a:gd name="connsiteY4892" fmla="*/ 1717404 h 2053176"/>
              <a:gd name="connsiteX4893" fmla="*/ 10401023 w 12188965"/>
              <a:gd name="connsiteY4893" fmla="*/ 1691745 h 2053176"/>
              <a:gd name="connsiteX4894" fmla="*/ 10426681 w 12188965"/>
              <a:gd name="connsiteY4894" fmla="*/ 1666086 h 2053176"/>
              <a:gd name="connsiteX4895" fmla="*/ 10362474 w 12188965"/>
              <a:gd name="connsiteY4895" fmla="*/ 1666086 h 2053176"/>
              <a:gd name="connsiteX4896" fmla="*/ 10388135 w 12188965"/>
              <a:gd name="connsiteY4896" fmla="*/ 1691745 h 2053176"/>
              <a:gd name="connsiteX4897" fmla="*/ 10362474 w 12188965"/>
              <a:gd name="connsiteY4897" fmla="*/ 1717404 h 2053176"/>
              <a:gd name="connsiteX4898" fmla="*/ 10336816 w 12188965"/>
              <a:gd name="connsiteY4898" fmla="*/ 1691745 h 2053176"/>
              <a:gd name="connsiteX4899" fmla="*/ 10362474 w 12188965"/>
              <a:gd name="connsiteY4899" fmla="*/ 1666086 h 2053176"/>
              <a:gd name="connsiteX4900" fmla="*/ 10298270 w 12188965"/>
              <a:gd name="connsiteY4900" fmla="*/ 1666086 h 2053176"/>
              <a:gd name="connsiteX4901" fmla="*/ 10323928 w 12188965"/>
              <a:gd name="connsiteY4901" fmla="*/ 1691745 h 2053176"/>
              <a:gd name="connsiteX4902" fmla="*/ 10298270 w 12188965"/>
              <a:gd name="connsiteY4902" fmla="*/ 1717404 h 2053176"/>
              <a:gd name="connsiteX4903" fmla="*/ 10272611 w 12188965"/>
              <a:gd name="connsiteY4903" fmla="*/ 1691745 h 2053176"/>
              <a:gd name="connsiteX4904" fmla="*/ 10298270 w 12188965"/>
              <a:gd name="connsiteY4904" fmla="*/ 1666086 h 2053176"/>
              <a:gd name="connsiteX4905" fmla="*/ 10234065 w 12188965"/>
              <a:gd name="connsiteY4905" fmla="*/ 1666086 h 2053176"/>
              <a:gd name="connsiteX4906" fmla="*/ 10259723 w 12188965"/>
              <a:gd name="connsiteY4906" fmla="*/ 1691745 h 2053176"/>
              <a:gd name="connsiteX4907" fmla="*/ 10234065 w 12188965"/>
              <a:gd name="connsiteY4907" fmla="*/ 1717404 h 2053176"/>
              <a:gd name="connsiteX4908" fmla="*/ 10208404 w 12188965"/>
              <a:gd name="connsiteY4908" fmla="*/ 1691745 h 2053176"/>
              <a:gd name="connsiteX4909" fmla="*/ 10234065 w 12188965"/>
              <a:gd name="connsiteY4909" fmla="*/ 1666086 h 2053176"/>
              <a:gd name="connsiteX4910" fmla="*/ 10105654 w 12188965"/>
              <a:gd name="connsiteY4910" fmla="*/ 1666086 h 2053176"/>
              <a:gd name="connsiteX4911" fmla="*/ 10131312 w 12188965"/>
              <a:gd name="connsiteY4911" fmla="*/ 1691745 h 2053176"/>
              <a:gd name="connsiteX4912" fmla="*/ 10105654 w 12188965"/>
              <a:gd name="connsiteY4912" fmla="*/ 1717404 h 2053176"/>
              <a:gd name="connsiteX4913" fmla="*/ 10079996 w 12188965"/>
              <a:gd name="connsiteY4913" fmla="*/ 1691745 h 2053176"/>
              <a:gd name="connsiteX4914" fmla="*/ 10105654 w 12188965"/>
              <a:gd name="connsiteY4914" fmla="*/ 1666086 h 2053176"/>
              <a:gd name="connsiteX4915" fmla="*/ 9977242 w 12188965"/>
              <a:gd name="connsiteY4915" fmla="*/ 1666086 h 2053176"/>
              <a:gd name="connsiteX4916" fmla="*/ 10002903 w 12188965"/>
              <a:gd name="connsiteY4916" fmla="*/ 1691745 h 2053176"/>
              <a:gd name="connsiteX4917" fmla="*/ 9977242 w 12188965"/>
              <a:gd name="connsiteY4917" fmla="*/ 1717404 h 2053176"/>
              <a:gd name="connsiteX4918" fmla="*/ 9951584 w 12188965"/>
              <a:gd name="connsiteY4918" fmla="*/ 1691745 h 2053176"/>
              <a:gd name="connsiteX4919" fmla="*/ 9977242 w 12188965"/>
              <a:gd name="connsiteY4919" fmla="*/ 1666086 h 2053176"/>
              <a:gd name="connsiteX4920" fmla="*/ 9913038 w 12188965"/>
              <a:gd name="connsiteY4920" fmla="*/ 1666086 h 2053176"/>
              <a:gd name="connsiteX4921" fmla="*/ 9938696 w 12188965"/>
              <a:gd name="connsiteY4921" fmla="*/ 1691745 h 2053176"/>
              <a:gd name="connsiteX4922" fmla="*/ 9913038 w 12188965"/>
              <a:gd name="connsiteY4922" fmla="*/ 1717404 h 2053176"/>
              <a:gd name="connsiteX4923" fmla="*/ 9887380 w 12188965"/>
              <a:gd name="connsiteY4923" fmla="*/ 1691745 h 2053176"/>
              <a:gd name="connsiteX4924" fmla="*/ 9913038 w 12188965"/>
              <a:gd name="connsiteY4924" fmla="*/ 1666086 h 2053176"/>
              <a:gd name="connsiteX4925" fmla="*/ 9784512 w 12188965"/>
              <a:gd name="connsiteY4925" fmla="*/ 1666086 h 2053176"/>
              <a:gd name="connsiteX4926" fmla="*/ 9810170 w 12188965"/>
              <a:gd name="connsiteY4926" fmla="*/ 1691745 h 2053176"/>
              <a:gd name="connsiteX4927" fmla="*/ 9784512 w 12188965"/>
              <a:gd name="connsiteY4927" fmla="*/ 1717404 h 2053176"/>
              <a:gd name="connsiteX4928" fmla="*/ 9758853 w 12188965"/>
              <a:gd name="connsiteY4928" fmla="*/ 1691745 h 2053176"/>
              <a:gd name="connsiteX4929" fmla="*/ 9784512 w 12188965"/>
              <a:gd name="connsiteY4929" fmla="*/ 1666086 h 2053176"/>
              <a:gd name="connsiteX4930" fmla="*/ 9720307 w 12188965"/>
              <a:gd name="connsiteY4930" fmla="*/ 1666086 h 2053176"/>
              <a:gd name="connsiteX4931" fmla="*/ 9745965 w 12188965"/>
              <a:gd name="connsiteY4931" fmla="*/ 1691745 h 2053176"/>
              <a:gd name="connsiteX4932" fmla="*/ 9720307 w 12188965"/>
              <a:gd name="connsiteY4932" fmla="*/ 1717404 h 2053176"/>
              <a:gd name="connsiteX4933" fmla="*/ 9694646 w 12188965"/>
              <a:gd name="connsiteY4933" fmla="*/ 1691745 h 2053176"/>
              <a:gd name="connsiteX4934" fmla="*/ 9720307 w 12188965"/>
              <a:gd name="connsiteY4934" fmla="*/ 1666086 h 2053176"/>
              <a:gd name="connsiteX4935" fmla="*/ 9656100 w 12188965"/>
              <a:gd name="connsiteY4935" fmla="*/ 1666086 h 2053176"/>
              <a:gd name="connsiteX4936" fmla="*/ 9681758 w 12188965"/>
              <a:gd name="connsiteY4936" fmla="*/ 1691745 h 2053176"/>
              <a:gd name="connsiteX4937" fmla="*/ 9656100 w 12188965"/>
              <a:gd name="connsiteY4937" fmla="*/ 1717404 h 2053176"/>
              <a:gd name="connsiteX4938" fmla="*/ 9630442 w 12188965"/>
              <a:gd name="connsiteY4938" fmla="*/ 1691745 h 2053176"/>
              <a:gd name="connsiteX4939" fmla="*/ 9656100 w 12188965"/>
              <a:gd name="connsiteY4939" fmla="*/ 1666086 h 2053176"/>
              <a:gd name="connsiteX4940" fmla="*/ 9591896 w 12188965"/>
              <a:gd name="connsiteY4940" fmla="*/ 1666086 h 2053176"/>
              <a:gd name="connsiteX4941" fmla="*/ 9617554 w 12188965"/>
              <a:gd name="connsiteY4941" fmla="*/ 1691745 h 2053176"/>
              <a:gd name="connsiteX4942" fmla="*/ 9591896 w 12188965"/>
              <a:gd name="connsiteY4942" fmla="*/ 1717404 h 2053176"/>
              <a:gd name="connsiteX4943" fmla="*/ 9566238 w 12188965"/>
              <a:gd name="connsiteY4943" fmla="*/ 1691745 h 2053176"/>
              <a:gd name="connsiteX4944" fmla="*/ 9591896 w 12188965"/>
              <a:gd name="connsiteY4944" fmla="*/ 1666086 h 2053176"/>
              <a:gd name="connsiteX4945" fmla="*/ 9527689 w 12188965"/>
              <a:gd name="connsiteY4945" fmla="*/ 1666086 h 2053176"/>
              <a:gd name="connsiteX4946" fmla="*/ 9553350 w 12188965"/>
              <a:gd name="connsiteY4946" fmla="*/ 1691745 h 2053176"/>
              <a:gd name="connsiteX4947" fmla="*/ 9527689 w 12188965"/>
              <a:gd name="connsiteY4947" fmla="*/ 1717404 h 2053176"/>
              <a:gd name="connsiteX4948" fmla="*/ 9502031 w 12188965"/>
              <a:gd name="connsiteY4948" fmla="*/ 1691745 h 2053176"/>
              <a:gd name="connsiteX4949" fmla="*/ 9527689 w 12188965"/>
              <a:gd name="connsiteY4949" fmla="*/ 1666086 h 2053176"/>
              <a:gd name="connsiteX4950" fmla="*/ 9463485 w 12188965"/>
              <a:gd name="connsiteY4950" fmla="*/ 1666086 h 2053176"/>
              <a:gd name="connsiteX4951" fmla="*/ 9489143 w 12188965"/>
              <a:gd name="connsiteY4951" fmla="*/ 1691745 h 2053176"/>
              <a:gd name="connsiteX4952" fmla="*/ 9463485 w 12188965"/>
              <a:gd name="connsiteY4952" fmla="*/ 1717404 h 2053176"/>
              <a:gd name="connsiteX4953" fmla="*/ 9437826 w 12188965"/>
              <a:gd name="connsiteY4953" fmla="*/ 1691745 h 2053176"/>
              <a:gd name="connsiteX4954" fmla="*/ 9463485 w 12188965"/>
              <a:gd name="connsiteY4954" fmla="*/ 1666086 h 2053176"/>
              <a:gd name="connsiteX4955" fmla="*/ 9399280 w 12188965"/>
              <a:gd name="connsiteY4955" fmla="*/ 1666086 h 2053176"/>
              <a:gd name="connsiteX4956" fmla="*/ 9424938 w 12188965"/>
              <a:gd name="connsiteY4956" fmla="*/ 1691745 h 2053176"/>
              <a:gd name="connsiteX4957" fmla="*/ 9399280 w 12188965"/>
              <a:gd name="connsiteY4957" fmla="*/ 1717404 h 2053176"/>
              <a:gd name="connsiteX4958" fmla="*/ 9373619 w 12188965"/>
              <a:gd name="connsiteY4958" fmla="*/ 1691745 h 2053176"/>
              <a:gd name="connsiteX4959" fmla="*/ 9399280 w 12188965"/>
              <a:gd name="connsiteY4959" fmla="*/ 1666086 h 2053176"/>
              <a:gd name="connsiteX4960" fmla="*/ 9335073 w 12188965"/>
              <a:gd name="connsiteY4960" fmla="*/ 1666086 h 2053176"/>
              <a:gd name="connsiteX4961" fmla="*/ 9360734 w 12188965"/>
              <a:gd name="connsiteY4961" fmla="*/ 1691745 h 2053176"/>
              <a:gd name="connsiteX4962" fmla="*/ 9335073 w 12188965"/>
              <a:gd name="connsiteY4962" fmla="*/ 1717404 h 2053176"/>
              <a:gd name="connsiteX4963" fmla="*/ 9309415 w 12188965"/>
              <a:gd name="connsiteY4963" fmla="*/ 1691745 h 2053176"/>
              <a:gd name="connsiteX4964" fmla="*/ 9335073 w 12188965"/>
              <a:gd name="connsiteY4964" fmla="*/ 1666086 h 2053176"/>
              <a:gd name="connsiteX4965" fmla="*/ 9206664 w 12188965"/>
              <a:gd name="connsiteY4965" fmla="*/ 1666086 h 2053176"/>
              <a:gd name="connsiteX4966" fmla="*/ 9232323 w 12188965"/>
              <a:gd name="connsiteY4966" fmla="*/ 1691745 h 2053176"/>
              <a:gd name="connsiteX4967" fmla="*/ 9206664 w 12188965"/>
              <a:gd name="connsiteY4967" fmla="*/ 1717404 h 2053176"/>
              <a:gd name="connsiteX4968" fmla="*/ 9181006 w 12188965"/>
              <a:gd name="connsiteY4968" fmla="*/ 1691745 h 2053176"/>
              <a:gd name="connsiteX4969" fmla="*/ 9206664 w 12188965"/>
              <a:gd name="connsiteY4969" fmla="*/ 1666086 h 2053176"/>
              <a:gd name="connsiteX4970" fmla="*/ 9142457 w 12188965"/>
              <a:gd name="connsiteY4970" fmla="*/ 1666086 h 2053176"/>
              <a:gd name="connsiteX4971" fmla="*/ 9168118 w 12188965"/>
              <a:gd name="connsiteY4971" fmla="*/ 1691745 h 2053176"/>
              <a:gd name="connsiteX4972" fmla="*/ 9142457 w 12188965"/>
              <a:gd name="connsiteY4972" fmla="*/ 1717404 h 2053176"/>
              <a:gd name="connsiteX4973" fmla="*/ 9116799 w 12188965"/>
              <a:gd name="connsiteY4973" fmla="*/ 1691745 h 2053176"/>
              <a:gd name="connsiteX4974" fmla="*/ 9142457 w 12188965"/>
              <a:gd name="connsiteY4974" fmla="*/ 1666086 h 2053176"/>
              <a:gd name="connsiteX4975" fmla="*/ 9078253 w 12188965"/>
              <a:gd name="connsiteY4975" fmla="*/ 1666086 h 2053176"/>
              <a:gd name="connsiteX4976" fmla="*/ 9103911 w 12188965"/>
              <a:gd name="connsiteY4976" fmla="*/ 1691745 h 2053176"/>
              <a:gd name="connsiteX4977" fmla="*/ 9078253 w 12188965"/>
              <a:gd name="connsiteY4977" fmla="*/ 1717404 h 2053176"/>
              <a:gd name="connsiteX4978" fmla="*/ 9052595 w 12188965"/>
              <a:gd name="connsiteY4978" fmla="*/ 1691745 h 2053176"/>
              <a:gd name="connsiteX4979" fmla="*/ 9078253 w 12188965"/>
              <a:gd name="connsiteY4979" fmla="*/ 1666086 h 2053176"/>
              <a:gd name="connsiteX4980" fmla="*/ 9014049 w 12188965"/>
              <a:gd name="connsiteY4980" fmla="*/ 1666086 h 2053176"/>
              <a:gd name="connsiteX4981" fmla="*/ 9039707 w 12188965"/>
              <a:gd name="connsiteY4981" fmla="*/ 1691745 h 2053176"/>
              <a:gd name="connsiteX4982" fmla="*/ 9014049 w 12188965"/>
              <a:gd name="connsiteY4982" fmla="*/ 1717404 h 2053176"/>
              <a:gd name="connsiteX4983" fmla="*/ 8988388 w 12188965"/>
              <a:gd name="connsiteY4983" fmla="*/ 1691745 h 2053176"/>
              <a:gd name="connsiteX4984" fmla="*/ 9014049 w 12188965"/>
              <a:gd name="connsiteY4984" fmla="*/ 1666086 h 2053176"/>
              <a:gd name="connsiteX4985" fmla="*/ 8949842 w 12188965"/>
              <a:gd name="connsiteY4985" fmla="*/ 1666086 h 2053176"/>
              <a:gd name="connsiteX4986" fmla="*/ 8975503 w 12188965"/>
              <a:gd name="connsiteY4986" fmla="*/ 1691745 h 2053176"/>
              <a:gd name="connsiteX4987" fmla="*/ 8949842 w 12188965"/>
              <a:gd name="connsiteY4987" fmla="*/ 1717404 h 2053176"/>
              <a:gd name="connsiteX4988" fmla="*/ 8924183 w 12188965"/>
              <a:gd name="connsiteY4988" fmla="*/ 1691745 h 2053176"/>
              <a:gd name="connsiteX4989" fmla="*/ 8949842 w 12188965"/>
              <a:gd name="connsiteY4989" fmla="*/ 1666086 h 2053176"/>
              <a:gd name="connsiteX4990" fmla="*/ 8821433 w 12188965"/>
              <a:gd name="connsiteY4990" fmla="*/ 1666086 h 2053176"/>
              <a:gd name="connsiteX4991" fmla="*/ 8847091 w 12188965"/>
              <a:gd name="connsiteY4991" fmla="*/ 1691745 h 2053176"/>
              <a:gd name="connsiteX4992" fmla="*/ 8821433 w 12188965"/>
              <a:gd name="connsiteY4992" fmla="*/ 1717404 h 2053176"/>
              <a:gd name="connsiteX4993" fmla="*/ 8795772 w 12188965"/>
              <a:gd name="connsiteY4993" fmla="*/ 1691745 h 2053176"/>
              <a:gd name="connsiteX4994" fmla="*/ 8821433 w 12188965"/>
              <a:gd name="connsiteY4994" fmla="*/ 1666086 h 2053176"/>
              <a:gd name="connsiteX4995" fmla="*/ 8757226 w 12188965"/>
              <a:gd name="connsiteY4995" fmla="*/ 1666086 h 2053176"/>
              <a:gd name="connsiteX4996" fmla="*/ 8782887 w 12188965"/>
              <a:gd name="connsiteY4996" fmla="*/ 1691745 h 2053176"/>
              <a:gd name="connsiteX4997" fmla="*/ 8757226 w 12188965"/>
              <a:gd name="connsiteY4997" fmla="*/ 1717404 h 2053176"/>
              <a:gd name="connsiteX4998" fmla="*/ 8731568 w 12188965"/>
              <a:gd name="connsiteY4998" fmla="*/ 1691745 h 2053176"/>
              <a:gd name="connsiteX4999" fmla="*/ 8757226 w 12188965"/>
              <a:gd name="connsiteY4999" fmla="*/ 1666086 h 2053176"/>
              <a:gd name="connsiteX5000" fmla="*/ 8692904 w 12188965"/>
              <a:gd name="connsiteY5000" fmla="*/ 1666086 h 2053176"/>
              <a:gd name="connsiteX5001" fmla="*/ 8718565 w 12188965"/>
              <a:gd name="connsiteY5001" fmla="*/ 1691745 h 2053176"/>
              <a:gd name="connsiteX5002" fmla="*/ 8692904 w 12188965"/>
              <a:gd name="connsiteY5002" fmla="*/ 1717404 h 2053176"/>
              <a:gd name="connsiteX5003" fmla="*/ 8667246 w 12188965"/>
              <a:gd name="connsiteY5003" fmla="*/ 1691745 h 2053176"/>
              <a:gd name="connsiteX5004" fmla="*/ 8692904 w 12188965"/>
              <a:gd name="connsiteY5004" fmla="*/ 1666086 h 2053176"/>
              <a:gd name="connsiteX5005" fmla="*/ 8628699 w 12188965"/>
              <a:gd name="connsiteY5005" fmla="*/ 1666086 h 2053176"/>
              <a:gd name="connsiteX5006" fmla="*/ 8654358 w 12188965"/>
              <a:gd name="connsiteY5006" fmla="*/ 1691745 h 2053176"/>
              <a:gd name="connsiteX5007" fmla="*/ 8628699 w 12188965"/>
              <a:gd name="connsiteY5007" fmla="*/ 1717404 h 2053176"/>
              <a:gd name="connsiteX5008" fmla="*/ 8603041 w 12188965"/>
              <a:gd name="connsiteY5008" fmla="*/ 1691745 h 2053176"/>
              <a:gd name="connsiteX5009" fmla="*/ 8628699 w 12188965"/>
              <a:gd name="connsiteY5009" fmla="*/ 1666086 h 2053176"/>
              <a:gd name="connsiteX5010" fmla="*/ 8564495 w 12188965"/>
              <a:gd name="connsiteY5010" fmla="*/ 1666086 h 2053176"/>
              <a:gd name="connsiteX5011" fmla="*/ 8590153 w 12188965"/>
              <a:gd name="connsiteY5011" fmla="*/ 1691745 h 2053176"/>
              <a:gd name="connsiteX5012" fmla="*/ 8564495 w 12188965"/>
              <a:gd name="connsiteY5012" fmla="*/ 1717404 h 2053176"/>
              <a:gd name="connsiteX5013" fmla="*/ 8538837 w 12188965"/>
              <a:gd name="connsiteY5013" fmla="*/ 1691745 h 2053176"/>
              <a:gd name="connsiteX5014" fmla="*/ 8564495 w 12188965"/>
              <a:gd name="connsiteY5014" fmla="*/ 1666086 h 2053176"/>
              <a:gd name="connsiteX5015" fmla="*/ 8500288 w 12188965"/>
              <a:gd name="connsiteY5015" fmla="*/ 1666086 h 2053176"/>
              <a:gd name="connsiteX5016" fmla="*/ 8525949 w 12188965"/>
              <a:gd name="connsiteY5016" fmla="*/ 1691745 h 2053176"/>
              <a:gd name="connsiteX5017" fmla="*/ 8500288 w 12188965"/>
              <a:gd name="connsiteY5017" fmla="*/ 1717404 h 2053176"/>
              <a:gd name="connsiteX5018" fmla="*/ 8474630 w 12188965"/>
              <a:gd name="connsiteY5018" fmla="*/ 1691745 h 2053176"/>
              <a:gd name="connsiteX5019" fmla="*/ 8500288 w 12188965"/>
              <a:gd name="connsiteY5019" fmla="*/ 1666086 h 2053176"/>
              <a:gd name="connsiteX5020" fmla="*/ 8436084 w 12188965"/>
              <a:gd name="connsiteY5020" fmla="*/ 1666086 h 2053176"/>
              <a:gd name="connsiteX5021" fmla="*/ 8461745 w 12188965"/>
              <a:gd name="connsiteY5021" fmla="*/ 1691745 h 2053176"/>
              <a:gd name="connsiteX5022" fmla="*/ 8436084 w 12188965"/>
              <a:gd name="connsiteY5022" fmla="*/ 1717404 h 2053176"/>
              <a:gd name="connsiteX5023" fmla="*/ 8410426 w 12188965"/>
              <a:gd name="connsiteY5023" fmla="*/ 1691745 h 2053176"/>
              <a:gd name="connsiteX5024" fmla="*/ 8436084 w 12188965"/>
              <a:gd name="connsiteY5024" fmla="*/ 1666086 h 2053176"/>
              <a:gd name="connsiteX5025" fmla="*/ 8307675 w 12188965"/>
              <a:gd name="connsiteY5025" fmla="*/ 1666086 h 2053176"/>
              <a:gd name="connsiteX5026" fmla="*/ 8333333 w 12188965"/>
              <a:gd name="connsiteY5026" fmla="*/ 1691745 h 2053176"/>
              <a:gd name="connsiteX5027" fmla="*/ 8307675 w 12188965"/>
              <a:gd name="connsiteY5027" fmla="*/ 1717404 h 2053176"/>
              <a:gd name="connsiteX5028" fmla="*/ 8282014 w 12188965"/>
              <a:gd name="connsiteY5028" fmla="*/ 1691745 h 2053176"/>
              <a:gd name="connsiteX5029" fmla="*/ 8307675 w 12188965"/>
              <a:gd name="connsiteY5029" fmla="*/ 1666086 h 2053176"/>
              <a:gd name="connsiteX5030" fmla="*/ 8243468 w 12188965"/>
              <a:gd name="connsiteY5030" fmla="*/ 1666086 h 2053176"/>
              <a:gd name="connsiteX5031" fmla="*/ 8269126 w 12188965"/>
              <a:gd name="connsiteY5031" fmla="*/ 1691745 h 2053176"/>
              <a:gd name="connsiteX5032" fmla="*/ 8243468 w 12188965"/>
              <a:gd name="connsiteY5032" fmla="*/ 1717404 h 2053176"/>
              <a:gd name="connsiteX5033" fmla="*/ 8217810 w 12188965"/>
              <a:gd name="connsiteY5033" fmla="*/ 1691745 h 2053176"/>
              <a:gd name="connsiteX5034" fmla="*/ 8243468 w 12188965"/>
              <a:gd name="connsiteY5034" fmla="*/ 1666086 h 2053176"/>
              <a:gd name="connsiteX5035" fmla="*/ 8115057 w 12188965"/>
              <a:gd name="connsiteY5035" fmla="*/ 1666086 h 2053176"/>
              <a:gd name="connsiteX5036" fmla="*/ 8140717 w 12188965"/>
              <a:gd name="connsiteY5036" fmla="*/ 1691745 h 2053176"/>
              <a:gd name="connsiteX5037" fmla="*/ 8115057 w 12188965"/>
              <a:gd name="connsiteY5037" fmla="*/ 1717404 h 2053176"/>
              <a:gd name="connsiteX5038" fmla="*/ 8089398 w 12188965"/>
              <a:gd name="connsiteY5038" fmla="*/ 1691745 h 2053176"/>
              <a:gd name="connsiteX5039" fmla="*/ 8115057 w 12188965"/>
              <a:gd name="connsiteY5039" fmla="*/ 1666086 h 2053176"/>
              <a:gd name="connsiteX5040" fmla="*/ 8050852 w 12188965"/>
              <a:gd name="connsiteY5040" fmla="*/ 1666086 h 2053176"/>
              <a:gd name="connsiteX5041" fmla="*/ 8076510 w 12188965"/>
              <a:gd name="connsiteY5041" fmla="*/ 1691745 h 2053176"/>
              <a:gd name="connsiteX5042" fmla="*/ 8050852 w 12188965"/>
              <a:gd name="connsiteY5042" fmla="*/ 1717404 h 2053176"/>
              <a:gd name="connsiteX5043" fmla="*/ 8025194 w 12188965"/>
              <a:gd name="connsiteY5043" fmla="*/ 1691745 h 2053176"/>
              <a:gd name="connsiteX5044" fmla="*/ 8050852 w 12188965"/>
              <a:gd name="connsiteY5044" fmla="*/ 1666086 h 2053176"/>
              <a:gd name="connsiteX5045" fmla="*/ 7986648 w 12188965"/>
              <a:gd name="connsiteY5045" fmla="*/ 1666086 h 2053176"/>
              <a:gd name="connsiteX5046" fmla="*/ 8012306 w 12188965"/>
              <a:gd name="connsiteY5046" fmla="*/ 1691745 h 2053176"/>
              <a:gd name="connsiteX5047" fmla="*/ 7986648 w 12188965"/>
              <a:gd name="connsiteY5047" fmla="*/ 1717404 h 2053176"/>
              <a:gd name="connsiteX5048" fmla="*/ 7960990 w 12188965"/>
              <a:gd name="connsiteY5048" fmla="*/ 1691745 h 2053176"/>
              <a:gd name="connsiteX5049" fmla="*/ 7986648 w 12188965"/>
              <a:gd name="connsiteY5049" fmla="*/ 1666086 h 2053176"/>
              <a:gd name="connsiteX5050" fmla="*/ 7922444 w 12188965"/>
              <a:gd name="connsiteY5050" fmla="*/ 1666086 h 2053176"/>
              <a:gd name="connsiteX5051" fmla="*/ 7948102 w 12188965"/>
              <a:gd name="connsiteY5051" fmla="*/ 1691745 h 2053176"/>
              <a:gd name="connsiteX5052" fmla="*/ 7922444 w 12188965"/>
              <a:gd name="connsiteY5052" fmla="*/ 1717404 h 2053176"/>
              <a:gd name="connsiteX5053" fmla="*/ 7896783 w 12188965"/>
              <a:gd name="connsiteY5053" fmla="*/ 1691745 h 2053176"/>
              <a:gd name="connsiteX5054" fmla="*/ 7922444 w 12188965"/>
              <a:gd name="connsiteY5054" fmla="*/ 1666086 h 2053176"/>
              <a:gd name="connsiteX5055" fmla="*/ 7858237 w 12188965"/>
              <a:gd name="connsiteY5055" fmla="*/ 1666086 h 2053176"/>
              <a:gd name="connsiteX5056" fmla="*/ 7883895 w 12188965"/>
              <a:gd name="connsiteY5056" fmla="*/ 1691745 h 2053176"/>
              <a:gd name="connsiteX5057" fmla="*/ 7858237 w 12188965"/>
              <a:gd name="connsiteY5057" fmla="*/ 1717404 h 2053176"/>
              <a:gd name="connsiteX5058" fmla="*/ 7832578 w 12188965"/>
              <a:gd name="connsiteY5058" fmla="*/ 1691745 h 2053176"/>
              <a:gd name="connsiteX5059" fmla="*/ 7858237 w 12188965"/>
              <a:gd name="connsiteY5059" fmla="*/ 1666086 h 2053176"/>
              <a:gd name="connsiteX5060" fmla="*/ 7794032 w 12188965"/>
              <a:gd name="connsiteY5060" fmla="*/ 1666086 h 2053176"/>
              <a:gd name="connsiteX5061" fmla="*/ 7819690 w 12188965"/>
              <a:gd name="connsiteY5061" fmla="*/ 1691745 h 2053176"/>
              <a:gd name="connsiteX5062" fmla="*/ 7794032 w 12188965"/>
              <a:gd name="connsiteY5062" fmla="*/ 1717404 h 2053176"/>
              <a:gd name="connsiteX5063" fmla="*/ 7768371 w 12188965"/>
              <a:gd name="connsiteY5063" fmla="*/ 1691745 h 2053176"/>
              <a:gd name="connsiteX5064" fmla="*/ 7794032 w 12188965"/>
              <a:gd name="connsiteY5064" fmla="*/ 1666086 h 2053176"/>
              <a:gd name="connsiteX5065" fmla="*/ 7729825 w 12188965"/>
              <a:gd name="connsiteY5065" fmla="*/ 1666086 h 2053176"/>
              <a:gd name="connsiteX5066" fmla="*/ 7755486 w 12188965"/>
              <a:gd name="connsiteY5066" fmla="*/ 1691745 h 2053176"/>
              <a:gd name="connsiteX5067" fmla="*/ 7729825 w 12188965"/>
              <a:gd name="connsiteY5067" fmla="*/ 1717404 h 2053176"/>
              <a:gd name="connsiteX5068" fmla="*/ 7704167 w 12188965"/>
              <a:gd name="connsiteY5068" fmla="*/ 1691745 h 2053176"/>
              <a:gd name="connsiteX5069" fmla="*/ 7729825 w 12188965"/>
              <a:gd name="connsiteY5069" fmla="*/ 1666086 h 2053176"/>
              <a:gd name="connsiteX5070" fmla="*/ 7665621 w 12188965"/>
              <a:gd name="connsiteY5070" fmla="*/ 1666086 h 2053176"/>
              <a:gd name="connsiteX5071" fmla="*/ 7691279 w 12188965"/>
              <a:gd name="connsiteY5071" fmla="*/ 1691745 h 2053176"/>
              <a:gd name="connsiteX5072" fmla="*/ 7665621 w 12188965"/>
              <a:gd name="connsiteY5072" fmla="*/ 1717404 h 2053176"/>
              <a:gd name="connsiteX5073" fmla="*/ 7639963 w 12188965"/>
              <a:gd name="connsiteY5073" fmla="*/ 1691745 h 2053176"/>
              <a:gd name="connsiteX5074" fmla="*/ 7665621 w 12188965"/>
              <a:gd name="connsiteY5074" fmla="*/ 1666086 h 2053176"/>
              <a:gd name="connsiteX5075" fmla="*/ 7601299 w 12188965"/>
              <a:gd name="connsiteY5075" fmla="*/ 1666086 h 2053176"/>
              <a:gd name="connsiteX5076" fmla="*/ 7626959 w 12188965"/>
              <a:gd name="connsiteY5076" fmla="*/ 1691745 h 2053176"/>
              <a:gd name="connsiteX5077" fmla="*/ 7601299 w 12188965"/>
              <a:gd name="connsiteY5077" fmla="*/ 1717404 h 2053176"/>
              <a:gd name="connsiteX5078" fmla="*/ 7575640 w 12188965"/>
              <a:gd name="connsiteY5078" fmla="*/ 1691745 h 2053176"/>
              <a:gd name="connsiteX5079" fmla="*/ 7601299 w 12188965"/>
              <a:gd name="connsiteY5079" fmla="*/ 1666086 h 2053176"/>
              <a:gd name="connsiteX5080" fmla="*/ 7537094 w 12188965"/>
              <a:gd name="connsiteY5080" fmla="*/ 1666086 h 2053176"/>
              <a:gd name="connsiteX5081" fmla="*/ 7562752 w 12188965"/>
              <a:gd name="connsiteY5081" fmla="*/ 1691745 h 2053176"/>
              <a:gd name="connsiteX5082" fmla="*/ 7537094 w 12188965"/>
              <a:gd name="connsiteY5082" fmla="*/ 1717404 h 2053176"/>
              <a:gd name="connsiteX5083" fmla="*/ 7511436 w 12188965"/>
              <a:gd name="connsiteY5083" fmla="*/ 1691745 h 2053176"/>
              <a:gd name="connsiteX5084" fmla="*/ 7537094 w 12188965"/>
              <a:gd name="connsiteY5084" fmla="*/ 1666086 h 2053176"/>
              <a:gd name="connsiteX5085" fmla="*/ 7472890 w 12188965"/>
              <a:gd name="connsiteY5085" fmla="*/ 1666086 h 2053176"/>
              <a:gd name="connsiteX5086" fmla="*/ 7498548 w 12188965"/>
              <a:gd name="connsiteY5086" fmla="*/ 1691745 h 2053176"/>
              <a:gd name="connsiteX5087" fmla="*/ 7472890 w 12188965"/>
              <a:gd name="connsiteY5087" fmla="*/ 1717404 h 2053176"/>
              <a:gd name="connsiteX5088" fmla="*/ 7447229 w 12188965"/>
              <a:gd name="connsiteY5088" fmla="*/ 1691745 h 2053176"/>
              <a:gd name="connsiteX5089" fmla="*/ 7472890 w 12188965"/>
              <a:gd name="connsiteY5089" fmla="*/ 1666086 h 2053176"/>
              <a:gd name="connsiteX5090" fmla="*/ 7408683 w 12188965"/>
              <a:gd name="connsiteY5090" fmla="*/ 1666086 h 2053176"/>
              <a:gd name="connsiteX5091" fmla="*/ 7434341 w 12188965"/>
              <a:gd name="connsiteY5091" fmla="*/ 1691745 h 2053176"/>
              <a:gd name="connsiteX5092" fmla="*/ 7408683 w 12188965"/>
              <a:gd name="connsiteY5092" fmla="*/ 1717404 h 2053176"/>
              <a:gd name="connsiteX5093" fmla="*/ 7383025 w 12188965"/>
              <a:gd name="connsiteY5093" fmla="*/ 1691745 h 2053176"/>
              <a:gd name="connsiteX5094" fmla="*/ 7408683 w 12188965"/>
              <a:gd name="connsiteY5094" fmla="*/ 1666086 h 2053176"/>
              <a:gd name="connsiteX5095" fmla="*/ 7344479 w 12188965"/>
              <a:gd name="connsiteY5095" fmla="*/ 1666086 h 2053176"/>
              <a:gd name="connsiteX5096" fmla="*/ 7370137 w 12188965"/>
              <a:gd name="connsiteY5096" fmla="*/ 1691745 h 2053176"/>
              <a:gd name="connsiteX5097" fmla="*/ 7344479 w 12188965"/>
              <a:gd name="connsiteY5097" fmla="*/ 1717404 h 2053176"/>
              <a:gd name="connsiteX5098" fmla="*/ 7318820 w 12188965"/>
              <a:gd name="connsiteY5098" fmla="*/ 1691745 h 2053176"/>
              <a:gd name="connsiteX5099" fmla="*/ 7344479 w 12188965"/>
              <a:gd name="connsiteY5099" fmla="*/ 1666086 h 2053176"/>
              <a:gd name="connsiteX5100" fmla="*/ 7280274 w 12188965"/>
              <a:gd name="connsiteY5100" fmla="*/ 1666086 h 2053176"/>
              <a:gd name="connsiteX5101" fmla="*/ 7305932 w 12188965"/>
              <a:gd name="connsiteY5101" fmla="*/ 1691745 h 2053176"/>
              <a:gd name="connsiteX5102" fmla="*/ 7280274 w 12188965"/>
              <a:gd name="connsiteY5102" fmla="*/ 1717404 h 2053176"/>
              <a:gd name="connsiteX5103" fmla="*/ 7254613 w 12188965"/>
              <a:gd name="connsiteY5103" fmla="*/ 1691745 h 2053176"/>
              <a:gd name="connsiteX5104" fmla="*/ 7280274 w 12188965"/>
              <a:gd name="connsiteY5104" fmla="*/ 1666086 h 2053176"/>
              <a:gd name="connsiteX5105" fmla="*/ 7216067 w 12188965"/>
              <a:gd name="connsiteY5105" fmla="*/ 1666086 h 2053176"/>
              <a:gd name="connsiteX5106" fmla="*/ 7241725 w 12188965"/>
              <a:gd name="connsiteY5106" fmla="*/ 1691745 h 2053176"/>
              <a:gd name="connsiteX5107" fmla="*/ 7216067 w 12188965"/>
              <a:gd name="connsiteY5107" fmla="*/ 1717404 h 2053176"/>
              <a:gd name="connsiteX5108" fmla="*/ 7190409 w 12188965"/>
              <a:gd name="connsiteY5108" fmla="*/ 1691745 h 2053176"/>
              <a:gd name="connsiteX5109" fmla="*/ 7216067 w 12188965"/>
              <a:gd name="connsiteY5109" fmla="*/ 1666086 h 2053176"/>
              <a:gd name="connsiteX5110" fmla="*/ 7151863 w 12188965"/>
              <a:gd name="connsiteY5110" fmla="*/ 1666086 h 2053176"/>
              <a:gd name="connsiteX5111" fmla="*/ 7177521 w 12188965"/>
              <a:gd name="connsiteY5111" fmla="*/ 1691745 h 2053176"/>
              <a:gd name="connsiteX5112" fmla="*/ 7151863 w 12188965"/>
              <a:gd name="connsiteY5112" fmla="*/ 1717404 h 2053176"/>
              <a:gd name="connsiteX5113" fmla="*/ 7126205 w 12188965"/>
              <a:gd name="connsiteY5113" fmla="*/ 1691745 h 2053176"/>
              <a:gd name="connsiteX5114" fmla="*/ 7151863 w 12188965"/>
              <a:gd name="connsiteY5114" fmla="*/ 1666086 h 2053176"/>
              <a:gd name="connsiteX5115" fmla="*/ 7087658 w 12188965"/>
              <a:gd name="connsiteY5115" fmla="*/ 1666086 h 2053176"/>
              <a:gd name="connsiteX5116" fmla="*/ 7113317 w 12188965"/>
              <a:gd name="connsiteY5116" fmla="*/ 1691745 h 2053176"/>
              <a:gd name="connsiteX5117" fmla="*/ 7087658 w 12188965"/>
              <a:gd name="connsiteY5117" fmla="*/ 1717404 h 2053176"/>
              <a:gd name="connsiteX5118" fmla="*/ 7061998 w 12188965"/>
              <a:gd name="connsiteY5118" fmla="*/ 1691745 h 2053176"/>
              <a:gd name="connsiteX5119" fmla="*/ 7087658 w 12188965"/>
              <a:gd name="connsiteY5119" fmla="*/ 1666086 h 2053176"/>
              <a:gd name="connsiteX5120" fmla="*/ 6959247 w 12188965"/>
              <a:gd name="connsiteY5120" fmla="*/ 1666086 h 2053176"/>
              <a:gd name="connsiteX5121" fmla="*/ 6984905 w 12188965"/>
              <a:gd name="connsiteY5121" fmla="*/ 1691745 h 2053176"/>
              <a:gd name="connsiteX5122" fmla="*/ 6959247 w 12188965"/>
              <a:gd name="connsiteY5122" fmla="*/ 1717404 h 2053176"/>
              <a:gd name="connsiteX5123" fmla="*/ 6933589 w 12188965"/>
              <a:gd name="connsiteY5123" fmla="*/ 1691745 h 2053176"/>
              <a:gd name="connsiteX5124" fmla="*/ 6959247 w 12188965"/>
              <a:gd name="connsiteY5124" fmla="*/ 1666086 h 2053176"/>
              <a:gd name="connsiteX5125" fmla="*/ 6895043 w 12188965"/>
              <a:gd name="connsiteY5125" fmla="*/ 1666086 h 2053176"/>
              <a:gd name="connsiteX5126" fmla="*/ 6920701 w 12188965"/>
              <a:gd name="connsiteY5126" fmla="*/ 1691745 h 2053176"/>
              <a:gd name="connsiteX5127" fmla="*/ 6895043 w 12188965"/>
              <a:gd name="connsiteY5127" fmla="*/ 1717404 h 2053176"/>
              <a:gd name="connsiteX5128" fmla="*/ 6869382 w 12188965"/>
              <a:gd name="connsiteY5128" fmla="*/ 1691745 h 2053176"/>
              <a:gd name="connsiteX5129" fmla="*/ 6895043 w 12188965"/>
              <a:gd name="connsiteY5129" fmla="*/ 1666086 h 2053176"/>
              <a:gd name="connsiteX5130" fmla="*/ 6830836 w 12188965"/>
              <a:gd name="connsiteY5130" fmla="*/ 1666086 h 2053176"/>
              <a:gd name="connsiteX5131" fmla="*/ 6856494 w 12188965"/>
              <a:gd name="connsiteY5131" fmla="*/ 1691745 h 2053176"/>
              <a:gd name="connsiteX5132" fmla="*/ 6830836 w 12188965"/>
              <a:gd name="connsiteY5132" fmla="*/ 1717404 h 2053176"/>
              <a:gd name="connsiteX5133" fmla="*/ 6805178 w 12188965"/>
              <a:gd name="connsiteY5133" fmla="*/ 1691745 h 2053176"/>
              <a:gd name="connsiteX5134" fmla="*/ 6830836 w 12188965"/>
              <a:gd name="connsiteY5134" fmla="*/ 1666086 h 2053176"/>
              <a:gd name="connsiteX5135" fmla="*/ 6766631 w 12188965"/>
              <a:gd name="connsiteY5135" fmla="*/ 1666086 h 2053176"/>
              <a:gd name="connsiteX5136" fmla="*/ 6792290 w 12188965"/>
              <a:gd name="connsiteY5136" fmla="*/ 1691745 h 2053176"/>
              <a:gd name="connsiteX5137" fmla="*/ 6766631 w 12188965"/>
              <a:gd name="connsiteY5137" fmla="*/ 1717404 h 2053176"/>
              <a:gd name="connsiteX5138" fmla="*/ 6740973 w 12188965"/>
              <a:gd name="connsiteY5138" fmla="*/ 1691745 h 2053176"/>
              <a:gd name="connsiteX5139" fmla="*/ 6766631 w 12188965"/>
              <a:gd name="connsiteY5139" fmla="*/ 1666086 h 2053176"/>
              <a:gd name="connsiteX5140" fmla="*/ 6702427 w 12188965"/>
              <a:gd name="connsiteY5140" fmla="*/ 1666086 h 2053176"/>
              <a:gd name="connsiteX5141" fmla="*/ 6728085 w 12188965"/>
              <a:gd name="connsiteY5141" fmla="*/ 1691745 h 2053176"/>
              <a:gd name="connsiteX5142" fmla="*/ 6702427 w 12188965"/>
              <a:gd name="connsiteY5142" fmla="*/ 1717404 h 2053176"/>
              <a:gd name="connsiteX5143" fmla="*/ 6676766 w 12188965"/>
              <a:gd name="connsiteY5143" fmla="*/ 1691745 h 2053176"/>
              <a:gd name="connsiteX5144" fmla="*/ 6702427 w 12188965"/>
              <a:gd name="connsiteY5144" fmla="*/ 1666086 h 2053176"/>
              <a:gd name="connsiteX5145" fmla="*/ 6638220 w 12188965"/>
              <a:gd name="connsiteY5145" fmla="*/ 1666086 h 2053176"/>
              <a:gd name="connsiteX5146" fmla="*/ 6663881 w 12188965"/>
              <a:gd name="connsiteY5146" fmla="*/ 1691745 h 2053176"/>
              <a:gd name="connsiteX5147" fmla="*/ 6638220 w 12188965"/>
              <a:gd name="connsiteY5147" fmla="*/ 1717404 h 2053176"/>
              <a:gd name="connsiteX5148" fmla="*/ 6612562 w 12188965"/>
              <a:gd name="connsiteY5148" fmla="*/ 1691745 h 2053176"/>
              <a:gd name="connsiteX5149" fmla="*/ 6638220 w 12188965"/>
              <a:gd name="connsiteY5149" fmla="*/ 1666086 h 2053176"/>
              <a:gd name="connsiteX5150" fmla="*/ 6574016 w 12188965"/>
              <a:gd name="connsiteY5150" fmla="*/ 1666086 h 2053176"/>
              <a:gd name="connsiteX5151" fmla="*/ 6599674 w 12188965"/>
              <a:gd name="connsiteY5151" fmla="*/ 1691745 h 2053176"/>
              <a:gd name="connsiteX5152" fmla="*/ 6574016 w 12188965"/>
              <a:gd name="connsiteY5152" fmla="*/ 1717404 h 2053176"/>
              <a:gd name="connsiteX5153" fmla="*/ 6548357 w 12188965"/>
              <a:gd name="connsiteY5153" fmla="*/ 1691745 h 2053176"/>
              <a:gd name="connsiteX5154" fmla="*/ 6574016 w 12188965"/>
              <a:gd name="connsiteY5154" fmla="*/ 1666086 h 2053176"/>
              <a:gd name="connsiteX5155" fmla="*/ 6381282 w 12188965"/>
              <a:gd name="connsiteY5155" fmla="*/ 1666086 h 2053176"/>
              <a:gd name="connsiteX5156" fmla="*/ 6406943 w 12188965"/>
              <a:gd name="connsiteY5156" fmla="*/ 1691745 h 2053176"/>
              <a:gd name="connsiteX5157" fmla="*/ 6381282 w 12188965"/>
              <a:gd name="connsiteY5157" fmla="*/ 1717404 h 2053176"/>
              <a:gd name="connsiteX5158" fmla="*/ 6355624 w 12188965"/>
              <a:gd name="connsiteY5158" fmla="*/ 1691745 h 2053176"/>
              <a:gd name="connsiteX5159" fmla="*/ 6381282 w 12188965"/>
              <a:gd name="connsiteY5159" fmla="*/ 1666086 h 2053176"/>
              <a:gd name="connsiteX5160" fmla="*/ 6317078 w 12188965"/>
              <a:gd name="connsiteY5160" fmla="*/ 1666086 h 2053176"/>
              <a:gd name="connsiteX5161" fmla="*/ 6342736 w 12188965"/>
              <a:gd name="connsiteY5161" fmla="*/ 1691745 h 2053176"/>
              <a:gd name="connsiteX5162" fmla="*/ 6317078 w 12188965"/>
              <a:gd name="connsiteY5162" fmla="*/ 1717404 h 2053176"/>
              <a:gd name="connsiteX5163" fmla="*/ 6291420 w 12188965"/>
              <a:gd name="connsiteY5163" fmla="*/ 1691745 h 2053176"/>
              <a:gd name="connsiteX5164" fmla="*/ 6317078 w 12188965"/>
              <a:gd name="connsiteY5164" fmla="*/ 1666086 h 2053176"/>
              <a:gd name="connsiteX5165" fmla="*/ 6252873 w 12188965"/>
              <a:gd name="connsiteY5165" fmla="*/ 1666086 h 2053176"/>
              <a:gd name="connsiteX5166" fmla="*/ 6278532 w 12188965"/>
              <a:gd name="connsiteY5166" fmla="*/ 1691745 h 2053176"/>
              <a:gd name="connsiteX5167" fmla="*/ 6252873 w 12188965"/>
              <a:gd name="connsiteY5167" fmla="*/ 1717404 h 2053176"/>
              <a:gd name="connsiteX5168" fmla="*/ 6227213 w 12188965"/>
              <a:gd name="connsiteY5168" fmla="*/ 1691745 h 2053176"/>
              <a:gd name="connsiteX5169" fmla="*/ 6252873 w 12188965"/>
              <a:gd name="connsiteY5169" fmla="*/ 1666086 h 2053176"/>
              <a:gd name="connsiteX5170" fmla="*/ 6188666 w 12188965"/>
              <a:gd name="connsiteY5170" fmla="*/ 1666086 h 2053176"/>
              <a:gd name="connsiteX5171" fmla="*/ 6214327 w 12188965"/>
              <a:gd name="connsiteY5171" fmla="*/ 1691745 h 2053176"/>
              <a:gd name="connsiteX5172" fmla="*/ 6188666 w 12188965"/>
              <a:gd name="connsiteY5172" fmla="*/ 1717404 h 2053176"/>
              <a:gd name="connsiteX5173" fmla="*/ 6163008 w 12188965"/>
              <a:gd name="connsiteY5173" fmla="*/ 1691745 h 2053176"/>
              <a:gd name="connsiteX5174" fmla="*/ 6188666 w 12188965"/>
              <a:gd name="connsiteY5174" fmla="*/ 1666086 h 2053176"/>
              <a:gd name="connsiteX5175" fmla="*/ 6124462 w 12188965"/>
              <a:gd name="connsiteY5175" fmla="*/ 1666086 h 2053176"/>
              <a:gd name="connsiteX5176" fmla="*/ 6150123 w 12188965"/>
              <a:gd name="connsiteY5176" fmla="*/ 1691745 h 2053176"/>
              <a:gd name="connsiteX5177" fmla="*/ 6124462 w 12188965"/>
              <a:gd name="connsiteY5177" fmla="*/ 1717404 h 2053176"/>
              <a:gd name="connsiteX5178" fmla="*/ 6098804 w 12188965"/>
              <a:gd name="connsiteY5178" fmla="*/ 1691745 h 2053176"/>
              <a:gd name="connsiteX5179" fmla="*/ 6124462 w 12188965"/>
              <a:gd name="connsiteY5179" fmla="*/ 1666086 h 2053176"/>
              <a:gd name="connsiteX5180" fmla="*/ 6064505 w 12188965"/>
              <a:gd name="connsiteY5180" fmla="*/ 1666086 h 2053176"/>
              <a:gd name="connsiteX5181" fmla="*/ 6090163 w 12188965"/>
              <a:gd name="connsiteY5181" fmla="*/ 1691745 h 2053176"/>
              <a:gd name="connsiteX5182" fmla="*/ 6064505 w 12188965"/>
              <a:gd name="connsiteY5182" fmla="*/ 1717404 h 2053176"/>
              <a:gd name="connsiteX5183" fmla="*/ 6038844 w 12188965"/>
              <a:gd name="connsiteY5183" fmla="*/ 1691745 h 2053176"/>
              <a:gd name="connsiteX5184" fmla="*/ 6064505 w 12188965"/>
              <a:gd name="connsiteY5184" fmla="*/ 1666086 h 2053176"/>
              <a:gd name="connsiteX5185" fmla="*/ 6000298 w 12188965"/>
              <a:gd name="connsiteY5185" fmla="*/ 1666086 h 2053176"/>
              <a:gd name="connsiteX5186" fmla="*/ 6025956 w 12188965"/>
              <a:gd name="connsiteY5186" fmla="*/ 1691745 h 2053176"/>
              <a:gd name="connsiteX5187" fmla="*/ 6000298 w 12188965"/>
              <a:gd name="connsiteY5187" fmla="*/ 1717404 h 2053176"/>
              <a:gd name="connsiteX5188" fmla="*/ 5974639 w 12188965"/>
              <a:gd name="connsiteY5188" fmla="*/ 1691745 h 2053176"/>
              <a:gd name="connsiteX5189" fmla="*/ 6000298 w 12188965"/>
              <a:gd name="connsiteY5189" fmla="*/ 1666086 h 2053176"/>
              <a:gd name="connsiteX5190" fmla="*/ 5936092 w 12188965"/>
              <a:gd name="connsiteY5190" fmla="*/ 1666086 h 2053176"/>
              <a:gd name="connsiteX5191" fmla="*/ 5961751 w 12188965"/>
              <a:gd name="connsiteY5191" fmla="*/ 1691745 h 2053176"/>
              <a:gd name="connsiteX5192" fmla="*/ 5936092 w 12188965"/>
              <a:gd name="connsiteY5192" fmla="*/ 1717404 h 2053176"/>
              <a:gd name="connsiteX5193" fmla="*/ 5910435 w 12188965"/>
              <a:gd name="connsiteY5193" fmla="*/ 1691745 h 2053176"/>
              <a:gd name="connsiteX5194" fmla="*/ 5936092 w 12188965"/>
              <a:gd name="connsiteY5194" fmla="*/ 1666086 h 2053176"/>
              <a:gd name="connsiteX5195" fmla="*/ 5743477 w 12188965"/>
              <a:gd name="connsiteY5195" fmla="*/ 1666086 h 2053176"/>
              <a:gd name="connsiteX5196" fmla="*/ 5769136 w 12188965"/>
              <a:gd name="connsiteY5196" fmla="*/ 1691745 h 2053176"/>
              <a:gd name="connsiteX5197" fmla="*/ 5743477 w 12188965"/>
              <a:gd name="connsiteY5197" fmla="*/ 1717404 h 2053176"/>
              <a:gd name="connsiteX5198" fmla="*/ 5717818 w 12188965"/>
              <a:gd name="connsiteY5198" fmla="*/ 1691745 h 2053176"/>
              <a:gd name="connsiteX5199" fmla="*/ 5743477 w 12188965"/>
              <a:gd name="connsiteY5199" fmla="*/ 1666086 h 2053176"/>
              <a:gd name="connsiteX5200" fmla="*/ 5679272 w 12188965"/>
              <a:gd name="connsiteY5200" fmla="*/ 1666086 h 2053176"/>
              <a:gd name="connsiteX5201" fmla="*/ 5704930 w 12188965"/>
              <a:gd name="connsiteY5201" fmla="*/ 1691745 h 2053176"/>
              <a:gd name="connsiteX5202" fmla="*/ 5679272 w 12188965"/>
              <a:gd name="connsiteY5202" fmla="*/ 1717404 h 2053176"/>
              <a:gd name="connsiteX5203" fmla="*/ 5653614 w 12188965"/>
              <a:gd name="connsiteY5203" fmla="*/ 1691745 h 2053176"/>
              <a:gd name="connsiteX5204" fmla="*/ 5679272 w 12188965"/>
              <a:gd name="connsiteY5204" fmla="*/ 1666086 h 2053176"/>
              <a:gd name="connsiteX5205" fmla="*/ 5615066 w 12188965"/>
              <a:gd name="connsiteY5205" fmla="*/ 1666086 h 2053176"/>
              <a:gd name="connsiteX5206" fmla="*/ 5640726 w 12188965"/>
              <a:gd name="connsiteY5206" fmla="*/ 1691745 h 2053176"/>
              <a:gd name="connsiteX5207" fmla="*/ 5615066 w 12188965"/>
              <a:gd name="connsiteY5207" fmla="*/ 1717404 h 2053176"/>
              <a:gd name="connsiteX5208" fmla="*/ 5589407 w 12188965"/>
              <a:gd name="connsiteY5208" fmla="*/ 1691745 h 2053176"/>
              <a:gd name="connsiteX5209" fmla="*/ 5615066 w 12188965"/>
              <a:gd name="connsiteY5209" fmla="*/ 1666086 h 2053176"/>
              <a:gd name="connsiteX5210" fmla="*/ 5550862 w 12188965"/>
              <a:gd name="connsiteY5210" fmla="*/ 1666086 h 2053176"/>
              <a:gd name="connsiteX5211" fmla="*/ 5576520 w 12188965"/>
              <a:gd name="connsiteY5211" fmla="*/ 1691745 h 2053176"/>
              <a:gd name="connsiteX5212" fmla="*/ 5550862 w 12188965"/>
              <a:gd name="connsiteY5212" fmla="*/ 1717404 h 2053176"/>
              <a:gd name="connsiteX5213" fmla="*/ 5525203 w 12188965"/>
              <a:gd name="connsiteY5213" fmla="*/ 1691745 h 2053176"/>
              <a:gd name="connsiteX5214" fmla="*/ 5550862 w 12188965"/>
              <a:gd name="connsiteY5214" fmla="*/ 1666086 h 2053176"/>
              <a:gd name="connsiteX5215" fmla="*/ 5486655 w 12188965"/>
              <a:gd name="connsiteY5215" fmla="*/ 1666086 h 2053176"/>
              <a:gd name="connsiteX5216" fmla="*/ 5512316 w 12188965"/>
              <a:gd name="connsiteY5216" fmla="*/ 1691745 h 2053176"/>
              <a:gd name="connsiteX5217" fmla="*/ 5486655 w 12188965"/>
              <a:gd name="connsiteY5217" fmla="*/ 1717404 h 2053176"/>
              <a:gd name="connsiteX5218" fmla="*/ 5460997 w 12188965"/>
              <a:gd name="connsiteY5218" fmla="*/ 1691745 h 2053176"/>
              <a:gd name="connsiteX5219" fmla="*/ 5486655 w 12188965"/>
              <a:gd name="connsiteY5219" fmla="*/ 1666086 h 2053176"/>
              <a:gd name="connsiteX5220" fmla="*/ 5422451 w 12188965"/>
              <a:gd name="connsiteY5220" fmla="*/ 1666086 h 2053176"/>
              <a:gd name="connsiteX5221" fmla="*/ 5448109 w 12188965"/>
              <a:gd name="connsiteY5221" fmla="*/ 1691745 h 2053176"/>
              <a:gd name="connsiteX5222" fmla="*/ 5422451 w 12188965"/>
              <a:gd name="connsiteY5222" fmla="*/ 1717404 h 2053176"/>
              <a:gd name="connsiteX5223" fmla="*/ 5396791 w 12188965"/>
              <a:gd name="connsiteY5223" fmla="*/ 1691745 h 2053176"/>
              <a:gd name="connsiteX5224" fmla="*/ 5422451 w 12188965"/>
              <a:gd name="connsiteY5224" fmla="*/ 1666086 h 2053176"/>
              <a:gd name="connsiteX5225" fmla="*/ 5358245 w 12188965"/>
              <a:gd name="connsiteY5225" fmla="*/ 1666086 h 2053176"/>
              <a:gd name="connsiteX5226" fmla="*/ 5383904 w 12188965"/>
              <a:gd name="connsiteY5226" fmla="*/ 1691745 h 2053176"/>
              <a:gd name="connsiteX5227" fmla="*/ 5358245 w 12188965"/>
              <a:gd name="connsiteY5227" fmla="*/ 1717404 h 2053176"/>
              <a:gd name="connsiteX5228" fmla="*/ 5332587 w 12188965"/>
              <a:gd name="connsiteY5228" fmla="*/ 1691745 h 2053176"/>
              <a:gd name="connsiteX5229" fmla="*/ 5358245 w 12188965"/>
              <a:gd name="connsiteY5229" fmla="*/ 1666086 h 2053176"/>
              <a:gd name="connsiteX5230" fmla="*/ 5294040 w 12188965"/>
              <a:gd name="connsiteY5230" fmla="*/ 1666086 h 2053176"/>
              <a:gd name="connsiteX5231" fmla="*/ 5319699 w 12188965"/>
              <a:gd name="connsiteY5231" fmla="*/ 1691745 h 2053176"/>
              <a:gd name="connsiteX5232" fmla="*/ 5294040 w 12188965"/>
              <a:gd name="connsiteY5232" fmla="*/ 1717404 h 2053176"/>
              <a:gd name="connsiteX5233" fmla="*/ 5268382 w 12188965"/>
              <a:gd name="connsiteY5233" fmla="*/ 1691745 h 2053176"/>
              <a:gd name="connsiteX5234" fmla="*/ 5294040 w 12188965"/>
              <a:gd name="connsiteY5234" fmla="*/ 1666086 h 2053176"/>
              <a:gd name="connsiteX5235" fmla="*/ 5229719 w 12188965"/>
              <a:gd name="connsiteY5235" fmla="*/ 1666086 h 2053176"/>
              <a:gd name="connsiteX5236" fmla="*/ 5255377 w 12188965"/>
              <a:gd name="connsiteY5236" fmla="*/ 1691745 h 2053176"/>
              <a:gd name="connsiteX5237" fmla="*/ 5229719 w 12188965"/>
              <a:gd name="connsiteY5237" fmla="*/ 1717404 h 2053176"/>
              <a:gd name="connsiteX5238" fmla="*/ 5204058 w 12188965"/>
              <a:gd name="connsiteY5238" fmla="*/ 1691745 h 2053176"/>
              <a:gd name="connsiteX5239" fmla="*/ 5229719 w 12188965"/>
              <a:gd name="connsiteY5239" fmla="*/ 1666086 h 2053176"/>
              <a:gd name="connsiteX5240" fmla="*/ 5165514 w 12188965"/>
              <a:gd name="connsiteY5240" fmla="*/ 1666086 h 2053176"/>
              <a:gd name="connsiteX5241" fmla="*/ 5191171 w 12188965"/>
              <a:gd name="connsiteY5241" fmla="*/ 1691745 h 2053176"/>
              <a:gd name="connsiteX5242" fmla="*/ 5165514 w 12188965"/>
              <a:gd name="connsiteY5242" fmla="*/ 1717404 h 2053176"/>
              <a:gd name="connsiteX5243" fmla="*/ 5139855 w 12188965"/>
              <a:gd name="connsiteY5243" fmla="*/ 1691745 h 2053176"/>
              <a:gd name="connsiteX5244" fmla="*/ 5165514 w 12188965"/>
              <a:gd name="connsiteY5244" fmla="*/ 1666086 h 2053176"/>
              <a:gd name="connsiteX5245" fmla="*/ 5101309 w 12188965"/>
              <a:gd name="connsiteY5245" fmla="*/ 1666086 h 2053176"/>
              <a:gd name="connsiteX5246" fmla="*/ 5126967 w 12188965"/>
              <a:gd name="connsiteY5246" fmla="*/ 1691745 h 2053176"/>
              <a:gd name="connsiteX5247" fmla="*/ 5101309 w 12188965"/>
              <a:gd name="connsiteY5247" fmla="*/ 1717404 h 2053176"/>
              <a:gd name="connsiteX5248" fmla="*/ 5075649 w 12188965"/>
              <a:gd name="connsiteY5248" fmla="*/ 1691745 h 2053176"/>
              <a:gd name="connsiteX5249" fmla="*/ 5101309 w 12188965"/>
              <a:gd name="connsiteY5249" fmla="*/ 1666086 h 2053176"/>
              <a:gd name="connsiteX5250" fmla="*/ 5037104 w 12188965"/>
              <a:gd name="connsiteY5250" fmla="*/ 1666086 h 2053176"/>
              <a:gd name="connsiteX5251" fmla="*/ 5062762 w 12188965"/>
              <a:gd name="connsiteY5251" fmla="*/ 1691745 h 2053176"/>
              <a:gd name="connsiteX5252" fmla="*/ 5037104 w 12188965"/>
              <a:gd name="connsiteY5252" fmla="*/ 1717404 h 2053176"/>
              <a:gd name="connsiteX5253" fmla="*/ 5011444 w 12188965"/>
              <a:gd name="connsiteY5253" fmla="*/ 1691745 h 2053176"/>
              <a:gd name="connsiteX5254" fmla="*/ 5037104 w 12188965"/>
              <a:gd name="connsiteY5254" fmla="*/ 1666086 h 2053176"/>
              <a:gd name="connsiteX5255" fmla="*/ 4972896 w 12188965"/>
              <a:gd name="connsiteY5255" fmla="*/ 1666086 h 2053176"/>
              <a:gd name="connsiteX5256" fmla="*/ 4998557 w 12188965"/>
              <a:gd name="connsiteY5256" fmla="*/ 1691745 h 2053176"/>
              <a:gd name="connsiteX5257" fmla="*/ 4972896 w 12188965"/>
              <a:gd name="connsiteY5257" fmla="*/ 1717404 h 2053176"/>
              <a:gd name="connsiteX5258" fmla="*/ 4947240 w 12188965"/>
              <a:gd name="connsiteY5258" fmla="*/ 1691745 h 2053176"/>
              <a:gd name="connsiteX5259" fmla="*/ 4972896 w 12188965"/>
              <a:gd name="connsiteY5259" fmla="*/ 1666086 h 2053176"/>
              <a:gd name="connsiteX5260" fmla="*/ 4908693 w 12188965"/>
              <a:gd name="connsiteY5260" fmla="*/ 1666086 h 2053176"/>
              <a:gd name="connsiteX5261" fmla="*/ 4934352 w 12188965"/>
              <a:gd name="connsiteY5261" fmla="*/ 1691745 h 2053176"/>
              <a:gd name="connsiteX5262" fmla="*/ 4908693 w 12188965"/>
              <a:gd name="connsiteY5262" fmla="*/ 1717404 h 2053176"/>
              <a:gd name="connsiteX5263" fmla="*/ 4883033 w 12188965"/>
              <a:gd name="connsiteY5263" fmla="*/ 1691745 h 2053176"/>
              <a:gd name="connsiteX5264" fmla="*/ 4908693 w 12188965"/>
              <a:gd name="connsiteY5264" fmla="*/ 1666086 h 2053176"/>
              <a:gd name="connsiteX5265" fmla="*/ 4844487 w 12188965"/>
              <a:gd name="connsiteY5265" fmla="*/ 1666086 h 2053176"/>
              <a:gd name="connsiteX5266" fmla="*/ 4870146 w 12188965"/>
              <a:gd name="connsiteY5266" fmla="*/ 1691745 h 2053176"/>
              <a:gd name="connsiteX5267" fmla="*/ 4844487 w 12188965"/>
              <a:gd name="connsiteY5267" fmla="*/ 1717404 h 2053176"/>
              <a:gd name="connsiteX5268" fmla="*/ 4818828 w 12188965"/>
              <a:gd name="connsiteY5268" fmla="*/ 1691745 h 2053176"/>
              <a:gd name="connsiteX5269" fmla="*/ 4844487 w 12188965"/>
              <a:gd name="connsiteY5269" fmla="*/ 1666086 h 2053176"/>
              <a:gd name="connsiteX5270" fmla="*/ 4780282 w 12188965"/>
              <a:gd name="connsiteY5270" fmla="*/ 1666086 h 2053176"/>
              <a:gd name="connsiteX5271" fmla="*/ 4805941 w 12188965"/>
              <a:gd name="connsiteY5271" fmla="*/ 1691745 h 2053176"/>
              <a:gd name="connsiteX5272" fmla="*/ 4780282 w 12188965"/>
              <a:gd name="connsiteY5272" fmla="*/ 1717404 h 2053176"/>
              <a:gd name="connsiteX5273" fmla="*/ 4754622 w 12188965"/>
              <a:gd name="connsiteY5273" fmla="*/ 1691745 h 2053176"/>
              <a:gd name="connsiteX5274" fmla="*/ 4780282 w 12188965"/>
              <a:gd name="connsiteY5274" fmla="*/ 1666086 h 2053176"/>
              <a:gd name="connsiteX5275" fmla="*/ 4716077 w 12188965"/>
              <a:gd name="connsiteY5275" fmla="*/ 1666086 h 2053176"/>
              <a:gd name="connsiteX5276" fmla="*/ 4741736 w 12188965"/>
              <a:gd name="connsiteY5276" fmla="*/ 1691745 h 2053176"/>
              <a:gd name="connsiteX5277" fmla="*/ 4716077 w 12188965"/>
              <a:gd name="connsiteY5277" fmla="*/ 1717404 h 2053176"/>
              <a:gd name="connsiteX5278" fmla="*/ 4690419 w 12188965"/>
              <a:gd name="connsiteY5278" fmla="*/ 1691745 h 2053176"/>
              <a:gd name="connsiteX5279" fmla="*/ 4716077 w 12188965"/>
              <a:gd name="connsiteY5279" fmla="*/ 1666086 h 2053176"/>
              <a:gd name="connsiteX5280" fmla="*/ 4651872 w 12188965"/>
              <a:gd name="connsiteY5280" fmla="*/ 1666086 h 2053176"/>
              <a:gd name="connsiteX5281" fmla="*/ 4677531 w 12188965"/>
              <a:gd name="connsiteY5281" fmla="*/ 1691745 h 2053176"/>
              <a:gd name="connsiteX5282" fmla="*/ 4651872 w 12188965"/>
              <a:gd name="connsiteY5282" fmla="*/ 1717404 h 2053176"/>
              <a:gd name="connsiteX5283" fmla="*/ 4626213 w 12188965"/>
              <a:gd name="connsiteY5283" fmla="*/ 1691745 h 2053176"/>
              <a:gd name="connsiteX5284" fmla="*/ 4651872 w 12188965"/>
              <a:gd name="connsiteY5284" fmla="*/ 1666086 h 2053176"/>
              <a:gd name="connsiteX5285" fmla="*/ 4587666 w 12188965"/>
              <a:gd name="connsiteY5285" fmla="*/ 1666086 h 2053176"/>
              <a:gd name="connsiteX5286" fmla="*/ 4613324 w 12188965"/>
              <a:gd name="connsiteY5286" fmla="*/ 1691745 h 2053176"/>
              <a:gd name="connsiteX5287" fmla="*/ 4587666 w 12188965"/>
              <a:gd name="connsiteY5287" fmla="*/ 1717404 h 2053176"/>
              <a:gd name="connsiteX5288" fmla="*/ 4562007 w 12188965"/>
              <a:gd name="connsiteY5288" fmla="*/ 1691745 h 2053176"/>
              <a:gd name="connsiteX5289" fmla="*/ 4587666 w 12188965"/>
              <a:gd name="connsiteY5289" fmla="*/ 1666086 h 2053176"/>
              <a:gd name="connsiteX5290" fmla="*/ 4523461 w 12188965"/>
              <a:gd name="connsiteY5290" fmla="*/ 1666086 h 2053176"/>
              <a:gd name="connsiteX5291" fmla="*/ 4549121 w 12188965"/>
              <a:gd name="connsiteY5291" fmla="*/ 1691745 h 2053176"/>
              <a:gd name="connsiteX5292" fmla="*/ 4523461 w 12188965"/>
              <a:gd name="connsiteY5292" fmla="*/ 1717404 h 2053176"/>
              <a:gd name="connsiteX5293" fmla="*/ 4497802 w 12188965"/>
              <a:gd name="connsiteY5293" fmla="*/ 1691745 h 2053176"/>
              <a:gd name="connsiteX5294" fmla="*/ 4523461 w 12188965"/>
              <a:gd name="connsiteY5294" fmla="*/ 1666086 h 2053176"/>
              <a:gd name="connsiteX5295" fmla="*/ 4395050 w 12188965"/>
              <a:gd name="connsiteY5295" fmla="*/ 1666086 h 2053176"/>
              <a:gd name="connsiteX5296" fmla="*/ 4420710 w 12188965"/>
              <a:gd name="connsiteY5296" fmla="*/ 1691745 h 2053176"/>
              <a:gd name="connsiteX5297" fmla="*/ 4395050 w 12188965"/>
              <a:gd name="connsiteY5297" fmla="*/ 1717404 h 2053176"/>
              <a:gd name="connsiteX5298" fmla="*/ 4369391 w 12188965"/>
              <a:gd name="connsiteY5298" fmla="*/ 1691745 h 2053176"/>
              <a:gd name="connsiteX5299" fmla="*/ 4395050 w 12188965"/>
              <a:gd name="connsiteY5299" fmla="*/ 1666086 h 2053176"/>
              <a:gd name="connsiteX5300" fmla="*/ 4266640 w 12188965"/>
              <a:gd name="connsiteY5300" fmla="*/ 1666086 h 2053176"/>
              <a:gd name="connsiteX5301" fmla="*/ 4292298 w 12188965"/>
              <a:gd name="connsiteY5301" fmla="*/ 1691745 h 2053176"/>
              <a:gd name="connsiteX5302" fmla="*/ 4266640 w 12188965"/>
              <a:gd name="connsiteY5302" fmla="*/ 1717404 h 2053176"/>
              <a:gd name="connsiteX5303" fmla="*/ 4240981 w 12188965"/>
              <a:gd name="connsiteY5303" fmla="*/ 1691745 h 2053176"/>
              <a:gd name="connsiteX5304" fmla="*/ 4266640 w 12188965"/>
              <a:gd name="connsiteY5304" fmla="*/ 1666086 h 2053176"/>
              <a:gd name="connsiteX5305" fmla="*/ 4202435 w 12188965"/>
              <a:gd name="connsiteY5305" fmla="*/ 1666086 h 2053176"/>
              <a:gd name="connsiteX5306" fmla="*/ 4228093 w 12188965"/>
              <a:gd name="connsiteY5306" fmla="*/ 1691745 h 2053176"/>
              <a:gd name="connsiteX5307" fmla="*/ 4202435 w 12188965"/>
              <a:gd name="connsiteY5307" fmla="*/ 1717404 h 2053176"/>
              <a:gd name="connsiteX5308" fmla="*/ 4176776 w 12188965"/>
              <a:gd name="connsiteY5308" fmla="*/ 1691745 h 2053176"/>
              <a:gd name="connsiteX5309" fmla="*/ 4202435 w 12188965"/>
              <a:gd name="connsiteY5309" fmla="*/ 1666086 h 2053176"/>
              <a:gd name="connsiteX5310" fmla="*/ 4073908 w 12188965"/>
              <a:gd name="connsiteY5310" fmla="*/ 1666086 h 2053176"/>
              <a:gd name="connsiteX5311" fmla="*/ 4099565 w 12188965"/>
              <a:gd name="connsiteY5311" fmla="*/ 1691745 h 2053176"/>
              <a:gd name="connsiteX5312" fmla="*/ 4073908 w 12188965"/>
              <a:gd name="connsiteY5312" fmla="*/ 1717404 h 2053176"/>
              <a:gd name="connsiteX5313" fmla="*/ 4048248 w 12188965"/>
              <a:gd name="connsiteY5313" fmla="*/ 1691745 h 2053176"/>
              <a:gd name="connsiteX5314" fmla="*/ 4073908 w 12188965"/>
              <a:gd name="connsiteY5314" fmla="*/ 1666086 h 2053176"/>
              <a:gd name="connsiteX5315" fmla="*/ 4009702 w 12188965"/>
              <a:gd name="connsiteY5315" fmla="*/ 1666086 h 2053176"/>
              <a:gd name="connsiteX5316" fmla="*/ 4035362 w 12188965"/>
              <a:gd name="connsiteY5316" fmla="*/ 1691745 h 2053176"/>
              <a:gd name="connsiteX5317" fmla="*/ 4009702 w 12188965"/>
              <a:gd name="connsiteY5317" fmla="*/ 1717404 h 2053176"/>
              <a:gd name="connsiteX5318" fmla="*/ 3984043 w 12188965"/>
              <a:gd name="connsiteY5318" fmla="*/ 1691745 h 2053176"/>
              <a:gd name="connsiteX5319" fmla="*/ 4009702 w 12188965"/>
              <a:gd name="connsiteY5319" fmla="*/ 1666086 h 2053176"/>
              <a:gd name="connsiteX5320" fmla="*/ 3945497 w 12188965"/>
              <a:gd name="connsiteY5320" fmla="*/ 1666086 h 2053176"/>
              <a:gd name="connsiteX5321" fmla="*/ 3971155 w 12188965"/>
              <a:gd name="connsiteY5321" fmla="*/ 1691745 h 2053176"/>
              <a:gd name="connsiteX5322" fmla="*/ 3945497 w 12188965"/>
              <a:gd name="connsiteY5322" fmla="*/ 1717404 h 2053176"/>
              <a:gd name="connsiteX5323" fmla="*/ 3919838 w 12188965"/>
              <a:gd name="connsiteY5323" fmla="*/ 1691745 h 2053176"/>
              <a:gd name="connsiteX5324" fmla="*/ 3945497 w 12188965"/>
              <a:gd name="connsiteY5324" fmla="*/ 1666086 h 2053176"/>
              <a:gd name="connsiteX5325" fmla="*/ 3881291 w 12188965"/>
              <a:gd name="connsiteY5325" fmla="*/ 1666086 h 2053176"/>
              <a:gd name="connsiteX5326" fmla="*/ 3906950 w 12188965"/>
              <a:gd name="connsiteY5326" fmla="*/ 1691745 h 2053176"/>
              <a:gd name="connsiteX5327" fmla="*/ 3881291 w 12188965"/>
              <a:gd name="connsiteY5327" fmla="*/ 1717404 h 2053176"/>
              <a:gd name="connsiteX5328" fmla="*/ 3855633 w 12188965"/>
              <a:gd name="connsiteY5328" fmla="*/ 1691745 h 2053176"/>
              <a:gd name="connsiteX5329" fmla="*/ 3881291 w 12188965"/>
              <a:gd name="connsiteY5329" fmla="*/ 1666086 h 2053176"/>
              <a:gd name="connsiteX5330" fmla="*/ 3817085 w 12188965"/>
              <a:gd name="connsiteY5330" fmla="*/ 1666086 h 2053176"/>
              <a:gd name="connsiteX5331" fmla="*/ 3842745 w 12188965"/>
              <a:gd name="connsiteY5331" fmla="*/ 1691745 h 2053176"/>
              <a:gd name="connsiteX5332" fmla="*/ 3817085 w 12188965"/>
              <a:gd name="connsiteY5332" fmla="*/ 1717404 h 2053176"/>
              <a:gd name="connsiteX5333" fmla="*/ 3791427 w 12188965"/>
              <a:gd name="connsiteY5333" fmla="*/ 1691745 h 2053176"/>
              <a:gd name="connsiteX5334" fmla="*/ 3817085 w 12188965"/>
              <a:gd name="connsiteY5334" fmla="*/ 1666086 h 2053176"/>
              <a:gd name="connsiteX5335" fmla="*/ 3752882 w 12188965"/>
              <a:gd name="connsiteY5335" fmla="*/ 1666086 h 2053176"/>
              <a:gd name="connsiteX5336" fmla="*/ 3778539 w 12188965"/>
              <a:gd name="connsiteY5336" fmla="*/ 1691745 h 2053176"/>
              <a:gd name="connsiteX5337" fmla="*/ 3752882 w 12188965"/>
              <a:gd name="connsiteY5337" fmla="*/ 1717404 h 2053176"/>
              <a:gd name="connsiteX5338" fmla="*/ 3727221 w 12188965"/>
              <a:gd name="connsiteY5338" fmla="*/ 1691745 h 2053176"/>
              <a:gd name="connsiteX5339" fmla="*/ 3752882 w 12188965"/>
              <a:gd name="connsiteY5339" fmla="*/ 1666086 h 2053176"/>
              <a:gd name="connsiteX5340" fmla="*/ 3688674 w 12188965"/>
              <a:gd name="connsiteY5340" fmla="*/ 1666086 h 2053176"/>
              <a:gd name="connsiteX5341" fmla="*/ 3714335 w 12188965"/>
              <a:gd name="connsiteY5341" fmla="*/ 1691745 h 2053176"/>
              <a:gd name="connsiteX5342" fmla="*/ 3688674 w 12188965"/>
              <a:gd name="connsiteY5342" fmla="*/ 1717404 h 2053176"/>
              <a:gd name="connsiteX5343" fmla="*/ 3663017 w 12188965"/>
              <a:gd name="connsiteY5343" fmla="*/ 1691745 h 2053176"/>
              <a:gd name="connsiteX5344" fmla="*/ 3688674 w 12188965"/>
              <a:gd name="connsiteY5344" fmla="*/ 1666086 h 2053176"/>
              <a:gd name="connsiteX5345" fmla="*/ 3624472 w 12188965"/>
              <a:gd name="connsiteY5345" fmla="*/ 1666086 h 2053176"/>
              <a:gd name="connsiteX5346" fmla="*/ 3650129 w 12188965"/>
              <a:gd name="connsiteY5346" fmla="*/ 1691745 h 2053176"/>
              <a:gd name="connsiteX5347" fmla="*/ 3624472 w 12188965"/>
              <a:gd name="connsiteY5347" fmla="*/ 1717404 h 2053176"/>
              <a:gd name="connsiteX5348" fmla="*/ 3598810 w 12188965"/>
              <a:gd name="connsiteY5348" fmla="*/ 1691745 h 2053176"/>
              <a:gd name="connsiteX5349" fmla="*/ 3624472 w 12188965"/>
              <a:gd name="connsiteY5349" fmla="*/ 1666086 h 2053176"/>
              <a:gd name="connsiteX5350" fmla="*/ 3496060 w 12188965"/>
              <a:gd name="connsiteY5350" fmla="*/ 1666086 h 2053176"/>
              <a:gd name="connsiteX5351" fmla="*/ 3521719 w 12188965"/>
              <a:gd name="connsiteY5351" fmla="*/ 1691745 h 2053176"/>
              <a:gd name="connsiteX5352" fmla="*/ 3496060 w 12188965"/>
              <a:gd name="connsiteY5352" fmla="*/ 1717404 h 2053176"/>
              <a:gd name="connsiteX5353" fmla="*/ 3470400 w 12188965"/>
              <a:gd name="connsiteY5353" fmla="*/ 1691745 h 2053176"/>
              <a:gd name="connsiteX5354" fmla="*/ 3496060 w 12188965"/>
              <a:gd name="connsiteY5354" fmla="*/ 1666086 h 2053176"/>
              <a:gd name="connsiteX5355" fmla="*/ 3431855 w 12188965"/>
              <a:gd name="connsiteY5355" fmla="*/ 1666086 h 2053176"/>
              <a:gd name="connsiteX5356" fmla="*/ 3457512 w 12188965"/>
              <a:gd name="connsiteY5356" fmla="*/ 1691745 h 2053176"/>
              <a:gd name="connsiteX5357" fmla="*/ 3431855 w 12188965"/>
              <a:gd name="connsiteY5357" fmla="*/ 1717404 h 2053176"/>
              <a:gd name="connsiteX5358" fmla="*/ 3406196 w 12188965"/>
              <a:gd name="connsiteY5358" fmla="*/ 1691745 h 2053176"/>
              <a:gd name="connsiteX5359" fmla="*/ 3431855 w 12188965"/>
              <a:gd name="connsiteY5359" fmla="*/ 1666086 h 2053176"/>
              <a:gd name="connsiteX5360" fmla="*/ 3367649 w 12188965"/>
              <a:gd name="connsiteY5360" fmla="*/ 1666086 h 2053176"/>
              <a:gd name="connsiteX5361" fmla="*/ 3393308 w 12188965"/>
              <a:gd name="connsiteY5361" fmla="*/ 1691745 h 2053176"/>
              <a:gd name="connsiteX5362" fmla="*/ 3367649 w 12188965"/>
              <a:gd name="connsiteY5362" fmla="*/ 1717404 h 2053176"/>
              <a:gd name="connsiteX5363" fmla="*/ 3341990 w 12188965"/>
              <a:gd name="connsiteY5363" fmla="*/ 1691745 h 2053176"/>
              <a:gd name="connsiteX5364" fmla="*/ 3367649 w 12188965"/>
              <a:gd name="connsiteY5364" fmla="*/ 1666086 h 2053176"/>
              <a:gd name="connsiteX5365" fmla="*/ 3303444 w 12188965"/>
              <a:gd name="connsiteY5365" fmla="*/ 1666086 h 2053176"/>
              <a:gd name="connsiteX5366" fmla="*/ 3329102 w 12188965"/>
              <a:gd name="connsiteY5366" fmla="*/ 1691745 h 2053176"/>
              <a:gd name="connsiteX5367" fmla="*/ 3303444 w 12188965"/>
              <a:gd name="connsiteY5367" fmla="*/ 1717404 h 2053176"/>
              <a:gd name="connsiteX5368" fmla="*/ 3277785 w 12188965"/>
              <a:gd name="connsiteY5368" fmla="*/ 1691745 h 2053176"/>
              <a:gd name="connsiteX5369" fmla="*/ 3303444 w 12188965"/>
              <a:gd name="connsiteY5369" fmla="*/ 1666086 h 2053176"/>
              <a:gd name="connsiteX5370" fmla="*/ 3239238 w 12188965"/>
              <a:gd name="connsiteY5370" fmla="*/ 1666086 h 2053176"/>
              <a:gd name="connsiteX5371" fmla="*/ 3264898 w 12188965"/>
              <a:gd name="connsiteY5371" fmla="*/ 1691745 h 2053176"/>
              <a:gd name="connsiteX5372" fmla="*/ 3239238 w 12188965"/>
              <a:gd name="connsiteY5372" fmla="*/ 1717404 h 2053176"/>
              <a:gd name="connsiteX5373" fmla="*/ 3213580 w 12188965"/>
              <a:gd name="connsiteY5373" fmla="*/ 1691745 h 2053176"/>
              <a:gd name="connsiteX5374" fmla="*/ 3239238 w 12188965"/>
              <a:gd name="connsiteY5374" fmla="*/ 1666086 h 2053176"/>
              <a:gd name="connsiteX5375" fmla="*/ 3110828 w 12188965"/>
              <a:gd name="connsiteY5375" fmla="*/ 1666086 h 2053176"/>
              <a:gd name="connsiteX5376" fmla="*/ 3136487 w 12188965"/>
              <a:gd name="connsiteY5376" fmla="*/ 1691745 h 2053176"/>
              <a:gd name="connsiteX5377" fmla="*/ 3110828 w 12188965"/>
              <a:gd name="connsiteY5377" fmla="*/ 1717404 h 2053176"/>
              <a:gd name="connsiteX5378" fmla="*/ 3085170 w 12188965"/>
              <a:gd name="connsiteY5378" fmla="*/ 1691745 h 2053176"/>
              <a:gd name="connsiteX5379" fmla="*/ 3110828 w 12188965"/>
              <a:gd name="connsiteY5379" fmla="*/ 1666086 h 2053176"/>
              <a:gd name="connsiteX5380" fmla="*/ 3046623 w 12188965"/>
              <a:gd name="connsiteY5380" fmla="*/ 1666086 h 2053176"/>
              <a:gd name="connsiteX5381" fmla="*/ 3072282 w 12188965"/>
              <a:gd name="connsiteY5381" fmla="*/ 1691745 h 2053176"/>
              <a:gd name="connsiteX5382" fmla="*/ 3046623 w 12188965"/>
              <a:gd name="connsiteY5382" fmla="*/ 1717404 h 2053176"/>
              <a:gd name="connsiteX5383" fmla="*/ 3020964 w 12188965"/>
              <a:gd name="connsiteY5383" fmla="*/ 1691745 h 2053176"/>
              <a:gd name="connsiteX5384" fmla="*/ 3046623 w 12188965"/>
              <a:gd name="connsiteY5384" fmla="*/ 1666086 h 2053176"/>
              <a:gd name="connsiteX5385" fmla="*/ 2982301 w 12188965"/>
              <a:gd name="connsiteY5385" fmla="*/ 1666086 h 2053176"/>
              <a:gd name="connsiteX5386" fmla="*/ 3007960 w 12188965"/>
              <a:gd name="connsiteY5386" fmla="*/ 1691745 h 2053176"/>
              <a:gd name="connsiteX5387" fmla="*/ 2982301 w 12188965"/>
              <a:gd name="connsiteY5387" fmla="*/ 1717404 h 2053176"/>
              <a:gd name="connsiteX5388" fmla="*/ 2956642 w 12188965"/>
              <a:gd name="connsiteY5388" fmla="*/ 1691745 h 2053176"/>
              <a:gd name="connsiteX5389" fmla="*/ 2982301 w 12188965"/>
              <a:gd name="connsiteY5389" fmla="*/ 1666086 h 2053176"/>
              <a:gd name="connsiteX5390" fmla="*/ 2918096 w 12188965"/>
              <a:gd name="connsiteY5390" fmla="*/ 1666086 h 2053176"/>
              <a:gd name="connsiteX5391" fmla="*/ 2943755 w 12188965"/>
              <a:gd name="connsiteY5391" fmla="*/ 1691745 h 2053176"/>
              <a:gd name="connsiteX5392" fmla="*/ 2918096 w 12188965"/>
              <a:gd name="connsiteY5392" fmla="*/ 1717404 h 2053176"/>
              <a:gd name="connsiteX5393" fmla="*/ 2892438 w 12188965"/>
              <a:gd name="connsiteY5393" fmla="*/ 1691745 h 2053176"/>
              <a:gd name="connsiteX5394" fmla="*/ 2918096 w 12188965"/>
              <a:gd name="connsiteY5394" fmla="*/ 1666086 h 2053176"/>
              <a:gd name="connsiteX5395" fmla="*/ 2853890 w 12188965"/>
              <a:gd name="connsiteY5395" fmla="*/ 1666086 h 2053176"/>
              <a:gd name="connsiteX5396" fmla="*/ 2879550 w 12188965"/>
              <a:gd name="connsiteY5396" fmla="*/ 1691745 h 2053176"/>
              <a:gd name="connsiteX5397" fmla="*/ 2853890 w 12188965"/>
              <a:gd name="connsiteY5397" fmla="*/ 1717404 h 2053176"/>
              <a:gd name="connsiteX5398" fmla="*/ 2828231 w 12188965"/>
              <a:gd name="connsiteY5398" fmla="*/ 1691745 h 2053176"/>
              <a:gd name="connsiteX5399" fmla="*/ 2853890 w 12188965"/>
              <a:gd name="connsiteY5399" fmla="*/ 1666086 h 2053176"/>
              <a:gd name="connsiteX5400" fmla="*/ 2789686 w 12188965"/>
              <a:gd name="connsiteY5400" fmla="*/ 1666086 h 2053176"/>
              <a:gd name="connsiteX5401" fmla="*/ 2815344 w 12188965"/>
              <a:gd name="connsiteY5401" fmla="*/ 1691745 h 2053176"/>
              <a:gd name="connsiteX5402" fmla="*/ 2789686 w 12188965"/>
              <a:gd name="connsiteY5402" fmla="*/ 1717404 h 2053176"/>
              <a:gd name="connsiteX5403" fmla="*/ 2764027 w 12188965"/>
              <a:gd name="connsiteY5403" fmla="*/ 1691745 h 2053176"/>
              <a:gd name="connsiteX5404" fmla="*/ 2789686 w 12188965"/>
              <a:gd name="connsiteY5404" fmla="*/ 1666086 h 2053176"/>
              <a:gd name="connsiteX5405" fmla="*/ 2725480 w 12188965"/>
              <a:gd name="connsiteY5405" fmla="*/ 1666086 h 2053176"/>
              <a:gd name="connsiteX5406" fmla="*/ 2751140 w 12188965"/>
              <a:gd name="connsiteY5406" fmla="*/ 1691745 h 2053176"/>
              <a:gd name="connsiteX5407" fmla="*/ 2725480 w 12188965"/>
              <a:gd name="connsiteY5407" fmla="*/ 1717404 h 2053176"/>
              <a:gd name="connsiteX5408" fmla="*/ 2699821 w 12188965"/>
              <a:gd name="connsiteY5408" fmla="*/ 1691745 h 2053176"/>
              <a:gd name="connsiteX5409" fmla="*/ 2725480 w 12188965"/>
              <a:gd name="connsiteY5409" fmla="*/ 1666086 h 2053176"/>
              <a:gd name="connsiteX5410" fmla="*/ 2597069 w 12188965"/>
              <a:gd name="connsiteY5410" fmla="*/ 1666086 h 2053176"/>
              <a:gd name="connsiteX5411" fmla="*/ 2622729 w 12188965"/>
              <a:gd name="connsiteY5411" fmla="*/ 1691745 h 2053176"/>
              <a:gd name="connsiteX5412" fmla="*/ 2597069 w 12188965"/>
              <a:gd name="connsiteY5412" fmla="*/ 1717404 h 2053176"/>
              <a:gd name="connsiteX5413" fmla="*/ 2571410 w 12188965"/>
              <a:gd name="connsiteY5413" fmla="*/ 1691745 h 2053176"/>
              <a:gd name="connsiteX5414" fmla="*/ 2597069 w 12188965"/>
              <a:gd name="connsiteY5414" fmla="*/ 1666086 h 2053176"/>
              <a:gd name="connsiteX5415" fmla="*/ 2532865 w 12188965"/>
              <a:gd name="connsiteY5415" fmla="*/ 1666086 h 2053176"/>
              <a:gd name="connsiteX5416" fmla="*/ 2558523 w 12188965"/>
              <a:gd name="connsiteY5416" fmla="*/ 1691745 h 2053176"/>
              <a:gd name="connsiteX5417" fmla="*/ 2532865 w 12188965"/>
              <a:gd name="connsiteY5417" fmla="*/ 1717404 h 2053176"/>
              <a:gd name="connsiteX5418" fmla="*/ 2507205 w 12188965"/>
              <a:gd name="connsiteY5418" fmla="*/ 1691745 h 2053176"/>
              <a:gd name="connsiteX5419" fmla="*/ 2532865 w 12188965"/>
              <a:gd name="connsiteY5419" fmla="*/ 1666086 h 2053176"/>
              <a:gd name="connsiteX5420" fmla="*/ 2404454 w 12188965"/>
              <a:gd name="connsiteY5420" fmla="*/ 1666086 h 2053176"/>
              <a:gd name="connsiteX5421" fmla="*/ 2430112 w 12188965"/>
              <a:gd name="connsiteY5421" fmla="*/ 1691745 h 2053176"/>
              <a:gd name="connsiteX5422" fmla="*/ 2404454 w 12188965"/>
              <a:gd name="connsiteY5422" fmla="*/ 1717404 h 2053176"/>
              <a:gd name="connsiteX5423" fmla="*/ 2378795 w 12188965"/>
              <a:gd name="connsiteY5423" fmla="*/ 1691745 h 2053176"/>
              <a:gd name="connsiteX5424" fmla="*/ 2404454 w 12188965"/>
              <a:gd name="connsiteY5424" fmla="*/ 1666086 h 2053176"/>
              <a:gd name="connsiteX5425" fmla="*/ 2340249 w 12188965"/>
              <a:gd name="connsiteY5425" fmla="*/ 1666086 h 2053176"/>
              <a:gd name="connsiteX5426" fmla="*/ 2365908 w 12188965"/>
              <a:gd name="connsiteY5426" fmla="*/ 1691745 h 2053176"/>
              <a:gd name="connsiteX5427" fmla="*/ 2340249 w 12188965"/>
              <a:gd name="connsiteY5427" fmla="*/ 1717404 h 2053176"/>
              <a:gd name="connsiteX5428" fmla="*/ 2314590 w 12188965"/>
              <a:gd name="connsiteY5428" fmla="*/ 1691745 h 2053176"/>
              <a:gd name="connsiteX5429" fmla="*/ 2340249 w 12188965"/>
              <a:gd name="connsiteY5429" fmla="*/ 1666086 h 2053176"/>
              <a:gd name="connsiteX5430" fmla="*/ 2276044 w 12188965"/>
              <a:gd name="connsiteY5430" fmla="*/ 1666086 h 2053176"/>
              <a:gd name="connsiteX5431" fmla="*/ 2301702 w 12188965"/>
              <a:gd name="connsiteY5431" fmla="*/ 1691745 h 2053176"/>
              <a:gd name="connsiteX5432" fmla="*/ 2276044 w 12188965"/>
              <a:gd name="connsiteY5432" fmla="*/ 1717404 h 2053176"/>
              <a:gd name="connsiteX5433" fmla="*/ 2250385 w 12188965"/>
              <a:gd name="connsiteY5433" fmla="*/ 1691745 h 2053176"/>
              <a:gd name="connsiteX5434" fmla="*/ 2276044 w 12188965"/>
              <a:gd name="connsiteY5434" fmla="*/ 1666086 h 2053176"/>
              <a:gd name="connsiteX5435" fmla="*/ 2211838 w 12188965"/>
              <a:gd name="connsiteY5435" fmla="*/ 1666086 h 2053176"/>
              <a:gd name="connsiteX5436" fmla="*/ 2237497 w 12188965"/>
              <a:gd name="connsiteY5436" fmla="*/ 1691745 h 2053176"/>
              <a:gd name="connsiteX5437" fmla="*/ 2211838 w 12188965"/>
              <a:gd name="connsiteY5437" fmla="*/ 1717404 h 2053176"/>
              <a:gd name="connsiteX5438" fmla="*/ 2186178 w 12188965"/>
              <a:gd name="connsiteY5438" fmla="*/ 1691745 h 2053176"/>
              <a:gd name="connsiteX5439" fmla="*/ 2211838 w 12188965"/>
              <a:gd name="connsiteY5439" fmla="*/ 1666086 h 2053176"/>
              <a:gd name="connsiteX5440" fmla="*/ 2147633 w 12188965"/>
              <a:gd name="connsiteY5440" fmla="*/ 1666086 h 2053176"/>
              <a:gd name="connsiteX5441" fmla="*/ 2173293 w 12188965"/>
              <a:gd name="connsiteY5441" fmla="*/ 1691745 h 2053176"/>
              <a:gd name="connsiteX5442" fmla="*/ 2147633 w 12188965"/>
              <a:gd name="connsiteY5442" fmla="*/ 1717404 h 2053176"/>
              <a:gd name="connsiteX5443" fmla="*/ 2121975 w 12188965"/>
              <a:gd name="connsiteY5443" fmla="*/ 1691745 h 2053176"/>
              <a:gd name="connsiteX5444" fmla="*/ 2147633 w 12188965"/>
              <a:gd name="connsiteY5444" fmla="*/ 1666086 h 2053176"/>
              <a:gd name="connsiteX5445" fmla="*/ 2083427 w 12188965"/>
              <a:gd name="connsiteY5445" fmla="*/ 1666086 h 2053176"/>
              <a:gd name="connsiteX5446" fmla="*/ 2109087 w 12188965"/>
              <a:gd name="connsiteY5446" fmla="*/ 1691745 h 2053176"/>
              <a:gd name="connsiteX5447" fmla="*/ 2083427 w 12188965"/>
              <a:gd name="connsiteY5447" fmla="*/ 1717404 h 2053176"/>
              <a:gd name="connsiteX5448" fmla="*/ 2057768 w 12188965"/>
              <a:gd name="connsiteY5448" fmla="*/ 1691745 h 2053176"/>
              <a:gd name="connsiteX5449" fmla="*/ 2083427 w 12188965"/>
              <a:gd name="connsiteY5449" fmla="*/ 1666086 h 2053176"/>
              <a:gd name="connsiteX5450" fmla="*/ 2019222 w 12188965"/>
              <a:gd name="connsiteY5450" fmla="*/ 1666086 h 2053176"/>
              <a:gd name="connsiteX5451" fmla="*/ 2044880 w 12188965"/>
              <a:gd name="connsiteY5451" fmla="*/ 1691745 h 2053176"/>
              <a:gd name="connsiteX5452" fmla="*/ 2019222 w 12188965"/>
              <a:gd name="connsiteY5452" fmla="*/ 1717404 h 2053176"/>
              <a:gd name="connsiteX5453" fmla="*/ 1993563 w 12188965"/>
              <a:gd name="connsiteY5453" fmla="*/ 1691745 h 2053176"/>
              <a:gd name="connsiteX5454" fmla="*/ 2019222 w 12188965"/>
              <a:gd name="connsiteY5454" fmla="*/ 1666086 h 2053176"/>
              <a:gd name="connsiteX5455" fmla="*/ 1955016 w 12188965"/>
              <a:gd name="connsiteY5455" fmla="*/ 1666086 h 2053176"/>
              <a:gd name="connsiteX5456" fmla="*/ 1980676 w 12188965"/>
              <a:gd name="connsiteY5456" fmla="*/ 1691745 h 2053176"/>
              <a:gd name="connsiteX5457" fmla="*/ 1955016 w 12188965"/>
              <a:gd name="connsiteY5457" fmla="*/ 1717404 h 2053176"/>
              <a:gd name="connsiteX5458" fmla="*/ 1929358 w 12188965"/>
              <a:gd name="connsiteY5458" fmla="*/ 1691745 h 2053176"/>
              <a:gd name="connsiteX5459" fmla="*/ 1955016 w 12188965"/>
              <a:gd name="connsiteY5459" fmla="*/ 1666086 h 2053176"/>
              <a:gd name="connsiteX5460" fmla="*/ 1890696 w 12188965"/>
              <a:gd name="connsiteY5460" fmla="*/ 1666086 h 2053176"/>
              <a:gd name="connsiteX5461" fmla="*/ 1916355 w 12188965"/>
              <a:gd name="connsiteY5461" fmla="*/ 1691745 h 2053176"/>
              <a:gd name="connsiteX5462" fmla="*/ 1890696 w 12188965"/>
              <a:gd name="connsiteY5462" fmla="*/ 1717404 h 2053176"/>
              <a:gd name="connsiteX5463" fmla="*/ 1865037 w 12188965"/>
              <a:gd name="connsiteY5463" fmla="*/ 1691745 h 2053176"/>
              <a:gd name="connsiteX5464" fmla="*/ 1890696 w 12188965"/>
              <a:gd name="connsiteY5464" fmla="*/ 1666086 h 2053176"/>
              <a:gd name="connsiteX5465" fmla="*/ 1826490 w 12188965"/>
              <a:gd name="connsiteY5465" fmla="*/ 1666086 h 2053176"/>
              <a:gd name="connsiteX5466" fmla="*/ 1852149 w 12188965"/>
              <a:gd name="connsiteY5466" fmla="*/ 1691745 h 2053176"/>
              <a:gd name="connsiteX5467" fmla="*/ 1826490 w 12188965"/>
              <a:gd name="connsiteY5467" fmla="*/ 1717404 h 2053176"/>
              <a:gd name="connsiteX5468" fmla="*/ 1800830 w 12188965"/>
              <a:gd name="connsiteY5468" fmla="*/ 1691745 h 2053176"/>
              <a:gd name="connsiteX5469" fmla="*/ 1826490 w 12188965"/>
              <a:gd name="connsiteY5469" fmla="*/ 1666086 h 2053176"/>
              <a:gd name="connsiteX5470" fmla="*/ 1762285 w 12188965"/>
              <a:gd name="connsiteY5470" fmla="*/ 1666086 h 2053176"/>
              <a:gd name="connsiteX5471" fmla="*/ 1787944 w 12188965"/>
              <a:gd name="connsiteY5471" fmla="*/ 1691745 h 2053176"/>
              <a:gd name="connsiteX5472" fmla="*/ 1762285 w 12188965"/>
              <a:gd name="connsiteY5472" fmla="*/ 1717404 h 2053176"/>
              <a:gd name="connsiteX5473" fmla="*/ 1736626 w 12188965"/>
              <a:gd name="connsiteY5473" fmla="*/ 1691745 h 2053176"/>
              <a:gd name="connsiteX5474" fmla="*/ 1762285 w 12188965"/>
              <a:gd name="connsiteY5474" fmla="*/ 1666086 h 2053176"/>
              <a:gd name="connsiteX5475" fmla="*/ 1698080 w 12188965"/>
              <a:gd name="connsiteY5475" fmla="*/ 1666086 h 2053176"/>
              <a:gd name="connsiteX5476" fmla="*/ 1723738 w 12188965"/>
              <a:gd name="connsiteY5476" fmla="*/ 1691745 h 2053176"/>
              <a:gd name="connsiteX5477" fmla="*/ 1698080 w 12188965"/>
              <a:gd name="connsiteY5477" fmla="*/ 1717404 h 2053176"/>
              <a:gd name="connsiteX5478" fmla="*/ 1672420 w 12188965"/>
              <a:gd name="connsiteY5478" fmla="*/ 1691745 h 2053176"/>
              <a:gd name="connsiteX5479" fmla="*/ 1698080 w 12188965"/>
              <a:gd name="connsiteY5479" fmla="*/ 1666086 h 2053176"/>
              <a:gd name="connsiteX5480" fmla="*/ 1633874 w 12188965"/>
              <a:gd name="connsiteY5480" fmla="*/ 1666086 h 2053176"/>
              <a:gd name="connsiteX5481" fmla="*/ 1659533 w 12188965"/>
              <a:gd name="connsiteY5481" fmla="*/ 1691745 h 2053176"/>
              <a:gd name="connsiteX5482" fmla="*/ 1633874 w 12188965"/>
              <a:gd name="connsiteY5482" fmla="*/ 1717404 h 2053176"/>
              <a:gd name="connsiteX5483" fmla="*/ 1608216 w 12188965"/>
              <a:gd name="connsiteY5483" fmla="*/ 1691745 h 2053176"/>
              <a:gd name="connsiteX5484" fmla="*/ 1633874 w 12188965"/>
              <a:gd name="connsiteY5484" fmla="*/ 1666086 h 2053176"/>
              <a:gd name="connsiteX5485" fmla="*/ 1569669 w 12188965"/>
              <a:gd name="connsiteY5485" fmla="*/ 1666086 h 2053176"/>
              <a:gd name="connsiteX5486" fmla="*/ 1595328 w 12188965"/>
              <a:gd name="connsiteY5486" fmla="*/ 1691745 h 2053176"/>
              <a:gd name="connsiteX5487" fmla="*/ 1569669 w 12188965"/>
              <a:gd name="connsiteY5487" fmla="*/ 1717404 h 2053176"/>
              <a:gd name="connsiteX5488" fmla="*/ 1544010 w 12188965"/>
              <a:gd name="connsiteY5488" fmla="*/ 1691745 h 2053176"/>
              <a:gd name="connsiteX5489" fmla="*/ 1569669 w 12188965"/>
              <a:gd name="connsiteY5489" fmla="*/ 1666086 h 2053176"/>
              <a:gd name="connsiteX5490" fmla="*/ 1505464 w 12188965"/>
              <a:gd name="connsiteY5490" fmla="*/ 1666086 h 2053176"/>
              <a:gd name="connsiteX5491" fmla="*/ 1531123 w 12188965"/>
              <a:gd name="connsiteY5491" fmla="*/ 1691745 h 2053176"/>
              <a:gd name="connsiteX5492" fmla="*/ 1505464 w 12188965"/>
              <a:gd name="connsiteY5492" fmla="*/ 1717404 h 2053176"/>
              <a:gd name="connsiteX5493" fmla="*/ 1479806 w 12188965"/>
              <a:gd name="connsiteY5493" fmla="*/ 1691745 h 2053176"/>
              <a:gd name="connsiteX5494" fmla="*/ 1505464 w 12188965"/>
              <a:gd name="connsiteY5494" fmla="*/ 1666086 h 2053176"/>
              <a:gd name="connsiteX5495" fmla="*/ 1441258 w 12188965"/>
              <a:gd name="connsiteY5495" fmla="*/ 1666086 h 2053176"/>
              <a:gd name="connsiteX5496" fmla="*/ 1466917 w 12188965"/>
              <a:gd name="connsiteY5496" fmla="*/ 1691745 h 2053176"/>
              <a:gd name="connsiteX5497" fmla="*/ 1441258 w 12188965"/>
              <a:gd name="connsiteY5497" fmla="*/ 1717404 h 2053176"/>
              <a:gd name="connsiteX5498" fmla="*/ 1415599 w 12188965"/>
              <a:gd name="connsiteY5498" fmla="*/ 1691745 h 2053176"/>
              <a:gd name="connsiteX5499" fmla="*/ 1441258 w 12188965"/>
              <a:gd name="connsiteY5499" fmla="*/ 1666086 h 2053176"/>
              <a:gd name="connsiteX5500" fmla="*/ 1377053 w 12188965"/>
              <a:gd name="connsiteY5500" fmla="*/ 1666086 h 2053176"/>
              <a:gd name="connsiteX5501" fmla="*/ 1402712 w 12188965"/>
              <a:gd name="connsiteY5501" fmla="*/ 1691745 h 2053176"/>
              <a:gd name="connsiteX5502" fmla="*/ 1377053 w 12188965"/>
              <a:gd name="connsiteY5502" fmla="*/ 1717404 h 2053176"/>
              <a:gd name="connsiteX5503" fmla="*/ 1351395 w 12188965"/>
              <a:gd name="connsiteY5503" fmla="*/ 1691745 h 2053176"/>
              <a:gd name="connsiteX5504" fmla="*/ 1377053 w 12188965"/>
              <a:gd name="connsiteY5504" fmla="*/ 1666086 h 2053176"/>
              <a:gd name="connsiteX5505" fmla="*/ 1248643 w 12188965"/>
              <a:gd name="connsiteY5505" fmla="*/ 1666086 h 2053176"/>
              <a:gd name="connsiteX5506" fmla="*/ 1274302 w 12188965"/>
              <a:gd name="connsiteY5506" fmla="*/ 1691745 h 2053176"/>
              <a:gd name="connsiteX5507" fmla="*/ 1248643 w 12188965"/>
              <a:gd name="connsiteY5507" fmla="*/ 1717404 h 2053176"/>
              <a:gd name="connsiteX5508" fmla="*/ 1222984 w 12188965"/>
              <a:gd name="connsiteY5508" fmla="*/ 1691745 h 2053176"/>
              <a:gd name="connsiteX5509" fmla="*/ 1248643 w 12188965"/>
              <a:gd name="connsiteY5509" fmla="*/ 1666086 h 2053176"/>
              <a:gd name="connsiteX5510" fmla="*/ 1184437 w 12188965"/>
              <a:gd name="connsiteY5510" fmla="*/ 1666086 h 2053176"/>
              <a:gd name="connsiteX5511" fmla="*/ 1210096 w 12188965"/>
              <a:gd name="connsiteY5511" fmla="*/ 1691745 h 2053176"/>
              <a:gd name="connsiteX5512" fmla="*/ 1184437 w 12188965"/>
              <a:gd name="connsiteY5512" fmla="*/ 1717404 h 2053176"/>
              <a:gd name="connsiteX5513" fmla="*/ 1158780 w 12188965"/>
              <a:gd name="connsiteY5513" fmla="*/ 1691745 h 2053176"/>
              <a:gd name="connsiteX5514" fmla="*/ 1184437 w 12188965"/>
              <a:gd name="connsiteY5514" fmla="*/ 1666086 h 2053176"/>
              <a:gd name="connsiteX5515" fmla="*/ 1120233 w 12188965"/>
              <a:gd name="connsiteY5515" fmla="*/ 1666086 h 2053176"/>
              <a:gd name="connsiteX5516" fmla="*/ 1145892 w 12188965"/>
              <a:gd name="connsiteY5516" fmla="*/ 1691745 h 2053176"/>
              <a:gd name="connsiteX5517" fmla="*/ 1120233 w 12188965"/>
              <a:gd name="connsiteY5517" fmla="*/ 1717404 h 2053176"/>
              <a:gd name="connsiteX5518" fmla="*/ 1094573 w 12188965"/>
              <a:gd name="connsiteY5518" fmla="*/ 1691745 h 2053176"/>
              <a:gd name="connsiteX5519" fmla="*/ 1120233 w 12188965"/>
              <a:gd name="connsiteY5519" fmla="*/ 1666086 h 2053176"/>
              <a:gd name="connsiteX5520" fmla="*/ 1056027 w 12188965"/>
              <a:gd name="connsiteY5520" fmla="*/ 1666086 h 2053176"/>
              <a:gd name="connsiteX5521" fmla="*/ 1081685 w 12188965"/>
              <a:gd name="connsiteY5521" fmla="*/ 1691745 h 2053176"/>
              <a:gd name="connsiteX5522" fmla="*/ 1056027 w 12188965"/>
              <a:gd name="connsiteY5522" fmla="*/ 1717404 h 2053176"/>
              <a:gd name="connsiteX5523" fmla="*/ 1030369 w 12188965"/>
              <a:gd name="connsiteY5523" fmla="*/ 1691745 h 2053176"/>
              <a:gd name="connsiteX5524" fmla="*/ 1056027 w 12188965"/>
              <a:gd name="connsiteY5524" fmla="*/ 1666086 h 2053176"/>
              <a:gd name="connsiteX5525" fmla="*/ 991823 w 12188965"/>
              <a:gd name="connsiteY5525" fmla="*/ 1666086 h 2053176"/>
              <a:gd name="connsiteX5526" fmla="*/ 1017481 w 12188965"/>
              <a:gd name="connsiteY5526" fmla="*/ 1691745 h 2053176"/>
              <a:gd name="connsiteX5527" fmla="*/ 991823 w 12188965"/>
              <a:gd name="connsiteY5527" fmla="*/ 1717404 h 2053176"/>
              <a:gd name="connsiteX5528" fmla="*/ 966162 w 12188965"/>
              <a:gd name="connsiteY5528" fmla="*/ 1691745 h 2053176"/>
              <a:gd name="connsiteX5529" fmla="*/ 991823 w 12188965"/>
              <a:gd name="connsiteY5529" fmla="*/ 1666086 h 2053176"/>
              <a:gd name="connsiteX5530" fmla="*/ 927616 w 12188965"/>
              <a:gd name="connsiteY5530" fmla="*/ 1666086 h 2053176"/>
              <a:gd name="connsiteX5531" fmla="*/ 953275 w 12188965"/>
              <a:gd name="connsiteY5531" fmla="*/ 1691745 h 2053176"/>
              <a:gd name="connsiteX5532" fmla="*/ 927616 w 12188965"/>
              <a:gd name="connsiteY5532" fmla="*/ 1717404 h 2053176"/>
              <a:gd name="connsiteX5533" fmla="*/ 901957 w 12188965"/>
              <a:gd name="connsiteY5533" fmla="*/ 1691745 h 2053176"/>
              <a:gd name="connsiteX5534" fmla="*/ 927616 w 12188965"/>
              <a:gd name="connsiteY5534" fmla="*/ 1666086 h 2053176"/>
              <a:gd name="connsiteX5535" fmla="*/ 863411 w 12188965"/>
              <a:gd name="connsiteY5535" fmla="*/ 1666086 h 2053176"/>
              <a:gd name="connsiteX5536" fmla="*/ 889071 w 12188965"/>
              <a:gd name="connsiteY5536" fmla="*/ 1691745 h 2053176"/>
              <a:gd name="connsiteX5537" fmla="*/ 863411 w 12188965"/>
              <a:gd name="connsiteY5537" fmla="*/ 1717404 h 2053176"/>
              <a:gd name="connsiteX5538" fmla="*/ 837752 w 12188965"/>
              <a:gd name="connsiteY5538" fmla="*/ 1691745 h 2053176"/>
              <a:gd name="connsiteX5539" fmla="*/ 863411 w 12188965"/>
              <a:gd name="connsiteY5539" fmla="*/ 1666086 h 2053176"/>
              <a:gd name="connsiteX5540" fmla="*/ 670679 w 12188965"/>
              <a:gd name="connsiteY5540" fmla="*/ 1666086 h 2053176"/>
              <a:gd name="connsiteX5541" fmla="*/ 696338 w 12188965"/>
              <a:gd name="connsiteY5541" fmla="*/ 1691745 h 2053176"/>
              <a:gd name="connsiteX5542" fmla="*/ 670679 w 12188965"/>
              <a:gd name="connsiteY5542" fmla="*/ 1717404 h 2053176"/>
              <a:gd name="connsiteX5543" fmla="*/ 645020 w 12188965"/>
              <a:gd name="connsiteY5543" fmla="*/ 1691745 h 2053176"/>
              <a:gd name="connsiteX5544" fmla="*/ 670679 w 12188965"/>
              <a:gd name="connsiteY5544" fmla="*/ 1666086 h 2053176"/>
              <a:gd name="connsiteX5545" fmla="*/ 606475 w 12188965"/>
              <a:gd name="connsiteY5545" fmla="*/ 1666086 h 2053176"/>
              <a:gd name="connsiteX5546" fmla="*/ 632134 w 12188965"/>
              <a:gd name="connsiteY5546" fmla="*/ 1691745 h 2053176"/>
              <a:gd name="connsiteX5547" fmla="*/ 606475 w 12188965"/>
              <a:gd name="connsiteY5547" fmla="*/ 1717404 h 2053176"/>
              <a:gd name="connsiteX5548" fmla="*/ 580815 w 12188965"/>
              <a:gd name="connsiteY5548" fmla="*/ 1691745 h 2053176"/>
              <a:gd name="connsiteX5549" fmla="*/ 606475 w 12188965"/>
              <a:gd name="connsiteY5549" fmla="*/ 1666086 h 2053176"/>
              <a:gd name="connsiteX5550" fmla="*/ 542268 w 12188965"/>
              <a:gd name="connsiteY5550" fmla="*/ 1666086 h 2053176"/>
              <a:gd name="connsiteX5551" fmla="*/ 567927 w 12188965"/>
              <a:gd name="connsiteY5551" fmla="*/ 1691745 h 2053176"/>
              <a:gd name="connsiteX5552" fmla="*/ 542268 w 12188965"/>
              <a:gd name="connsiteY5552" fmla="*/ 1717404 h 2053176"/>
              <a:gd name="connsiteX5553" fmla="*/ 516610 w 12188965"/>
              <a:gd name="connsiteY5553" fmla="*/ 1691745 h 2053176"/>
              <a:gd name="connsiteX5554" fmla="*/ 542268 w 12188965"/>
              <a:gd name="connsiteY5554" fmla="*/ 1666086 h 2053176"/>
              <a:gd name="connsiteX5555" fmla="*/ 478063 w 12188965"/>
              <a:gd name="connsiteY5555" fmla="*/ 1666086 h 2053176"/>
              <a:gd name="connsiteX5556" fmla="*/ 503724 w 12188965"/>
              <a:gd name="connsiteY5556" fmla="*/ 1691745 h 2053176"/>
              <a:gd name="connsiteX5557" fmla="*/ 478063 w 12188965"/>
              <a:gd name="connsiteY5557" fmla="*/ 1717404 h 2053176"/>
              <a:gd name="connsiteX5558" fmla="*/ 452404 w 12188965"/>
              <a:gd name="connsiteY5558" fmla="*/ 1691745 h 2053176"/>
              <a:gd name="connsiteX5559" fmla="*/ 478063 w 12188965"/>
              <a:gd name="connsiteY5559" fmla="*/ 1666086 h 2053176"/>
              <a:gd name="connsiteX5560" fmla="*/ 413858 w 12188965"/>
              <a:gd name="connsiteY5560" fmla="*/ 1666086 h 2053176"/>
              <a:gd name="connsiteX5561" fmla="*/ 439517 w 12188965"/>
              <a:gd name="connsiteY5561" fmla="*/ 1691745 h 2053176"/>
              <a:gd name="connsiteX5562" fmla="*/ 413858 w 12188965"/>
              <a:gd name="connsiteY5562" fmla="*/ 1717404 h 2053176"/>
              <a:gd name="connsiteX5563" fmla="*/ 388200 w 12188965"/>
              <a:gd name="connsiteY5563" fmla="*/ 1691745 h 2053176"/>
              <a:gd name="connsiteX5564" fmla="*/ 413858 w 12188965"/>
              <a:gd name="connsiteY5564" fmla="*/ 1666086 h 2053176"/>
              <a:gd name="connsiteX5565" fmla="*/ 346686 w 12188965"/>
              <a:gd name="connsiteY5565" fmla="*/ 1666086 h 2053176"/>
              <a:gd name="connsiteX5566" fmla="*/ 372344 w 12188965"/>
              <a:gd name="connsiteY5566" fmla="*/ 1691745 h 2053176"/>
              <a:gd name="connsiteX5567" fmla="*/ 346686 w 12188965"/>
              <a:gd name="connsiteY5567" fmla="*/ 1717404 h 2053176"/>
              <a:gd name="connsiteX5568" fmla="*/ 321027 w 12188965"/>
              <a:gd name="connsiteY5568" fmla="*/ 1691745 h 2053176"/>
              <a:gd name="connsiteX5569" fmla="*/ 346686 w 12188965"/>
              <a:gd name="connsiteY5569" fmla="*/ 1666086 h 2053176"/>
              <a:gd name="connsiteX5570" fmla="*/ 282480 w 12188965"/>
              <a:gd name="connsiteY5570" fmla="*/ 1666086 h 2053176"/>
              <a:gd name="connsiteX5571" fmla="*/ 308138 w 12188965"/>
              <a:gd name="connsiteY5571" fmla="*/ 1691745 h 2053176"/>
              <a:gd name="connsiteX5572" fmla="*/ 282480 w 12188965"/>
              <a:gd name="connsiteY5572" fmla="*/ 1717404 h 2053176"/>
              <a:gd name="connsiteX5573" fmla="*/ 256820 w 12188965"/>
              <a:gd name="connsiteY5573" fmla="*/ 1691745 h 2053176"/>
              <a:gd name="connsiteX5574" fmla="*/ 282480 w 12188965"/>
              <a:gd name="connsiteY5574" fmla="*/ 1666086 h 2053176"/>
              <a:gd name="connsiteX5575" fmla="*/ 218274 w 12188965"/>
              <a:gd name="connsiteY5575" fmla="*/ 1666086 h 2053176"/>
              <a:gd name="connsiteX5576" fmla="*/ 243932 w 12188965"/>
              <a:gd name="connsiteY5576" fmla="*/ 1691745 h 2053176"/>
              <a:gd name="connsiteX5577" fmla="*/ 218274 w 12188965"/>
              <a:gd name="connsiteY5577" fmla="*/ 1717404 h 2053176"/>
              <a:gd name="connsiteX5578" fmla="*/ 192615 w 12188965"/>
              <a:gd name="connsiteY5578" fmla="*/ 1691745 h 2053176"/>
              <a:gd name="connsiteX5579" fmla="*/ 218274 w 12188965"/>
              <a:gd name="connsiteY5579" fmla="*/ 1666086 h 2053176"/>
              <a:gd name="connsiteX5580" fmla="*/ 25659 w 12188965"/>
              <a:gd name="connsiteY5580" fmla="*/ 1666086 h 2053176"/>
              <a:gd name="connsiteX5581" fmla="*/ 51317 w 12188965"/>
              <a:gd name="connsiteY5581" fmla="*/ 1691745 h 2053176"/>
              <a:gd name="connsiteX5582" fmla="*/ 25659 w 12188965"/>
              <a:gd name="connsiteY5582" fmla="*/ 1717404 h 2053176"/>
              <a:gd name="connsiteX5583" fmla="*/ 0 w 12188965"/>
              <a:gd name="connsiteY5583" fmla="*/ 1691745 h 2053176"/>
              <a:gd name="connsiteX5584" fmla="*/ 25659 w 12188965"/>
              <a:gd name="connsiteY5584" fmla="*/ 1666086 h 2053176"/>
              <a:gd name="connsiteX5585" fmla="*/ 11582491 w 12188965"/>
              <a:gd name="connsiteY5585" fmla="*/ 1611634 h 2053176"/>
              <a:gd name="connsiteX5586" fmla="*/ 11595379 w 12188965"/>
              <a:gd name="connsiteY5586" fmla="*/ 1624521 h 2053176"/>
              <a:gd name="connsiteX5587" fmla="*/ 11582491 w 12188965"/>
              <a:gd name="connsiteY5587" fmla="*/ 1637409 h 2053176"/>
              <a:gd name="connsiteX5588" fmla="*/ 11569605 w 12188965"/>
              <a:gd name="connsiteY5588" fmla="*/ 1624521 h 2053176"/>
              <a:gd name="connsiteX5589" fmla="*/ 11582491 w 12188965"/>
              <a:gd name="connsiteY5589" fmla="*/ 1611634 h 2053176"/>
              <a:gd name="connsiteX5590" fmla="*/ 11518287 w 12188965"/>
              <a:gd name="connsiteY5590" fmla="*/ 1611634 h 2053176"/>
              <a:gd name="connsiteX5591" fmla="*/ 11531175 w 12188965"/>
              <a:gd name="connsiteY5591" fmla="*/ 1624521 h 2053176"/>
              <a:gd name="connsiteX5592" fmla="*/ 11518287 w 12188965"/>
              <a:gd name="connsiteY5592" fmla="*/ 1637409 h 2053176"/>
              <a:gd name="connsiteX5593" fmla="*/ 11505399 w 12188965"/>
              <a:gd name="connsiteY5593" fmla="*/ 1624521 h 2053176"/>
              <a:gd name="connsiteX5594" fmla="*/ 11518287 w 12188965"/>
              <a:gd name="connsiteY5594" fmla="*/ 1611634 h 2053176"/>
              <a:gd name="connsiteX5595" fmla="*/ 10169743 w 12188965"/>
              <a:gd name="connsiteY5595" fmla="*/ 1611634 h 2053176"/>
              <a:gd name="connsiteX5596" fmla="*/ 10182631 w 12188965"/>
              <a:gd name="connsiteY5596" fmla="*/ 1624521 h 2053176"/>
              <a:gd name="connsiteX5597" fmla="*/ 10169743 w 12188965"/>
              <a:gd name="connsiteY5597" fmla="*/ 1637409 h 2053176"/>
              <a:gd name="connsiteX5598" fmla="*/ 10156855 w 12188965"/>
              <a:gd name="connsiteY5598" fmla="*/ 1624521 h 2053176"/>
              <a:gd name="connsiteX5599" fmla="*/ 10169743 w 12188965"/>
              <a:gd name="connsiteY5599" fmla="*/ 1611634 h 2053176"/>
              <a:gd name="connsiteX5600" fmla="*/ 9848716 w 12188965"/>
              <a:gd name="connsiteY5600" fmla="*/ 1611634 h 2053176"/>
              <a:gd name="connsiteX5601" fmla="*/ 9861604 w 12188965"/>
              <a:gd name="connsiteY5601" fmla="*/ 1624521 h 2053176"/>
              <a:gd name="connsiteX5602" fmla="*/ 9848716 w 12188965"/>
              <a:gd name="connsiteY5602" fmla="*/ 1637409 h 2053176"/>
              <a:gd name="connsiteX5603" fmla="*/ 9835828 w 12188965"/>
              <a:gd name="connsiteY5603" fmla="*/ 1624521 h 2053176"/>
              <a:gd name="connsiteX5604" fmla="*/ 9848716 w 12188965"/>
              <a:gd name="connsiteY5604" fmla="*/ 1611634 h 2053176"/>
              <a:gd name="connsiteX5605" fmla="*/ 7023451 w 12188965"/>
              <a:gd name="connsiteY5605" fmla="*/ 1611634 h 2053176"/>
              <a:gd name="connsiteX5606" fmla="*/ 7036339 w 12188965"/>
              <a:gd name="connsiteY5606" fmla="*/ 1624521 h 2053176"/>
              <a:gd name="connsiteX5607" fmla="*/ 7023451 w 12188965"/>
              <a:gd name="connsiteY5607" fmla="*/ 1637409 h 2053176"/>
              <a:gd name="connsiteX5608" fmla="*/ 7010566 w 12188965"/>
              <a:gd name="connsiteY5608" fmla="*/ 1624521 h 2053176"/>
              <a:gd name="connsiteX5609" fmla="*/ 7023451 w 12188965"/>
              <a:gd name="connsiteY5609" fmla="*/ 1611634 h 2053176"/>
              <a:gd name="connsiteX5610" fmla="*/ 5871887 w 12188965"/>
              <a:gd name="connsiteY5610" fmla="*/ 1611634 h 2053176"/>
              <a:gd name="connsiteX5611" fmla="*/ 5884776 w 12188965"/>
              <a:gd name="connsiteY5611" fmla="*/ 1624521 h 2053176"/>
              <a:gd name="connsiteX5612" fmla="*/ 5871887 w 12188965"/>
              <a:gd name="connsiteY5612" fmla="*/ 1637409 h 2053176"/>
              <a:gd name="connsiteX5613" fmla="*/ 5859000 w 12188965"/>
              <a:gd name="connsiteY5613" fmla="*/ 1624521 h 2053176"/>
              <a:gd name="connsiteX5614" fmla="*/ 5871887 w 12188965"/>
              <a:gd name="connsiteY5614" fmla="*/ 1611634 h 2053176"/>
              <a:gd name="connsiteX5615" fmla="*/ 5807683 w 12188965"/>
              <a:gd name="connsiteY5615" fmla="*/ 1611634 h 2053176"/>
              <a:gd name="connsiteX5616" fmla="*/ 5820571 w 12188965"/>
              <a:gd name="connsiteY5616" fmla="*/ 1624521 h 2053176"/>
              <a:gd name="connsiteX5617" fmla="*/ 5807683 w 12188965"/>
              <a:gd name="connsiteY5617" fmla="*/ 1637409 h 2053176"/>
              <a:gd name="connsiteX5618" fmla="*/ 5794796 w 12188965"/>
              <a:gd name="connsiteY5618" fmla="*/ 1624521 h 2053176"/>
              <a:gd name="connsiteX5619" fmla="*/ 5807683 w 12188965"/>
              <a:gd name="connsiteY5619" fmla="*/ 1611634 h 2053176"/>
              <a:gd name="connsiteX5620" fmla="*/ 4459140 w 12188965"/>
              <a:gd name="connsiteY5620" fmla="*/ 1611634 h 2053176"/>
              <a:gd name="connsiteX5621" fmla="*/ 4472025 w 12188965"/>
              <a:gd name="connsiteY5621" fmla="*/ 1624521 h 2053176"/>
              <a:gd name="connsiteX5622" fmla="*/ 4459140 w 12188965"/>
              <a:gd name="connsiteY5622" fmla="*/ 1637409 h 2053176"/>
              <a:gd name="connsiteX5623" fmla="*/ 4446252 w 12188965"/>
              <a:gd name="connsiteY5623" fmla="*/ 1624521 h 2053176"/>
              <a:gd name="connsiteX5624" fmla="*/ 4459140 w 12188965"/>
              <a:gd name="connsiteY5624" fmla="*/ 1611634 h 2053176"/>
              <a:gd name="connsiteX5625" fmla="*/ 4138112 w 12188965"/>
              <a:gd name="connsiteY5625" fmla="*/ 1611634 h 2053176"/>
              <a:gd name="connsiteX5626" fmla="*/ 4151000 w 12188965"/>
              <a:gd name="connsiteY5626" fmla="*/ 1624521 h 2053176"/>
              <a:gd name="connsiteX5627" fmla="*/ 4138112 w 12188965"/>
              <a:gd name="connsiteY5627" fmla="*/ 1637409 h 2053176"/>
              <a:gd name="connsiteX5628" fmla="*/ 4125224 w 12188965"/>
              <a:gd name="connsiteY5628" fmla="*/ 1624521 h 2053176"/>
              <a:gd name="connsiteX5629" fmla="*/ 4138112 w 12188965"/>
              <a:gd name="connsiteY5629" fmla="*/ 1611634 h 2053176"/>
              <a:gd name="connsiteX5630" fmla="*/ 1312848 w 12188965"/>
              <a:gd name="connsiteY5630" fmla="*/ 1611634 h 2053176"/>
              <a:gd name="connsiteX5631" fmla="*/ 1325735 w 12188965"/>
              <a:gd name="connsiteY5631" fmla="*/ 1624521 h 2053176"/>
              <a:gd name="connsiteX5632" fmla="*/ 1312848 w 12188965"/>
              <a:gd name="connsiteY5632" fmla="*/ 1637409 h 2053176"/>
              <a:gd name="connsiteX5633" fmla="*/ 1299962 w 12188965"/>
              <a:gd name="connsiteY5633" fmla="*/ 1624521 h 2053176"/>
              <a:gd name="connsiteX5634" fmla="*/ 1312848 w 12188965"/>
              <a:gd name="connsiteY5634" fmla="*/ 1611634 h 2053176"/>
              <a:gd name="connsiteX5635" fmla="*/ 154069 w 12188965"/>
              <a:gd name="connsiteY5635" fmla="*/ 1611634 h 2053176"/>
              <a:gd name="connsiteX5636" fmla="*/ 166957 w 12188965"/>
              <a:gd name="connsiteY5636" fmla="*/ 1624521 h 2053176"/>
              <a:gd name="connsiteX5637" fmla="*/ 154069 w 12188965"/>
              <a:gd name="connsiteY5637" fmla="*/ 1637409 h 2053176"/>
              <a:gd name="connsiteX5638" fmla="*/ 141182 w 12188965"/>
              <a:gd name="connsiteY5638" fmla="*/ 1624521 h 2053176"/>
              <a:gd name="connsiteX5639" fmla="*/ 154069 w 12188965"/>
              <a:gd name="connsiteY5639" fmla="*/ 1611634 h 2053176"/>
              <a:gd name="connsiteX5640" fmla="*/ 89864 w 12188965"/>
              <a:gd name="connsiteY5640" fmla="*/ 1611634 h 2053176"/>
              <a:gd name="connsiteX5641" fmla="*/ 102752 w 12188965"/>
              <a:gd name="connsiteY5641" fmla="*/ 1624521 h 2053176"/>
              <a:gd name="connsiteX5642" fmla="*/ 89864 w 12188965"/>
              <a:gd name="connsiteY5642" fmla="*/ 1637409 h 2053176"/>
              <a:gd name="connsiteX5643" fmla="*/ 76977 w 12188965"/>
              <a:gd name="connsiteY5643" fmla="*/ 1624521 h 2053176"/>
              <a:gd name="connsiteX5644" fmla="*/ 89864 w 12188965"/>
              <a:gd name="connsiteY5644" fmla="*/ 1611634 h 2053176"/>
              <a:gd name="connsiteX5645" fmla="*/ 12099103 w 12188965"/>
              <a:gd name="connsiteY5645" fmla="*/ 1598863 h 2053176"/>
              <a:gd name="connsiteX5646" fmla="*/ 12124761 w 12188965"/>
              <a:gd name="connsiteY5646" fmla="*/ 1624521 h 2053176"/>
              <a:gd name="connsiteX5647" fmla="*/ 12099103 w 12188965"/>
              <a:gd name="connsiteY5647" fmla="*/ 1650180 h 2053176"/>
              <a:gd name="connsiteX5648" fmla="*/ 12073441 w 12188965"/>
              <a:gd name="connsiteY5648" fmla="*/ 1624521 h 2053176"/>
              <a:gd name="connsiteX5649" fmla="*/ 12099103 w 12188965"/>
              <a:gd name="connsiteY5649" fmla="*/ 1598863 h 2053176"/>
              <a:gd name="connsiteX5650" fmla="*/ 12034897 w 12188965"/>
              <a:gd name="connsiteY5650" fmla="*/ 1598863 h 2053176"/>
              <a:gd name="connsiteX5651" fmla="*/ 12060557 w 12188965"/>
              <a:gd name="connsiteY5651" fmla="*/ 1624521 h 2053176"/>
              <a:gd name="connsiteX5652" fmla="*/ 12034897 w 12188965"/>
              <a:gd name="connsiteY5652" fmla="*/ 1650180 h 2053176"/>
              <a:gd name="connsiteX5653" fmla="*/ 12009237 w 12188965"/>
              <a:gd name="connsiteY5653" fmla="*/ 1624521 h 2053176"/>
              <a:gd name="connsiteX5654" fmla="*/ 12034897 w 12188965"/>
              <a:gd name="connsiteY5654" fmla="*/ 1598863 h 2053176"/>
              <a:gd name="connsiteX5655" fmla="*/ 11970691 w 12188965"/>
              <a:gd name="connsiteY5655" fmla="*/ 1598863 h 2053176"/>
              <a:gd name="connsiteX5656" fmla="*/ 11996349 w 12188965"/>
              <a:gd name="connsiteY5656" fmla="*/ 1624521 h 2053176"/>
              <a:gd name="connsiteX5657" fmla="*/ 11970691 w 12188965"/>
              <a:gd name="connsiteY5657" fmla="*/ 1650180 h 2053176"/>
              <a:gd name="connsiteX5658" fmla="*/ 11945033 w 12188965"/>
              <a:gd name="connsiteY5658" fmla="*/ 1624521 h 2053176"/>
              <a:gd name="connsiteX5659" fmla="*/ 11970691 w 12188965"/>
              <a:gd name="connsiteY5659" fmla="*/ 1598863 h 2053176"/>
              <a:gd name="connsiteX5660" fmla="*/ 11906483 w 12188965"/>
              <a:gd name="connsiteY5660" fmla="*/ 1598863 h 2053176"/>
              <a:gd name="connsiteX5661" fmla="*/ 11932145 w 12188965"/>
              <a:gd name="connsiteY5661" fmla="*/ 1624521 h 2053176"/>
              <a:gd name="connsiteX5662" fmla="*/ 11906483 w 12188965"/>
              <a:gd name="connsiteY5662" fmla="*/ 1650180 h 2053176"/>
              <a:gd name="connsiteX5663" fmla="*/ 11880825 w 12188965"/>
              <a:gd name="connsiteY5663" fmla="*/ 1624521 h 2053176"/>
              <a:gd name="connsiteX5664" fmla="*/ 11906483 w 12188965"/>
              <a:gd name="connsiteY5664" fmla="*/ 1598863 h 2053176"/>
              <a:gd name="connsiteX5665" fmla="*/ 11842279 w 12188965"/>
              <a:gd name="connsiteY5665" fmla="*/ 1598863 h 2053176"/>
              <a:gd name="connsiteX5666" fmla="*/ 11867941 w 12188965"/>
              <a:gd name="connsiteY5666" fmla="*/ 1624521 h 2053176"/>
              <a:gd name="connsiteX5667" fmla="*/ 11842279 w 12188965"/>
              <a:gd name="connsiteY5667" fmla="*/ 1650180 h 2053176"/>
              <a:gd name="connsiteX5668" fmla="*/ 11816621 w 12188965"/>
              <a:gd name="connsiteY5668" fmla="*/ 1624521 h 2053176"/>
              <a:gd name="connsiteX5669" fmla="*/ 11842279 w 12188965"/>
              <a:gd name="connsiteY5669" fmla="*/ 1598863 h 2053176"/>
              <a:gd name="connsiteX5670" fmla="*/ 11775107 w 12188965"/>
              <a:gd name="connsiteY5670" fmla="*/ 1598863 h 2053176"/>
              <a:gd name="connsiteX5671" fmla="*/ 11800767 w 12188965"/>
              <a:gd name="connsiteY5671" fmla="*/ 1624521 h 2053176"/>
              <a:gd name="connsiteX5672" fmla="*/ 11775107 w 12188965"/>
              <a:gd name="connsiteY5672" fmla="*/ 1650180 h 2053176"/>
              <a:gd name="connsiteX5673" fmla="*/ 11749449 w 12188965"/>
              <a:gd name="connsiteY5673" fmla="*/ 1624521 h 2053176"/>
              <a:gd name="connsiteX5674" fmla="*/ 11775107 w 12188965"/>
              <a:gd name="connsiteY5674" fmla="*/ 1598863 h 2053176"/>
              <a:gd name="connsiteX5675" fmla="*/ 11710901 w 12188965"/>
              <a:gd name="connsiteY5675" fmla="*/ 1598863 h 2053176"/>
              <a:gd name="connsiteX5676" fmla="*/ 11736561 w 12188965"/>
              <a:gd name="connsiteY5676" fmla="*/ 1624521 h 2053176"/>
              <a:gd name="connsiteX5677" fmla="*/ 11710901 w 12188965"/>
              <a:gd name="connsiteY5677" fmla="*/ 1650180 h 2053176"/>
              <a:gd name="connsiteX5678" fmla="*/ 11685243 w 12188965"/>
              <a:gd name="connsiteY5678" fmla="*/ 1624521 h 2053176"/>
              <a:gd name="connsiteX5679" fmla="*/ 11710901 w 12188965"/>
              <a:gd name="connsiteY5679" fmla="*/ 1598863 h 2053176"/>
              <a:gd name="connsiteX5680" fmla="*/ 11646697 w 12188965"/>
              <a:gd name="connsiteY5680" fmla="*/ 1598863 h 2053176"/>
              <a:gd name="connsiteX5681" fmla="*/ 11672355 w 12188965"/>
              <a:gd name="connsiteY5681" fmla="*/ 1624521 h 2053176"/>
              <a:gd name="connsiteX5682" fmla="*/ 11646697 w 12188965"/>
              <a:gd name="connsiteY5682" fmla="*/ 1650180 h 2053176"/>
              <a:gd name="connsiteX5683" fmla="*/ 11621037 w 12188965"/>
              <a:gd name="connsiteY5683" fmla="*/ 1624521 h 2053176"/>
              <a:gd name="connsiteX5684" fmla="*/ 11646697 w 12188965"/>
              <a:gd name="connsiteY5684" fmla="*/ 1598863 h 2053176"/>
              <a:gd name="connsiteX5685" fmla="*/ 11454081 w 12188965"/>
              <a:gd name="connsiteY5685" fmla="*/ 1598863 h 2053176"/>
              <a:gd name="connsiteX5686" fmla="*/ 11479739 w 12188965"/>
              <a:gd name="connsiteY5686" fmla="*/ 1624521 h 2053176"/>
              <a:gd name="connsiteX5687" fmla="*/ 11454081 w 12188965"/>
              <a:gd name="connsiteY5687" fmla="*/ 1650180 h 2053176"/>
              <a:gd name="connsiteX5688" fmla="*/ 11428421 w 12188965"/>
              <a:gd name="connsiteY5688" fmla="*/ 1624521 h 2053176"/>
              <a:gd name="connsiteX5689" fmla="*/ 11454081 w 12188965"/>
              <a:gd name="connsiteY5689" fmla="*/ 1598863 h 2053176"/>
              <a:gd name="connsiteX5690" fmla="*/ 11389875 w 12188965"/>
              <a:gd name="connsiteY5690" fmla="*/ 1598863 h 2053176"/>
              <a:gd name="connsiteX5691" fmla="*/ 11415533 w 12188965"/>
              <a:gd name="connsiteY5691" fmla="*/ 1624521 h 2053176"/>
              <a:gd name="connsiteX5692" fmla="*/ 11389875 w 12188965"/>
              <a:gd name="connsiteY5692" fmla="*/ 1650180 h 2053176"/>
              <a:gd name="connsiteX5693" fmla="*/ 11364217 w 12188965"/>
              <a:gd name="connsiteY5693" fmla="*/ 1624521 h 2053176"/>
              <a:gd name="connsiteX5694" fmla="*/ 11389875 w 12188965"/>
              <a:gd name="connsiteY5694" fmla="*/ 1598863 h 2053176"/>
              <a:gd name="connsiteX5695" fmla="*/ 11325670 w 12188965"/>
              <a:gd name="connsiteY5695" fmla="*/ 1598863 h 2053176"/>
              <a:gd name="connsiteX5696" fmla="*/ 11351329 w 12188965"/>
              <a:gd name="connsiteY5696" fmla="*/ 1624521 h 2053176"/>
              <a:gd name="connsiteX5697" fmla="*/ 11325670 w 12188965"/>
              <a:gd name="connsiteY5697" fmla="*/ 1650180 h 2053176"/>
              <a:gd name="connsiteX5698" fmla="*/ 11300012 w 12188965"/>
              <a:gd name="connsiteY5698" fmla="*/ 1624521 h 2053176"/>
              <a:gd name="connsiteX5699" fmla="*/ 11325670 w 12188965"/>
              <a:gd name="connsiteY5699" fmla="*/ 1598863 h 2053176"/>
              <a:gd name="connsiteX5700" fmla="*/ 11261466 w 12188965"/>
              <a:gd name="connsiteY5700" fmla="*/ 1598863 h 2053176"/>
              <a:gd name="connsiteX5701" fmla="*/ 11287124 w 12188965"/>
              <a:gd name="connsiteY5701" fmla="*/ 1624521 h 2053176"/>
              <a:gd name="connsiteX5702" fmla="*/ 11261466 w 12188965"/>
              <a:gd name="connsiteY5702" fmla="*/ 1650180 h 2053176"/>
              <a:gd name="connsiteX5703" fmla="*/ 11235805 w 12188965"/>
              <a:gd name="connsiteY5703" fmla="*/ 1624521 h 2053176"/>
              <a:gd name="connsiteX5704" fmla="*/ 11261466 w 12188965"/>
              <a:gd name="connsiteY5704" fmla="*/ 1598863 h 2053176"/>
              <a:gd name="connsiteX5705" fmla="*/ 11197259 w 12188965"/>
              <a:gd name="connsiteY5705" fmla="*/ 1598863 h 2053176"/>
              <a:gd name="connsiteX5706" fmla="*/ 11222917 w 12188965"/>
              <a:gd name="connsiteY5706" fmla="*/ 1624521 h 2053176"/>
              <a:gd name="connsiteX5707" fmla="*/ 11197259 w 12188965"/>
              <a:gd name="connsiteY5707" fmla="*/ 1650180 h 2053176"/>
              <a:gd name="connsiteX5708" fmla="*/ 11171601 w 12188965"/>
              <a:gd name="connsiteY5708" fmla="*/ 1624521 h 2053176"/>
              <a:gd name="connsiteX5709" fmla="*/ 11197259 w 12188965"/>
              <a:gd name="connsiteY5709" fmla="*/ 1598863 h 2053176"/>
              <a:gd name="connsiteX5710" fmla="*/ 11133055 w 12188965"/>
              <a:gd name="connsiteY5710" fmla="*/ 1598863 h 2053176"/>
              <a:gd name="connsiteX5711" fmla="*/ 11158713 w 12188965"/>
              <a:gd name="connsiteY5711" fmla="*/ 1624521 h 2053176"/>
              <a:gd name="connsiteX5712" fmla="*/ 11133055 w 12188965"/>
              <a:gd name="connsiteY5712" fmla="*/ 1650180 h 2053176"/>
              <a:gd name="connsiteX5713" fmla="*/ 11107396 w 12188965"/>
              <a:gd name="connsiteY5713" fmla="*/ 1624521 h 2053176"/>
              <a:gd name="connsiteX5714" fmla="*/ 11133055 w 12188965"/>
              <a:gd name="connsiteY5714" fmla="*/ 1598863 h 2053176"/>
              <a:gd name="connsiteX5715" fmla="*/ 11068848 w 12188965"/>
              <a:gd name="connsiteY5715" fmla="*/ 1598863 h 2053176"/>
              <a:gd name="connsiteX5716" fmla="*/ 11094509 w 12188965"/>
              <a:gd name="connsiteY5716" fmla="*/ 1624521 h 2053176"/>
              <a:gd name="connsiteX5717" fmla="*/ 11068848 w 12188965"/>
              <a:gd name="connsiteY5717" fmla="*/ 1650180 h 2053176"/>
              <a:gd name="connsiteX5718" fmla="*/ 11043189 w 12188965"/>
              <a:gd name="connsiteY5718" fmla="*/ 1624521 h 2053176"/>
              <a:gd name="connsiteX5719" fmla="*/ 11068848 w 12188965"/>
              <a:gd name="connsiteY5719" fmla="*/ 1598863 h 2053176"/>
              <a:gd name="connsiteX5720" fmla="*/ 11004643 w 12188965"/>
              <a:gd name="connsiteY5720" fmla="*/ 1598863 h 2053176"/>
              <a:gd name="connsiteX5721" fmla="*/ 11030301 w 12188965"/>
              <a:gd name="connsiteY5721" fmla="*/ 1624521 h 2053176"/>
              <a:gd name="connsiteX5722" fmla="*/ 11004643 w 12188965"/>
              <a:gd name="connsiteY5722" fmla="*/ 1650180 h 2053176"/>
              <a:gd name="connsiteX5723" fmla="*/ 10978985 w 12188965"/>
              <a:gd name="connsiteY5723" fmla="*/ 1624521 h 2053176"/>
              <a:gd name="connsiteX5724" fmla="*/ 11004643 w 12188965"/>
              <a:gd name="connsiteY5724" fmla="*/ 1598863 h 2053176"/>
              <a:gd name="connsiteX5725" fmla="*/ 10940321 w 12188965"/>
              <a:gd name="connsiteY5725" fmla="*/ 1598863 h 2053176"/>
              <a:gd name="connsiteX5726" fmla="*/ 10965982 w 12188965"/>
              <a:gd name="connsiteY5726" fmla="*/ 1624521 h 2053176"/>
              <a:gd name="connsiteX5727" fmla="*/ 10940321 w 12188965"/>
              <a:gd name="connsiteY5727" fmla="*/ 1650180 h 2053176"/>
              <a:gd name="connsiteX5728" fmla="*/ 10914663 w 12188965"/>
              <a:gd name="connsiteY5728" fmla="*/ 1624521 h 2053176"/>
              <a:gd name="connsiteX5729" fmla="*/ 10940321 w 12188965"/>
              <a:gd name="connsiteY5729" fmla="*/ 1598863 h 2053176"/>
              <a:gd name="connsiteX5730" fmla="*/ 10811912 w 12188965"/>
              <a:gd name="connsiteY5730" fmla="*/ 1598863 h 2053176"/>
              <a:gd name="connsiteX5731" fmla="*/ 10837571 w 12188965"/>
              <a:gd name="connsiteY5731" fmla="*/ 1624521 h 2053176"/>
              <a:gd name="connsiteX5732" fmla="*/ 10811912 w 12188965"/>
              <a:gd name="connsiteY5732" fmla="*/ 1650180 h 2053176"/>
              <a:gd name="connsiteX5733" fmla="*/ 10786254 w 12188965"/>
              <a:gd name="connsiteY5733" fmla="*/ 1624521 h 2053176"/>
              <a:gd name="connsiteX5734" fmla="*/ 10811912 w 12188965"/>
              <a:gd name="connsiteY5734" fmla="*/ 1598863 h 2053176"/>
              <a:gd name="connsiteX5735" fmla="*/ 10747708 w 12188965"/>
              <a:gd name="connsiteY5735" fmla="*/ 1598863 h 2053176"/>
              <a:gd name="connsiteX5736" fmla="*/ 10773366 w 12188965"/>
              <a:gd name="connsiteY5736" fmla="*/ 1624521 h 2053176"/>
              <a:gd name="connsiteX5737" fmla="*/ 10747708 w 12188965"/>
              <a:gd name="connsiteY5737" fmla="*/ 1650180 h 2053176"/>
              <a:gd name="connsiteX5738" fmla="*/ 10722047 w 12188965"/>
              <a:gd name="connsiteY5738" fmla="*/ 1624521 h 2053176"/>
              <a:gd name="connsiteX5739" fmla="*/ 10747708 w 12188965"/>
              <a:gd name="connsiteY5739" fmla="*/ 1598863 h 2053176"/>
              <a:gd name="connsiteX5740" fmla="*/ 10683501 w 12188965"/>
              <a:gd name="connsiteY5740" fmla="*/ 1598863 h 2053176"/>
              <a:gd name="connsiteX5741" fmla="*/ 10709159 w 12188965"/>
              <a:gd name="connsiteY5741" fmla="*/ 1624521 h 2053176"/>
              <a:gd name="connsiteX5742" fmla="*/ 10683501 w 12188965"/>
              <a:gd name="connsiteY5742" fmla="*/ 1650180 h 2053176"/>
              <a:gd name="connsiteX5743" fmla="*/ 10657843 w 12188965"/>
              <a:gd name="connsiteY5743" fmla="*/ 1624521 h 2053176"/>
              <a:gd name="connsiteX5744" fmla="*/ 10683501 w 12188965"/>
              <a:gd name="connsiteY5744" fmla="*/ 1598863 h 2053176"/>
              <a:gd name="connsiteX5745" fmla="*/ 10619297 w 12188965"/>
              <a:gd name="connsiteY5745" fmla="*/ 1598863 h 2053176"/>
              <a:gd name="connsiteX5746" fmla="*/ 10644955 w 12188965"/>
              <a:gd name="connsiteY5746" fmla="*/ 1624521 h 2053176"/>
              <a:gd name="connsiteX5747" fmla="*/ 10619297 w 12188965"/>
              <a:gd name="connsiteY5747" fmla="*/ 1650180 h 2053176"/>
              <a:gd name="connsiteX5748" fmla="*/ 10593639 w 12188965"/>
              <a:gd name="connsiteY5748" fmla="*/ 1624521 h 2053176"/>
              <a:gd name="connsiteX5749" fmla="*/ 10619297 w 12188965"/>
              <a:gd name="connsiteY5749" fmla="*/ 1598863 h 2053176"/>
              <a:gd name="connsiteX5750" fmla="*/ 10555092 w 12188965"/>
              <a:gd name="connsiteY5750" fmla="*/ 1598863 h 2053176"/>
              <a:gd name="connsiteX5751" fmla="*/ 10580751 w 12188965"/>
              <a:gd name="connsiteY5751" fmla="*/ 1624521 h 2053176"/>
              <a:gd name="connsiteX5752" fmla="*/ 10555092 w 12188965"/>
              <a:gd name="connsiteY5752" fmla="*/ 1650180 h 2053176"/>
              <a:gd name="connsiteX5753" fmla="*/ 10529432 w 12188965"/>
              <a:gd name="connsiteY5753" fmla="*/ 1624521 h 2053176"/>
              <a:gd name="connsiteX5754" fmla="*/ 10555092 w 12188965"/>
              <a:gd name="connsiteY5754" fmla="*/ 1598863 h 2053176"/>
              <a:gd name="connsiteX5755" fmla="*/ 10490885 w 12188965"/>
              <a:gd name="connsiteY5755" fmla="*/ 1598863 h 2053176"/>
              <a:gd name="connsiteX5756" fmla="*/ 10516544 w 12188965"/>
              <a:gd name="connsiteY5756" fmla="*/ 1624521 h 2053176"/>
              <a:gd name="connsiteX5757" fmla="*/ 10490885 w 12188965"/>
              <a:gd name="connsiteY5757" fmla="*/ 1650180 h 2053176"/>
              <a:gd name="connsiteX5758" fmla="*/ 10465227 w 12188965"/>
              <a:gd name="connsiteY5758" fmla="*/ 1624521 h 2053176"/>
              <a:gd name="connsiteX5759" fmla="*/ 10490885 w 12188965"/>
              <a:gd name="connsiteY5759" fmla="*/ 1598863 h 2053176"/>
              <a:gd name="connsiteX5760" fmla="*/ 10426681 w 12188965"/>
              <a:gd name="connsiteY5760" fmla="*/ 1598863 h 2053176"/>
              <a:gd name="connsiteX5761" fmla="*/ 10452339 w 12188965"/>
              <a:gd name="connsiteY5761" fmla="*/ 1624521 h 2053176"/>
              <a:gd name="connsiteX5762" fmla="*/ 10426681 w 12188965"/>
              <a:gd name="connsiteY5762" fmla="*/ 1650180 h 2053176"/>
              <a:gd name="connsiteX5763" fmla="*/ 10401023 w 12188965"/>
              <a:gd name="connsiteY5763" fmla="*/ 1624521 h 2053176"/>
              <a:gd name="connsiteX5764" fmla="*/ 10426681 w 12188965"/>
              <a:gd name="connsiteY5764" fmla="*/ 1598863 h 2053176"/>
              <a:gd name="connsiteX5765" fmla="*/ 10362474 w 12188965"/>
              <a:gd name="connsiteY5765" fmla="*/ 1598863 h 2053176"/>
              <a:gd name="connsiteX5766" fmla="*/ 10388135 w 12188965"/>
              <a:gd name="connsiteY5766" fmla="*/ 1624521 h 2053176"/>
              <a:gd name="connsiteX5767" fmla="*/ 10362474 w 12188965"/>
              <a:gd name="connsiteY5767" fmla="*/ 1650180 h 2053176"/>
              <a:gd name="connsiteX5768" fmla="*/ 10336816 w 12188965"/>
              <a:gd name="connsiteY5768" fmla="*/ 1624521 h 2053176"/>
              <a:gd name="connsiteX5769" fmla="*/ 10362474 w 12188965"/>
              <a:gd name="connsiteY5769" fmla="*/ 1598863 h 2053176"/>
              <a:gd name="connsiteX5770" fmla="*/ 10298270 w 12188965"/>
              <a:gd name="connsiteY5770" fmla="*/ 1598863 h 2053176"/>
              <a:gd name="connsiteX5771" fmla="*/ 10323928 w 12188965"/>
              <a:gd name="connsiteY5771" fmla="*/ 1624521 h 2053176"/>
              <a:gd name="connsiteX5772" fmla="*/ 10298270 w 12188965"/>
              <a:gd name="connsiteY5772" fmla="*/ 1650180 h 2053176"/>
              <a:gd name="connsiteX5773" fmla="*/ 10272611 w 12188965"/>
              <a:gd name="connsiteY5773" fmla="*/ 1624521 h 2053176"/>
              <a:gd name="connsiteX5774" fmla="*/ 10298270 w 12188965"/>
              <a:gd name="connsiteY5774" fmla="*/ 1598863 h 2053176"/>
              <a:gd name="connsiteX5775" fmla="*/ 10234065 w 12188965"/>
              <a:gd name="connsiteY5775" fmla="*/ 1598863 h 2053176"/>
              <a:gd name="connsiteX5776" fmla="*/ 10259723 w 12188965"/>
              <a:gd name="connsiteY5776" fmla="*/ 1624521 h 2053176"/>
              <a:gd name="connsiteX5777" fmla="*/ 10234065 w 12188965"/>
              <a:gd name="connsiteY5777" fmla="*/ 1650180 h 2053176"/>
              <a:gd name="connsiteX5778" fmla="*/ 10208404 w 12188965"/>
              <a:gd name="connsiteY5778" fmla="*/ 1624521 h 2053176"/>
              <a:gd name="connsiteX5779" fmla="*/ 10234065 w 12188965"/>
              <a:gd name="connsiteY5779" fmla="*/ 1598863 h 2053176"/>
              <a:gd name="connsiteX5780" fmla="*/ 10105654 w 12188965"/>
              <a:gd name="connsiteY5780" fmla="*/ 1598863 h 2053176"/>
              <a:gd name="connsiteX5781" fmla="*/ 10131312 w 12188965"/>
              <a:gd name="connsiteY5781" fmla="*/ 1624521 h 2053176"/>
              <a:gd name="connsiteX5782" fmla="*/ 10105654 w 12188965"/>
              <a:gd name="connsiteY5782" fmla="*/ 1650180 h 2053176"/>
              <a:gd name="connsiteX5783" fmla="*/ 10079996 w 12188965"/>
              <a:gd name="connsiteY5783" fmla="*/ 1624521 h 2053176"/>
              <a:gd name="connsiteX5784" fmla="*/ 10105654 w 12188965"/>
              <a:gd name="connsiteY5784" fmla="*/ 1598863 h 2053176"/>
              <a:gd name="connsiteX5785" fmla="*/ 9977242 w 12188965"/>
              <a:gd name="connsiteY5785" fmla="*/ 1598863 h 2053176"/>
              <a:gd name="connsiteX5786" fmla="*/ 10002903 w 12188965"/>
              <a:gd name="connsiteY5786" fmla="*/ 1624521 h 2053176"/>
              <a:gd name="connsiteX5787" fmla="*/ 9977242 w 12188965"/>
              <a:gd name="connsiteY5787" fmla="*/ 1650180 h 2053176"/>
              <a:gd name="connsiteX5788" fmla="*/ 9951584 w 12188965"/>
              <a:gd name="connsiteY5788" fmla="*/ 1624521 h 2053176"/>
              <a:gd name="connsiteX5789" fmla="*/ 9977242 w 12188965"/>
              <a:gd name="connsiteY5789" fmla="*/ 1598863 h 2053176"/>
              <a:gd name="connsiteX5790" fmla="*/ 9913038 w 12188965"/>
              <a:gd name="connsiteY5790" fmla="*/ 1598863 h 2053176"/>
              <a:gd name="connsiteX5791" fmla="*/ 9938696 w 12188965"/>
              <a:gd name="connsiteY5791" fmla="*/ 1624521 h 2053176"/>
              <a:gd name="connsiteX5792" fmla="*/ 9913038 w 12188965"/>
              <a:gd name="connsiteY5792" fmla="*/ 1650180 h 2053176"/>
              <a:gd name="connsiteX5793" fmla="*/ 9887380 w 12188965"/>
              <a:gd name="connsiteY5793" fmla="*/ 1624521 h 2053176"/>
              <a:gd name="connsiteX5794" fmla="*/ 9913038 w 12188965"/>
              <a:gd name="connsiteY5794" fmla="*/ 1598863 h 2053176"/>
              <a:gd name="connsiteX5795" fmla="*/ 9784512 w 12188965"/>
              <a:gd name="connsiteY5795" fmla="*/ 1598863 h 2053176"/>
              <a:gd name="connsiteX5796" fmla="*/ 9810170 w 12188965"/>
              <a:gd name="connsiteY5796" fmla="*/ 1624521 h 2053176"/>
              <a:gd name="connsiteX5797" fmla="*/ 9784512 w 12188965"/>
              <a:gd name="connsiteY5797" fmla="*/ 1650180 h 2053176"/>
              <a:gd name="connsiteX5798" fmla="*/ 9758853 w 12188965"/>
              <a:gd name="connsiteY5798" fmla="*/ 1624521 h 2053176"/>
              <a:gd name="connsiteX5799" fmla="*/ 9784512 w 12188965"/>
              <a:gd name="connsiteY5799" fmla="*/ 1598863 h 2053176"/>
              <a:gd name="connsiteX5800" fmla="*/ 9720307 w 12188965"/>
              <a:gd name="connsiteY5800" fmla="*/ 1598863 h 2053176"/>
              <a:gd name="connsiteX5801" fmla="*/ 9745965 w 12188965"/>
              <a:gd name="connsiteY5801" fmla="*/ 1624521 h 2053176"/>
              <a:gd name="connsiteX5802" fmla="*/ 9720307 w 12188965"/>
              <a:gd name="connsiteY5802" fmla="*/ 1650180 h 2053176"/>
              <a:gd name="connsiteX5803" fmla="*/ 9694646 w 12188965"/>
              <a:gd name="connsiteY5803" fmla="*/ 1624521 h 2053176"/>
              <a:gd name="connsiteX5804" fmla="*/ 9720307 w 12188965"/>
              <a:gd name="connsiteY5804" fmla="*/ 1598863 h 2053176"/>
              <a:gd name="connsiteX5805" fmla="*/ 9656100 w 12188965"/>
              <a:gd name="connsiteY5805" fmla="*/ 1598863 h 2053176"/>
              <a:gd name="connsiteX5806" fmla="*/ 9681758 w 12188965"/>
              <a:gd name="connsiteY5806" fmla="*/ 1624521 h 2053176"/>
              <a:gd name="connsiteX5807" fmla="*/ 9656100 w 12188965"/>
              <a:gd name="connsiteY5807" fmla="*/ 1650180 h 2053176"/>
              <a:gd name="connsiteX5808" fmla="*/ 9630442 w 12188965"/>
              <a:gd name="connsiteY5808" fmla="*/ 1624521 h 2053176"/>
              <a:gd name="connsiteX5809" fmla="*/ 9656100 w 12188965"/>
              <a:gd name="connsiteY5809" fmla="*/ 1598863 h 2053176"/>
              <a:gd name="connsiteX5810" fmla="*/ 9591896 w 12188965"/>
              <a:gd name="connsiteY5810" fmla="*/ 1598863 h 2053176"/>
              <a:gd name="connsiteX5811" fmla="*/ 9617554 w 12188965"/>
              <a:gd name="connsiteY5811" fmla="*/ 1624521 h 2053176"/>
              <a:gd name="connsiteX5812" fmla="*/ 9591896 w 12188965"/>
              <a:gd name="connsiteY5812" fmla="*/ 1650180 h 2053176"/>
              <a:gd name="connsiteX5813" fmla="*/ 9566238 w 12188965"/>
              <a:gd name="connsiteY5813" fmla="*/ 1624521 h 2053176"/>
              <a:gd name="connsiteX5814" fmla="*/ 9591896 w 12188965"/>
              <a:gd name="connsiteY5814" fmla="*/ 1598863 h 2053176"/>
              <a:gd name="connsiteX5815" fmla="*/ 9527689 w 12188965"/>
              <a:gd name="connsiteY5815" fmla="*/ 1598863 h 2053176"/>
              <a:gd name="connsiteX5816" fmla="*/ 9553350 w 12188965"/>
              <a:gd name="connsiteY5816" fmla="*/ 1624521 h 2053176"/>
              <a:gd name="connsiteX5817" fmla="*/ 9527689 w 12188965"/>
              <a:gd name="connsiteY5817" fmla="*/ 1650180 h 2053176"/>
              <a:gd name="connsiteX5818" fmla="*/ 9502031 w 12188965"/>
              <a:gd name="connsiteY5818" fmla="*/ 1624521 h 2053176"/>
              <a:gd name="connsiteX5819" fmla="*/ 9527689 w 12188965"/>
              <a:gd name="connsiteY5819" fmla="*/ 1598863 h 2053176"/>
              <a:gd name="connsiteX5820" fmla="*/ 9463485 w 12188965"/>
              <a:gd name="connsiteY5820" fmla="*/ 1598863 h 2053176"/>
              <a:gd name="connsiteX5821" fmla="*/ 9489143 w 12188965"/>
              <a:gd name="connsiteY5821" fmla="*/ 1624521 h 2053176"/>
              <a:gd name="connsiteX5822" fmla="*/ 9463485 w 12188965"/>
              <a:gd name="connsiteY5822" fmla="*/ 1650180 h 2053176"/>
              <a:gd name="connsiteX5823" fmla="*/ 9437826 w 12188965"/>
              <a:gd name="connsiteY5823" fmla="*/ 1624521 h 2053176"/>
              <a:gd name="connsiteX5824" fmla="*/ 9463485 w 12188965"/>
              <a:gd name="connsiteY5824" fmla="*/ 1598863 h 2053176"/>
              <a:gd name="connsiteX5825" fmla="*/ 9399280 w 12188965"/>
              <a:gd name="connsiteY5825" fmla="*/ 1598863 h 2053176"/>
              <a:gd name="connsiteX5826" fmla="*/ 9424938 w 12188965"/>
              <a:gd name="connsiteY5826" fmla="*/ 1624521 h 2053176"/>
              <a:gd name="connsiteX5827" fmla="*/ 9399280 w 12188965"/>
              <a:gd name="connsiteY5827" fmla="*/ 1650180 h 2053176"/>
              <a:gd name="connsiteX5828" fmla="*/ 9373619 w 12188965"/>
              <a:gd name="connsiteY5828" fmla="*/ 1624521 h 2053176"/>
              <a:gd name="connsiteX5829" fmla="*/ 9399280 w 12188965"/>
              <a:gd name="connsiteY5829" fmla="*/ 1598863 h 2053176"/>
              <a:gd name="connsiteX5830" fmla="*/ 9335073 w 12188965"/>
              <a:gd name="connsiteY5830" fmla="*/ 1598863 h 2053176"/>
              <a:gd name="connsiteX5831" fmla="*/ 9360734 w 12188965"/>
              <a:gd name="connsiteY5831" fmla="*/ 1624521 h 2053176"/>
              <a:gd name="connsiteX5832" fmla="*/ 9335073 w 12188965"/>
              <a:gd name="connsiteY5832" fmla="*/ 1650180 h 2053176"/>
              <a:gd name="connsiteX5833" fmla="*/ 9309415 w 12188965"/>
              <a:gd name="connsiteY5833" fmla="*/ 1624521 h 2053176"/>
              <a:gd name="connsiteX5834" fmla="*/ 9335073 w 12188965"/>
              <a:gd name="connsiteY5834" fmla="*/ 1598863 h 2053176"/>
              <a:gd name="connsiteX5835" fmla="*/ 9206664 w 12188965"/>
              <a:gd name="connsiteY5835" fmla="*/ 1598863 h 2053176"/>
              <a:gd name="connsiteX5836" fmla="*/ 9232323 w 12188965"/>
              <a:gd name="connsiteY5836" fmla="*/ 1624521 h 2053176"/>
              <a:gd name="connsiteX5837" fmla="*/ 9206664 w 12188965"/>
              <a:gd name="connsiteY5837" fmla="*/ 1650180 h 2053176"/>
              <a:gd name="connsiteX5838" fmla="*/ 9181006 w 12188965"/>
              <a:gd name="connsiteY5838" fmla="*/ 1624521 h 2053176"/>
              <a:gd name="connsiteX5839" fmla="*/ 9206664 w 12188965"/>
              <a:gd name="connsiteY5839" fmla="*/ 1598863 h 2053176"/>
              <a:gd name="connsiteX5840" fmla="*/ 9142457 w 12188965"/>
              <a:gd name="connsiteY5840" fmla="*/ 1598863 h 2053176"/>
              <a:gd name="connsiteX5841" fmla="*/ 9168118 w 12188965"/>
              <a:gd name="connsiteY5841" fmla="*/ 1624521 h 2053176"/>
              <a:gd name="connsiteX5842" fmla="*/ 9142457 w 12188965"/>
              <a:gd name="connsiteY5842" fmla="*/ 1650180 h 2053176"/>
              <a:gd name="connsiteX5843" fmla="*/ 9116799 w 12188965"/>
              <a:gd name="connsiteY5843" fmla="*/ 1624521 h 2053176"/>
              <a:gd name="connsiteX5844" fmla="*/ 9142457 w 12188965"/>
              <a:gd name="connsiteY5844" fmla="*/ 1598863 h 2053176"/>
              <a:gd name="connsiteX5845" fmla="*/ 9078253 w 12188965"/>
              <a:gd name="connsiteY5845" fmla="*/ 1598863 h 2053176"/>
              <a:gd name="connsiteX5846" fmla="*/ 9103911 w 12188965"/>
              <a:gd name="connsiteY5846" fmla="*/ 1624521 h 2053176"/>
              <a:gd name="connsiteX5847" fmla="*/ 9078253 w 12188965"/>
              <a:gd name="connsiteY5847" fmla="*/ 1650180 h 2053176"/>
              <a:gd name="connsiteX5848" fmla="*/ 9052595 w 12188965"/>
              <a:gd name="connsiteY5848" fmla="*/ 1624521 h 2053176"/>
              <a:gd name="connsiteX5849" fmla="*/ 9078253 w 12188965"/>
              <a:gd name="connsiteY5849" fmla="*/ 1598863 h 2053176"/>
              <a:gd name="connsiteX5850" fmla="*/ 9014049 w 12188965"/>
              <a:gd name="connsiteY5850" fmla="*/ 1598863 h 2053176"/>
              <a:gd name="connsiteX5851" fmla="*/ 9039707 w 12188965"/>
              <a:gd name="connsiteY5851" fmla="*/ 1624521 h 2053176"/>
              <a:gd name="connsiteX5852" fmla="*/ 9014049 w 12188965"/>
              <a:gd name="connsiteY5852" fmla="*/ 1650180 h 2053176"/>
              <a:gd name="connsiteX5853" fmla="*/ 8988388 w 12188965"/>
              <a:gd name="connsiteY5853" fmla="*/ 1624521 h 2053176"/>
              <a:gd name="connsiteX5854" fmla="*/ 9014049 w 12188965"/>
              <a:gd name="connsiteY5854" fmla="*/ 1598863 h 2053176"/>
              <a:gd name="connsiteX5855" fmla="*/ 8949842 w 12188965"/>
              <a:gd name="connsiteY5855" fmla="*/ 1598863 h 2053176"/>
              <a:gd name="connsiteX5856" fmla="*/ 8975503 w 12188965"/>
              <a:gd name="connsiteY5856" fmla="*/ 1624521 h 2053176"/>
              <a:gd name="connsiteX5857" fmla="*/ 8949842 w 12188965"/>
              <a:gd name="connsiteY5857" fmla="*/ 1650180 h 2053176"/>
              <a:gd name="connsiteX5858" fmla="*/ 8924183 w 12188965"/>
              <a:gd name="connsiteY5858" fmla="*/ 1624521 h 2053176"/>
              <a:gd name="connsiteX5859" fmla="*/ 8949842 w 12188965"/>
              <a:gd name="connsiteY5859" fmla="*/ 1598863 h 2053176"/>
              <a:gd name="connsiteX5860" fmla="*/ 8821433 w 12188965"/>
              <a:gd name="connsiteY5860" fmla="*/ 1598863 h 2053176"/>
              <a:gd name="connsiteX5861" fmla="*/ 8847091 w 12188965"/>
              <a:gd name="connsiteY5861" fmla="*/ 1624521 h 2053176"/>
              <a:gd name="connsiteX5862" fmla="*/ 8821433 w 12188965"/>
              <a:gd name="connsiteY5862" fmla="*/ 1650180 h 2053176"/>
              <a:gd name="connsiteX5863" fmla="*/ 8795772 w 12188965"/>
              <a:gd name="connsiteY5863" fmla="*/ 1624521 h 2053176"/>
              <a:gd name="connsiteX5864" fmla="*/ 8821433 w 12188965"/>
              <a:gd name="connsiteY5864" fmla="*/ 1598863 h 2053176"/>
              <a:gd name="connsiteX5865" fmla="*/ 8757226 w 12188965"/>
              <a:gd name="connsiteY5865" fmla="*/ 1598863 h 2053176"/>
              <a:gd name="connsiteX5866" fmla="*/ 8782887 w 12188965"/>
              <a:gd name="connsiteY5866" fmla="*/ 1624521 h 2053176"/>
              <a:gd name="connsiteX5867" fmla="*/ 8757226 w 12188965"/>
              <a:gd name="connsiteY5867" fmla="*/ 1650180 h 2053176"/>
              <a:gd name="connsiteX5868" fmla="*/ 8731568 w 12188965"/>
              <a:gd name="connsiteY5868" fmla="*/ 1624521 h 2053176"/>
              <a:gd name="connsiteX5869" fmla="*/ 8757226 w 12188965"/>
              <a:gd name="connsiteY5869" fmla="*/ 1598863 h 2053176"/>
              <a:gd name="connsiteX5870" fmla="*/ 8692904 w 12188965"/>
              <a:gd name="connsiteY5870" fmla="*/ 1598863 h 2053176"/>
              <a:gd name="connsiteX5871" fmla="*/ 8718565 w 12188965"/>
              <a:gd name="connsiteY5871" fmla="*/ 1624521 h 2053176"/>
              <a:gd name="connsiteX5872" fmla="*/ 8692904 w 12188965"/>
              <a:gd name="connsiteY5872" fmla="*/ 1650180 h 2053176"/>
              <a:gd name="connsiteX5873" fmla="*/ 8667246 w 12188965"/>
              <a:gd name="connsiteY5873" fmla="*/ 1624521 h 2053176"/>
              <a:gd name="connsiteX5874" fmla="*/ 8692904 w 12188965"/>
              <a:gd name="connsiteY5874" fmla="*/ 1598863 h 2053176"/>
              <a:gd name="connsiteX5875" fmla="*/ 8628699 w 12188965"/>
              <a:gd name="connsiteY5875" fmla="*/ 1598863 h 2053176"/>
              <a:gd name="connsiteX5876" fmla="*/ 8654358 w 12188965"/>
              <a:gd name="connsiteY5876" fmla="*/ 1624521 h 2053176"/>
              <a:gd name="connsiteX5877" fmla="*/ 8628699 w 12188965"/>
              <a:gd name="connsiteY5877" fmla="*/ 1650180 h 2053176"/>
              <a:gd name="connsiteX5878" fmla="*/ 8603041 w 12188965"/>
              <a:gd name="connsiteY5878" fmla="*/ 1624521 h 2053176"/>
              <a:gd name="connsiteX5879" fmla="*/ 8628699 w 12188965"/>
              <a:gd name="connsiteY5879" fmla="*/ 1598863 h 2053176"/>
              <a:gd name="connsiteX5880" fmla="*/ 8564495 w 12188965"/>
              <a:gd name="connsiteY5880" fmla="*/ 1598863 h 2053176"/>
              <a:gd name="connsiteX5881" fmla="*/ 8590153 w 12188965"/>
              <a:gd name="connsiteY5881" fmla="*/ 1624521 h 2053176"/>
              <a:gd name="connsiteX5882" fmla="*/ 8564495 w 12188965"/>
              <a:gd name="connsiteY5882" fmla="*/ 1650180 h 2053176"/>
              <a:gd name="connsiteX5883" fmla="*/ 8538837 w 12188965"/>
              <a:gd name="connsiteY5883" fmla="*/ 1624521 h 2053176"/>
              <a:gd name="connsiteX5884" fmla="*/ 8564495 w 12188965"/>
              <a:gd name="connsiteY5884" fmla="*/ 1598863 h 2053176"/>
              <a:gd name="connsiteX5885" fmla="*/ 8500288 w 12188965"/>
              <a:gd name="connsiteY5885" fmla="*/ 1598863 h 2053176"/>
              <a:gd name="connsiteX5886" fmla="*/ 8525949 w 12188965"/>
              <a:gd name="connsiteY5886" fmla="*/ 1624521 h 2053176"/>
              <a:gd name="connsiteX5887" fmla="*/ 8500288 w 12188965"/>
              <a:gd name="connsiteY5887" fmla="*/ 1650180 h 2053176"/>
              <a:gd name="connsiteX5888" fmla="*/ 8474630 w 12188965"/>
              <a:gd name="connsiteY5888" fmla="*/ 1624521 h 2053176"/>
              <a:gd name="connsiteX5889" fmla="*/ 8500288 w 12188965"/>
              <a:gd name="connsiteY5889" fmla="*/ 1598863 h 2053176"/>
              <a:gd name="connsiteX5890" fmla="*/ 8436084 w 12188965"/>
              <a:gd name="connsiteY5890" fmla="*/ 1598863 h 2053176"/>
              <a:gd name="connsiteX5891" fmla="*/ 8461745 w 12188965"/>
              <a:gd name="connsiteY5891" fmla="*/ 1624521 h 2053176"/>
              <a:gd name="connsiteX5892" fmla="*/ 8436084 w 12188965"/>
              <a:gd name="connsiteY5892" fmla="*/ 1650180 h 2053176"/>
              <a:gd name="connsiteX5893" fmla="*/ 8410426 w 12188965"/>
              <a:gd name="connsiteY5893" fmla="*/ 1624521 h 2053176"/>
              <a:gd name="connsiteX5894" fmla="*/ 8436084 w 12188965"/>
              <a:gd name="connsiteY5894" fmla="*/ 1598863 h 2053176"/>
              <a:gd name="connsiteX5895" fmla="*/ 8307675 w 12188965"/>
              <a:gd name="connsiteY5895" fmla="*/ 1598863 h 2053176"/>
              <a:gd name="connsiteX5896" fmla="*/ 8333333 w 12188965"/>
              <a:gd name="connsiteY5896" fmla="*/ 1624521 h 2053176"/>
              <a:gd name="connsiteX5897" fmla="*/ 8307675 w 12188965"/>
              <a:gd name="connsiteY5897" fmla="*/ 1650180 h 2053176"/>
              <a:gd name="connsiteX5898" fmla="*/ 8282014 w 12188965"/>
              <a:gd name="connsiteY5898" fmla="*/ 1624521 h 2053176"/>
              <a:gd name="connsiteX5899" fmla="*/ 8307675 w 12188965"/>
              <a:gd name="connsiteY5899" fmla="*/ 1598863 h 2053176"/>
              <a:gd name="connsiteX5900" fmla="*/ 8243468 w 12188965"/>
              <a:gd name="connsiteY5900" fmla="*/ 1598863 h 2053176"/>
              <a:gd name="connsiteX5901" fmla="*/ 8269126 w 12188965"/>
              <a:gd name="connsiteY5901" fmla="*/ 1624521 h 2053176"/>
              <a:gd name="connsiteX5902" fmla="*/ 8243468 w 12188965"/>
              <a:gd name="connsiteY5902" fmla="*/ 1650180 h 2053176"/>
              <a:gd name="connsiteX5903" fmla="*/ 8217810 w 12188965"/>
              <a:gd name="connsiteY5903" fmla="*/ 1624521 h 2053176"/>
              <a:gd name="connsiteX5904" fmla="*/ 8243468 w 12188965"/>
              <a:gd name="connsiteY5904" fmla="*/ 1598863 h 2053176"/>
              <a:gd name="connsiteX5905" fmla="*/ 8115057 w 12188965"/>
              <a:gd name="connsiteY5905" fmla="*/ 1598863 h 2053176"/>
              <a:gd name="connsiteX5906" fmla="*/ 8140717 w 12188965"/>
              <a:gd name="connsiteY5906" fmla="*/ 1624521 h 2053176"/>
              <a:gd name="connsiteX5907" fmla="*/ 8115057 w 12188965"/>
              <a:gd name="connsiteY5907" fmla="*/ 1650180 h 2053176"/>
              <a:gd name="connsiteX5908" fmla="*/ 8089398 w 12188965"/>
              <a:gd name="connsiteY5908" fmla="*/ 1624521 h 2053176"/>
              <a:gd name="connsiteX5909" fmla="*/ 8115057 w 12188965"/>
              <a:gd name="connsiteY5909" fmla="*/ 1598863 h 2053176"/>
              <a:gd name="connsiteX5910" fmla="*/ 8050852 w 12188965"/>
              <a:gd name="connsiteY5910" fmla="*/ 1598863 h 2053176"/>
              <a:gd name="connsiteX5911" fmla="*/ 8076510 w 12188965"/>
              <a:gd name="connsiteY5911" fmla="*/ 1624521 h 2053176"/>
              <a:gd name="connsiteX5912" fmla="*/ 8050852 w 12188965"/>
              <a:gd name="connsiteY5912" fmla="*/ 1650180 h 2053176"/>
              <a:gd name="connsiteX5913" fmla="*/ 8025194 w 12188965"/>
              <a:gd name="connsiteY5913" fmla="*/ 1624521 h 2053176"/>
              <a:gd name="connsiteX5914" fmla="*/ 8050852 w 12188965"/>
              <a:gd name="connsiteY5914" fmla="*/ 1598863 h 2053176"/>
              <a:gd name="connsiteX5915" fmla="*/ 7986648 w 12188965"/>
              <a:gd name="connsiteY5915" fmla="*/ 1598863 h 2053176"/>
              <a:gd name="connsiteX5916" fmla="*/ 8012306 w 12188965"/>
              <a:gd name="connsiteY5916" fmla="*/ 1624521 h 2053176"/>
              <a:gd name="connsiteX5917" fmla="*/ 7986648 w 12188965"/>
              <a:gd name="connsiteY5917" fmla="*/ 1650180 h 2053176"/>
              <a:gd name="connsiteX5918" fmla="*/ 7960990 w 12188965"/>
              <a:gd name="connsiteY5918" fmla="*/ 1624521 h 2053176"/>
              <a:gd name="connsiteX5919" fmla="*/ 7986648 w 12188965"/>
              <a:gd name="connsiteY5919" fmla="*/ 1598863 h 2053176"/>
              <a:gd name="connsiteX5920" fmla="*/ 7922444 w 12188965"/>
              <a:gd name="connsiteY5920" fmla="*/ 1598863 h 2053176"/>
              <a:gd name="connsiteX5921" fmla="*/ 7948102 w 12188965"/>
              <a:gd name="connsiteY5921" fmla="*/ 1624521 h 2053176"/>
              <a:gd name="connsiteX5922" fmla="*/ 7922444 w 12188965"/>
              <a:gd name="connsiteY5922" fmla="*/ 1650180 h 2053176"/>
              <a:gd name="connsiteX5923" fmla="*/ 7896783 w 12188965"/>
              <a:gd name="connsiteY5923" fmla="*/ 1624521 h 2053176"/>
              <a:gd name="connsiteX5924" fmla="*/ 7922444 w 12188965"/>
              <a:gd name="connsiteY5924" fmla="*/ 1598863 h 2053176"/>
              <a:gd name="connsiteX5925" fmla="*/ 7858237 w 12188965"/>
              <a:gd name="connsiteY5925" fmla="*/ 1598863 h 2053176"/>
              <a:gd name="connsiteX5926" fmla="*/ 7883895 w 12188965"/>
              <a:gd name="connsiteY5926" fmla="*/ 1624521 h 2053176"/>
              <a:gd name="connsiteX5927" fmla="*/ 7858237 w 12188965"/>
              <a:gd name="connsiteY5927" fmla="*/ 1650180 h 2053176"/>
              <a:gd name="connsiteX5928" fmla="*/ 7832578 w 12188965"/>
              <a:gd name="connsiteY5928" fmla="*/ 1624521 h 2053176"/>
              <a:gd name="connsiteX5929" fmla="*/ 7858237 w 12188965"/>
              <a:gd name="connsiteY5929" fmla="*/ 1598863 h 2053176"/>
              <a:gd name="connsiteX5930" fmla="*/ 7794032 w 12188965"/>
              <a:gd name="connsiteY5930" fmla="*/ 1598863 h 2053176"/>
              <a:gd name="connsiteX5931" fmla="*/ 7819690 w 12188965"/>
              <a:gd name="connsiteY5931" fmla="*/ 1624521 h 2053176"/>
              <a:gd name="connsiteX5932" fmla="*/ 7794032 w 12188965"/>
              <a:gd name="connsiteY5932" fmla="*/ 1650180 h 2053176"/>
              <a:gd name="connsiteX5933" fmla="*/ 7768371 w 12188965"/>
              <a:gd name="connsiteY5933" fmla="*/ 1624521 h 2053176"/>
              <a:gd name="connsiteX5934" fmla="*/ 7794032 w 12188965"/>
              <a:gd name="connsiteY5934" fmla="*/ 1598863 h 2053176"/>
              <a:gd name="connsiteX5935" fmla="*/ 7729825 w 12188965"/>
              <a:gd name="connsiteY5935" fmla="*/ 1598863 h 2053176"/>
              <a:gd name="connsiteX5936" fmla="*/ 7755486 w 12188965"/>
              <a:gd name="connsiteY5936" fmla="*/ 1624521 h 2053176"/>
              <a:gd name="connsiteX5937" fmla="*/ 7729825 w 12188965"/>
              <a:gd name="connsiteY5937" fmla="*/ 1650180 h 2053176"/>
              <a:gd name="connsiteX5938" fmla="*/ 7704167 w 12188965"/>
              <a:gd name="connsiteY5938" fmla="*/ 1624521 h 2053176"/>
              <a:gd name="connsiteX5939" fmla="*/ 7729825 w 12188965"/>
              <a:gd name="connsiteY5939" fmla="*/ 1598863 h 2053176"/>
              <a:gd name="connsiteX5940" fmla="*/ 7665621 w 12188965"/>
              <a:gd name="connsiteY5940" fmla="*/ 1598863 h 2053176"/>
              <a:gd name="connsiteX5941" fmla="*/ 7691279 w 12188965"/>
              <a:gd name="connsiteY5941" fmla="*/ 1624521 h 2053176"/>
              <a:gd name="connsiteX5942" fmla="*/ 7665621 w 12188965"/>
              <a:gd name="connsiteY5942" fmla="*/ 1650180 h 2053176"/>
              <a:gd name="connsiteX5943" fmla="*/ 7639963 w 12188965"/>
              <a:gd name="connsiteY5943" fmla="*/ 1624521 h 2053176"/>
              <a:gd name="connsiteX5944" fmla="*/ 7665621 w 12188965"/>
              <a:gd name="connsiteY5944" fmla="*/ 1598863 h 2053176"/>
              <a:gd name="connsiteX5945" fmla="*/ 7601299 w 12188965"/>
              <a:gd name="connsiteY5945" fmla="*/ 1598863 h 2053176"/>
              <a:gd name="connsiteX5946" fmla="*/ 7626959 w 12188965"/>
              <a:gd name="connsiteY5946" fmla="*/ 1624521 h 2053176"/>
              <a:gd name="connsiteX5947" fmla="*/ 7601299 w 12188965"/>
              <a:gd name="connsiteY5947" fmla="*/ 1650180 h 2053176"/>
              <a:gd name="connsiteX5948" fmla="*/ 7575640 w 12188965"/>
              <a:gd name="connsiteY5948" fmla="*/ 1624521 h 2053176"/>
              <a:gd name="connsiteX5949" fmla="*/ 7601299 w 12188965"/>
              <a:gd name="connsiteY5949" fmla="*/ 1598863 h 2053176"/>
              <a:gd name="connsiteX5950" fmla="*/ 7537094 w 12188965"/>
              <a:gd name="connsiteY5950" fmla="*/ 1598863 h 2053176"/>
              <a:gd name="connsiteX5951" fmla="*/ 7562752 w 12188965"/>
              <a:gd name="connsiteY5951" fmla="*/ 1624521 h 2053176"/>
              <a:gd name="connsiteX5952" fmla="*/ 7537094 w 12188965"/>
              <a:gd name="connsiteY5952" fmla="*/ 1650180 h 2053176"/>
              <a:gd name="connsiteX5953" fmla="*/ 7511436 w 12188965"/>
              <a:gd name="connsiteY5953" fmla="*/ 1624521 h 2053176"/>
              <a:gd name="connsiteX5954" fmla="*/ 7537094 w 12188965"/>
              <a:gd name="connsiteY5954" fmla="*/ 1598863 h 2053176"/>
              <a:gd name="connsiteX5955" fmla="*/ 7472890 w 12188965"/>
              <a:gd name="connsiteY5955" fmla="*/ 1598863 h 2053176"/>
              <a:gd name="connsiteX5956" fmla="*/ 7498548 w 12188965"/>
              <a:gd name="connsiteY5956" fmla="*/ 1624521 h 2053176"/>
              <a:gd name="connsiteX5957" fmla="*/ 7472890 w 12188965"/>
              <a:gd name="connsiteY5957" fmla="*/ 1650180 h 2053176"/>
              <a:gd name="connsiteX5958" fmla="*/ 7447229 w 12188965"/>
              <a:gd name="connsiteY5958" fmla="*/ 1624521 h 2053176"/>
              <a:gd name="connsiteX5959" fmla="*/ 7472890 w 12188965"/>
              <a:gd name="connsiteY5959" fmla="*/ 1598863 h 2053176"/>
              <a:gd name="connsiteX5960" fmla="*/ 7408683 w 12188965"/>
              <a:gd name="connsiteY5960" fmla="*/ 1598863 h 2053176"/>
              <a:gd name="connsiteX5961" fmla="*/ 7434341 w 12188965"/>
              <a:gd name="connsiteY5961" fmla="*/ 1624521 h 2053176"/>
              <a:gd name="connsiteX5962" fmla="*/ 7408683 w 12188965"/>
              <a:gd name="connsiteY5962" fmla="*/ 1650180 h 2053176"/>
              <a:gd name="connsiteX5963" fmla="*/ 7383025 w 12188965"/>
              <a:gd name="connsiteY5963" fmla="*/ 1624521 h 2053176"/>
              <a:gd name="connsiteX5964" fmla="*/ 7408683 w 12188965"/>
              <a:gd name="connsiteY5964" fmla="*/ 1598863 h 2053176"/>
              <a:gd name="connsiteX5965" fmla="*/ 7344479 w 12188965"/>
              <a:gd name="connsiteY5965" fmla="*/ 1598863 h 2053176"/>
              <a:gd name="connsiteX5966" fmla="*/ 7370137 w 12188965"/>
              <a:gd name="connsiteY5966" fmla="*/ 1624521 h 2053176"/>
              <a:gd name="connsiteX5967" fmla="*/ 7344479 w 12188965"/>
              <a:gd name="connsiteY5967" fmla="*/ 1650180 h 2053176"/>
              <a:gd name="connsiteX5968" fmla="*/ 7318820 w 12188965"/>
              <a:gd name="connsiteY5968" fmla="*/ 1624521 h 2053176"/>
              <a:gd name="connsiteX5969" fmla="*/ 7344479 w 12188965"/>
              <a:gd name="connsiteY5969" fmla="*/ 1598863 h 2053176"/>
              <a:gd name="connsiteX5970" fmla="*/ 7280274 w 12188965"/>
              <a:gd name="connsiteY5970" fmla="*/ 1598863 h 2053176"/>
              <a:gd name="connsiteX5971" fmla="*/ 7305932 w 12188965"/>
              <a:gd name="connsiteY5971" fmla="*/ 1624521 h 2053176"/>
              <a:gd name="connsiteX5972" fmla="*/ 7280274 w 12188965"/>
              <a:gd name="connsiteY5972" fmla="*/ 1650180 h 2053176"/>
              <a:gd name="connsiteX5973" fmla="*/ 7254613 w 12188965"/>
              <a:gd name="connsiteY5973" fmla="*/ 1624521 h 2053176"/>
              <a:gd name="connsiteX5974" fmla="*/ 7280274 w 12188965"/>
              <a:gd name="connsiteY5974" fmla="*/ 1598863 h 2053176"/>
              <a:gd name="connsiteX5975" fmla="*/ 7216067 w 12188965"/>
              <a:gd name="connsiteY5975" fmla="*/ 1598863 h 2053176"/>
              <a:gd name="connsiteX5976" fmla="*/ 7241725 w 12188965"/>
              <a:gd name="connsiteY5976" fmla="*/ 1624521 h 2053176"/>
              <a:gd name="connsiteX5977" fmla="*/ 7216067 w 12188965"/>
              <a:gd name="connsiteY5977" fmla="*/ 1650180 h 2053176"/>
              <a:gd name="connsiteX5978" fmla="*/ 7190409 w 12188965"/>
              <a:gd name="connsiteY5978" fmla="*/ 1624521 h 2053176"/>
              <a:gd name="connsiteX5979" fmla="*/ 7216067 w 12188965"/>
              <a:gd name="connsiteY5979" fmla="*/ 1598863 h 2053176"/>
              <a:gd name="connsiteX5980" fmla="*/ 7151863 w 12188965"/>
              <a:gd name="connsiteY5980" fmla="*/ 1598863 h 2053176"/>
              <a:gd name="connsiteX5981" fmla="*/ 7177521 w 12188965"/>
              <a:gd name="connsiteY5981" fmla="*/ 1624521 h 2053176"/>
              <a:gd name="connsiteX5982" fmla="*/ 7151863 w 12188965"/>
              <a:gd name="connsiteY5982" fmla="*/ 1650180 h 2053176"/>
              <a:gd name="connsiteX5983" fmla="*/ 7126205 w 12188965"/>
              <a:gd name="connsiteY5983" fmla="*/ 1624521 h 2053176"/>
              <a:gd name="connsiteX5984" fmla="*/ 7151863 w 12188965"/>
              <a:gd name="connsiteY5984" fmla="*/ 1598863 h 2053176"/>
              <a:gd name="connsiteX5985" fmla="*/ 7087658 w 12188965"/>
              <a:gd name="connsiteY5985" fmla="*/ 1598863 h 2053176"/>
              <a:gd name="connsiteX5986" fmla="*/ 7113317 w 12188965"/>
              <a:gd name="connsiteY5986" fmla="*/ 1624521 h 2053176"/>
              <a:gd name="connsiteX5987" fmla="*/ 7087658 w 12188965"/>
              <a:gd name="connsiteY5987" fmla="*/ 1650180 h 2053176"/>
              <a:gd name="connsiteX5988" fmla="*/ 7061998 w 12188965"/>
              <a:gd name="connsiteY5988" fmla="*/ 1624521 h 2053176"/>
              <a:gd name="connsiteX5989" fmla="*/ 7087658 w 12188965"/>
              <a:gd name="connsiteY5989" fmla="*/ 1598863 h 2053176"/>
              <a:gd name="connsiteX5990" fmla="*/ 6959247 w 12188965"/>
              <a:gd name="connsiteY5990" fmla="*/ 1598863 h 2053176"/>
              <a:gd name="connsiteX5991" fmla="*/ 6984905 w 12188965"/>
              <a:gd name="connsiteY5991" fmla="*/ 1624521 h 2053176"/>
              <a:gd name="connsiteX5992" fmla="*/ 6959247 w 12188965"/>
              <a:gd name="connsiteY5992" fmla="*/ 1650180 h 2053176"/>
              <a:gd name="connsiteX5993" fmla="*/ 6933589 w 12188965"/>
              <a:gd name="connsiteY5993" fmla="*/ 1624521 h 2053176"/>
              <a:gd name="connsiteX5994" fmla="*/ 6959247 w 12188965"/>
              <a:gd name="connsiteY5994" fmla="*/ 1598863 h 2053176"/>
              <a:gd name="connsiteX5995" fmla="*/ 6895043 w 12188965"/>
              <a:gd name="connsiteY5995" fmla="*/ 1598863 h 2053176"/>
              <a:gd name="connsiteX5996" fmla="*/ 6920701 w 12188965"/>
              <a:gd name="connsiteY5996" fmla="*/ 1624521 h 2053176"/>
              <a:gd name="connsiteX5997" fmla="*/ 6895043 w 12188965"/>
              <a:gd name="connsiteY5997" fmla="*/ 1650180 h 2053176"/>
              <a:gd name="connsiteX5998" fmla="*/ 6869382 w 12188965"/>
              <a:gd name="connsiteY5998" fmla="*/ 1624521 h 2053176"/>
              <a:gd name="connsiteX5999" fmla="*/ 6895043 w 12188965"/>
              <a:gd name="connsiteY5999" fmla="*/ 1598863 h 2053176"/>
              <a:gd name="connsiteX6000" fmla="*/ 6830836 w 12188965"/>
              <a:gd name="connsiteY6000" fmla="*/ 1598863 h 2053176"/>
              <a:gd name="connsiteX6001" fmla="*/ 6856494 w 12188965"/>
              <a:gd name="connsiteY6001" fmla="*/ 1624521 h 2053176"/>
              <a:gd name="connsiteX6002" fmla="*/ 6830836 w 12188965"/>
              <a:gd name="connsiteY6002" fmla="*/ 1650180 h 2053176"/>
              <a:gd name="connsiteX6003" fmla="*/ 6805178 w 12188965"/>
              <a:gd name="connsiteY6003" fmla="*/ 1624521 h 2053176"/>
              <a:gd name="connsiteX6004" fmla="*/ 6830836 w 12188965"/>
              <a:gd name="connsiteY6004" fmla="*/ 1598863 h 2053176"/>
              <a:gd name="connsiteX6005" fmla="*/ 6766631 w 12188965"/>
              <a:gd name="connsiteY6005" fmla="*/ 1598863 h 2053176"/>
              <a:gd name="connsiteX6006" fmla="*/ 6792290 w 12188965"/>
              <a:gd name="connsiteY6006" fmla="*/ 1624521 h 2053176"/>
              <a:gd name="connsiteX6007" fmla="*/ 6766631 w 12188965"/>
              <a:gd name="connsiteY6007" fmla="*/ 1650180 h 2053176"/>
              <a:gd name="connsiteX6008" fmla="*/ 6740973 w 12188965"/>
              <a:gd name="connsiteY6008" fmla="*/ 1624521 h 2053176"/>
              <a:gd name="connsiteX6009" fmla="*/ 6766631 w 12188965"/>
              <a:gd name="connsiteY6009" fmla="*/ 1598863 h 2053176"/>
              <a:gd name="connsiteX6010" fmla="*/ 6702427 w 12188965"/>
              <a:gd name="connsiteY6010" fmla="*/ 1598863 h 2053176"/>
              <a:gd name="connsiteX6011" fmla="*/ 6728085 w 12188965"/>
              <a:gd name="connsiteY6011" fmla="*/ 1624521 h 2053176"/>
              <a:gd name="connsiteX6012" fmla="*/ 6702427 w 12188965"/>
              <a:gd name="connsiteY6012" fmla="*/ 1650180 h 2053176"/>
              <a:gd name="connsiteX6013" fmla="*/ 6676766 w 12188965"/>
              <a:gd name="connsiteY6013" fmla="*/ 1624521 h 2053176"/>
              <a:gd name="connsiteX6014" fmla="*/ 6702427 w 12188965"/>
              <a:gd name="connsiteY6014" fmla="*/ 1598863 h 2053176"/>
              <a:gd name="connsiteX6015" fmla="*/ 6638220 w 12188965"/>
              <a:gd name="connsiteY6015" fmla="*/ 1598863 h 2053176"/>
              <a:gd name="connsiteX6016" fmla="*/ 6663881 w 12188965"/>
              <a:gd name="connsiteY6016" fmla="*/ 1624521 h 2053176"/>
              <a:gd name="connsiteX6017" fmla="*/ 6638220 w 12188965"/>
              <a:gd name="connsiteY6017" fmla="*/ 1650180 h 2053176"/>
              <a:gd name="connsiteX6018" fmla="*/ 6612562 w 12188965"/>
              <a:gd name="connsiteY6018" fmla="*/ 1624521 h 2053176"/>
              <a:gd name="connsiteX6019" fmla="*/ 6638220 w 12188965"/>
              <a:gd name="connsiteY6019" fmla="*/ 1598863 h 2053176"/>
              <a:gd name="connsiteX6020" fmla="*/ 6574016 w 12188965"/>
              <a:gd name="connsiteY6020" fmla="*/ 1598863 h 2053176"/>
              <a:gd name="connsiteX6021" fmla="*/ 6599674 w 12188965"/>
              <a:gd name="connsiteY6021" fmla="*/ 1624521 h 2053176"/>
              <a:gd name="connsiteX6022" fmla="*/ 6574016 w 12188965"/>
              <a:gd name="connsiteY6022" fmla="*/ 1650180 h 2053176"/>
              <a:gd name="connsiteX6023" fmla="*/ 6548357 w 12188965"/>
              <a:gd name="connsiteY6023" fmla="*/ 1624521 h 2053176"/>
              <a:gd name="connsiteX6024" fmla="*/ 6574016 w 12188965"/>
              <a:gd name="connsiteY6024" fmla="*/ 1598863 h 2053176"/>
              <a:gd name="connsiteX6025" fmla="*/ 6381282 w 12188965"/>
              <a:gd name="connsiteY6025" fmla="*/ 1598863 h 2053176"/>
              <a:gd name="connsiteX6026" fmla="*/ 6406943 w 12188965"/>
              <a:gd name="connsiteY6026" fmla="*/ 1624521 h 2053176"/>
              <a:gd name="connsiteX6027" fmla="*/ 6381282 w 12188965"/>
              <a:gd name="connsiteY6027" fmla="*/ 1650180 h 2053176"/>
              <a:gd name="connsiteX6028" fmla="*/ 6355624 w 12188965"/>
              <a:gd name="connsiteY6028" fmla="*/ 1624521 h 2053176"/>
              <a:gd name="connsiteX6029" fmla="*/ 6381282 w 12188965"/>
              <a:gd name="connsiteY6029" fmla="*/ 1598863 h 2053176"/>
              <a:gd name="connsiteX6030" fmla="*/ 6317078 w 12188965"/>
              <a:gd name="connsiteY6030" fmla="*/ 1598863 h 2053176"/>
              <a:gd name="connsiteX6031" fmla="*/ 6342736 w 12188965"/>
              <a:gd name="connsiteY6031" fmla="*/ 1624521 h 2053176"/>
              <a:gd name="connsiteX6032" fmla="*/ 6317078 w 12188965"/>
              <a:gd name="connsiteY6032" fmla="*/ 1650180 h 2053176"/>
              <a:gd name="connsiteX6033" fmla="*/ 6291420 w 12188965"/>
              <a:gd name="connsiteY6033" fmla="*/ 1624521 h 2053176"/>
              <a:gd name="connsiteX6034" fmla="*/ 6317078 w 12188965"/>
              <a:gd name="connsiteY6034" fmla="*/ 1598863 h 2053176"/>
              <a:gd name="connsiteX6035" fmla="*/ 6252873 w 12188965"/>
              <a:gd name="connsiteY6035" fmla="*/ 1598863 h 2053176"/>
              <a:gd name="connsiteX6036" fmla="*/ 6278532 w 12188965"/>
              <a:gd name="connsiteY6036" fmla="*/ 1624521 h 2053176"/>
              <a:gd name="connsiteX6037" fmla="*/ 6252873 w 12188965"/>
              <a:gd name="connsiteY6037" fmla="*/ 1650180 h 2053176"/>
              <a:gd name="connsiteX6038" fmla="*/ 6227213 w 12188965"/>
              <a:gd name="connsiteY6038" fmla="*/ 1624521 h 2053176"/>
              <a:gd name="connsiteX6039" fmla="*/ 6252873 w 12188965"/>
              <a:gd name="connsiteY6039" fmla="*/ 1598863 h 2053176"/>
              <a:gd name="connsiteX6040" fmla="*/ 6188666 w 12188965"/>
              <a:gd name="connsiteY6040" fmla="*/ 1598863 h 2053176"/>
              <a:gd name="connsiteX6041" fmla="*/ 6214327 w 12188965"/>
              <a:gd name="connsiteY6041" fmla="*/ 1624521 h 2053176"/>
              <a:gd name="connsiteX6042" fmla="*/ 6188666 w 12188965"/>
              <a:gd name="connsiteY6042" fmla="*/ 1650180 h 2053176"/>
              <a:gd name="connsiteX6043" fmla="*/ 6163008 w 12188965"/>
              <a:gd name="connsiteY6043" fmla="*/ 1624521 h 2053176"/>
              <a:gd name="connsiteX6044" fmla="*/ 6188666 w 12188965"/>
              <a:gd name="connsiteY6044" fmla="*/ 1598863 h 2053176"/>
              <a:gd name="connsiteX6045" fmla="*/ 6124462 w 12188965"/>
              <a:gd name="connsiteY6045" fmla="*/ 1598863 h 2053176"/>
              <a:gd name="connsiteX6046" fmla="*/ 6150123 w 12188965"/>
              <a:gd name="connsiteY6046" fmla="*/ 1624521 h 2053176"/>
              <a:gd name="connsiteX6047" fmla="*/ 6124462 w 12188965"/>
              <a:gd name="connsiteY6047" fmla="*/ 1650180 h 2053176"/>
              <a:gd name="connsiteX6048" fmla="*/ 6098804 w 12188965"/>
              <a:gd name="connsiteY6048" fmla="*/ 1624521 h 2053176"/>
              <a:gd name="connsiteX6049" fmla="*/ 6124462 w 12188965"/>
              <a:gd name="connsiteY6049" fmla="*/ 1598863 h 2053176"/>
              <a:gd name="connsiteX6050" fmla="*/ 6064505 w 12188965"/>
              <a:gd name="connsiteY6050" fmla="*/ 1598863 h 2053176"/>
              <a:gd name="connsiteX6051" fmla="*/ 6090163 w 12188965"/>
              <a:gd name="connsiteY6051" fmla="*/ 1624521 h 2053176"/>
              <a:gd name="connsiteX6052" fmla="*/ 6064505 w 12188965"/>
              <a:gd name="connsiteY6052" fmla="*/ 1650180 h 2053176"/>
              <a:gd name="connsiteX6053" fmla="*/ 6038844 w 12188965"/>
              <a:gd name="connsiteY6053" fmla="*/ 1624521 h 2053176"/>
              <a:gd name="connsiteX6054" fmla="*/ 6064505 w 12188965"/>
              <a:gd name="connsiteY6054" fmla="*/ 1598863 h 2053176"/>
              <a:gd name="connsiteX6055" fmla="*/ 6000298 w 12188965"/>
              <a:gd name="connsiteY6055" fmla="*/ 1598863 h 2053176"/>
              <a:gd name="connsiteX6056" fmla="*/ 6025956 w 12188965"/>
              <a:gd name="connsiteY6056" fmla="*/ 1624521 h 2053176"/>
              <a:gd name="connsiteX6057" fmla="*/ 6000298 w 12188965"/>
              <a:gd name="connsiteY6057" fmla="*/ 1650180 h 2053176"/>
              <a:gd name="connsiteX6058" fmla="*/ 5974639 w 12188965"/>
              <a:gd name="connsiteY6058" fmla="*/ 1624521 h 2053176"/>
              <a:gd name="connsiteX6059" fmla="*/ 6000298 w 12188965"/>
              <a:gd name="connsiteY6059" fmla="*/ 1598863 h 2053176"/>
              <a:gd name="connsiteX6060" fmla="*/ 5936092 w 12188965"/>
              <a:gd name="connsiteY6060" fmla="*/ 1598863 h 2053176"/>
              <a:gd name="connsiteX6061" fmla="*/ 5961751 w 12188965"/>
              <a:gd name="connsiteY6061" fmla="*/ 1624521 h 2053176"/>
              <a:gd name="connsiteX6062" fmla="*/ 5936092 w 12188965"/>
              <a:gd name="connsiteY6062" fmla="*/ 1650180 h 2053176"/>
              <a:gd name="connsiteX6063" fmla="*/ 5910435 w 12188965"/>
              <a:gd name="connsiteY6063" fmla="*/ 1624521 h 2053176"/>
              <a:gd name="connsiteX6064" fmla="*/ 5936092 w 12188965"/>
              <a:gd name="connsiteY6064" fmla="*/ 1598863 h 2053176"/>
              <a:gd name="connsiteX6065" fmla="*/ 5743477 w 12188965"/>
              <a:gd name="connsiteY6065" fmla="*/ 1598863 h 2053176"/>
              <a:gd name="connsiteX6066" fmla="*/ 5769136 w 12188965"/>
              <a:gd name="connsiteY6066" fmla="*/ 1624521 h 2053176"/>
              <a:gd name="connsiteX6067" fmla="*/ 5743477 w 12188965"/>
              <a:gd name="connsiteY6067" fmla="*/ 1650180 h 2053176"/>
              <a:gd name="connsiteX6068" fmla="*/ 5717818 w 12188965"/>
              <a:gd name="connsiteY6068" fmla="*/ 1624521 h 2053176"/>
              <a:gd name="connsiteX6069" fmla="*/ 5743477 w 12188965"/>
              <a:gd name="connsiteY6069" fmla="*/ 1598863 h 2053176"/>
              <a:gd name="connsiteX6070" fmla="*/ 5679272 w 12188965"/>
              <a:gd name="connsiteY6070" fmla="*/ 1598863 h 2053176"/>
              <a:gd name="connsiteX6071" fmla="*/ 5704930 w 12188965"/>
              <a:gd name="connsiteY6071" fmla="*/ 1624521 h 2053176"/>
              <a:gd name="connsiteX6072" fmla="*/ 5679272 w 12188965"/>
              <a:gd name="connsiteY6072" fmla="*/ 1650180 h 2053176"/>
              <a:gd name="connsiteX6073" fmla="*/ 5653614 w 12188965"/>
              <a:gd name="connsiteY6073" fmla="*/ 1624521 h 2053176"/>
              <a:gd name="connsiteX6074" fmla="*/ 5679272 w 12188965"/>
              <a:gd name="connsiteY6074" fmla="*/ 1598863 h 2053176"/>
              <a:gd name="connsiteX6075" fmla="*/ 5615066 w 12188965"/>
              <a:gd name="connsiteY6075" fmla="*/ 1598863 h 2053176"/>
              <a:gd name="connsiteX6076" fmla="*/ 5640726 w 12188965"/>
              <a:gd name="connsiteY6076" fmla="*/ 1624521 h 2053176"/>
              <a:gd name="connsiteX6077" fmla="*/ 5615066 w 12188965"/>
              <a:gd name="connsiteY6077" fmla="*/ 1650180 h 2053176"/>
              <a:gd name="connsiteX6078" fmla="*/ 5589407 w 12188965"/>
              <a:gd name="connsiteY6078" fmla="*/ 1624521 h 2053176"/>
              <a:gd name="connsiteX6079" fmla="*/ 5615066 w 12188965"/>
              <a:gd name="connsiteY6079" fmla="*/ 1598863 h 2053176"/>
              <a:gd name="connsiteX6080" fmla="*/ 5550862 w 12188965"/>
              <a:gd name="connsiteY6080" fmla="*/ 1598863 h 2053176"/>
              <a:gd name="connsiteX6081" fmla="*/ 5576520 w 12188965"/>
              <a:gd name="connsiteY6081" fmla="*/ 1624521 h 2053176"/>
              <a:gd name="connsiteX6082" fmla="*/ 5550862 w 12188965"/>
              <a:gd name="connsiteY6082" fmla="*/ 1650180 h 2053176"/>
              <a:gd name="connsiteX6083" fmla="*/ 5525203 w 12188965"/>
              <a:gd name="connsiteY6083" fmla="*/ 1624521 h 2053176"/>
              <a:gd name="connsiteX6084" fmla="*/ 5550862 w 12188965"/>
              <a:gd name="connsiteY6084" fmla="*/ 1598863 h 2053176"/>
              <a:gd name="connsiteX6085" fmla="*/ 5486655 w 12188965"/>
              <a:gd name="connsiteY6085" fmla="*/ 1598863 h 2053176"/>
              <a:gd name="connsiteX6086" fmla="*/ 5512316 w 12188965"/>
              <a:gd name="connsiteY6086" fmla="*/ 1624521 h 2053176"/>
              <a:gd name="connsiteX6087" fmla="*/ 5486655 w 12188965"/>
              <a:gd name="connsiteY6087" fmla="*/ 1650180 h 2053176"/>
              <a:gd name="connsiteX6088" fmla="*/ 5460997 w 12188965"/>
              <a:gd name="connsiteY6088" fmla="*/ 1624521 h 2053176"/>
              <a:gd name="connsiteX6089" fmla="*/ 5486655 w 12188965"/>
              <a:gd name="connsiteY6089" fmla="*/ 1598863 h 2053176"/>
              <a:gd name="connsiteX6090" fmla="*/ 5422451 w 12188965"/>
              <a:gd name="connsiteY6090" fmla="*/ 1598863 h 2053176"/>
              <a:gd name="connsiteX6091" fmla="*/ 5448109 w 12188965"/>
              <a:gd name="connsiteY6091" fmla="*/ 1624521 h 2053176"/>
              <a:gd name="connsiteX6092" fmla="*/ 5422451 w 12188965"/>
              <a:gd name="connsiteY6092" fmla="*/ 1650180 h 2053176"/>
              <a:gd name="connsiteX6093" fmla="*/ 5396791 w 12188965"/>
              <a:gd name="connsiteY6093" fmla="*/ 1624521 h 2053176"/>
              <a:gd name="connsiteX6094" fmla="*/ 5422451 w 12188965"/>
              <a:gd name="connsiteY6094" fmla="*/ 1598863 h 2053176"/>
              <a:gd name="connsiteX6095" fmla="*/ 5358245 w 12188965"/>
              <a:gd name="connsiteY6095" fmla="*/ 1598863 h 2053176"/>
              <a:gd name="connsiteX6096" fmla="*/ 5383904 w 12188965"/>
              <a:gd name="connsiteY6096" fmla="*/ 1624521 h 2053176"/>
              <a:gd name="connsiteX6097" fmla="*/ 5358245 w 12188965"/>
              <a:gd name="connsiteY6097" fmla="*/ 1650180 h 2053176"/>
              <a:gd name="connsiteX6098" fmla="*/ 5332587 w 12188965"/>
              <a:gd name="connsiteY6098" fmla="*/ 1624521 h 2053176"/>
              <a:gd name="connsiteX6099" fmla="*/ 5358245 w 12188965"/>
              <a:gd name="connsiteY6099" fmla="*/ 1598863 h 2053176"/>
              <a:gd name="connsiteX6100" fmla="*/ 5294040 w 12188965"/>
              <a:gd name="connsiteY6100" fmla="*/ 1598863 h 2053176"/>
              <a:gd name="connsiteX6101" fmla="*/ 5319699 w 12188965"/>
              <a:gd name="connsiteY6101" fmla="*/ 1624521 h 2053176"/>
              <a:gd name="connsiteX6102" fmla="*/ 5294040 w 12188965"/>
              <a:gd name="connsiteY6102" fmla="*/ 1650180 h 2053176"/>
              <a:gd name="connsiteX6103" fmla="*/ 5268382 w 12188965"/>
              <a:gd name="connsiteY6103" fmla="*/ 1624521 h 2053176"/>
              <a:gd name="connsiteX6104" fmla="*/ 5294040 w 12188965"/>
              <a:gd name="connsiteY6104" fmla="*/ 1598863 h 2053176"/>
              <a:gd name="connsiteX6105" fmla="*/ 5229719 w 12188965"/>
              <a:gd name="connsiteY6105" fmla="*/ 1598863 h 2053176"/>
              <a:gd name="connsiteX6106" fmla="*/ 5255377 w 12188965"/>
              <a:gd name="connsiteY6106" fmla="*/ 1624521 h 2053176"/>
              <a:gd name="connsiteX6107" fmla="*/ 5229719 w 12188965"/>
              <a:gd name="connsiteY6107" fmla="*/ 1650180 h 2053176"/>
              <a:gd name="connsiteX6108" fmla="*/ 5204058 w 12188965"/>
              <a:gd name="connsiteY6108" fmla="*/ 1624521 h 2053176"/>
              <a:gd name="connsiteX6109" fmla="*/ 5229719 w 12188965"/>
              <a:gd name="connsiteY6109" fmla="*/ 1598863 h 2053176"/>
              <a:gd name="connsiteX6110" fmla="*/ 5101309 w 12188965"/>
              <a:gd name="connsiteY6110" fmla="*/ 1598863 h 2053176"/>
              <a:gd name="connsiteX6111" fmla="*/ 5126967 w 12188965"/>
              <a:gd name="connsiteY6111" fmla="*/ 1624521 h 2053176"/>
              <a:gd name="connsiteX6112" fmla="*/ 5101309 w 12188965"/>
              <a:gd name="connsiteY6112" fmla="*/ 1650180 h 2053176"/>
              <a:gd name="connsiteX6113" fmla="*/ 5075649 w 12188965"/>
              <a:gd name="connsiteY6113" fmla="*/ 1624521 h 2053176"/>
              <a:gd name="connsiteX6114" fmla="*/ 5101309 w 12188965"/>
              <a:gd name="connsiteY6114" fmla="*/ 1598863 h 2053176"/>
              <a:gd name="connsiteX6115" fmla="*/ 5037104 w 12188965"/>
              <a:gd name="connsiteY6115" fmla="*/ 1598863 h 2053176"/>
              <a:gd name="connsiteX6116" fmla="*/ 5062762 w 12188965"/>
              <a:gd name="connsiteY6116" fmla="*/ 1624521 h 2053176"/>
              <a:gd name="connsiteX6117" fmla="*/ 5037104 w 12188965"/>
              <a:gd name="connsiteY6117" fmla="*/ 1650180 h 2053176"/>
              <a:gd name="connsiteX6118" fmla="*/ 5011444 w 12188965"/>
              <a:gd name="connsiteY6118" fmla="*/ 1624521 h 2053176"/>
              <a:gd name="connsiteX6119" fmla="*/ 5037104 w 12188965"/>
              <a:gd name="connsiteY6119" fmla="*/ 1598863 h 2053176"/>
              <a:gd name="connsiteX6120" fmla="*/ 4972896 w 12188965"/>
              <a:gd name="connsiteY6120" fmla="*/ 1598863 h 2053176"/>
              <a:gd name="connsiteX6121" fmla="*/ 4998557 w 12188965"/>
              <a:gd name="connsiteY6121" fmla="*/ 1624521 h 2053176"/>
              <a:gd name="connsiteX6122" fmla="*/ 4972896 w 12188965"/>
              <a:gd name="connsiteY6122" fmla="*/ 1650180 h 2053176"/>
              <a:gd name="connsiteX6123" fmla="*/ 4947240 w 12188965"/>
              <a:gd name="connsiteY6123" fmla="*/ 1624521 h 2053176"/>
              <a:gd name="connsiteX6124" fmla="*/ 4972896 w 12188965"/>
              <a:gd name="connsiteY6124" fmla="*/ 1598863 h 2053176"/>
              <a:gd name="connsiteX6125" fmla="*/ 4908693 w 12188965"/>
              <a:gd name="connsiteY6125" fmla="*/ 1598863 h 2053176"/>
              <a:gd name="connsiteX6126" fmla="*/ 4934352 w 12188965"/>
              <a:gd name="connsiteY6126" fmla="*/ 1624521 h 2053176"/>
              <a:gd name="connsiteX6127" fmla="*/ 4908693 w 12188965"/>
              <a:gd name="connsiteY6127" fmla="*/ 1650180 h 2053176"/>
              <a:gd name="connsiteX6128" fmla="*/ 4883033 w 12188965"/>
              <a:gd name="connsiteY6128" fmla="*/ 1624521 h 2053176"/>
              <a:gd name="connsiteX6129" fmla="*/ 4908693 w 12188965"/>
              <a:gd name="connsiteY6129" fmla="*/ 1598863 h 2053176"/>
              <a:gd name="connsiteX6130" fmla="*/ 4844487 w 12188965"/>
              <a:gd name="connsiteY6130" fmla="*/ 1598863 h 2053176"/>
              <a:gd name="connsiteX6131" fmla="*/ 4870146 w 12188965"/>
              <a:gd name="connsiteY6131" fmla="*/ 1624521 h 2053176"/>
              <a:gd name="connsiteX6132" fmla="*/ 4844487 w 12188965"/>
              <a:gd name="connsiteY6132" fmla="*/ 1650180 h 2053176"/>
              <a:gd name="connsiteX6133" fmla="*/ 4818828 w 12188965"/>
              <a:gd name="connsiteY6133" fmla="*/ 1624521 h 2053176"/>
              <a:gd name="connsiteX6134" fmla="*/ 4844487 w 12188965"/>
              <a:gd name="connsiteY6134" fmla="*/ 1598863 h 2053176"/>
              <a:gd name="connsiteX6135" fmla="*/ 4780282 w 12188965"/>
              <a:gd name="connsiteY6135" fmla="*/ 1598863 h 2053176"/>
              <a:gd name="connsiteX6136" fmla="*/ 4805941 w 12188965"/>
              <a:gd name="connsiteY6136" fmla="*/ 1624521 h 2053176"/>
              <a:gd name="connsiteX6137" fmla="*/ 4780282 w 12188965"/>
              <a:gd name="connsiteY6137" fmla="*/ 1650180 h 2053176"/>
              <a:gd name="connsiteX6138" fmla="*/ 4754622 w 12188965"/>
              <a:gd name="connsiteY6138" fmla="*/ 1624521 h 2053176"/>
              <a:gd name="connsiteX6139" fmla="*/ 4780282 w 12188965"/>
              <a:gd name="connsiteY6139" fmla="*/ 1598863 h 2053176"/>
              <a:gd name="connsiteX6140" fmla="*/ 4716077 w 12188965"/>
              <a:gd name="connsiteY6140" fmla="*/ 1598863 h 2053176"/>
              <a:gd name="connsiteX6141" fmla="*/ 4741736 w 12188965"/>
              <a:gd name="connsiteY6141" fmla="*/ 1624521 h 2053176"/>
              <a:gd name="connsiteX6142" fmla="*/ 4716077 w 12188965"/>
              <a:gd name="connsiteY6142" fmla="*/ 1650180 h 2053176"/>
              <a:gd name="connsiteX6143" fmla="*/ 4690419 w 12188965"/>
              <a:gd name="connsiteY6143" fmla="*/ 1624521 h 2053176"/>
              <a:gd name="connsiteX6144" fmla="*/ 4716077 w 12188965"/>
              <a:gd name="connsiteY6144" fmla="*/ 1598863 h 2053176"/>
              <a:gd name="connsiteX6145" fmla="*/ 4651872 w 12188965"/>
              <a:gd name="connsiteY6145" fmla="*/ 1598863 h 2053176"/>
              <a:gd name="connsiteX6146" fmla="*/ 4677531 w 12188965"/>
              <a:gd name="connsiteY6146" fmla="*/ 1624521 h 2053176"/>
              <a:gd name="connsiteX6147" fmla="*/ 4651872 w 12188965"/>
              <a:gd name="connsiteY6147" fmla="*/ 1650180 h 2053176"/>
              <a:gd name="connsiteX6148" fmla="*/ 4626213 w 12188965"/>
              <a:gd name="connsiteY6148" fmla="*/ 1624521 h 2053176"/>
              <a:gd name="connsiteX6149" fmla="*/ 4651872 w 12188965"/>
              <a:gd name="connsiteY6149" fmla="*/ 1598863 h 2053176"/>
              <a:gd name="connsiteX6150" fmla="*/ 4587666 w 12188965"/>
              <a:gd name="connsiteY6150" fmla="*/ 1598863 h 2053176"/>
              <a:gd name="connsiteX6151" fmla="*/ 4613324 w 12188965"/>
              <a:gd name="connsiteY6151" fmla="*/ 1624521 h 2053176"/>
              <a:gd name="connsiteX6152" fmla="*/ 4587666 w 12188965"/>
              <a:gd name="connsiteY6152" fmla="*/ 1650180 h 2053176"/>
              <a:gd name="connsiteX6153" fmla="*/ 4562007 w 12188965"/>
              <a:gd name="connsiteY6153" fmla="*/ 1624521 h 2053176"/>
              <a:gd name="connsiteX6154" fmla="*/ 4587666 w 12188965"/>
              <a:gd name="connsiteY6154" fmla="*/ 1598863 h 2053176"/>
              <a:gd name="connsiteX6155" fmla="*/ 4523461 w 12188965"/>
              <a:gd name="connsiteY6155" fmla="*/ 1598863 h 2053176"/>
              <a:gd name="connsiteX6156" fmla="*/ 4549121 w 12188965"/>
              <a:gd name="connsiteY6156" fmla="*/ 1624521 h 2053176"/>
              <a:gd name="connsiteX6157" fmla="*/ 4523461 w 12188965"/>
              <a:gd name="connsiteY6157" fmla="*/ 1650180 h 2053176"/>
              <a:gd name="connsiteX6158" fmla="*/ 4497802 w 12188965"/>
              <a:gd name="connsiteY6158" fmla="*/ 1624521 h 2053176"/>
              <a:gd name="connsiteX6159" fmla="*/ 4523461 w 12188965"/>
              <a:gd name="connsiteY6159" fmla="*/ 1598863 h 2053176"/>
              <a:gd name="connsiteX6160" fmla="*/ 4395050 w 12188965"/>
              <a:gd name="connsiteY6160" fmla="*/ 1598863 h 2053176"/>
              <a:gd name="connsiteX6161" fmla="*/ 4420710 w 12188965"/>
              <a:gd name="connsiteY6161" fmla="*/ 1624521 h 2053176"/>
              <a:gd name="connsiteX6162" fmla="*/ 4395050 w 12188965"/>
              <a:gd name="connsiteY6162" fmla="*/ 1650180 h 2053176"/>
              <a:gd name="connsiteX6163" fmla="*/ 4369391 w 12188965"/>
              <a:gd name="connsiteY6163" fmla="*/ 1624521 h 2053176"/>
              <a:gd name="connsiteX6164" fmla="*/ 4395050 w 12188965"/>
              <a:gd name="connsiteY6164" fmla="*/ 1598863 h 2053176"/>
              <a:gd name="connsiteX6165" fmla="*/ 4266640 w 12188965"/>
              <a:gd name="connsiteY6165" fmla="*/ 1598863 h 2053176"/>
              <a:gd name="connsiteX6166" fmla="*/ 4292298 w 12188965"/>
              <a:gd name="connsiteY6166" fmla="*/ 1624521 h 2053176"/>
              <a:gd name="connsiteX6167" fmla="*/ 4266640 w 12188965"/>
              <a:gd name="connsiteY6167" fmla="*/ 1650180 h 2053176"/>
              <a:gd name="connsiteX6168" fmla="*/ 4240981 w 12188965"/>
              <a:gd name="connsiteY6168" fmla="*/ 1624521 h 2053176"/>
              <a:gd name="connsiteX6169" fmla="*/ 4266640 w 12188965"/>
              <a:gd name="connsiteY6169" fmla="*/ 1598863 h 2053176"/>
              <a:gd name="connsiteX6170" fmla="*/ 4202435 w 12188965"/>
              <a:gd name="connsiteY6170" fmla="*/ 1598863 h 2053176"/>
              <a:gd name="connsiteX6171" fmla="*/ 4228093 w 12188965"/>
              <a:gd name="connsiteY6171" fmla="*/ 1624521 h 2053176"/>
              <a:gd name="connsiteX6172" fmla="*/ 4202435 w 12188965"/>
              <a:gd name="connsiteY6172" fmla="*/ 1650180 h 2053176"/>
              <a:gd name="connsiteX6173" fmla="*/ 4176776 w 12188965"/>
              <a:gd name="connsiteY6173" fmla="*/ 1624521 h 2053176"/>
              <a:gd name="connsiteX6174" fmla="*/ 4202435 w 12188965"/>
              <a:gd name="connsiteY6174" fmla="*/ 1598863 h 2053176"/>
              <a:gd name="connsiteX6175" fmla="*/ 4073908 w 12188965"/>
              <a:gd name="connsiteY6175" fmla="*/ 1598863 h 2053176"/>
              <a:gd name="connsiteX6176" fmla="*/ 4099565 w 12188965"/>
              <a:gd name="connsiteY6176" fmla="*/ 1624521 h 2053176"/>
              <a:gd name="connsiteX6177" fmla="*/ 4073908 w 12188965"/>
              <a:gd name="connsiteY6177" fmla="*/ 1650180 h 2053176"/>
              <a:gd name="connsiteX6178" fmla="*/ 4048248 w 12188965"/>
              <a:gd name="connsiteY6178" fmla="*/ 1624521 h 2053176"/>
              <a:gd name="connsiteX6179" fmla="*/ 4073908 w 12188965"/>
              <a:gd name="connsiteY6179" fmla="*/ 1598863 h 2053176"/>
              <a:gd name="connsiteX6180" fmla="*/ 4009702 w 12188965"/>
              <a:gd name="connsiteY6180" fmla="*/ 1598863 h 2053176"/>
              <a:gd name="connsiteX6181" fmla="*/ 4035362 w 12188965"/>
              <a:gd name="connsiteY6181" fmla="*/ 1624521 h 2053176"/>
              <a:gd name="connsiteX6182" fmla="*/ 4009702 w 12188965"/>
              <a:gd name="connsiteY6182" fmla="*/ 1650180 h 2053176"/>
              <a:gd name="connsiteX6183" fmla="*/ 3984043 w 12188965"/>
              <a:gd name="connsiteY6183" fmla="*/ 1624521 h 2053176"/>
              <a:gd name="connsiteX6184" fmla="*/ 4009702 w 12188965"/>
              <a:gd name="connsiteY6184" fmla="*/ 1598863 h 2053176"/>
              <a:gd name="connsiteX6185" fmla="*/ 3945497 w 12188965"/>
              <a:gd name="connsiteY6185" fmla="*/ 1598863 h 2053176"/>
              <a:gd name="connsiteX6186" fmla="*/ 3971155 w 12188965"/>
              <a:gd name="connsiteY6186" fmla="*/ 1624521 h 2053176"/>
              <a:gd name="connsiteX6187" fmla="*/ 3945497 w 12188965"/>
              <a:gd name="connsiteY6187" fmla="*/ 1650180 h 2053176"/>
              <a:gd name="connsiteX6188" fmla="*/ 3919838 w 12188965"/>
              <a:gd name="connsiteY6188" fmla="*/ 1624521 h 2053176"/>
              <a:gd name="connsiteX6189" fmla="*/ 3945497 w 12188965"/>
              <a:gd name="connsiteY6189" fmla="*/ 1598863 h 2053176"/>
              <a:gd name="connsiteX6190" fmla="*/ 3881291 w 12188965"/>
              <a:gd name="connsiteY6190" fmla="*/ 1598863 h 2053176"/>
              <a:gd name="connsiteX6191" fmla="*/ 3906950 w 12188965"/>
              <a:gd name="connsiteY6191" fmla="*/ 1624521 h 2053176"/>
              <a:gd name="connsiteX6192" fmla="*/ 3881291 w 12188965"/>
              <a:gd name="connsiteY6192" fmla="*/ 1650180 h 2053176"/>
              <a:gd name="connsiteX6193" fmla="*/ 3855633 w 12188965"/>
              <a:gd name="connsiteY6193" fmla="*/ 1624521 h 2053176"/>
              <a:gd name="connsiteX6194" fmla="*/ 3881291 w 12188965"/>
              <a:gd name="connsiteY6194" fmla="*/ 1598863 h 2053176"/>
              <a:gd name="connsiteX6195" fmla="*/ 3817085 w 12188965"/>
              <a:gd name="connsiteY6195" fmla="*/ 1598863 h 2053176"/>
              <a:gd name="connsiteX6196" fmla="*/ 3842745 w 12188965"/>
              <a:gd name="connsiteY6196" fmla="*/ 1624521 h 2053176"/>
              <a:gd name="connsiteX6197" fmla="*/ 3817085 w 12188965"/>
              <a:gd name="connsiteY6197" fmla="*/ 1650180 h 2053176"/>
              <a:gd name="connsiteX6198" fmla="*/ 3791427 w 12188965"/>
              <a:gd name="connsiteY6198" fmla="*/ 1624521 h 2053176"/>
              <a:gd name="connsiteX6199" fmla="*/ 3817085 w 12188965"/>
              <a:gd name="connsiteY6199" fmla="*/ 1598863 h 2053176"/>
              <a:gd name="connsiteX6200" fmla="*/ 3752882 w 12188965"/>
              <a:gd name="connsiteY6200" fmla="*/ 1598863 h 2053176"/>
              <a:gd name="connsiteX6201" fmla="*/ 3778539 w 12188965"/>
              <a:gd name="connsiteY6201" fmla="*/ 1624521 h 2053176"/>
              <a:gd name="connsiteX6202" fmla="*/ 3752882 w 12188965"/>
              <a:gd name="connsiteY6202" fmla="*/ 1650180 h 2053176"/>
              <a:gd name="connsiteX6203" fmla="*/ 3727221 w 12188965"/>
              <a:gd name="connsiteY6203" fmla="*/ 1624521 h 2053176"/>
              <a:gd name="connsiteX6204" fmla="*/ 3752882 w 12188965"/>
              <a:gd name="connsiteY6204" fmla="*/ 1598863 h 2053176"/>
              <a:gd name="connsiteX6205" fmla="*/ 3688674 w 12188965"/>
              <a:gd name="connsiteY6205" fmla="*/ 1598863 h 2053176"/>
              <a:gd name="connsiteX6206" fmla="*/ 3714335 w 12188965"/>
              <a:gd name="connsiteY6206" fmla="*/ 1624521 h 2053176"/>
              <a:gd name="connsiteX6207" fmla="*/ 3688674 w 12188965"/>
              <a:gd name="connsiteY6207" fmla="*/ 1650180 h 2053176"/>
              <a:gd name="connsiteX6208" fmla="*/ 3663017 w 12188965"/>
              <a:gd name="connsiteY6208" fmla="*/ 1624521 h 2053176"/>
              <a:gd name="connsiteX6209" fmla="*/ 3688674 w 12188965"/>
              <a:gd name="connsiteY6209" fmla="*/ 1598863 h 2053176"/>
              <a:gd name="connsiteX6210" fmla="*/ 3624472 w 12188965"/>
              <a:gd name="connsiteY6210" fmla="*/ 1598863 h 2053176"/>
              <a:gd name="connsiteX6211" fmla="*/ 3650129 w 12188965"/>
              <a:gd name="connsiteY6211" fmla="*/ 1624521 h 2053176"/>
              <a:gd name="connsiteX6212" fmla="*/ 3624472 w 12188965"/>
              <a:gd name="connsiteY6212" fmla="*/ 1650180 h 2053176"/>
              <a:gd name="connsiteX6213" fmla="*/ 3598810 w 12188965"/>
              <a:gd name="connsiteY6213" fmla="*/ 1624521 h 2053176"/>
              <a:gd name="connsiteX6214" fmla="*/ 3624472 w 12188965"/>
              <a:gd name="connsiteY6214" fmla="*/ 1598863 h 2053176"/>
              <a:gd name="connsiteX6215" fmla="*/ 3496060 w 12188965"/>
              <a:gd name="connsiteY6215" fmla="*/ 1598863 h 2053176"/>
              <a:gd name="connsiteX6216" fmla="*/ 3521719 w 12188965"/>
              <a:gd name="connsiteY6216" fmla="*/ 1624521 h 2053176"/>
              <a:gd name="connsiteX6217" fmla="*/ 3496060 w 12188965"/>
              <a:gd name="connsiteY6217" fmla="*/ 1650180 h 2053176"/>
              <a:gd name="connsiteX6218" fmla="*/ 3470400 w 12188965"/>
              <a:gd name="connsiteY6218" fmla="*/ 1624521 h 2053176"/>
              <a:gd name="connsiteX6219" fmla="*/ 3496060 w 12188965"/>
              <a:gd name="connsiteY6219" fmla="*/ 1598863 h 2053176"/>
              <a:gd name="connsiteX6220" fmla="*/ 3431855 w 12188965"/>
              <a:gd name="connsiteY6220" fmla="*/ 1598863 h 2053176"/>
              <a:gd name="connsiteX6221" fmla="*/ 3457512 w 12188965"/>
              <a:gd name="connsiteY6221" fmla="*/ 1624521 h 2053176"/>
              <a:gd name="connsiteX6222" fmla="*/ 3431855 w 12188965"/>
              <a:gd name="connsiteY6222" fmla="*/ 1650180 h 2053176"/>
              <a:gd name="connsiteX6223" fmla="*/ 3406196 w 12188965"/>
              <a:gd name="connsiteY6223" fmla="*/ 1624521 h 2053176"/>
              <a:gd name="connsiteX6224" fmla="*/ 3431855 w 12188965"/>
              <a:gd name="connsiteY6224" fmla="*/ 1598863 h 2053176"/>
              <a:gd name="connsiteX6225" fmla="*/ 3367649 w 12188965"/>
              <a:gd name="connsiteY6225" fmla="*/ 1598863 h 2053176"/>
              <a:gd name="connsiteX6226" fmla="*/ 3393308 w 12188965"/>
              <a:gd name="connsiteY6226" fmla="*/ 1624521 h 2053176"/>
              <a:gd name="connsiteX6227" fmla="*/ 3367649 w 12188965"/>
              <a:gd name="connsiteY6227" fmla="*/ 1650180 h 2053176"/>
              <a:gd name="connsiteX6228" fmla="*/ 3341990 w 12188965"/>
              <a:gd name="connsiteY6228" fmla="*/ 1624521 h 2053176"/>
              <a:gd name="connsiteX6229" fmla="*/ 3367649 w 12188965"/>
              <a:gd name="connsiteY6229" fmla="*/ 1598863 h 2053176"/>
              <a:gd name="connsiteX6230" fmla="*/ 3303444 w 12188965"/>
              <a:gd name="connsiteY6230" fmla="*/ 1598863 h 2053176"/>
              <a:gd name="connsiteX6231" fmla="*/ 3329102 w 12188965"/>
              <a:gd name="connsiteY6231" fmla="*/ 1624521 h 2053176"/>
              <a:gd name="connsiteX6232" fmla="*/ 3303444 w 12188965"/>
              <a:gd name="connsiteY6232" fmla="*/ 1650180 h 2053176"/>
              <a:gd name="connsiteX6233" fmla="*/ 3277785 w 12188965"/>
              <a:gd name="connsiteY6233" fmla="*/ 1624521 h 2053176"/>
              <a:gd name="connsiteX6234" fmla="*/ 3303444 w 12188965"/>
              <a:gd name="connsiteY6234" fmla="*/ 1598863 h 2053176"/>
              <a:gd name="connsiteX6235" fmla="*/ 3239238 w 12188965"/>
              <a:gd name="connsiteY6235" fmla="*/ 1598863 h 2053176"/>
              <a:gd name="connsiteX6236" fmla="*/ 3264898 w 12188965"/>
              <a:gd name="connsiteY6236" fmla="*/ 1624521 h 2053176"/>
              <a:gd name="connsiteX6237" fmla="*/ 3239238 w 12188965"/>
              <a:gd name="connsiteY6237" fmla="*/ 1650180 h 2053176"/>
              <a:gd name="connsiteX6238" fmla="*/ 3213580 w 12188965"/>
              <a:gd name="connsiteY6238" fmla="*/ 1624521 h 2053176"/>
              <a:gd name="connsiteX6239" fmla="*/ 3239238 w 12188965"/>
              <a:gd name="connsiteY6239" fmla="*/ 1598863 h 2053176"/>
              <a:gd name="connsiteX6240" fmla="*/ 3110828 w 12188965"/>
              <a:gd name="connsiteY6240" fmla="*/ 1598863 h 2053176"/>
              <a:gd name="connsiteX6241" fmla="*/ 3136487 w 12188965"/>
              <a:gd name="connsiteY6241" fmla="*/ 1624521 h 2053176"/>
              <a:gd name="connsiteX6242" fmla="*/ 3110828 w 12188965"/>
              <a:gd name="connsiteY6242" fmla="*/ 1650180 h 2053176"/>
              <a:gd name="connsiteX6243" fmla="*/ 3085170 w 12188965"/>
              <a:gd name="connsiteY6243" fmla="*/ 1624521 h 2053176"/>
              <a:gd name="connsiteX6244" fmla="*/ 3110828 w 12188965"/>
              <a:gd name="connsiteY6244" fmla="*/ 1598863 h 2053176"/>
              <a:gd name="connsiteX6245" fmla="*/ 3046623 w 12188965"/>
              <a:gd name="connsiteY6245" fmla="*/ 1598863 h 2053176"/>
              <a:gd name="connsiteX6246" fmla="*/ 3072282 w 12188965"/>
              <a:gd name="connsiteY6246" fmla="*/ 1624521 h 2053176"/>
              <a:gd name="connsiteX6247" fmla="*/ 3046623 w 12188965"/>
              <a:gd name="connsiteY6247" fmla="*/ 1650180 h 2053176"/>
              <a:gd name="connsiteX6248" fmla="*/ 3020964 w 12188965"/>
              <a:gd name="connsiteY6248" fmla="*/ 1624521 h 2053176"/>
              <a:gd name="connsiteX6249" fmla="*/ 3046623 w 12188965"/>
              <a:gd name="connsiteY6249" fmla="*/ 1598863 h 2053176"/>
              <a:gd name="connsiteX6250" fmla="*/ 2982301 w 12188965"/>
              <a:gd name="connsiteY6250" fmla="*/ 1598863 h 2053176"/>
              <a:gd name="connsiteX6251" fmla="*/ 3007960 w 12188965"/>
              <a:gd name="connsiteY6251" fmla="*/ 1624521 h 2053176"/>
              <a:gd name="connsiteX6252" fmla="*/ 2982301 w 12188965"/>
              <a:gd name="connsiteY6252" fmla="*/ 1650180 h 2053176"/>
              <a:gd name="connsiteX6253" fmla="*/ 2956642 w 12188965"/>
              <a:gd name="connsiteY6253" fmla="*/ 1624521 h 2053176"/>
              <a:gd name="connsiteX6254" fmla="*/ 2982301 w 12188965"/>
              <a:gd name="connsiteY6254" fmla="*/ 1598863 h 2053176"/>
              <a:gd name="connsiteX6255" fmla="*/ 2918096 w 12188965"/>
              <a:gd name="connsiteY6255" fmla="*/ 1598863 h 2053176"/>
              <a:gd name="connsiteX6256" fmla="*/ 2943755 w 12188965"/>
              <a:gd name="connsiteY6256" fmla="*/ 1624521 h 2053176"/>
              <a:gd name="connsiteX6257" fmla="*/ 2918096 w 12188965"/>
              <a:gd name="connsiteY6257" fmla="*/ 1650180 h 2053176"/>
              <a:gd name="connsiteX6258" fmla="*/ 2892438 w 12188965"/>
              <a:gd name="connsiteY6258" fmla="*/ 1624521 h 2053176"/>
              <a:gd name="connsiteX6259" fmla="*/ 2918096 w 12188965"/>
              <a:gd name="connsiteY6259" fmla="*/ 1598863 h 2053176"/>
              <a:gd name="connsiteX6260" fmla="*/ 2853890 w 12188965"/>
              <a:gd name="connsiteY6260" fmla="*/ 1598863 h 2053176"/>
              <a:gd name="connsiteX6261" fmla="*/ 2879550 w 12188965"/>
              <a:gd name="connsiteY6261" fmla="*/ 1624521 h 2053176"/>
              <a:gd name="connsiteX6262" fmla="*/ 2853890 w 12188965"/>
              <a:gd name="connsiteY6262" fmla="*/ 1650180 h 2053176"/>
              <a:gd name="connsiteX6263" fmla="*/ 2828231 w 12188965"/>
              <a:gd name="connsiteY6263" fmla="*/ 1624521 h 2053176"/>
              <a:gd name="connsiteX6264" fmla="*/ 2853890 w 12188965"/>
              <a:gd name="connsiteY6264" fmla="*/ 1598863 h 2053176"/>
              <a:gd name="connsiteX6265" fmla="*/ 2789686 w 12188965"/>
              <a:gd name="connsiteY6265" fmla="*/ 1598863 h 2053176"/>
              <a:gd name="connsiteX6266" fmla="*/ 2815344 w 12188965"/>
              <a:gd name="connsiteY6266" fmla="*/ 1624521 h 2053176"/>
              <a:gd name="connsiteX6267" fmla="*/ 2789686 w 12188965"/>
              <a:gd name="connsiteY6267" fmla="*/ 1650180 h 2053176"/>
              <a:gd name="connsiteX6268" fmla="*/ 2764027 w 12188965"/>
              <a:gd name="connsiteY6268" fmla="*/ 1624521 h 2053176"/>
              <a:gd name="connsiteX6269" fmla="*/ 2789686 w 12188965"/>
              <a:gd name="connsiteY6269" fmla="*/ 1598863 h 2053176"/>
              <a:gd name="connsiteX6270" fmla="*/ 2725480 w 12188965"/>
              <a:gd name="connsiteY6270" fmla="*/ 1598863 h 2053176"/>
              <a:gd name="connsiteX6271" fmla="*/ 2751140 w 12188965"/>
              <a:gd name="connsiteY6271" fmla="*/ 1624521 h 2053176"/>
              <a:gd name="connsiteX6272" fmla="*/ 2725480 w 12188965"/>
              <a:gd name="connsiteY6272" fmla="*/ 1650180 h 2053176"/>
              <a:gd name="connsiteX6273" fmla="*/ 2699821 w 12188965"/>
              <a:gd name="connsiteY6273" fmla="*/ 1624521 h 2053176"/>
              <a:gd name="connsiteX6274" fmla="*/ 2725480 w 12188965"/>
              <a:gd name="connsiteY6274" fmla="*/ 1598863 h 2053176"/>
              <a:gd name="connsiteX6275" fmla="*/ 2597069 w 12188965"/>
              <a:gd name="connsiteY6275" fmla="*/ 1598863 h 2053176"/>
              <a:gd name="connsiteX6276" fmla="*/ 2622729 w 12188965"/>
              <a:gd name="connsiteY6276" fmla="*/ 1624521 h 2053176"/>
              <a:gd name="connsiteX6277" fmla="*/ 2597069 w 12188965"/>
              <a:gd name="connsiteY6277" fmla="*/ 1650180 h 2053176"/>
              <a:gd name="connsiteX6278" fmla="*/ 2571410 w 12188965"/>
              <a:gd name="connsiteY6278" fmla="*/ 1624521 h 2053176"/>
              <a:gd name="connsiteX6279" fmla="*/ 2597069 w 12188965"/>
              <a:gd name="connsiteY6279" fmla="*/ 1598863 h 2053176"/>
              <a:gd name="connsiteX6280" fmla="*/ 2532865 w 12188965"/>
              <a:gd name="connsiteY6280" fmla="*/ 1598863 h 2053176"/>
              <a:gd name="connsiteX6281" fmla="*/ 2558523 w 12188965"/>
              <a:gd name="connsiteY6281" fmla="*/ 1624521 h 2053176"/>
              <a:gd name="connsiteX6282" fmla="*/ 2532865 w 12188965"/>
              <a:gd name="connsiteY6282" fmla="*/ 1650180 h 2053176"/>
              <a:gd name="connsiteX6283" fmla="*/ 2507205 w 12188965"/>
              <a:gd name="connsiteY6283" fmla="*/ 1624521 h 2053176"/>
              <a:gd name="connsiteX6284" fmla="*/ 2532865 w 12188965"/>
              <a:gd name="connsiteY6284" fmla="*/ 1598863 h 2053176"/>
              <a:gd name="connsiteX6285" fmla="*/ 2404454 w 12188965"/>
              <a:gd name="connsiteY6285" fmla="*/ 1598863 h 2053176"/>
              <a:gd name="connsiteX6286" fmla="*/ 2430112 w 12188965"/>
              <a:gd name="connsiteY6286" fmla="*/ 1624521 h 2053176"/>
              <a:gd name="connsiteX6287" fmla="*/ 2404454 w 12188965"/>
              <a:gd name="connsiteY6287" fmla="*/ 1650180 h 2053176"/>
              <a:gd name="connsiteX6288" fmla="*/ 2378795 w 12188965"/>
              <a:gd name="connsiteY6288" fmla="*/ 1624521 h 2053176"/>
              <a:gd name="connsiteX6289" fmla="*/ 2404454 w 12188965"/>
              <a:gd name="connsiteY6289" fmla="*/ 1598863 h 2053176"/>
              <a:gd name="connsiteX6290" fmla="*/ 2340249 w 12188965"/>
              <a:gd name="connsiteY6290" fmla="*/ 1598863 h 2053176"/>
              <a:gd name="connsiteX6291" fmla="*/ 2365908 w 12188965"/>
              <a:gd name="connsiteY6291" fmla="*/ 1624521 h 2053176"/>
              <a:gd name="connsiteX6292" fmla="*/ 2340249 w 12188965"/>
              <a:gd name="connsiteY6292" fmla="*/ 1650180 h 2053176"/>
              <a:gd name="connsiteX6293" fmla="*/ 2314590 w 12188965"/>
              <a:gd name="connsiteY6293" fmla="*/ 1624521 h 2053176"/>
              <a:gd name="connsiteX6294" fmla="*/ 2340249 w 12188965"/>
              <a:gd name="connsiteY6294" fmla="*/ 1598863 h 2053176"/>
              <a:gd name="connsiteX6295" fmla="*/ 2276044 w 12188965"/>
              <a:gd name="connsiteY6295" fmla="*/ 1598863 h 2053176"/>
              <a:gd name="connsiteX6296" fmla="*/ 2301702 w 12188965"/>
              <a:gd name="connsiteY6296" fmla="*/ 1624521 h 2053176"/>
              <a:gd name="connsiteX6297" fmla="*/ 2276044 w 12188965"/>
              <a:gd name="connsiteY6297" fmla="*/ 1650180 h 2053176"/>
              <a:gd name="connsiteX6298" fmla="*/ 2250385 w 12188965"/>
              <a:gd name="connsiteY6298" fmla="*/ 1624521 h 2053176"/>
              <a:gd name="connsiteX6299" fmla="*/ 2276044 w 12188965"/>
              <a:gd name="connsiteY6299" fmla="*/ 1598863 h 2053176"/>
              <a:gd name="connsiteX6300" fmla="*/ 2211838 w 12188965"/>
              <a:gd name="connsiteY6300" fmla="*/ 1598863 h 2053176"/>
              <a:gd name="connsiteX6301" fmla="*/ 2237497 w 12188965"/>
              <a:gd name="connsiteY6301" fmla="*/ 1624521 h 2053176"/>
              <a:gd name="connsiteX6302" fmla="*/ 2211838 w 12188965"/>
              <a:gd name="connsiteY6302" fmla="*/ 1650180 h 2053176"/>
              <a:gd name="connsiteX6303" fmla="*/ 2186178 w 12188965"/>
              <a:gd name="connsiteY6303" fmla="*/ 1624521 h 2053176"/>
              <a:gd name="connsiteX6304" fmla="*/ 2211838 w 12188965"/>
              <a:gd name="connsiteY6304" fmla="*/ 1598863 h 2053176"/>
              <a:gd name="connsiteX6305" fmla="*/ 2147633 w 12188965"/>
              <a:gd name="connsiteY6305" fmla="*/ 1598863 h 2053176"/>
              <a:gd name="connsiteX6306" fmla="*/ 2173293 w 12188965"/>
              <a:gd name="connsiteY6306" fmla="*/ 1624521 h 2053176"/>
              <a:gd name="connsiteX6307" fmla="*/ 2147633 w 12188965"/>
              <a:gd name="connsiteY6307" fmla="*/ 1650180 h 2053176"/>
              <a:gd name="connsiteX6308" fmla="*/ 2121975 w 12188965"/>
              <a:gd name="connsiteY6308" fmla="*/ 1624521 h 2053176"/>
              <a:gd name="connsiteX6309" fmla="*/ 2147633 w 12188965"/>
              <a:gd name="connsiteY6309" fmla="*/ 1598863 h 2053176"/>
              <a:gd name="connsiteX6310" fmla="*/ 2083427 w 12188965"/>
              <a:gd name="connsiteY6310" fmla="*/ 1598863 h 2053176"/>
              <a:gd name="connsiteX6311" fmla="*/ 2109087 w 12188965"/>
              <a:gd name="connsiteY6311" fmla="*/ 1624521 h 2053176"/>
              <a:gd name="connsiteX6312" fmla="*/ 2083427 w 12188965"/>
              <a:gd name="connsiteY6312" fmla="*/ 1650180 h 2053176"/>
              <a:gd name="connsiteX6313" fmla="*/ 2057768 w 12188965"/>
              <a:gd name="connsiteY6313" fmla="*/ 1624521 h 2053176"/>
              <a:gd name="connsiteX6314" fmla="*/ 2083427 w 12188965"/>
              <a:gd name="connsiteY6314" fmla="*/ 1598863 h 2053176"/>
              <a:gd name="connsiteX6315" fmla="*/ 2019222 w 12188965"/>
              <a:gd name="connsiteY6315" fmla="*/ 1598863 h 2053176"/>
              <a:gd name="connsiteX6316" fmla="*/ 2044880 w 12188965"/>
              <a:gd name="connsiteY6316" fmla="*/ 1624521 h 2053176"/>
              <a:gd name="connsiteX6317" fmla="*/ 2019222 w 12188965"/>
              <a:gd name="connsiteY6317" fmla="*/ 1650180 h 2053176"/>
              <a:gd name="connsiteX6318" fmla="*/ 1993563 w 12188965"/>
              <a:gd name="connsiteY6318" fmla="*/ 1624521 h 2053176"/>
              <a:gd name="connsiteX6319" fmla="*/ 2019222 w 12188965"/>
              <a:gd name="connsiteY6319" fmla="*/ 1598863 h 2053176"/>
              <a:gd name="connsiteX6320" fmla="*/ 1955016 w 12188965"/>
              <a:gd name="connsiteY6320" fmla="*/ 1598863 h 2053176"/>
              <a:gd name="connsiteX6321" fmla="*/ 1980676 w 12188965"/>
              <a:gd name="connsiteY6321" fmla="*/ 1624521 h 2053176"/>
              <a:gd name="connsiteX6322" fmla="*/ 1955016 w 12188965"/>
              <a:gd name="connsiteY6322" fmla="*/ 1650180 h 2053176"/>
              <a:gd name="connsiteX6323" fmla="*/ 1929358 w 12188965"/>
              <a:gd name="connsiteY6323" fmla="*/ 1624521 h 2053176"/>
              <a:gd name="connsiteX6324" fmla="*/ 1955016 w 12188965"/>
              <a:gd name="connsiteY6324" fmla="*/ 1598863 h 2053176"/>
              <a:gd name="connsiteX6325" fmla="*/ 1890696 w 12188965"/>
              <a:gd name="connsiteY6325" fmla="*/ 1598863 h 2053176"/>
              <a:gd name="connsiteX6326" fmla="*/ 1916355 w 12188965"/>
              <a:gd name="connsiteY6326" fmla="*/ 1624521 h 2053176"/>
              <a:gd name="connsiteX6327" fmla="*/ 1890696 w 12188965"/>
              <a:gd name="connsiteY6327" fmla="*/ 1650180 h 2053176"/>
              <a:gd name="connsiteX6328" fmla="*/ 1865037 w 12188965"/>
              <a:gd name="connsiteY6328" fmla="*/ 1624521 h 2053176"/>
              <a:gd name="connsiteX6329" fmla="*/ 1890696 w 12188965"/>
              <a:gd name="connsiteY6329" fmla="*/ 1598863 h 2053176"/>
              <a:gd name="connsiteX6330" fmla="*/ 1826490 w 12188965"/>
              <a:gd name="connsiteY6330" fmla="*/ 1598863 h 2053176"/>
              <a:gd name="connsiteX6331" fmla="*/ 1852149 w 12188965"/>
              <a:gd name="connsiteY6331" fmla="*/ 1624521 h 2053176"/>
              <a:gd name="connsiteX6332" fmla="*/ 1826490 w 12188965"/>
              <a:gd name="connsiteY6332" fmla="*/ 1650180 h 2053176"/>
              <a:gd name="connsiteX6333" fmla="*/ 1800830 w 12188965"/>
              <a:gd name="connsiteY6333" fmla="*/ 1624521 h 2053176"/>
              <a:gd name="connsiteX6334" fmla="*/ 1826490 w 12188965"/>
              <a:gd name="connsiteY6334" fmla="*/ 1598863 h 2053176"/>
              <a:gd name="connsiteX6335" fmla="*/ 1762285 w 12188965"/>
              <a:gd name="connsiteY6335" fmla="*/ 1598863 h 2053176"/>
              <a:gd name="connsiteX6336" fmla="*/ 1787944 w 12188965"/>
              <a:gd name="connsiteY6336" fmla="*/ 1624521 h 2053176"/>
              <a:gd name="connsiteX6337" fmla="*/ 1762285 w 12188965"/>
              <a:gd name="connsiteY6337" fmla="*/ 1650180 h 2053176"/>
              <a:gd name="connsiteX6338" fmla="*/ 1736626 w 12188965"/>
              <a:gd name="connsiteY6338" fmla="*/ 1624521 h 2053176"/>
              <a:gd name="connsiteX6339" fmla="*/ 1762285 w 12188965"/>
              <a:gd name="connsiteY6339" fmla="*/ 1598863 h 2053176"/>
              <a:gd name="connsiteX6340" fmla="*/ 1698080 w 12188965"/>
              <a:gd name="connsiteY6340" fmla="*/ 1598863 h 2053176"/>
              <a:gd name="connsiteX6341" fmla="*/ 1723738 w 12188965"/>
              <a:gd name="connsiteY6341" fmla="*/ 1624521 h 2053176"/>
              <a:gd name="connsiteX6342" fmla="*/ 1698080 w 12188965"/>
              <a:gd name="connsiteY6342" fmla="*/ 1650180 h 2053176"/>
              <a:gd name="connsiteX6343" fmla="*/ 1672420 w 12188965"/>
              <a:gd name="connsiteY6343" fmla="*/ 1624521 h 2053176"/>
              <a:gd name="connsiteX6344" fmla="*/ 1698080 w 12188965"/>
              <a:gd name="connsiteY6344" fmla="*/ 1598863 h 2053176"/>
              <a:gd name="connsiteX6345" fmla="*/ 1633874 w 12188965"/>
              <a:gd name="connsiteY6345" fmla="*/ 1598863 h 2053176"/>
              <a:gd name="connsiteX6346" fmla="*/ 1659533 w 12188965"/>
              <a:gd name="connsiteY6346" fmla="*/ 1624521 h 2053176"/>
              <a:gd name="connsiteX6347" fmla="*/ 1633874 w 12188965"/>
              <a:gd name="connsiteY6347" fmla="*/ 1650180 h 2053176"/>
              <a:gd name="connsiteX6348" fmla="*/ 1608216 w 12188965"/>
              <a:gd name="connsiteY6348" fmla="*/ 1624521 h 2053176"/>
              <a:gd name="connsiteX6349" fmla="*/ 1633874 w 12188965"/>
              <a:gd name="connsiteY6349" fmla="*/ 1598863 h 2053176"/>
              <a:gd name="connsiteX6350" fmla="*/ 1569669 w 12188965"/>
              <a:gd name="connsiteY6350" fmla="*/ 1598863 h 2053176"/>
              <a:gd name="connsiteX6351" fmla="*/ 1595328 w 12188965"/>
              <a:gd name="connsiteY6351" fmla="*/ 1624521 h 2053176"/>
              <a:gd name="connsiteX6352" fmla="*/ 1569669 w 12188965"/>
              <a:gd name="connsiteY6352" fmla="*/ 1650180 h 2053176"/>
              <a:gd name="connsiteX6353" fmla="*/ 1544010 w 12188965"/>
              <a:gd name="connsiteY6353" fmla="*/ 1624521 h 2053176"/>
              <a:gd name="connsiteX6354" fmla="*/ 1569669 w 12188965"/>
              <a:gd name="connsiteY6354" fmla="*/ 1598863 h 2053176"/>
              <a:gd name="connsiteX6355" fmla="*/ 1505464 w 12188965"/>
              <a:gd name="connsiteY6355" fmla="*/ 1598863 h 2053176"/>
              <a:gd name="connsiteX6356" fmla="*/ 1531123 w 12188965"/>
              <a:gd name="connsiteY6356" fmla="*/ 1624521 h 2053176"/>
              <a:gd name="connsiteX6357" fmla="*/ 1505464 w 12188965"/>
              <a:gd name="connsiteY6357" fmla="*/ 1650180 h 2053176"/>
              <a:gd name="connsiteX6358" fmla="*/ 1479806 w 12188965"/>
              <a:gd name="connsiteY6358" fmla="*/ 1624521 h 2053176"/>
              <a:gd name="connsiteX6359" fmla="*/ 1505464 w 12188965"/>
              <a:gd name="connsiteY6359" fmla="*/ 1598863 h 2053176"/>
              <a:gd name="connsiteX6360" fmla="*/ 1441258 w 12188965"/>
              <a:gd name="connsiteY6360" fmla="*/ 1598863 h 2053176"/>
              <a:gd name="connsiteX6361" fmla="*/ 1466917 w 12188965"/>
              <a:gd name="connsiteY6361" fmla="*/ 1624521 h 2053176"/>
              <a:gd name="connsiteX6362" fmla="*/ 1441258 w 12188965"/>
              <a:gd name="connsiteY6362" fmla="*/ 1650180 h 2053176"/>
              <a:gd name="connsiteX6363" fmla="*/ 1415599 w 12188965"/>
              <a:gd name="connsiteY6363" fmla="*/ 1624521 h 2053176"/>
              <a:gd name="connsiteX6364" fmla="*/ 1441258 w 12188965"/>
              <a:gd name="connsiteY6364" fmla="*/ 1598863 h 2053176"/>
              <a:gd name="connsiteX6365" fmla="*/ 1377053 w 12188965"/>
              <a:gd name="connsiteY6365" fmla="*/ 1598863 h 2053176"/>
              <a:gd name="connsiteX6366" fmla="*/ 1402712 w 12188965"/>
              <a:gd name="connsiteY6366" fmla="*/ 1624521 h 2053176"/>
              <a:gd name="connsiteX6367" fmla="*/ 1377053 w 12188965"/>
              <a:gd name="connsiteY6367" fmla="*/ 1650180 h 2053176"/>
              <a:gd name="connsiteX6368" fmla="*/ 1351395 w 12188965"/>
              <a:gd name="connsiteY6368" fmla="*/ 1624521 h 2053176"/>
              <a:gd name="connsiteX6369" fmla="*/ 1377053 w 12188965"/>
              <a:gd name="connsiteY6369" fmla="*/ 1598863 h 2053176"/>
              <a:gd name="connsiteX6370" fmla="*/ 1248643 w 12188965"/>
              <a:gd name="connsiteY6370" fmla="*/ 1598863 h 2053176"/>
              <a:gd name="connsiteX6371" fmla="*/ 1274302 w 12188965"/>
              <a:gd name="connsiteY6371" fmla="*/ 1624521 h 2053176"/>
              <a:gd name="connsiteX6372" fmla="*/ 1248643 w 12188965"/>
              <a:gd name="connsiteY6372" fmla="*/ 1650180 h 2053176"/>
              <a:gd name="connsiteX6373" fmla="*/ 1222984 w 12188965"/>
              <a:gd name="connsiteY6373" fmla="*/ 1624521 h 2053176"/>
              <a:gd name="connsiteX6374" fmla="*/ 1248643 w 12188965"/>
              <a:gd name="connsiteY6374" fmla="*/ 1598863 h 2053176"/>
              <a:gd name="connsiteX6375" fmla="*/ 1184437 w 12188965"/>
              <a:gd name="connsiteY6375" fmla="*/ 1598863 h 2053176"/>
              <a:gd name="connsiteX6376" fmla="*/ 1210096 w 12188965"/>
              <a:gd name="connsiteY6376" fmla="*/ 1624521 h 2053176"/>
              <a:gd name="connsiteX6377" fmla="*/ 1184437 w 12188965"/>
              <a:gd name="connsiteY6377" fmla="*/ 1650180 h 2053176"/>
              <a:gd name="connsiteX6378" fmla="*/ 1158780 w 12188965"/>
              <a:gd name="connsiteY6378" fmla="*/ 1624521 h 2053176"/>
              <a:gd name="connsiteX6379" fmla="*/ 1184437 w 12188965"/>
              <a:gd name="connsiteY6379" fmla="*/ 1598863 h 2053176"/>
              <a:gd name="connsiteX6380" fmla="*/ 1120233 w 12188965"/>
              <a:gd name="connsiteY6380" fmla="*/ 1598863 h 2053176"/>
              <a:gd name="connsiteX6381" fmla="*/ 1145892 w 12188965"/>
              <a:gd name="connsiteY6381" fmla="*/ 1624521 h 2053176"/>
              <a:gd name="connsiteX6382" fmla="*/ 1120233 w 12188965"/>
              <a:gd name="connsiteY6382" fmla="*/ 1650180 h 2053176"/>
              <a:gd name="connsiteX6383" fmla="*/ 1094573 w 12188965"/>
              <a:gd name="connsiteY6383" fmla="*/ 1624521 h 2053176"/>
              <a:gd name="connsiteX6384" fmla="*/ 1120233 w 12188965"/>
              <a:gd name="connsiteY6384" fmla="*/ 1598863 h 2053176"/>
              <a:gd name="connsiteX6385" fmla="*/ 1056027 w 12188965"/>
              <a:gd name="connsiteY6385" fmla="*/ 1598863 h 2053176"/>
              <a:gd name="connsiteX6386" fmla="*/ 1081685 w 12188965"/>
              <a:gd name="connsiteY6386" fmla="*/ 1624521 h 2053176"/>
              <a:gd name="connsiteX6387" fmla="*/ 1056027 w 12188965"/>
              <a:gd name="connsiteY6387" fmla="*/ 1650180 h 2053176"/>
              <a:gd name="connsiteX6388" fmla="*/ 1030369 w 12188965"/>
              <a:gd name="connsiteY6388" fmla="*/ 1624521 h 2053176"/>
              <a:gd name="connsiteX6389" fmla="*/ 1056027 w 12188965"/>
              <a:gd name="connsiteY6389" fmla="*/ 1598863 h 2053176"/>
              <a:gd name="connsiteX6390" fmla="*/ 991823 w 12188965"/>
              <a:gd name="connsiteY6390" fmla="*/ 1598863 h 2053176"/>
              <a:gd name="connsiteX6391" fmla="*/ 1017481 w 12188965"/>
              <a:gd name="connsiteY6391" fmla="*/ 1624521 h 2053176"/>
              <a:gd name="connsiteX6392" fmla="*/ 991823 w 12188965"/>
              <a:gd name="connsiteY6392" fmla="*/ 1650180 h 2053176"/>
              <a:gd name="connsiteX6393" fmla="*/ 966162 w 12188965"/>
              <a:gd name="connsiteY6393" fmla="*/ 1624521 h 2053176"/>
              <a:gd name="connsiteX6394" fmla="*/ 991823 w 12188965"/>
              <a:gd name="connsiteY6394" fmla="*/ 1598863 h 2053176"/>
              <a:gd name="connsiteX6395" fmla="*/ 927616 w 12188965"/>
              <a:gd name="connsiteY6395" fmla="*/ 1598863 h 2053176"/>
              <a:gd name="connsiteX6396" fmla="*/ 953275 w 12188965"/>
              <a:gd name="connsiteY6396" fmla="*/ 1624521 h 2053176"/>
              <a:gd name="connsiteX6397" fmla="*/ 927616 w 12188965"/>
              <a:gd name="connsiteY6397" fmla="*/ 1650180 h 2053176"/>
              <a:gd name="connsiteX6398" fmla="*/ 901957 w 12188965"/>
              <a:gd name="connsiteY6398" fmla="*/ 1624521 h 2053176"/>
              <a:gd name="connsiteX6399" fmla="*/ 927616 w 12188965"/>
              <a:gd name="connsiteY6399" fmla="*/ 1598863 h 2053176"/>
              <a:gd name="connsiteX6400" fmla="*/ 863411 w 12188965"/>
              <a:gd name="connsiteY6400" fmla="*/ 1598863 h 2053176"/>
              <a:gd name="connsiteX6401" fmla="*/ 889071 w 12188965"/>
              <a:gd name="connsiteY6401" fmla="*/ 1624521 h 2053176"/>
              <a:gd name="connsiteX6402" fmla="*/ 863411 w 12188965"/>
              <a:gd name="connsiteY6402" fmla="*/ 1650180 h 2053176"/>
              <a:gd name="connsiteX6403" fmla="*/ 837752 w 12188965"/>
              <a:gd name="connsiteY6403" fmla="*/ 1624521 h 2053176"/>
              <a:gd name="connsiteX6404" fmla="*/ 863411 w 12188965"/>
              <a:gd name="connsiteY6404" fmla="*/ 1598863 h 2053176"/>
              <a:gd name="connsiteX6405" fmla="*/ 670679 w 12188965"/>
              <a:gd name="connsiteY6405" fmla="*/ 1598863 h 2053176"/>
              <a:gd name="connsiteX6406" fmla="*/ 696338 w 12188965"/>
              <a:gd name="connsiteY6406" fmla="*/ 1624521 h 2053176"/>
              <a:gd name="connsiteX6407" fmla="*/ 670679 w 12188965"/>
              <a:gd name="connsiteY6407" fmla="*/ 1650180 h 2053176"/>
              <a:gd name="connsiteX6408" fmla="*/ 645020 w 12188965"/>
              <a:gd name="connsiteY6408" fmla="*/ 1624521 h 2053176"/>
              <a:gd name="connsiteX6409" fmla="*/ 670679 w 12188965"/>
              <a:gd name="connsiteY6409" fmla="*/ 1598863 h 2053176"/>
              <a:gd name="connsiteX6410" fmla="*/ 606475 w 12188965"/>
              <a:gd name="connsiteY6410" fmla="*/ 1598863 h 2053176"/>
              <a:gd name="connsiteX6411" fmla="*/ 632134 w 12188965"/>
              <a:gd name="connsiteY6411" fmla="*/ 1624521 h 2053176"/>
              <a:gd name="connsiteX6412" fmla="*/ 606475 w 12188965"/>
              <a:gd name="connsiteY6412" fmla="*/ 1650180 h 2053176"/>
              <a:gd name="connsiteX6413" fmla="*/ 580815 w 12188965"/>
              <a:gd name="connsiteY6413" fmla="*/ 1624521 h 2053176"/>
              <a:gd name="connsiteX6414" fmla="*/ 606475 w 12188965"/>
              <a:gd name="connsiteY6414" fmla="*/ 1598863 h 2053176"/>
              <a:gd name="connsiteX6415" fmla="*/ 542268 w 12188965"/>
              <a:gd name="connsiteY6415" fmla="*/ 1598863 h 2053176"/>
              <a:gd name="connsiteX6416" fmla="*/ 567927 w 12188965"/>
              <a:gd name="connsiteY6416" fmla="*/ 1624521 h 2053176"/>
              <a:gd name="connsiteX6417" fmla="*/ 542268 w 12188965"/>
              <a:gd name="connsiteY6417" fmla="*/ 1650180 h 2053176"/>
              <a:gd name="connsiteX6418" fmla="*/ 516610 w 12188965"/>
              <a:gd name="connsiteY6418" fmla="*/ 1624521 h 2053176"/>
              <a:gd name="connsiteX6419" fmla="*/ 542268 w 12188965"/>
              <a:gd name="connsiteY6419" fmla="*/ 1598863 h 2053176"/>
              <a:gd name="connsiteX6420" fmla="*/ 478063 w 12188965"/>
              <a:gd name="connsiteY6420" fmla="*/ 1598863 h 2053176"/>
              <a:gd name="connsiteX6421" fmla="*/ 503724 w 12188965"/>
              <a:gd name="connsiteY6421" fmla="*/ 1624521 h 2053176"/>
              <a:gd name="connsiteX6422" fmla="*/ 478063 w 12188965"/>
              <a:gd name="connsiteY6422" fmla="*/ 1650180 h 2053176"/>
              <a:gd name="connsiteX6423" fmla="*/ 452404 w 12188965"/>
              <a:gd name="connsiteY6423" fmla="*/ 1624521 h 2053176"/>
              <a:gd name="connsiteX6424" fmla="*/ 478063 w 12188965"/>
              <a:gd name="connsiteY6424" fmla="*/ 1598863 h 2053176"/>
              <a:gd name="connsiteX6425" fmla="*/ 413858 w 12188965"/>
              <a:gd name="connsiteY6425" fmla="*/ 1598863 h 2053176"/>
              <a:gd name="connsiteX6426" fmla="*/ 439517 w 12188965"/>
              <a:gd name="connsiteY6426" fmla="*/ 1624521 h 2053176"/>
              <a:gd name="connsiteX6427" fmla="*/ 413858 w 12188965"/>
              <a:gd name="connsiteY6427" fmla="*/ 1650180 h 2053176"/>
              <a:gd name="connsiteX6428" fmla="*/ 388200 w 12188965"/>
              <a:gd name="connsiteY6428" fmla="*/ 1624521 h 2053176"/>
              <a:gd name="connsiteX6429" fmla="*/ 413858 w 12188965"/>
              <a:gd name="connsiteY6429" fmla="*/ 1598863 h 2053176"/>
              <a:gd name="connsiteX6430" fmla="*/ 346686 w 12188965"/>
              <a:gd name="connsiteY6430" fmla="*/ 1598863 h 2053176"/>
              <a:gd name="connsiteX6431" fmla="*/ 372344 w 12188965"/>
              <a:gd name="connsiteY6431" fmla="*/ 1624521 h 2053176"/>
              <a:gd name="connsiteX6432" fmla="*/ 346686 w 12188965"/>
              <a:gd name="connsiteY6432" fmla="*/ 1650180 h 2053176"/>
              <a:gd name="connsiteX6433" fmla="*/ 321027 w 12188965"/>
              <a:gd name="connsiteY6433" fmla="*/ 1624521 h 2053176"/>
              <a:gd name="connsiteX6434" fmla="*/ 346686 w 12188965"/>
              <a:gd name="connsiteY6434" fmla="*/ 1598863 h 2053176"/>
              <a:gd name="connsiteX6435" fmla="*/ 282480 w 12188965"/>
              <a:gd name="connsiteY6435" fmla="*/ 1598863 h 2053176"/>
              <a:gd name="connsiteX6436" fmla="*/ 308138 w 12188965"/>
              <a:gd name="connsiteY6436" fmla="*/ 1624521 h 2053176"/>
              <a:gd name="connsiteX6437" fmla="*/ 282480 w 12188965"/>
              <a:gd name="connsiteY6437" fmla="*/ 1650180 h 2053176"/>
              <a:gd name="connsiteX6438" fmla="*/ 256820 w 12188965"/>
              <a:gd name="connsiteY6438" fmla="*/ 1624521 h 2053176"/>
              <a:gd name="connsiteX6439" fmla="*/ 282480 w 12188965"/>
              <a:gd name="connsiteY6439" fmla="*/ 1598863 h 2053176"/>
              <a:gd name="connsiteX6440" fmla="*/ 218274 w 12188965"/>
              <a:gd name="connsiteY6440" fmla="*/ 1598863 h 2053176"/>
              <a:gd name="connsiteX6441" fmla="*/ 243932 w 12188965"/>
              <a:gd name="connsiteY6441" fmla="*/ 1624521 h 2053176"/>
              <a:gd name="connsiteX6442" fmla="*/ 218274 w 12188965"/>
              <a:gd name="connsiteY6442" fmla="*/ 1650180 h 2053176"/>
              <a:gd name="connsiteX6443" fmla="*/ 192615 w 12188965"/>
              <a:gd name="connsiteY6443" fmla="*/ 1624521 h 2053176"/>
              <a:gd name="connsiteX6444" fmla="*/ 218274 w 12188965"/>
              <a:gd name="connsiteY6444" fmla="*/ 1598863 h 2053176"/>
              <a:gd name="connsiteX6445" fmla="*/ 25659 w 12188965"/>
              <a:gd name="connsiteY6445" fmla="*/ 1598863 h 2053176"/>
              <a:gd name="connsiteX6446" fmla="*/ 51317 w 12188965"/>
              <a:gd name="connsiteY6446" fmla="*/ 1624521 h 2053176"/>
              <a:gd name="connsiteX6447" fmla="*/ 25659 w 12188965"/>
              <a:gd name="connsiteY6447" fmla="*/ 1650180 h 2053176"/>
              <a:gd name="connsiteX6448" fmla="*/ 0 w 12188965"/>
              <a:gd name="connsiteY6448" fmla="*/ 1624521 h 2053176"/>
              <a:gd name="connsiteX6449" fmla="*/ 25659 w 12188965"/>
              <a:gd name="connsiteY6449" fmla="*/ 1598863 h 2053176"/>
              <a:gd name="connsiteX6450" fmla="*/ 11582491 w 12188965"/>
              <a:gd name="connsiteY6450" fmla="*/ 1544527 h 2053176"/>
              <a:gd name="connsiteX6451" fmla="*/ 11595379 w 12188965"/>
              <a:gd name="connsiteY6451" fmla="*/ 1557414 h 2053176"/>
              <a:gd name="connsiteX6452" fmla="*/ 11582491 w 12188965"/>
              <a:gd name="connsiteY6452" fmla="*/ 1570301 h 2053176"/>
              <a:gd name="connsiteX6453" fmla="*/ 11569605 w 12188965"/>
              <a:gd name="connsiteY6453" fmla="*/ 1557414 h 2053176"/>
              <a:gd name="connsiteX6454" fmla="*/ 11582491 w 12188965"/>
              <a:gd name="connsiteY6454" fmla="*/ 1544527 h 2053176"/>
              <a:gd name="connsiteX6455" fmla="*/ 11518287 w 12188965"/>
              <a:gd name="connsiteY6455" fmla="*/ 1544527 h 2053176"/>
              <a:gd name="connsiteX6456" fmla="*/ 11531175 w 12188965"/>
              <a:gd name="connsiteY6456" fmla="*/ 1557414 h 2053176"/>
              <a:gd name="connsiteX6457" fmla="*/ 11518287 w 12188965"/>
              <a:gd name="connsiteY6457" fmla="*/ 1570301 h 2053176"/>
              <a:gd name="connsiteX6458" fmla="*/ 11505399 w 12188965"/>
              <a:gd name="connsiteY6458" fmla="*/ 1557414 h 2053176"/>
              <a:gd name="connsiteX6459" fmla="*/ 11518287 w 12188965"/>
              <a:gd name="connsiteY6459" fmla="*/ 1544527 h 2053176"/>
              <a:gd name="connsiteX6460" fmla="*/ 11004528 w 12188965"/>
              <a:gd name="connsiteY6460" fmla="*/ 1544527 h 2053176"/>
              <a:gd name="connsiteX6461" fmla="*/ 11017416 w 12188965"/>
              <a:gd name="connsiteY6461" fmla="*/ 1557414 h 2053176"/>
              <a:gd name="connsiteX6462" fmla="*/ 11004528 w 12188965"/>
              <a:gd name="connsiteY6462" fmla="*/ 1570301 h 2053176"/>
              <a:gd name="connsiteX6463" fmla="*/ 10991640 w 12188965"/>
              <a:gd name="connsiteY6463" fmla="*/ 1557414 h 2053176"/>
              <a:gd name="connsiteX6464" fmla="*/ 11004528 w 12188965"/>
              <a:gd name="connsiteY6464" fmla="*/ 1544527 h 2053176"/>
              <a:gd name="connsiteX6465" fmla="*/ 10426681 w 12188965"/>
              <a:gd name="connsiteY6465" fmla="*/ 1544527 h 2053176"/>
              <a:gd name="connsiteX6466" fmla="*/ 10439569 w 12188965"/>
              <a:gd name="connsiteY6466" fmla="*/ 1557414 h 2053176"/>
              <a:gd name="connsiteX6467" fmla="*/ 10426681 w 12188965"/>
              <a:gd name="connsiteY6467" fmla="*/ 1570301 h 2053176"/>
              <a:gd name="connsiteX6468" fmla="*/ 10413793 w 12188965"/>
              <a:gd name="connsiteY6468" fmla="*/ 1557414 h 2053176"/>
              <a:gd name="connsiteX6469" fmla="*/ 10426681 w 12188965"/>
              <a:gd name="connsiteY6469" fmla="*/ 1544527 h 2053176"/>
              <a:gd name="connsiteX6470" fmla="*/ 10169743 w 12188965"/>
              <a:gd name="connsiteY6470" fmla="*/ 1544527 h 2053176"/>
              <a:gd name="connsiteX6471" fmla="*/ 10182631 w 12188965"/>
              <a:gd name="connsiteY6471" fmla="*/ 1557414 h 2053176"/>
              <a:gd name="connsiteX6472" fmla="*/ 10169743 w 12188965"/>
              <a:gd name="connsiteY6472" fmla="*/ 1570301 h 2053176"/>
              <a:gd name="connsiteX6473" fmla="*/ 10156855 w 12188965"/>
              <a:gd name="connsiteY6473" fmla="*/ 1557414 h 2053176"/>
              <a:gd name="connsiteX6474" fmla="*/ 10169743 w 12188965"/>
              <a:gd name="connsiteY6474" fmla="*/ 1544527 h 2053176"/>
              <a:gd name="connsiteX6475" fmla="*/ 9848716 w 12188965"/>
              <a:gd name="connsiteY6475" fmla="*/ 1544527 h 2053176"/>
              <a:gd name="connsiteX6476" fmla="*/ 9861604 w 12188965"/>
              <a:gd name="connsiteY6476" fmla="*/ 1557414 h 2053176"/>
              <a:gd name="connsiteX6477" fmla="*/ 9848716 w 12188965"/>
              <a:gd name="connsiteY6477" fmla="*/ 1570301 h 2053176"/>
              <a:gd name="connsiteX6478" fmla="*/ 9835828 w 12188965"/>
              <a:gd name="connsiteY6478" fmla="*/ 1557414 h 2053176"/>
              <a:gd name="connsiteX6479" fmla="*/ 9848716 w 12188965"/>
              <a:gd name="connsiteY6479" fmla="*/ 1544527 h 2053176"/>
              <a:gd name="connsiteX6480" fmla="*/ 7023451 w 12188965"/>
              <a:gd name="connsiteY6480" fmla="*/ 1544527 h 2053176"/>
              <a:gd name="connsiteX6481" fmla="*/ 7036339 w 12188965"/>
              <a:gd name="connsiteY6481" fmla="*/ 1557414 h 2053176"/>
              <a:gd name="connsiteX6482" fmla="*/ 7023451 w 12188965"/>
              <a:gd name="connsiteY6482" fmla="*/ 1570301 h 2053176"/>
              <a:gd name="connsiteX6483" fmla="*/ 7010566 w 12188965"/>
              <a:gd name="connsiteY6483" fmla="*/ 1557414 h 2053176"/>
              <a:gd name="connsiteX6484" fmla="*/ 7023451 w 12188965"/>
              <a:gd name="connsiteY6484" fmla="*/ 1544527 h 2053176"/>
              <a:gd name="connsiteX6485" fmla="*/ 6959132 w 12188965"/>
              <a:gd name="connsiteY6485" fmla="*/ 1544527 h 2053176"/>
              <a:gd name="connsiteX6486" fmla="*/ 6972020 w 12188965"/>
              <a:gd name="connsiteY6486" fmla="*/ 1557414 h 2053176"/>
              <a:gd name="connsiteX6487" fmla="*/ 6959132 w 12188965"/>
              <a:gd name="connsiteY6487" fmla="*/ 1570301 h 2053176"/>
              <a:gd name="connsiteX6488" fmla="*/ 6946244 w 12188965"/>
              <a:gd name="connsiteY6488" fmla="*/ 1557414 h 2053176"/>
              <a:gd name="connsiteX6489" fmla="*/ 6959132 w 12188965"/>
              <a:gd name="connsiteY6489" fmla="*/ 1544527 h 2053176"/>
              <a:gd name="connsiteX6490" fmla="*/ 5871887 w 12188965"/>
              <a:gd name="connsiteY6490" fmla="*/ 1544527 h 2053176"/>
              <a:gd name="connsiteX6491" fmla="*/ 5884776 w 12188965"/>
              <a:gd name="connsiteY6491" fmla="*/ 1557414 h 2053176"/>
              <a:gd name="connsiteX6492" fmla="*/ 5871887 w 12188965"/>
              <a:gd name="connsiteY6492" fmla="*/ 1570301 h 2053176"/>
              <a:gd name="connsiteX6493" fmla="*/ 5859000 w 12188965"/>
              <a:gd name="connsiteY6493" fmla="*/ 1557414 h 2053176"/>
              <a:gd name="connsiteX6494" fmla="*/ 5871887 w 12188965"/>
              <a:gd name="connsiteY6494" fmla="*/ 1544527 h 2053176"/>
              <a:gd name="connsiteX6495" fmla="*/ 5807683 w 12188965"/>
              <a:gd name="connsiteY6495" fmla="*/ 1544527 h 2053176"/>
              <a:gd name="connsiteX6496" fmla="*/ 5820571 w 12188965"/>
              <a:gd name="connsiteY6496" fmla="*/ 1557414 h 2053176"/>
              <a:gd name="connsiteX6497" fmla="*/ 5807683 w 12188965"/>
              <a:gd name="connsiteY6497" fmla="*/ 1570301 h 2053176"/>
              <a:gd name="connsiteX6498" fmla="*/ 5794796 w 12188965"/>
              <a:gd name="connsiteY6498" fmla="*/ 1557414 h 2053176"/>
              <a:gd name="connsiteX6499" fmla="*/ 5807683 w 12188965"/>
              <a:gd name="connsiteY6499" fmla="*/ 1544527 h 2053176"/>
              <a:gd name="connsiteX6500" fmla="*/ 5293924 w 12188965"/>
              <a:gd name="connsiteY6500" fmla="*/ 1544527 h 2053176"/>
              <a:gd name="connsiteX6501" fmla="*/ 5306812 w 12188965"/>
              <a:gd name="connsiteY6501" fmla="*/ 1557414 h 2053176"/>
              <a:gd name="connsiteX6502" fmla="*/ 5293924 w 12188965"/>
              <a:gd name="connsiteY6502" fmla="*/ 1570301 h 2053176"/>
              <a:gd name="connsiteX6503" fmla="*/ 5281036 w 12188965"/>
              <a:gd name="connsiteY6503" fmla="*/ 1557414 h 2053176"/>
              <a:gd name="connsiteX6504" fmla="*/ 5293924 w 12188965"/>
              <a:gd name="connsiteY6504" fmla="*/ 1544527 h 2053176"/>
              <a:gd name="connsiteX6505" fmla="*/ 4716077 w 12188965"/>
              <a:gd name="connsiteY6505" fmla="*/ 1544527 h 2053176"/>
              <a:gd name="connsiteX6506" fmla="*/ 4728964 w 12188965"/>
              <a:gd name="connsiteY6506" fmla="*/ 1557414 h 2053176"/>
              <a:gd name="connsiteX6507" fmla="*/ 4716077 w 12188965"/>
              <a:gd name="connsiteY6507" fmla="*/ 1570301 h 2053176"/>
              <a:gd name="connsiteX6508" fmla="*/ 4703188 w 12188965"/>
              <a:gd name="connsiteY6508" fmla="*/ 1557414 h 2053176"/>
              <a:gd name="connsiteX6509" fmla="*/ 4716077 w 12188965"/>
              <a:gd name="connsiteY6509" fmla="*/ 1544527 h 2053176"/>
              <a:gd name="connsiteX6510" fmla="*/ 4459140 w 12188965"/>
              <a:gd name="connsiteY6510" fmla="*/ 1544527 h 2053176"/>
              <a:gd name="connsiteX6511" fmla="*/ 4472025 w 12188965"/>
              <a:gd name="connsiteY6511" fmla="*/ 1557414 h 2053176"/>
              <a:gd name="connsiteX6512" fmla="*/ 4459140 w 12188965"/>
              <a:gd name="connsiteY6512" fmla="*/ 1570301 h 2053176"/>
              <a:gd name="connsiteX6513" fmla="*/ 4446252 w 12188965"/>
              <a:gd name="connsiteY6513" fmla="*/ 1557414 h 2053176"/>
              <a:gd name="connsiteX6514" fmla="*/ 4459140 w 12188965"/>
              <a:gd name="connsiteY6514" fmla="*/ 1544527 h 2053176"/>
              <a:gd name="connsiteX6515" fmla="*/ 4138112 w 12188965"/>
              <a:gd name="connsiteY6515" fmla="*/ 1544527 h 2053176"/>
              <a:gd name="connsiteX6516" fmla="*/ 4151000 w 12188965"/>
              <a:gd name="connsiteY6516" fmla="*/ 1557414 h 2053176"/>
              <a:gd name="connsiteX6517" fmla="*/ 4138112 w 12188965"/>
              <a:gd name="connsiteY6517" fmla="*/ 1570301 h 2053176"/>
              <a:gd name="connsiteX6518" fmla="*/ 4125224 w 12188965"/>
              <a:gd name="connsiteY6518" fmla="*/ 1557414 h 2053176"/>
              <a:gd name="connsiteX6519" fmla="*/ 4138112 w 12188965"/>
              <a:gd name="connsiteY6519" fmla="*/ 1544527 h 2053176"/>
              <a:gd name="connsiteX6520" fmla="*/ 1312848 w 12188965"/>
              <a:gd name="connsiteY6520" fmla="*/ 1544527 h 2053176"/>
              <a:gd name="connsiteX6521" fmla="*/ 1325735 w 12188965"/>
              <a:gd name="connsiteY6521" fmla="*/ 1557414 h 2053176"/>
              <a:gd name="connsiteX6522" fmla="*/ 1312848 w 12188965"/>
              <a:gd name="connsiteY6522" fmla="*/ 1570301 h 2053176"/>
              <a:gd name="connsiteX6523" fmla="*/ 1299962 w 12188965"/>
              <a:gd name="connsiteY6523" fmla="*/ 1557414 h 2053176"/>
              <a:gd name="connsiteX6524" fmla="*/ 1312848 w 12188965"/>
              <a:gd name="connsiteY6524" fmla="*/ 1544527 h 2053176"/>
              <a:gd name="connsiteX6525" fmla="*/ 1248528 w 12188965"/>
              <a:gd name="connsiteY6525" fmla="*/ 1544527 h 2053176"/>
              <a:gd name="connsiteX6526" fmla="*/ 1261416 w 12188965"/>
              <a:gd name="connsiteY6526" fmla="*/ 1557414 h 2053176"/>
              <a:gd name="connsiteX6527" fmla="*/ 1248528 w 12188965"/>
              <a:gd name="connsiteY6527" fmla="*/ 1570301 h 2053176"/>
              <a:gd name="connsiteX6528" fmla="*/ 1235638 w 12188965"/>
              <a:gd name="connsiteY6528" fmla="*/ 1557414 h 2053176"/>
              <a:gd name="connsiteX6529" fmla="*/ 1248528 w 12188965"/>
              <a:gd name="connsiteY6529" fmla="*/ 1544527 h 2053176"/>
              <a:gd name="connsiteX6530" fmla="*/ 154069 w 12188965"/>
              <a:gd name="connsiteY6530" fmla="*/ 1544527 h 2053176"/>
              <a:gd name="connsiteX6531" fmla="*/ 166957 w 12188965"/>
              <a:gd name="connsiteY6531" fmla="*/ 1557414 h 2053176"/>
              <a:gd name="connsiteX6532" fmla="*/ 154069 w 12188965"/>
              <a:gd name="connsiteY6532" fmla="*/ 1570301 h 2053176"/>
              <a:gd name="connsiteX6533" fmla="*/ 141182 w 12188965"/>
              <a:gd name="connsiteY6533" fmla="*/ 1557414 h 2053176"/>
              <a:gd name="connsiteX6534" fmla="*/ 154069 w 12188965"/>
              <a:gd name="connsiteY6534" fmla="*/ 1544527 h 2053176"/>
              <a:gd name="connsiteX6535" fmla="*/ 89864 w 12188965"/>
              <a:gd name="connsiteY6535" fmla="*/ 1544527 h 2053176"/>
              <a:gd name="connsiteX6536" fmla="*/ 102752 w 12188965"/>
              <a:gd name="connsiteY6536" fmla="*/ 1557414 h 2053176"/>
              <a:gd name="connsiteX6537" fmla="*/ 89864 w 12188965"/>
              <a:gd name="connsiteY6537" fmla="*/ 1570301 h 2053176"/>
              <a:gd name="connsiteX6538" fmla="*/ 76977 w 12188965"/>
              <a:gd name="connsiteY6538" fmla="*/ 1557414 h 2053176"/>
              <a:gd name="connsiteX6539" fmla="*/ 89864 w 12188965"/>
              <a:gd name="connsiteY6539" fmla="*/ 1544527 h 2053176"/>
              <a:gd name="connsiteX6540" fmla="*/ 12099103 w 12188965"/>
              <a:gd name="connsiteY6540" fmla="*/ 1531755 h 2053176"/>
              <a:gd name="connsiteX6541" fmla="*/ 12124761 w 12188965"/>
              <a:gd name="connsiteY6541" fmla="*/ 1557413 h 2053176"/>
              <a:gd name="connsiteX6542" fmla="*/ 12099103 w 12188965"/>
              <a:gd name="connsiteY6542" fmla="*/ 1583073 h 2053176"/>
              <a:gd name="connsiteX6543" fmla="*/ 12073441 w 12188965"/>
              <a:gd name="connsiteY6543" fmla="*/ 1557413 h 2053176"/>
              <a:gd name="connsiteX6544" fmla="*/ 12099103 w 12188965"/>
              <a:gd name="connsiteY6544" fmla="*/ 1531755 h 2053176"/>
              <a:gd name="connsiteX6545" fmla="*/ 12034897 w 12188965"/>
              <a:gd name="connsiteY6545" fmla="*/ 1531755 h 2053176"/>
              <a:gd name="connsiteX6546" fmla="*/ 12060557 w 12188965"/>
              <a:gd name="connsiteY6546" fmla="*/ 1557414 h 2053176"/>
              <a:gd name="connsiteX6547" fmla="*/ 12034897 w 12188965"/>
              <a:gd name="connsiteY6547" fmla="*/ 1583073 h 2053176"/>
              <a:gd name="connsiteX6548" fmla="*/ 12009237 w 12188965"/>
              <a:gd name="connsiteY6548" fmla="*/ 1557414 h 2053176"/>
              <a:gd name="connsiteX6549" fmla="*/ 12034897 w 12188965"/>
              <a:gd name="connsiteY6549" fmla="*/ 1531755 h 2053176"/>
              <a:gd name="connsiteX6550" fmla="*/ 11970691 w 12188965"/>
              <a:gd name="connsiteY6550" fmla="*/ 1531755 h 2053176"/>
              <a:gd name="connsiteX6551" fmla="*/ 11996349 w 12188965"/>
              <a:gd name="connsiteY6551" fmla="*/ 1557414 h 2053176"/>
              <a:gd name="connsiteX6552" fmla="*/ 11970691 w 12188965"/>
              <a:gd name="connsiteY6552" fmla="*/ 1583073 h 2053176"/>
              <a:gd name="connsiteX6553" fmla="*/ 11945033 w 12188965"/>
              <a:gd name="connsiteY6553" fmla="*/ 1557414 h 2053176"/>
              <a:gd name="connsiteX6554" fmla="*/ 11970691 w 12188965"/>
              <a:gd name="connsiteY6554" fmla="*/ 1531755 h 2053176"/>
              <a:gd name="connsiteX6555" fmla="*/ 11906483 w 12188965"/>
              <a:gd name="connsiteY6555" fmla="*/ 1531755 h 2053176"/>
              <a:gd name="connsiteX6556" fmla="*/ 11932145 w 12188965"/>
              <a:gd name="connsiteY6556" fmla="*/ 1557414 h 2053176"/>
              <a:gd name="connsiteX6557" fmla="*/ 11906483 w 12188965"/>
              <a:gd name="connsiteY6557" fmla="*/ 1583073 h 2053176"/>
              <a:gd name="connsiteX6558" fmla="*/ 11880825 w 12188965"/>
              <a:gd name="connsiteY6558" fmla="*/ 1557414 h 2053176"/>
              <a:gd name="connsiteX6559" fmla="*/ 11906483 w 12188965"/>
              <a:gd name="connsiteY6559" fmla="*/ 1531755 h 2053176"/>
              <a:gd name="connsiteX6560" fmla="*/ 11842279 w 12188965"/>
              <a:gd name="connsiteY6560" fmla="*/ 1531755 h 2053176"/>
              <a:gd name="connsiteX6561" fmla="*/ 11867941 w 12188965"/>
              <a:gd name="connsiteY6561" fmla="*/ 1557414 h 2053176"/>
              <a:gd name="connsiteX6562" fmla="*/ 11842279 w 12188965"/>
              <a:gd name="connsiteY6562" fmla="*/ 1583073 h 2053176"/>
              <a:gd name="connsiteX6563" fmla="*/ 11816621 w 12188965"/>
              <a:gd name="connsiteY6563" fmla="*/ 1557414 h 2053176"/>
              <a:gd name="connsiteX6564" fmla="*/ 11842279 w 12188965"/>
              <a:gd name="connsiteY6564" fmla="*/ 1531755 h 2053176"/>
              <a:gd name="connsiteX6565" fmla="*/ 11775107 w 12188965"/>
              <a:gd name="connsiteY6565" fmla="*/ 1531755 h 2053176"/>
              <a:gd name="connsiteX6566" fmla="*/ 11800767 w 12188965"/>
              <a:gd name="connsiteY6566" fmla="*/ 1557414 h 2053176"/>
              <a:gd name="connsiteX6567" fmla="*/ 11775107 w 12188965"/>
              <a:gd name="connsiteY6567" fmla="*/ 1583073 h 2053176"/>
              <a:gd name="connsiteX6568" fmla="*/ 11749449 w 12188965"/>
              <a:gd name="connsiteY6568" fmla="*/ 1557414 h 2053176"/>
              <a:gd name="connsiteX6569" fmla="*/ 11775107 w 12188965"/>
              <a:gd name="connsiteY6569" fmla="*/ 1531755 h 2053176"/>
              <a:gd name="connsiteX6570" fmla="*/ 11710901 w 12188965"/>
              <a:gd name="connsiteY6570" fmla="*/ 1531755 h 2053176"/>
              <a:gd name="connsiteX6571" fmla="*/ 11736561 w 12188965"/>
              <a:gd name="connsiteY6571" fmla="*/ 1557414 h 2053176"/>
              <a:gd name="connsiteX6572" fmla="*/ 11710901 w 12188965"/>
              <a:gd name="connsiteY6572" fmla="*/ 1583073 h 2053176"/>
              <a:gd name="connsiteX6573" fmla="*/ 11685243 w 12188965"/>
              <a:gd name="connsiteY6573" fmla="*/ 1557414 h 2053176"/>
              <a:gd name="connsiteX6574" fmla="*/ 11710901 w 12188965"/>
              <a:gd name="connsiteY6574" fmla="*/ 1531755 h 2053176"/>
              <a:gd name="connsiteX6575" fmla="*/ 11646697 w 12188965"/>
              <a:gd name="connsiteY6575" fmla="*/ 1531755 h 2053176"/>
              <a:gd name="connsiteX6576" fmla="*/ 11672355 w 12188965"/>
              <a:gd name="connsiteY6576" fmla="*/ 1557414 h 2053176"/>
              <a:gd name="connsiteX6577" fmla="*/ 11646697 w 12188965"/>
              <a:gd name="connsiteY6577" fmla="*/ 1583073 h 2053176"/>
              <a:gd name="connsiteX6578" fmla="*/ 11621037 w 12188965"/>
              <a:gd name="connsiteY6578" fmla="*/ 1557414 h 2053176"/>
              <a:gd name="connsiteX6579" fmla="*/ 11646697 w 12188965"/>
              <a:gd name="connsiteY6579" fmla="*/ 1531755 h 2053176"/>
              <a:gd name="connsiteX6580" fmla="*/ 11454081 w 12188965"/>
              <a:gd name="connsiteY6580" fmla="*/ 1531755 h 2053176"/>
              <a:gd name="connsiteX6581" fmla="*/ 11479739 w 12188965"/>
              <a:gd name="connsiteY6581" fmla="*/ 1557413 h 2053176"/>
              <a:gd name="connsiteX6582" fmla="*/ 11454081 w 12188965"/>
              <a:gd name="connsiteY6582" fmla="*/ 1583073 h 2053176"/>
              <a:gd name="connsiteX6583" fmla="*/ 11428421 w 12188965"/>
              <a:gd name="connsiteY6583" fmla="*/ 1557413 h 2053176"/>
              <a:gd name="connsiteX6584" fmla="*/ 11454081 w 12188965"/>
              <a:gd name="connsiteY6584" fmla="*/ 1531755 h 2053176"/>
              <a:gd name="connsiteX6585" fmla="*/ 11389875 w 12188965"/>
              <a:gd name="connsiteY6585" fmla="*/ 1531755 h 2053176"/>
              <a:gd name="connsiteX6586" fmla="*/ 11415533 w 12188965"/>
              <a:gd name="connsiteY6586" fmla="*/ 1557414 h 2053176"/>
              <a:gd name="connsiteX6587" fmla="*/ 11389875 w 12188965"/>
              <a:gd name="connsiteY6587" fmla="*/ 1583073 h 2053176"/>
              <a:gd name="connsiteX6588" fmla="*/ 11364217 w 12188965"/>
              <a:gd name="connsiteY6588" fmla="*/ 1557414 h 2053176"/>
              <a:gd name="connsiteX6589" fmla="*/ 11389875 w 12188965"/>
              <a:gd name="connsiteY6589" fmla="*/ 1531755 h 2053176"/>
              <a:gd name="connsiteX6590" fmla="*/ 11325670 w 12188965"/>
              <a:gd name="connsiteY6590" fmla="*/ 1531755 h 2053176"/>
              <a:gd name="connsiteX6591" fmla="*/ 11351329 w 12188965"/>
              <a:gd name="connsiteY6591" fmla="*/ 1557414 h 2053176"/>
              <a:gd name="connsiteX6592" fmla="*/ 11325670 w 12188965"/>
              <a:gd name="connsiteY6592" fmla="*/ 1583073 h 2053176"/>
              <a:gd name="connsiteX6593" fmla="*/ 11300012 w 12188965"/>
              <a:gd name="connsiteY6593" fmla="*/ 1557414 h 2053176"/>
              <a:gd name="connsiteX6594" fmla="*/ 11325670 w 12188965"/>
              <a:gd name="connsiteY6594" fmla="*/ 1531755 h 2053176"/>
              <a:gd name="connsiteX6595" fmla="*/ 11261466 w 12188965"/>
              <a:gd name="connsiteY6595" fmla="*/ 1531755 h 2053176"/>
              <a:gd name="connsiteX6596" fmla="*/ 11287124 w 12188965"/>
              <a:gd name="connsiteY6596" fmla="*/ 1557414 h 2053176"/>
              <a:gd name="connsiteX6597" fmla="*/ 11261466 w 12188965"/>
              <a:gd name="connsiteY6597" fmla="*/ 1583073 h 2053176"/>
              <a:gd name="connsiteX6598" fmla="*/ 11235805 w 12188965"/>
              <a:gd name="connsiteY6598" fmla="*/ 1557414 h 2053176"/>
              <a:gd name="connsiteX6599" fmla="*/ 11261466 w 12188965"/>
              <a:gd name="connsiteY6599" fmla="*/ 1531755 h 2053176"/>
              <a:gd name="connsiteX6600" fmla="*/ 11197259 w 12188965"/>
              <a:gd name="connsiteY6600" fmla="*/ 1531755 h 2053176"/>
              <a:gd name="connsiteX6601" fmla="*/ 11222917 w 12188965"/>
              <a:gd name="connsiteY6601" fmla="*/ 1557414 h 2053176"/>
              <a:gd name="connsiteX6602" fmla="*/ 11197259 w 12188965"/>
              <a:gd name="connsiteY6602" fmla="*/ 1583073 h 2053176"/>
              <a:gd name="connsiteX6603" fmla="*/ 11171601 w 12188965"/>
              <a:gd name="connsiteY6603" fmla="*/ 1557414 h 2053176"/>
              <a:gd name="connsiteX6604" fmla="*/ 11197259 w 12188965"/>
              <a:gd name="connsiteY6604" fmla="*/ 1531755 h 2053176"/>
              <a:gd name="connsiteX6605" fmla="*/ 11133055 w 12188965"/>
              <a:gd name="connsiteY6605" fmla="*/ 1531755 h 2053176"/>
              <a:gd name="connsiteX6606" fmla="*/ 11158713 w 12188965"/>
              <a:gd name="connsiteY6606" fmla="*/ 1557413 h 2053176"/>
              <a:gd name="connsiteX6607" fmla="*/ 11133055 w 12188965"/>
              <a:gd name="connsiteY6607" fmla="*/ 1583073 h 2053176"/>
              <a:gd name="connsiteX6608" fmla="*/ 11107396 w 12188965"/>
              <a:gd name="connsiteY6608" fmla="*/ 1557413 h 2053176"/>
              <a:gd name="connsiteX6609" fmla="*/ 11133055 w 12188965"/>
              <a:gd name="connsiteY6609" fmla="*/ 1531755 h 2053176"/>
              <a:gd name="connsiteX6610" fmla="*/ 11068848 w 12188965"/>
              <a:gd name="connsiteY6610" fmla="*/ 1531755 h 2053176"/>
              <a:gd name="connsiteX6611" fmla="*/ 11094509 w 12188965"/>
              <a:gd name="connsiteY6611" fmla="*/ 1557413 h 2053176"/>
              <a:gd name="connsiteX6612" fmla="*/ 11068848 w 12188965"/>
              <a:gd name="connsiteY6612" fmla="*/ 1583073 h 2053176"/>
              <a:gd name="connsiteX6613" fmla="*/ 11043189 w 12188965"/>
              <a:gd name="connsiteY6613" fmla="*/ 1557413 h 2053176"/>
              <a:gd name="connsiteX6614" fmla="*/ 11068848 w 12188965"/>
              <a:gd name="connsiteY6614" fmla="*/ 1531755 h 2053176"/>
              <a:gd name="connsiteX6615" fmla="*/ 10940321 w 12188965"/>
              <a:gd name="connsiteY6615" fmla="*/ 1531755 h 2053176"/>
              <a:gd name="connsiteX6616" fmla="*/ 10965982 w 12188965"/>
              <a:gd name="connsiteY6616" fmla="*/ 1557414 h 2053176"/>
              <a:gd name="connsiteX6617" fmla="*/ 10940321 w 12188965"/>
              <a:gd name="connsiteY6617" fmla="*/ 1583073 h 2053176"/>
              <a:gd name="connsiteX6618" fmla="*/ 10914663 w 12188965"/>
              <a:gd name="connsiteY6618" fmla="*/ 1557414 h 2053176"/>
              <a:gd name="connsiteX6619" fmla="*/ 10940321 w 12188965"/>
              <a:gd name="connsiteY6619" fmla="*/ 1531755 h 2053176"/>
              <a:gd name="connsiteX6620" fmla="*/ 10811912 w 12188965"/>
              <a:gd name="connsiteY6620" fmla="*/ 1531755 h 2053176"/>
              <a:gd name="connsiteX6621" fmla="*/ 10837571 w 12188965"/>
              <a:gd name="connsiteY6621" fmla="*/ 1557414 h 2053176"/>
              <a:gd name="connsiteX6622" fmla="*/ 10811912 w 12188965"/>
              <a:gd name="connsiteY6622" fmla="*/ 1583073 h 2053176"/>
              <a:gd name="connsiteX6623" fmla="*/ 10786254 w 12188965"/>
              <a:gd name="connsiteY6623" fmla="*/ 1557414 h 2053176"/>
              <a:gd name="connsiteX6624" fmla="*/ 10811912 w 12188965"/>
              <a:gd name="connsiteY6624" fmla="*/ 1531755 h 2053176"/>
              <a:gd name="connsiteX6625" fmla="*/ 10747708 w 12188965"/>
              <a:gd name="connsiteY6625" fmla="*/ 1531755 h 2053176"/>
              <a:gd name="connsiteX6626" fmla="*/ 10773366 w 12188965"/>
              <a:gd name="connsiteY6626" fmla="*/ 1557413 h 2053176"/>
              <a:gd name="connsiteX6627" fmla="*/ 10747708 w 12188965"/>
              <a:gd name="connsiteY6627" fmla="*/ 1583073 h 2053176"/>
              <a:gd name="connsiteX6628" fmla="*/ 10722047 w 12188965"/>
              <a:gd name="connsiteY6628" fmla="*/ 1557413 h 2053176"/>
              <a:gd name="connsiteX6629" fmla="*/ 10747708 w 12188965"/>
              <a:gd name="connsiteY6629" fmla="*/ 1531755 h 2053176"/>
              <a:gd name="connsiteX6630" fmla="*/ 10683501 w 12188965"/>
              <a:gd name="connsiteY6630" fmla="*/ 1531755 h 2053176"/>
              <a:gd name="connsiteX6631" fmla="*/ 10709159 w 12188965"/>
              <a:gd name="connsiteY6631" fmla="*/ 1557414 h 2053176"/>
              <a:gd name="connsiteX6632" fmla="*/ 10683501 w 12188965"/>
              <a:gd name="connsiteY6632" fmla="*/ 1583073 h 2053176"/>
              <a:gd name="connsiteX6633" fmla="*/ 10657843 w 12188965"/>
              <a:gd name="connsiteY6633" fmla="*/ 1557414 h 2053176"/>
              <a:gd name="connsiteX6634" fmla="*/ 10683501 w 12188965"/>
              <a:gd name="connsiteY6634" fmla="*/ 1531755 h 2053176"/>
              <a:gd name="connsiteX6635" fmla="*/ 10619297 w 12188965"/>
              <a:gd name="connsiteY6635" fmla="*/ 1531755 h 2053176"/>
              <a:gd name="connsiteX6636" fmla="*/ 10644955 w 12188965"/>
              <a:gd name="connsiteY6636" fmla="*/ 1557414 h 2053176"/>
              <a:gd name="connsiteX6637" fmla="*/ 10619297 w 12188965"/>
              <a:gd name="connsiteY6637" fmla="*/ 1583073 h 2053176"/>
              <a:gd name="connsiteX6638" fmla="*/ 10593639 w 12188965"/>
              <a:gd name="connsiteY6638" fmla="*/ 1557414 h 2053176"/>
              <a:gd name="connsiteX6639" fmla="*/ 10619297 w 12188965"/>
              <a:gd name="connsiteY6639" fmla="*/ 1531755 h 2053176"/>
              <a:gd name="connsiteX6640" fmla="*/ 10555092 w 12188965"/>
              <a:gd name="connsiteY6640" fmla="*/ 1531755 h 2053176"/>
              <a:gd name="connsiteX6641" fmla="*/ 10580751 w 12188965"/>
              <a:gd name="connsiteY6641" fmla="*/ 1557414 h 2053176"/>
              <a:gd name="connsiteX6642" fmla="*/ 10555092 w 12188965"/>
              <a:gd name="connsiteY6642" fmla="*/ 1583073 h 2053176"/>
              <a:gd name="connsiteX6643" fmla="*/ 10529432 w 12188965"/>
              <a:gd name="connsiteY6643" fmla="*/ 1557414 h 2053176"/>
              <a:gd name="connsiteX6644" fmla="*/ 10555092 w 12188965"/>
              <a:gd name="connsiteY6644" fmla="*/ 1531755 h 2053176"/>
              <a:gd name="connsiteX6645" fmla="*/ 10490885 w 12188965"/>
              <a:gd name="connsiteY6645" fmla="*/ 1531755 h 2053176"/>
              <a:gd name="connsiteX6646" fmla="*/ 10516544 w 12188965"/>
              <a:gd name="connsiteY6646" fmla="*/ 1557414 h 2053176"/>
              <a:gd name="connsiteX6647" fmla="*/ 10490885 w 12188965"/>
              <a:gd name="connsiteY6647" fmla="*/ 1583073 h 2053176"/>
              <a:gd name="connsiteX6648" fmla="*/ 10465227 w 12188965"/>
              <a:gd name="connsiteY6648" fmla="*/ 1557414 h 2053176"/>
              <a:gd name="connsiteX6649" fmla="*/ 10490885 w 12188965"/>
              <a:gd name="connsiteY6649" fmla="*/ 1531755 h 2053176"/>
              <a:gd name="connsiteX6650" fmla="*/ 10362474 w 12188965"/>
              <a:gd name="connsiteY6650" fmla="*/ 1531755 h 2053176"/>
              <a:gd name="connsiteX6651" fmla="*/ 10388135 w 12188965"/>
              <a:gd name="connsiteY6651" fmla="*/ 1557413 h 2053176"/>
              <a:gd name="connsiteX6652" fmla="*/ 10362474 w 12188965"/>
              <a:gd name="connsiteY6652" fmla="*/ 1583073 h 2053176"/>
              <a:gd name="connsiteX6653" fmla="*/ 10336816 w 12188965"/>
              <a:gd name="connsiteY6653" fmla="*/ 1557413 h 2053176"/>
              <a:gd name="connsiteX6654" fmla="*/ 10362474 w 12188965"/>
              <a:gd name="connsiteY6654" fmla="*/ 1531755 h 2053176"/>
              <a:gd name="connsiteX6655" fmla="*/ 10298270 w 12188965"/>
              <a:gd name="connsiteY6655" fmla="*/ 1531755 h 2053176"/>
              <a:gd name="connsiteX6656" fmla="*/ 10323928 w 12188965"/>
              <a:gd name="connsiteY6656" fmla="*/ 1557414 h 2053176"/>
              <a:gd name="connsiteX6657" fmla="*/ 10298270 w 12188965"/>
              <a:gd name="connsiteY6657" fmla="*/ 1583073 h 2053176"/>
              <a:gd name="connsiteX6658" fmla="*/ 10272611 w 12188965"/>
              <a:gd name="connsiteY6658" fmla="*/ 1557414 h 2053176"/>
              <a:gd name="connsiteX6659" fmla="*/ 10298270 w 12188965"/>
              <a:gd name="connsiteY6659" fmla="*/ 1531755 h 2053176"/>
              <a:gd name="connsiteX6660" fmla="*/ 10234065 w 12188965"/>
              <a:gd name="connsiteY6660" fmla="*/ 1531755 h 2053176"/>
              <a:gd name="connsiteX6661" fmla="*/ 10259723 w 12188965"/>
              <a:gd name="connsiteY6661" fmla="*/ 1557414 h 2053176"/>
              <a:gd name="connsiteX6662" fmla="*/ 10234065 w 12188965"/>
              <a:gd name="connsiteY6662" fmla="*/ 1583073 h 2053176"/>
              <a:gd name="connsiteX6663" fmla="*/ 10208404 w 12188965"/>
              <a:gd name="connsiteY6663" fmla="*/ 1557414 h 2053176"/>
              <a:gd name="connsiteX6664" fmla="*/ 10234065 w 12188965"/>
              <a:gd name="connsiteY6664" fmla="*/ 1531755 h 2053176"/>
              <a:gd name="connsiteX6665" fmla="*/ 10105654 w 12188965"/>
              <a:gd name="connsiteY6665" fmla="*/ 1531755 h 2053176"/>
              <a:gd name="connsiteX6666" fmla="*/ 10131312 w 12188965"/>
              <a:gd name="connsiteY6666" fmla="*/ 1557414 h 2053176"/>
              <a:gd name="connsiteX6667" fmla="*/ 10105654 w 12188965"/>
              <a:gd name="connsiteY6667" fmla="*/ 1583073 h 2053176"/>
              <a:gd name="connsiteX6668" fmla="*/ 10079996 w 12188965"/>
              <a:gd name="connsiteY6668" fmla="*/ 1557414 h 2053176"/>
              <a:gd name="connsiteX6669" fmla="*/ 10105654 w 12188965"/>
              <a:gd name="connsiteY6669" fmla="*/ 1531755 h 2053176"/>
              <a:gd name="connsiteX6670" fmla="*/ 9977242 w 12188965"/>
              <a:gd name="connsiteY6670" fmla="*/ 1531755 h 2053176"/>
              <a:gd name="connsiteX6671" fmla="*/ 10002903 w 12188965"/>
              <a:gd name="connsiteY6671" fmla="*/ 1557413 h 2053176"/>
              <a:gd name="connsiteX6672" fmla="*/ 9977242 w 12188965"/>
              <a:gd name="connsiteY6672" fmla="*/ 1583073 h 2053176"/>
              <a:gd name="connsiteX6673" fmla="*/ 9951584 w 12188965"/>
              <a:gd name="connsiteY6673" fmla="*/ 1557413 h 2053176"/>
              <a:gd name="connsiteX6674" fmla="*/ 9977242 w 12188965"/>
              <a:gd name="connsiteY6674" fmla="*/ 1531755 h 2053176"/>
              <a:gd name="connsiteX6675" fmla="*/ 9913038 w 12188965"/>
              <a:gd name="connsiteY6675" fmla="*/ 1531755 h 2053176"/>
              <a:gd name="connsiteX6676" fmla="*/ 9938696 w 12188965"/>
              <a:gd name="connsiteY6676" fmla="*/ 1557414 h 2053176"/>
              <a:gd name="connsiteX6677" fmla="*/ 9913038 w 12188965"/>
              <a:gd name="connsiteY6677" fmla="*/ 1583073 h 2053176"/>
              <a:gd name="connsiteX6678" fmla="*/ 9887380 w 12188965"/>
              <a:gd name="connsiteY6678" fmla="*/ 1557414 h 2053176"/>
              <a:gd name="connsiteX6679" fmla="*/ 9913038 w 12188965"/>
              <a:gd name="connsiteY6679" fmla="*/ 1531755 h 2053176"/>
              <a:gd name="connsiteX6680" fmla="*/ 9784512 w 12188965"/>
              <a:gd name="connsiteY6680" fmla="*/ 1531755 h 2053176"/>
              <a:gd name="connsiteX6681" fmla="*/ 9810170 w 12188965"/>
              <a:gd name="connsiteY6681" fmla="*/ 1557414 h 2053176"/>
              <a:gd name="connsiteX6682" fmla="*/ 9784512 w 12188965"/>
              <a:gd name="connsiteY6682" fmla="*/ 1583073 h 2053176"/>
              <a:gd name="connsiteX6683" fmla="*/ 9758853 w 12188965"/>
              <a:gd name="connsiteY6683" fmla="*/ 1557414 h 2053176"/>
              <a:gd name="connsiteX6684" fmla="*/ 9784512 w 12188965"/>
              <a:gd name="connsiteY6684" fmla="*/ 1531755 h 2053176"/>
              <a:gd name="connsiteX6685" fmla="*/ 9720307 w 12188965"/>
              <a:gd name="connsiteY6685" fmla="*/ 1531755 h 2053176"/>
              <a:gd name="connsiteX6686" fmla="*/ 9745965 w 12188965"/>
              <a:gd name="connsiteY6686" fmla="*/ 1557414 h 2053176"/>
              <a:gd name="connsiteX6687" fmla="*/ 9720307 w 12188965"/>
              <a:gd name="connsiteY6687" fmla="*/ 1583073 h 2053176"/>
              <a:gd name="connsiteX6688" fmla="*/ 9694646 w 12188965"/>
              <a:gd name="connsiteY6688" fmla="*/ 1557414 h 2053176"/>
              <a:gd name="connsiteX6689" fmla="*/ 9720307 w 12188965"/>
              <a:gd name="connsiteY6689" fmla="*/ 1531755 h 2053176"/>
              <a:gd name="connsiteX6690" fmla="*/ 9591896 w 12188965"/>
              <a:gd name="connsiteY6690" fmla="*/ 1531755 h 2053176"/>
              <a:gd name="connsiteX6691" fmla="*/ 9617554 w 12188965"/>
              <a:gd name="connsiteY6691" fmla="*/ 1557414 h 2053176"/>
              <a:gd name="connsiteX6692" fmla="*/ 9591896 w 12188965"/>
              <a:gd name="connsiteY6692" fmla="*/ 1583073 h 2053176"/>
              <a:gd name="connsiteX6693" fmla="*/ 9566238 w 12188965"/>
              <a:gd name="connsiteY6693" fmla="*/ 1557414 h 2053176"/>
              <a:gd name="connsiteX6694" fmla="*/ 9591896 w 12188965"/>
              <a:gd name="connsiteY6694" fmla="*/ 1531755 h 2053176"/>
              <a:gd name="connsiteX6695" fmla="*/ 9527689 w 12188965"/>
              <a:gd name="connsiteY6695" fmla="*/ 1531755 h 2053176"/>
              <a:gd name="connsiteX6696" fmla="*/ 9553350 w 12188965"/>
              <a:gd name="connsiteY6696" fmla="*/ 1557414 h 2053176"/>
              <a:gd name="connsiteX6697" fmla="*/ 9527689 w 12188965"/>
              <a:gd name="connsiteY6697" fmla="*/ 1583073 h 2053176"/>
              <a:gd name="connsiteX6698" fmla="*/ 9502031 w 12188965"/>
              <a:gd name="connsiteY6698" fmla="*/ 1557414 h 2053176"/>
              <a:gd name="connsiteX6699" fmla="*/ 9527689 w 12188965"/>
              <a:gd name="connsiteY6699" fmla="*/ 1531755 h 2053176"/>
              <a:gd name="connsiteX6700" fmla="*/ 9463485 w 12188965"/>
              <a:gd name="connsiteY6700" fmla="*/ 1531755 h 2053176"/>
              <a:gd name="connsiteX6701" fmla="*/ 9489143 w 12188965"/>
              <a:gd name="connsiteY6701" fmla="*/ 1557414 h 2053176"/>
              <a:gd name="connsiteX6702" fmla="*/ 9463485 w 12188965"/>
              <a:gd name="connsiteY6702" fmla="*/ 1583073 h 2053176"/>
              <a:gd name="connsiteX6703" fmla="*/ 9437826 w 12188965"/>
              <a:gd name="connsiteY6703" fmla="*/ 1557414 h 2053176"/>
              <a:gd name="connsiteX6704" fmla="*/ 9463485 w 12188965"/>
              <a:gd name="connsiteY6704" fmla="*/ 1531755 h 2053176"/>
              <a:gd name="connsiteX6705" fmla="*/ 9399280 w 12188965"/>
              <a:gd name="connsiteY6705" fmla="*/ 1531755 h 2053176"/>
              <a:gd name="connsiteX6706" fmla="*/ 9424938 w 12188965"/>
              <a:gd name="connsiteY6706" fmla="*/ 1557414 h 2053176"/>
              <a:gd name="connsiteX6707" fmla="*/ 9399280 w 12188965"/>
              <a:gd name="connsiteY6707" fmla="*/ 1583073 h 2053176"/>
              <a:gd name="connsiteX6708" fmla="*/ 9373619 w 12188965"/>
              <a:gd name="connsiteY6708" fmla="*/ 1557414 h 2053176"/>
              <a:gd name="connsiteX6709" fmla="*/ 9399280 w 12188965"/>
              <a:gd name="connsiteY6709" fmla="*/ 1531755 h 2053176"/>
              <a:gd name="connsiteX6710" fmla="*/ 9335073 w 12188965"/>
              <a:gd name="connsiteY6710" fmla="*/ 1531755 h 2053176"/>
              <a:gd name="connsiteX6711" fmla="*/ 9360734 w 12188965"/>
              <a:gd name="connsiteY6711" fmla="*/ 1557413 h 2053176"/>
              <a:gd name="connsiteX6712" fmla="*/ 9335073 w 12188965"/>
              <a:gd name="connsiteY6712" fmla="*/ 1583073 h 2053176"/>
              <a:gd name="connsiteX6713" fmla="*/ 9309415 w 12188965"/>
              <a:gd name="connsiteY6713" fmla="*/ 1557413 h 2053176"/>
              <a:gd name="connsiteX6714" fmla="*/ 9335073 w 12188965"/>
              <a:gd name="connsiteY6714" fmla="*/ 1531755 h 2053176"/>
              <a:gd name="connsiteX6715" fmla="*/ 9142457 w 12188965"/>
              <a:gd name="connsiteY6715" fmla="*/ 1531755 h 2053176"/>
              <a:gd name="connsiteX6716" fmla="*/ 9168118 w 12188965"/>
              <a:gd name="connsiteY6716" fmla="*/ 1557414 h 2053176"/>
              <a:gd name="connsiteX6717" fmla="*/ 9142457 w 12188965"/>
              <a:gd name="connsiteY6717" fmla="*/ 1583073 h 2053176"/>
              <a:gd name="connsiteX6718" fmla="*/ 9116799 w 12188965"/>
              <a:gd name="connsiteY6718" fmla="*/ 1557414 h 2053176"/>
              <a:gd name="connsiteX6719" fmla="*/ 9142457 w 12188965"/>
              <a:gd name="connsiteY6719" fmla="*/ 1531755 h 2053176"/>
              <a:gd name="connsiteX6720" fmla="*/ 9078253 w 12188965"/>
              <a:gd name="connsiteY6720" fmla="*/ 1531755 h 2053176"/>
              <a:gd name="connsiteX6721" fmla="*/ 9103911 w 12188965"/>
              <a:gd name="connsiteY6721" fmla="*/ 1557414 h 2053176"/>
              <a:gd name="connsiteX6722" fmla="*/ 9078253 w 12188965"/>
              <a:gd name="connsiteY6722" fmla="*/ 1583073 h 2053176"/>
              <a:gd name="connsiteX6723" fmla="*/ 9052595 w 12188965"/>
              <a:gd name="connsiteY6723" fmla="*/ 1557414 h 2053176"/>
              <a:gd name="connsiteX6724" fmla="*/ 9078253 w 12188965"/>
              <a:gd name="connsiteY6724" fmla="*/ 1531755 h 2053176"/>
              <a:gd name="connsiteX6725" fmla="*/ 9014049 w 12188965"/>
              <a:gd name="connsiteY6725" fmla="*/ 1531755 h 2053176"/>
              <a:gd name="connsiteX6726" fmla="*/ 9039707 w 12188965"/>
              <a:gd name="connsiteY6726" fmla="*/ 1557414 h 2053176"/>
              <a:gd name="connsiteX6727" fmla="*/ 9014049 w 12188965"/>
              <a:gd name="connsiteY6727" fmla="*/ 1583073 h 2053176"/>
              <a:gd name="connsiteX6728" fmla="*/ 8988388 w 12188965"/>
              <a:gd name="connsiteY6728" fmla="*/ 1557414 h 2053176"/>
              <a:gd name="connsiteX6729" fmla="*/ 9014049 w 12188965"/>
              <a:gd name="connsiteY6729" fmla="*/ 1531755 h 2053176"/>
              <a:gd name="connsiteX6730" fmla="*/ 8949842 w 12188965"/>
              <a:gd name="connsiteY6730" fmla="*/ 1531755 h 2053176"/>
              <a:gd name="connsiteX6731" fmla="*/ 8975503 w 12188965"/>
              <a:gd name="connsiteY6731" fmla="*/ 1557413 h 2053176"/>
              <a:gd name="connsiteX6732" fmla="*/ 8949842 w 12188965"/>
              <a:gd name="connsiteY6732" fmla="*/ 1583073 h 2053176"/>
              <a:gd name="connsiteX6733" fmla="*/ 8924183 w 12188965"/>
              <a:gd name="connsiteY6733" fmla="*/ 1557413 h 2053176"/>
              <a:gd name="connsiteX6734" fmla="*/ 8949842 w 12188965"/>
              <a:gd name="connsiteY6734" fmla="*/ 1531755 h 2053176"/>
              <a:gd name="connsiteX6735" fmla="*/ 8821433 w 12188965"/>
              <a:gd name="connsiteY6735" fmla="*/ 1531755 h 2053176"/>
              <a:gd name="connsiteX6736" fmla="*/ 8847091 w 12188965"/>
              <a:gd name="connsiteY6736" fmla="*/ 1557414 h 2053176"/>
              <a:gd name="connsiteX6737" fmla="*/ 8821433 w 12188965"/>
              <a:gd name="connsiteY6737" fmla="*/ 1583073 h 2053176"/>
              <a:gd name="connsiteX6738" fmla="*/ 8795772 w 12188965"/>
              <a:gd name="connsiteY6738" fmla="*/ 1557414 h 2053176"/>
              <a:gd name="connsiteX6739" fmla="*/ 8821433 w 12188965"/>
              <a:gd name="connsiteY6739" fmla="*/ 1531755 h 2053176"/>
              <a:gd name="connsiteX6740" fmla="*/ 8757226 w 12188965"/>
              <a:gd name="connsiteY6740" fmla="*/ 1531755 h 2053176"/>
              <a:gd name="connsiteX6741" fmla="*/ 8782887 w 12188965"/>
              <a:gd name="connsiteY6741" fmla="*/ 1557414 h 2053176"/>
              <a:gd name="connsiteX6742" fmla="*/ 8757226 w 12188965"/>
              <a:gd name="connsiteY6742" fmla="*/ 1583073 h 2053176"/>
              <a:gd name="connsiteX6743" fmla="*/ 8731568 w 12188965"/>
              <a:gd name="connsiteY6743" fmla="*/ 1557414 h 2053176"/>
              <a:gd name="connsiteX6744" fmla="*/ 8757226 w 12188965"/>
              <a:gd name="connsiteY6744" fmla="*/ 1531755 h 2053176"/>
              <a:gd name="connsiteX6745" fmla="*/ 8692904 w 12188965"/>
              <a:gd name="connsiteY6745" fmla="*/ 1531755 h 2053176"/>
              <a:gd name="connsiteX6746" fmla="*/ 8718565 w 12188965"/>
              <a:gd name="connsiteY6746" fmla="*/ 1557414 h 2053176"/>
              <a:gd name="connsiteX6747" fmla="*/ 8692904 w 12188965"/>
              <a:gd name="connsiteY6747" fmla="*/ 1583073 h 2053176"/>
              <a:gd name="connsiteX6748" fmla="*/ 8667246 w 12188965"/>
              <a:gd name="connsiteY6748" fmla="*/ 1557414 h 2053176"/>
              <a:gd name="connsiteX6749" fmla="*/ 8692904 w 12188965"/>
              <a:gd name="connsiteY6749" fmla="*/ 1531755 h 2053176"/>
              <a:gd name="connsiteX6750" fmla="*/ 8564495 w 12188965"/>
              <a:gd name="connsiteY6750" fmla="*/ 1531755 h 2053176"/>
              <a:gd name="connsiteX6751" fmla="*/ 8590153 w 12188965"/>
              <a:gd name="connsiteY6751" fmla="*/ 1557413 h 2053176"/>
              <a:gd name="connsiteX6752" fmla="*/ 8564495 w 12188965"/>
              <a:gd name="connsiteY6752" fmla="*/ 1583073 h 2053176"/>
              <a:gd name="connsiteX6753" fmla="*/ 8538837 w 12188965"/>
              <a:gd name="connsiteY6753" fmla="*/ 1557413 h 2053176"/>
              <a:gd name="connsiteX6754" fmla="*/ 8564495 w 12188965"/>
              <a:gd name="connsiteY6754" fmla="*/ 1531755 h 2053176"/>
              <a:gd name="connsiteX6755" fmla="*/ 8500288 w 12188965"/>
              <a:gd name="connsiteY6755" fmla="*/ 1531755 h 2053176"/>
              <a:gd name="connsiteX6756" fmla="*/ 8525949 w 12188965"/>
              <a:gd name="connsiteY6756" fmla="*/ 1557414 h 2053176"/>
              <a:gd name="connsiteX6757" fmla="*/ 8500288 w 12188965"/>
              <a:gd name="connsiteY6757" fmla="*/ 1583073 h 2053176"/>
              <a:gd name="connsiteX6758" fmla="*/ 8474630 w 12188965"/>
              <a:gd name="connsiteY6758" fmla="*/ 1557414 h 2053176"/>
              <a:gd name="connsiteX6759" fmla="*/ 8500288 w 12188965"/>
              <a:gd name="connsiteY6759" fmla="*/ 1531755 h 2053176"/>
              <a:gd name="connsiteX6760" fmla="*/ 8436084 w 12188965"/>
              <a:gd name="connsiteY6760" fmla="*/ 1531755 h 2053176"/>
              <a:gd name="connsiteX6761" fmla="*/ 8461745 w 12188965"/>
              <a:gd name="connsiteY6761" fmla="*/ 1557414 h 2053176"/>
              <a:gd name="connsiteX6762" fmla="*/ 8436084 w 12188965"/>
              <a:gd name="connsiteY6762" fmla="*/ 1583073 h 2053176"/>
              <a:gd name="connsiteX6763" fmla="*/ 8410426 w 12188965"/>
              <a:gd name="connsiteY6763" fmla="*/ 1557414 h 2053176"/>
              <a:gd name="connsiteX6764" fmla="*/ 8436084 w 12188965"/>
              <a:gd name="connsiteY6764" fmla="*/ 1531755 h 2053176"/>
              <a:gd name="connsiteX6765" fmla="*/ 8307675 w 12188965"/>
              <a:gd name="connsiteY6765" fmla="*/ 1531755 h 2053176"/>
              <a:gd name="connsiteX6766" fmla="*/ 8333333 w 12188965"/>
              <a:gd name="connsiteY6766" fmla="*/ 1557414 h 2053176"/>
              <a:gd name="connsiteX6767" fmla="*/ 8307675 w 12188965"/>
              <a:gd name="connsiteY6767" fmla="*/ 1583073 h 2053176"/>
              <a:gd name="connsiteX6768" fmla="*/ 8282014 w 12188965"/>
              <a:gd name="connsiteY6768" fmla="*/ 1557414 h 2053176"/>
              <a:gd name="connsiteX6769" fmla="*/ 8307675 w 12188965"/>
              <a:gd name="connsiteY6769" fmla="*/ 1531755 h 2053176"/>
              <a:gd name="connsiteX6770" fmla="*/ 8243468 w 12188965"/>
              <a:gd name="connsiteY6770" fmla="*/ 1531755 h 2053176"/>
              <a:gd name="connsiteX6771" fmla="*/ 8269126 w 12188965"/>
              <a:gd name="connsiteY6771" fmla="*/ 1557413 h 2053176"/>
              <a:gd name="connsiteX6772" fmla="*/ 8243468 w 12188965"/>
              <a:gd name="connsiteY6772" fmla="*/ 1583073 h 2053176"/>
              <a:gd name="connsiteX6773" fmla="*/ 8217810 w 12188965"/>
              <a:gd name="connsiteY6773" fmla="*/ 1557413 h 2053176"/>
              <a:gd name="connsiteX6774" fmla="*/ 8243468 w 12188965"/>
              <a:gd name="connsiteY6774" fmla="*/ 1531755 h 2053176"/>
              <a:gd name="connsiteX6775" fmla="*/ 8115057 w 12188965"/>
              <a:gd name="connsiteY6775" fmla="*/ 1531755 h 2053176"/>
              <a:gd name="connsiteX6776" fmla="*/ 8140717 w 12188965"/>
              <a:gd name="connsiteY6776" fmla="*/ 1557414 h 2053176"/>
              <a:gd name="connsiteX6777" fmla="*/ 8115057 w 12188965"/>
              <a:gd name="connsiteY6777" fmla="*/ 1583073 h 2053176"/>
              <a:gd name="connsiteX6778" fmla="*/ 8089398 w 12188965"/>
              <a:gd name="connsiteY6778" fmla="*/ 1557414 h 2053176"/>
              <a:gd name="connsiteX6779" fmla="*/ 8115057 w 12188965"/>
              <a:gd name="connsiteY6779" fmla="*/ 1531755 h 2053176"/>
              <a:gd name="connsiteX6780" fmla="*/ 8050852 w 12188965"/>
              <a:gd name="connsiteY6780" fmla="*/ 1531755 h 2053176"/>
              <a:gd name="connsiteX6781" fmla="*/ 8076510 w 12188965"/>
              <a:gd name="connsiteY6781" fmla="*/ 1557414 h 2053176"/>
              <a:gd name="connsiteX6782" fmla="*/ 8050852 w 12188965"/>
              <a:gd name="connsiteY6782" fmla="*/ 1583073 h 2053176"/>
              <a:gd name="connsiteX6783" fmla="*/ 8025194 w 12188965"/>
              <a:gd name="connsiteY6783" fmla="*/ 1557414 h 2053176"/>
              <a:gd name="connsiteX6784" fmla="*/ 8050852 w 12188965"/>
              <a:gd name="connsiteY6784" fmla="*/ 1531755 h 2053176"/>
              <a:gd name="connsiteX6785" fmla="*/ 7986648 w 12188965"/>
              <a:gd name="connsiteY6785" fmla="*/ 1531755 h 2053176"/>
              <a:gd name="connsiteX6786" fmla="*/ 8012306 w 12188965"/>
              <a:gd name="connsiteY6786" fmla="*/ 1557414 h 2053176"/>
              <a:gd name="connsiteX6787" fmla="*/ 7986648 w 12188965"/>
              <a:gd name="connsiteY6787" fmla="*/ 1583073 h 2053176"/>
              <a:gd name="connsiteX6788" fmla="*/ 7960990 w 12188965"/>
              <a:gd name="connsiteY6788" fmla="*/ 1557414 h 2053176"/>
              <a:gd name="connsiteX6789" fmla="*/ 7986648 w 12188965"/>
              <a:gd name="connsiteY6789" fmla="*/ 1531755 h 2053176"/>
              <a:gd name="connsiteX6790" fmla="*/ 7922444 w 12188965"/>
              <a:gd name="connsiteY6790" fmla="*/ 1531755 h 2053176"/>
              <a:gd name="connsiteX6791" fmla="*/ 7948102 w 12188965"/>
              <a:gd name="connsiteY6791" fmla="*/ 1557414 h 2053176"/>
              <a:gd name="connsiteX6792" fmla="*/ 7922444 w 12188965"/>
              <a:gd name="connsiteY6792" fmla="*/ 1583073 h 2053176"/>
              <a:gd name="connsiteX6793" fmla="*/ 7896783 w 12188965"/>
              <a:gd name="connsiteY6793" fmla="*/ 1557414 h 2053176"/>
              <a:gd name="connsiteX6794" fmla="*/ 7922444 w 12188965"/>
              <a:gd name="connsiteY6794" fmla="*/ 1531755 h 2053176"/>
              <a:gd name="connsiteX6795" fmla="*/ 7858237 w 12188965"/>
              <a:gd name="connsiteY6795" fmla="*/ 1531755 h 2053176"/>
              <a:gd name="connsiteX6796" fmla="*/ 7883895 w 12188965"/>
              <a:gd name="connsiteY6796" fmla="*/ 1557413 h 2053176"/>
              <a:gd name="connsiteX6797" fmla="*/ 7858237 w 12188965"/>
              <a:gd name="connsiteY6797" fmla="*/ 1583073 h 2053176"/>
              <a:gd name="connsiteX6798" fmla="*/ 7832578 w 12188965"/>
              <a:gd name="connsiteY6798" fmla="*/ 1557413 h 2053176"/>
              <a:gd name="connsiteX6799" fmla="*/ 7858237 w 12188965"/>
              <a:gd name="connsiteY6799" fmla="*/ 1531755 h 2053176"/>
              <a:gd name="connsiteX6800" fmla="*/ 7794032 w 12188965"/>
              <a:gd name="connsiteY6800" fmla="*/ 1531755 h 2053176"/>
              <a:gd name="connsiteX6801" fmla="*/ 7819690 w 12188965"/>
              <a:gd name="connsiteY6801" fmla="*/ 1557413 h 2053176"/>
              <a:gd name="connsiteX6802" fmla="*/ 7794032 w 12188965"/>
              <a:gd name="connsiteY6802" fmla="*/ 1583073 h 2053176"/>
              <a:gd name="connsiteX6803" fmla="*/ 7768371 w 12188965"/>
              <a:gd name="connsiteY6803" fmla="*/ 1557413 h 2053176"/>
              <a:gd name="connsiteX6804" fmla="*/ 7794032 w 12188965"/>
              <a:gd name="connsiteY6804" fmla="*/ 1531755 h 2053176"/>
              <a:gd name="connsiteX6805" fmla="*/ 7729825 w 12188965"/>
              <a:gd name="connsiteY6805" fmla="*/ 1531755 h 2053176"/>
              <a:gd name="connsiteX6806" fmla="*/ 7755486 w 12188965"/>
              <a:gd name="connsiteY6806" fmla="*/ 1557414 h 2053176"/>
              <a:gd name="connsiteX6807" fmla="*/ 7729825 w 12188965"/>
              <a:gd name="connsiteY6807" fmla="*/ 1583073 h 2053176"/>
              <a:gd name="connsiteX6808" fmla="*/ 7704167 w 12188965"/>
              <a:gd name="connsiteY6808" fmla="*/ 1557414 h 2053176"/>
              <a:gd name="connsiteX6809" fmla="*/ 7729825 w 12188965"/>
              <a:gd name="connsiteY6809" fmla="*/ 1531755 h 2053176"/>
              <a:gd name="connsiteX6810" fmla="*/ 7665621 w 12188965"/>
              <a:gd name="connsiteY6810" fmla="*/ 1531755 h 2053176"/>
              <a:gd name="connsiteX6811" fmla="*/ 7691279 w 12188965"/>
              <a:gd name="connsiteY6811" fmla="*/ 1557414 h 2053176"/>
              <a:gd name="connsiteX6812" fmla="*/ 7665621 w 12188965"/>
              <a:gd name="connsiteY6812" fmla="*/ 1583073 h 2053176"/>
              <a:gd name="connsiteX6813" fmla="*/ 7639963 w 12188965"/>
              <a:gd name="connsiteY6813" fmla="*/ 1557414 h 2053176"/>
              <a:gd name="connsiteX6814" fmla="*/ 7665621 w 12188965"/>
              <a:gd name="connsiteY6814" fmla="*/ 1531755 h 2053176"/>
              <a:gd name="connsiteX6815" fmla="*/ 7601299 w 12188965"/>
              <a:gd name="connsiteY6815" fmla="*/ 1531755 h 2053176"/>
              <a:gd name="connsiteX6816" fmla="*/ 7626959 w 12188965"/>
              <a:gd name="connsiteY6816" fmla="*/ 1557414 h 2053176"/>
              <a:gd name="connsiteX6817" fmla="*/ 7601299 w 12188965"/>
              <a:gd name="connsiteY6817" fmla="*/ 1583073 h 2053176"/>
              <a:gd name="connsiteX6818" fmla="*/ 7575640 w 12188965"/>
              <a:gd name="connsiteY6818" fmla="*/ 1557414 h 2053176"/>
              <a:gd name="connsiteX6819" fmla="*/ 7601299 w 12188965"/>
              <a:gd name="connsiteY6819" fmla="*/ 1531755 h 2053176"/>
              <a:gd name="connsiteX6820" fmla="*/ 7537094 w 12188965"/>
              <a:gd name="connsiteY6820" fmla="*/ 1531755 h 2053176"/>
              <a:gd name="connsiteX6821" fmla="*/ 7562752 w 12188965"/>
              <a:gd name="connsiteY6821" fmla="*/ 1557414 h 2053176"/>
              <a:gd name="connsiteX6822" fmla="*/ 7537094 w 12188965"/>
              <a:gd name="connsiteY6822" fmla="*/ 1583073 h 2053176"/>
              <a:gd name="connsiteX6823" fmla="*/ 7511436 w 12188965"/>
              <a:gd name="connsiteY6823" fmla="*/ 1557414 h 2053176"/>
              <a:gd name="connsiteX6824" fmla="*/ 7537094 w 12188965"/>
              <a:gd name="connsiteY6824" fmla="*/ 1531755 h 2053176"/>
              <a:gd name="connsiteX6825" fmla="*/ 7472890 w 12188965"/>
              <a:gd name="connsiteY6825" fmla="*/ 1531755 h 2053176"/>
              <a:gd name="connsiteX6826" fmla="*/ 7498548 w 12188965"/>
              <a:gd name="connsiteY6826" fmla="*/ 1557413 h 2053176"/>
              <a:gd name="connsiteX6827" fmla="*/ 7472890 w 12188965"/>
              <a:gd name="connsiteY6827" fmla="*/ 1583073 h 2053176"/>
              <a:gd name="connsiteX6828" fmla="*/ 7447229 w 12188965"/>
              <a:gd name="connsiteY6828" fmla="*/ 1557413 h 2053176"/>
              <a:gd name="connsiteX6829" fmla="*/ 7472890 w 12188965"/>
              <a:gd name="connsiteY6829" fmla="*/ 1531755 h 2053176"/>
              <a:gd name="connsiteX6830" fmla="*/ 7408683 w 12188965"/>
              <a:gd name="connsiteY6830" fmla="*/ 1531755 h 2053176"/>
              <a:gd name="connsiteX6831" fmla="*/ 7434341 w 12188965"/>
              <a:gd name="connsiteY6831" fmla="*/ 1557414 h 2053176"/>
              <a:gd name="connsiteX6832" fmla="*/ 7408683 w 12188965"/>
              <a:gd name="connsiteY6832" fmla="*/ 1583073 h 2053176"/>
              <a:gd name="connsiteX6833" fmla="*/ 7383025 w 12188965"/>
              <a:gd name="connsiteY6833" fmla="*/ 1557414 h 2053176"/>
              <a:gd name="connsiteX6834" fmla="*/ 7408683 w 12188965"/>
              <a:gd name="connsiteY6834" fmla="*/ 1531755 h 2053176"/>
              <a:gd name="connsiteX6835" fmla="*/ 7344479 w 12188965"/>
              <a:gd name="connsiteY6835" fmla="*/ 1531755 h 2053176"/>
              <a:gd name="connsiteX6836" fmla="*/ 7370137 w 12188965"/>
              <a:gd name="connsiteY6836" fmla="*/ 1557414 h 2053176"/>
              <a:gd name="connsiteX6837" fmla="*/ 7344479 w 12188965"/>
              <a:gd name="connsiteY6837" fmla="*/ 1583073 h 2053176"/>
              <a:gd name="connsiteX6838" fmla="*/ 7318820 w 12188965"/>
              <a:gd name="connsiteY6838" fmla="*/ 1557414 h 2053176"/>
              <a:gd name="connsiteX6839" fmla="*/ 7344479 w 12188965"/>
              <a:gd name="connsiteY6839" fmla="*/ 1531755 h 2053176"/>
              <a:gd name="connsiteX6840" fmla="*/ 7280274 w 12188965"/>
              <a:gd name="connsiteY6840" fmla="*/ 1531755 h 2053176"/>
              <a:gd name="connsiteX6841" fmla="*/ 7305932 w 12188965"/>
              <a:gd name="connsiteY6841" fmla="*/ 1557414 h 2053176"/>
              <a:gd name="connsiteX6842" fmla="*/ 7280274 w 12188965"/>
              <a:gd name="connsiteY6842" fmla="*/ 1583073 h 2053176"/>
              <a:gd name="connsiteX6843" fmla="*/ 7254613 w 12188965"/>
              <a:gd name="connsiteY6843" fmla="*/ 1557414 h 2053176"/>
              <a:gd name="connsiteX6844" fmla="*/ 7280274 w 12188965"/>
              <a:gd name="connsiteY6844" fmla="*/ 1531755 h 2053176"/>
              <a:gd name="connsiteX6845" fmla="*/ 7216067 w 12188965"/>
              <a:gd name="connsiteY6845" fmla="*/ 1531755 h 2053176"/>
              <a:gd name="connsiteX6846" fmla="*/ 7241725 w 12188965"/>
              <a:gd name="connsiteY6846" fmla="*/ 1557414 h 2053176"/>
              <a:gd name="connsiteX6847" fmla="*/ 7216067 w 12188965"/>
              <a:gd name="connsiteY6847" fmla="*/ 1583073 h 2053176"/>
              <a:gd name="connsiteX6848" fmla="*/ 7190409 w 12188965"/>
              <a:gd name="connsiteY6848" fmla="*/ 1557414 h 2053176"/>
              <a:gd name="connsiteX6849" fmla="*/ 7216067 w 12188965"/>
              <a:gd name="connsiteY6849" fmla="*/ 1531755 h 2053176"/>
              <a:gd name="connsiteX6850" fmla="*/ 7151863 w 12188965"/>
              <a:gd name="connsiteY6850" fmla="*/ 1531755 h 2053176"/>
              <a:gd name="connsiteX6851" fmla="*/ 7177521 w 12188965"/>
              <a:gd name="connsiteY6851" fmla="*/ 1557413 h 2053176"/>
              <a:gd name="connsiteX6852" fmla="*/ 7151863 w 12188965"/>
              <a:gd name="connsiteY6852" fmla="*/ 1583073 h 2053176"/>
              <a:gd name="connsiteX6853" fmla="*/ 7126205 w 12188965"/>
              <a:gd name="connsiteY6853" fmla="*/ 1557413 h 2053176"/>
              <a:gd name="connsiteX6854" fmla="*/ 7151863 w 12188965"/>
              <a:gd name="connsiteY6854" fmla="*/ 1531755 h 2053176"/>
              <a:gd name="connsiteX6855" fmla="*/ 7087658 w 12188965"/>
              <a:gd name="connsiteY6855" fmla="*/ 1531755 h 2053176"/>
              <a:gd name="connsiteX6856" fmla="*/ 7113317 w 12188965"/>
              <a:gd name="connsiteY6856" fmla="*/ 1557413 h 2053176"/>
              <a:gd name="connsiteX6857" fmla="*/ 7087658 w 12188965"/>
              <a:gd name="connsiteY6857" fmla="*/ 1583073 h 2053176"/>
              <a:gd name="connsiteX6858" fmla="*/ 7061998 w 12188965"/>
              <a:gd name="connsiteY6858" fmla="*/ 1557413 h 2053176"/>
              <a:gd name="connsiteX6859" fmla="*/ 7087658 w 12188965"/>
              <a:gd name="connsiteY6859" fmla="*/ 1531755 h 2053176"/>
              <a:gd name="connsiteX6860" fmla="*/ 6895043 w 12188965"/>
              <a:gd name="connsiteY6860" fmla="*/ 1531755 h 2053176"/>
              <a:gd name="connsiteX6861" fmla="*/ 6920701 w 12188965"/>
              <a:gd name="connsiteY6861" fmla="*/ 1557414 h 2053176"/>
              <a:gd name="connsiteX6862" fmla="*/ 6895043 w 12188965"/>
              <a:gd name="connsiteY6862" fmla="*/ 1583073 h 2053176"/>
              <a:gd name="connsiteX6863" fmla="*/ 6869382 w 12188965"/>
              <a:gd name="connsiteY6863" fmla="*/ 1557414 h 2053176"/>
              <a:gd name="connsiteX6864" fmla="*/ 6895043 w 12188965"/>
              <a:gd name="connsiteY6864" fmla="*/ 1531755 h 2053176"/>
              <a:gd name="connsiteX6865" fmla="*/ 6830836 w 12188965"/>
              <a:gd name="connsiteY6865" fmla="*/ 1531755 h 2053176"/>
              <a:gd name="connsiteX6866" fmla="*/ 6856494 w 12188965"/>
              <a:gd name="connsiteY6866" fmla="*/ 1557414 h 2053176"/>
              <a:gd name="connsiteX6867" fmla="*/ 6830836 w 12188965"/>
              <a:gd name="connsiteY6867" fmla="*/ 1583073 h 2053176"/>
              <a:gd name="connsiteX6868" fmla="*/ 6805178 w 12188965"/>
              <a:gd name="connsiteY6868" fmla="*/ 1557414 h 2053176"/>
              <a:gd name="connsiteX6869" fmla="*/ 6830836 w 12188965"/>
              <a:gd name="connsiteY6869" fmla="*/ 1531755 h 2053176"/>
              <a:gd name="connsiteX6870" fmla="*/ 6766631 w 12188965"/>
              <a:gd name="connsiteY6870" fmla="*/ 1531755 h 2053176"/>
              <a:gd name="connsiteX6871" fmla="*/ 6792290 w 12188965"/>
              <a:gd name="connsiteY6871" fmla="*/ 1557413 h 2053176"/>
              <a:gd name="connsiteX6872" fmla="*/ 6766631 w 12188965"/>
              <a:gd name="connsiteY6872" fmla="*/ 1583073 h 2053176"/>
              <a:gd name="connsiteX6873" fmla="*/ 6740973 w 12188965"/>
              <a:gd name="connsiteY6873" fmla="*/ 1557413 h 2053176"/>
              <a:gd name="connsiteX6874" fmla="*/ 6766631 w 12188965"/>
              <a:gd name="connsiteY6874" fmla="*/ 1531755 h 2053176"/>
              <a:gd name="connsiteX6875" fmla="*/ 6702427 w 12188965"/>
              <a:gd name="connsiteY6875" fmla="*/ 1531755 h 2053176"/>
              <a:gd name="connsiteX6876" fmla="*/ 6728085 w 12188965"/>
              <a:gd name="connsiteY6876" fmla="*/ 1557413 h 2053176"/>
              <a:gd name="connsiteX6877" fmla="*/ 6702427 w 12188965"/>
              <a:gd name="connsiteY6877" fmla="*/ 1583073 h 2053176"/>
              <a:gd name="connsiteX6878" fmla="*/ 6676766 w 12188965"/>
              <a:gd name="connsiteY6878" fmla="*/ 1557413 h 2053176"/>
              <a:gd name="connsiteX6879" fmla="*/ 6702427 w 12188965"/>
              <a:gd name="connsiteY6879" fmla="*/ 1531755 h 2053176"/>
              <a:gd name="connsiteX6880" fmla="*/ 6638220 w 12188965"/>
              <a:gd name="connsiteY6880" fmla="*/ 1531755 h 2053176"/>
              <a:gd name="connsiteX6881" fmla="*/ 6663881 w 12188965"/>
              <a:gd name="connsiteY6881" fmla="*/ 1557414 h 2053176"/>
              <a:gd name="connsiteX6882" fmla="*/ 6638220 w 12188965"/>
              <a:gd name="connsiteY6882" fmla="*/ 1583073 h 2053176"/>
              <a:gd name="connsiteX6883" fmla="*/ 6612562 w 12188965"/>
              <a:gd name="connsiteY6883" fmla="*/ 1557414 h 2053176"/>
              <a:gd name="connsiteX6884" fmla="*/ 6638220 w 12188965"/>
              <a:gd name="connsiteY6884" fmla="*/ 1531755 h 2053176"/>
              <a:gd name="connsiteX6885" fmla="*/ 6574016 w 12188965"/>
              <a:gd name="connsiteY6885" fmla="*/ 1531755 h 2053176"/>
              <a:gd name="connsiteX6886" fmla="*/ 6599674 w 12188965"/>
              <a:gd name="connsiteY6886" fmla="*/ 1557414 h 2053176"/>
              <a:gd name="connsiteX6887" fmla="*/ 6574016 w 12188965"/>
              <a:gd name="connsiteY6887" fmla="*/ 1583073 h 2053176"/>
              <a:gd name="connsiteX6888" fmla="*/ 6548357 w 12188965"/>
              <a:gd name="connsiteY6888" fmla="*/ 1557414 h 2053176"/>
              <a:gd name="connsiteX6889" fmla="*/ 6574016 w 12188965"/>
              <a:gd name="connsiteY6889" fmla="*/ 1531755 h 2053176"/>
              <a:gd name="connsiteX6890" fmla="*/ 6381282 w 12188965"/>
              <a:gd name="connsiteY6890" fmla="*/ 1531755 h 2053176"/>
              <a:gd name="connsiteX6891" fmla="*/ 6406943 w 12188965"/>
              <a:gd name="connsiteY6891" fmla="*/ 1557413 h 2053176"/>
              <a:gd name="connsiteX6892" fmla="*/ 6381282 w 12188965"/>
              <a:gd name="connsiteY6892" fmla="*/ 1583073 h 2053176"/>
              <a:gd name="connsiteX6893" fmla="*/ 6355624 w 12188965"/>
              <a:gd name="connsiteY6893" fmla="*/ 1557413 h 2053176"/>
              <a:gd name="connsiteX6894" fmla="*/ 6381282 w 12188965"/>
              <a:gd name="connsiteY6894" fmla="*/ 1531755 h 2053176"/>
              <a:gd name="connsiteX6895" fmla="*/ 6317078 w 12188965"/>
              <a:gd name="connsiteY6895" fmla="*/ 1531755 h 2053176"/>
              <a:gd name="connsiteX6896" fmla="*/ 6342736 w 12188965"/>
              <a:gd name="connsiteY6896" fmla="*/ 1557414 h 2053176"/>
              <a:gd name="connsiteX6897" fmla="*/ 6317078 w 12188965"/>
              <a:gd name="connsiteY6897" fmla="*/ 1583073 h 2053176"/>
              <a:gd name="connsiteX6898" fmla="*/ 6291420 w 12188965"/>
              <a:gd name="connsiteY6898" fmla="*/ 1557414 h 2053176"/>
              <a:gd name="connsiteX6899" fmla="*/ 6317078 w 12188965"/>
              <a:gd name="connsiteY6899" fmla="*/ 1531755 h 2053176"/>
              <a:gd name="connsiteX6900" fmla="*/ 6252873 w 12188965"/>
              <a:gd name="connsiteY6900" fmla="*/ 1531755 h 2053176"/>
              <a:gd name="connsiteX6901" fmla="*/ 6278532 w 12188965"/>
              <a:gd name="connsiteY6901" fmla="*/ 1557414 h 2053176"/>
              <a:gd name="connsiteX6902" fmla="*/ 6252873 w 12188965"/>
              <a:gd name="connsiteY6902" fmla="*/ 1583073 h 2053176"/>
              <a:gd name="connsiteX6903" fmla="*/ 6227213 w 12188965"/>
              <a:gd name="connsiteY6903" fmla="*/ 1557414 h 2053176"/>
              <a:gd name="connsiteX6904" fmla="*/ 6252873 w 12188965"/>
              <a:gd name="connsiteY6904" fmla="*/ 1531755 h 2053176"/>
              <a:gd name="connsiteX6905" fmla="*/ 6188666 w 12188965"/>
              <a:gd name="connsiteY6905" fmla="*/ 1531755 h 2053176"/>
              <a:gd name="connsiteX6906" fmla="*/ 6214327 w 12188965"/>
              <a:gd name="connsiteY6906" fmla="*/ 1557414 h 2053176"/>
              <a:gd name="connsiteX6907" fmla="*/ 6188666 w 12188965"/>
              <a:gd name="connsiteY6907" fmla="*/ 1583073 h 2053176"/>
              <a:gd name="connsiteX6908" fmla="*/ 6163008 w 12188965"/>
              <a:gd name="connsiteY6908" fmla="*/ 1557414 h 2053176"/>
              <a:gd name="connsiteX6909" fmla="*/ 6188666 w 12188965"/>
              <a:gd name="connsiteY6909" fmla="*/ 1531755 h 2053176"/>
              <a:gd name="connsiteX6910" fmla="*/ 6124462 w 12188965"/>
              <a:gd name="connsiteY6910" fmla="*/ 1531755 h 2053176"/>
              <a:gd name="connsiteX6911" fmla="*/ 6150123 w 12188965"/>
              <a:gd name="connsiteY6911" fmla="*/ 1557414 h 2053176"/>
              <a:gd name="connsiteX6912" fmla="*/ 6124462 w 12188965"/>
              <a:gd name="connsiteY6912" fmla="*/ 1583073 h 2053176"/>
              <a:gd name="connsiteX6913" fmla="*/ 6098804 w 12188965"/>
              <a:gd name="connsiteY6913" fmla="*/ 1557414 h 2053176"/>
              <a:gd name="connsiteX6914" fmla="*/ 6124462 w 12188965"/>
              <a:gd name="connsiteY6914" fmla="*/ 1531755 h 2053176"/>
              <a:gd name="connsiteX6915" fmla="*/ 6064505 w 12188965"/>
              <a:gd name="connsiteY6915" fmla="*/ 1531755 h 2053176"/>
              <a:gd name="connsiteX6916" fmla="*/ 6090163 w 12188965"/>
              <a:gd name="connsiteY6916" fmla="*/ 1557414 h 2053176"/>
              <a:gd name="connsiteX6917" fmla="*/ 6064505 w 12188965"/>
              <a:gd name="connsiteY6917" fmla="*/ 1583073 h 2053176"/>
              <a:gd name="connsiteX6918" fmla="*/ 6038844 w 12188965"/>
              <a:gd name="connsiteY6918" fmla="*/ 1557414 h 2053176"/>
              <a:gd name="connsiteX6919" fmla="*/ 6064505 w 12188965"/>
              <a:gd name="connsiteY6919" fmla="*/ 1531755 h 2053176"/>
              <a:gd name="connsiteX6920" fmla="*/ 6000298 w 12188965"/>
              <a:gd name="connsiteY6920" fmla="*/ 1531755 h 2053176"/>
              <a:gd name="connsiteX6921" fmla="*/ 6025956 w 12188965"/>
              <a:gd name="connsiteY6921" fmla="*/ 1557414 h 2053176"/>
              <a:gd name="connsiteX6922" fmla="*/ 6000298 w 12188965"/>
              <a:gd name="connsiteY6922" fmla="*/ 1583073 h 2053176"/>
              <a:gd name="connsiteX6923" fmla="*/ 5974639 w 12188965"/>
              <a:gd name="connsiteY6923" fmla="*/ 1557414 h 2053176"/>
              <a:gd name="connsiteX6924" fmla="*/ 6000298 w 12188965"/>
              <a:gd name="connsiteY6924" fmla="*/ 1531755 h 2053176"/>
              <a:gd name="connsiteX6925" fmla="*/ 5936092 w 12188965"/>
              <a:gd name="connsiteY6925" fmla="*/ 1531755 h 2053176"/>
              <a:gd name="connsiteX6926" fmla="*/ 5961751 w 12188965"/>
              <a:gd name="connsiteY6926" fmla="*/ 1557414 h 2053176"/>
              <a:gd name="connsiteX6927" fmla="*/ 5936092 w 12188965"/>
              <a:gd name="connsiteY6927" fmla="*/ 1583073 h 2053176"/>
              <a:gd name="connsiteX6928" fmla="*/ 5910435 w 12188965"/>
              <a:gd name="connsiteY6928" fmla="*/ 1557414 h 2053176"/>
              <a:gd name="connsiteX6929" fmla="*/ 5936092 w 12188965"/>
              <a:gd name="connsiteY6929" fmla="*/ 1531755 h 2053176"/>
              <a:gd name="connsiteX6930" fmla="*/ 5743477 w 12188965"/>
              <a:gd name="connsiteY6930" fmla="*/ 1531755 h 2053176"/>
              <a:gd name="connsiteX6931" fmla="*/ 5769136 w 12188965"/>
              <a:gd name="connsiteY6931" fmla="*/ 1557413 h 2053176"/>
              <a:gd name="connsiteX6932" fmla="*/ 5743477 w 12188965"/>
              <a:gd name="connsiteY6932" fmla="*/ 1583073 h 2053176"/>
              <a:gd name="connsiteX6933" fmla="*/ 5717818 w 12188965"/>
              <a:gd name="connsiteY6933" fmla="*/ 1557413 h 2053176"/>
              <a:gd name="connsiteX6934" fmla="*/ 5743477 w 12188965"/>
              <a:gd name="connsiteY6934" fmla="*/ 1531755 h 2053176"/>
              <a:gd name="connsiteX6935" fmla="*/ 5679272 w 12188965"/>
              <a:gd name="connsiteY6935" fmla="*/ 1531755 h 2053176"/>
              <a:gd name="connsiteX6936" fmla="*/ 5704930 w 12188965"/>
              <a:gd name="connsiteY6936" fmla="*/ 1557414 h 2053176"/>
              <a:gd name="connsiteX6937" fmla="*/ 5679272 w 12188965"/>
              <a:gd name="connsiteY6937" fmla="*/ 1583073 h 2053176"/>
              <a:gd name="connsiteX6938" fmla="*/ 5653614 w 12188965"/>
              <a:gd name="connsiteY6938" fmla="*/ 1557414 h 2053176"/>
              <a:gd name="connsiteX6939" fmla="*/ 5679272 w 12188965"/>
              <a:gd name="connsiteY6939" fmla="*/ 1531755 h 2053176"/>
              <a:gd name="connsiteX6940" fmla="*/ 5615066 w 12188965"/>
              <a:gd name="connsiteY6940" fmla="*/ 1531755 h 2053176"/>
              <a:gd name="connsiteX6941" fmla="*/ 5640726 w 12188965"/>
              <a:gd name="connsiteY6941" fmla="*/ 1557414 h 2053176"/>
              <a:gd name="connsiteX6942" fmla="*/ 5615066 w 12188965"/>
              <a:gd name="connsiteY6942" fmla="*/ 1583073 h 2053176"/>
              <a:gd name="connsiteX6943" fmla="*/ 5589407 w 12188965"/>
              <a:gd name="connsiteY6943" fmla="*/ 1557414 h 2053176"/>
              <a:gd name="connsiteX6944" fmla="*/ 5615066 w 12188965"/>
              <a:gd name="connsiteY6944" fmla="*/ 1531755 h 2053176"/>
              <a:gd name="connsiteX6945" fmla="*/ 5550862 w 12188965"/>
              <a:gd name="connsiteY6945" fmla="*/ 1531755 h 2053176"/>
              <a:gd name="connsiteX6946" fmla="*/ 5576520 w 12188965"/>
              <a:gd name="connsiteY6946" fmla="*/ 1557414 h 2053176"/>
              <a:gd name="connsiteX6947" fmla="*/ 5550862 w 12188965"/>
              <a:gd name="connsiteY6947" fmla="*/ 1583073 h 2053176"/>
              <a:gd name="connsiteX6948" fmla="*/ 5525203 w 12188965"/>
              <a:gd name="connsiteY6948" fmla="*/ 1557414 h 2053176"/>
              <a:gd name="connsiteX6949" fmla="*/ 5550862 w 12188965"/>
              <a:gd name="connsiteY6949" fmla="*/ 1531755 h 2053176"/>
              <a:gd name="connsiteX6950" fmla="*/ 5486655 w 12188965"/>
              <a:gd name="connsiteY6950" fmla="*/ 1531755 h 2053176"/>
              <a:gd name="connsiteX6951" fmla="*/ 5512316 w 12188965"/>
              <a:gd name="connsiteY6951" fmla="*/ 1557414 h 2053176"/>
              <a:gd name="connsiteX6952" fmla="*/ 5486655 w 12188965"/>
              <a:gd name="connsiteY6952" fmla="*/ 1583073 h 2053176"/>
              <a:gd name="connsiteX6953" fmla="*/ 5460997 w 12188965"/>
              <a:gd name="connsiteY6953" fmla="*/ 1557414 h 2053176"/>
              <a:gd name="connsiteX6954" fmla="*/ 5486655 w 12188965"/>
              <a:gd name="connsiteY6954" fmla="*/ 1531755 h 2053176"/>
              <a:gd name="connsiteX6955" fmla="*/ 5422451 w 12188965"/>
              <a:gd name="connsiteY6955" fmla="*/ 1531755 h 2053176"/>
              <a:gd name="connsiteX6956" fmla="*/ 5448109 w 12188965"/>
              <a:gd name="connsiteY6956" fmla="*/ 1557413 h 2053176"/>
              <a:gd name="connsiteX6957" fmla="*/ 5422451 w 12188965"/>
              <a:gd name="connsiteY6957" fmla="*/ 1583073 h 2053176"/>
              <a:gd name="connsiteX6958" fmla="*/ 5396791 w 12188965"/>
              <a:gd name="connsiteY6958" fmla="*/ 1557413 h 2053176"/>
              <a:gd name="connsiteX6959" fmla="*/ 5422451 w 12188965"/>
              <a:gd name="connsiteY6959" fmla="*/ 1531755 h 2053176"/>
              <a:gd name="connsiteX6960" fmla="*/ 5358245 w 12188965"/>
              <a:gd name="connsiteY6960" fmla="*/ 1531755 h 2053176"/>
              <a:gd name="connsiteX6961" fmla="*/ 5383904 w 12188965"/>
              <a:gd name="connsiteY6961" fmla="*/ 1557413 h 2053176"/>
              <a:gd name="connsiteX6962" fmla="*/ 5358245 w 12188965"/>
              <a:gd name="connsiteY6962" fmla="*/ 1583073 h 2053176"/>
              <a:gd name="connsiteX6963" fmla="*/ 5332587 w 12188965"/>
              <a:gd name="connsiteY6963" fmla="*/ 1557413 h 2053176"/>
              <a:gd name="connsiteX6964" fmla="*/ 5358245 w 12188965"/>
              <a:gd name="connsiteY6964" fmla="*/ 1531755 h 2053176"/>
              <a:gd name="connsiteX6965" fmla="*/ 5229719 w 12188965"/>
              <a:gd name="connsiteY6965" fmla="*/ 1531755 h 2053176"/>
              <a:gd name="connsiteX6966" fmla="*/ 5255377 w 12188965"/>
              <a:gd name="connsiteY6966" fmla="*/ 1557414 h 2053176"/>
              <a:gd name="connsiteX6967" fmla="*/ 5229719 w 12188965"/>
              <a:gd name="connsiteY6967" fmla="*/ 1583073 h 2053176"/>
              <a:gd name="connsiteX6968" fmla="*/ 5204058 w 12188965"/>
              <a:gd name="connsiteY6968" fmla="*/ 1557414 h 2053176"/>
              <a:gd name="connsiteX6969" fmla="*/ 5229719 w 12188965"/>
              <a:gd name="connsiteY6969" fmla="*/ 1531755 h 2053176"/>
              <a:gd name="connsiteX6970" fmla="*/ 5101309 w 12188965"/>
              <a:gd name="connsiteY6970" fmla="*/ 1531755 h 2053176"/>
              <a:gd name="connsiteX6971" fmla="*/ 5126967 w 12188965"/>
              <a:gd name="connsiteY6971" fmla="*/ 1557414 h 2053176"/>
              <a:gd name="connsiteX6972" fmla="*/ 5101309 w 12188965"/>
              <a:gd name="connsiteY6972" fmla="*/ 1583073 h 2053176"/>
              <a:gd name="connsiteX6973" fmla="*/ 5075649 w 12188965"/>
              <a:gd name="connsiteY6973" fmla="*/ 1557414 h 2053176"/>
              <a:gd name="connsiteX6974" fmla="*/ 5101309 w 12188965"/>
              <a:gd name="connsiteY6974" fmla="*/ 1531755 h 2053176"/>
              <a:gd name="connsiteX6975" fmla="*/ 5037104 w 12188965"/>
              <a:gd name="connsiteY6975" fmla="*/ 1531755 h 2053176"/>
              <a:gd name="connsiteX6976" fmla="*/ 5062762 w 12188965"/>
              <a:gd name="connsiteY6976" fmla="*/ 1557413 h 2053176"/>
              <a:gd name="connsiteX6977" fmla="*/ 5037104 w 12188965"/>
              <a:gd name="connsiteY6977" fmla="*/ 1583073 h 2053176"/>
              <a:gd name="connsiteX6978" fmla="*/ 5011444 w 12188965"/>
              <a:gd name="connsiteY6978" fmla="*/ 1557413 h 2053176"/>
              <a:gd name="connsiteX6979" fmla="*/ 5037104 w 12188965"/>
              <a:gd name="connsiteY6979" fmla="*/ 1531755 h 2053176"/>
              <a:gd name="connsiteX6980" fmla="*/ 4972896 w 12188965"/>
              <a:gd name="connsiteY6980" fmla="*/ 1531755 h 2053176"/>
              <a:gd name="connsiteX6981" fmla="*/ 4998557 w 12188965"/>
              <a:gd name="connsiteY6981" fmla="*/ 1557414 h 2053176"/>
              <a:gd name="connsiteX6982" fmla="*/ 4972896 w 12188965"/>
              <a:gd name="connsiteY6982" fmla="*/ 1583073 h 2053176"/>
              <a:gd name="connsiteX6983" fmla="*/ 4947240 w 12188965"/>
              <a:gd name="connsiteY6983" fmla="*/ 1557414 h 2053176"/>
              <a:gd name="connsiteX6984" fmla="*/ 4972896 w 12188965"/>
              <a:gd name="connsiteY6984" fmla="*/ 1531755 h 2053176"/>
              <a:gd name="connsiteX6985" fmla="*/ 4908693 w 12188965"/>
              <a:gd name="connsiteY6985" fmla="*/ 1531755 h 2053176"/>
              <a:gd name="connsiteX6986" fmla="*/ 4934352 w 12188965"/>
              <a:gd name="connsiteY6986" fmla="*/ 1557414 h 2053176"/>
              <a:gd name="connsiteX6987" fmla="*/ 4908693 w 12188965"/>
              <a:gd name="connsiteY6987" fmla="*/ 1583073 h 2053176"/>
              <a:gd name="connsiteX6988" fmla="*/ 4883033 w 12188965"/>
              <a:gd name="connsiteY6988" fmla="*/ 1557414 h 2053176"/>
              <a:gd name="connsiteX6989" fmla="*/ 4908693 w 12188965"/>
              <a:gd name="connsiteY6989" fmla="*/ 1531755 h 2053176"/>
              <a:gd name="connsiteX6990" fmla="*/ 4844487 w 12188965"/>
              <a:gd name="connsiteY6990" fmla="*/ 1531755 h 2053176"/>
              <a:gd name="connsiteX6991" fmla="*/ 4870146 w 12188965"/>
              <a:gd name="connsiteY6991" fmla="*/ 1557414 h 2053176"/>
              <a:gd name="connsiteX6992" fmla="*/ 4844487 w 12188965"/>
              <a:gd name="connsiteY6992" fmla="*/ 1583073 h 2053176"/>
              <a:gd name="connsiteX6993" fmla="*/ 4818828 w 12188965"/>
              <a:gd name="connsiteY6993" fmla="*/ 1557414 h 2053176"/>
              <a:gd name="connsiteX6994" fmla="*/ 4844487 w 12188965"/>
              <a:gd name="connsiteY6994" fmla="*/ 1531755 h 2053176"/>
              <a:gd name="connsiteX6995" fmla="*/ 4780282 w 12188965"/>
              <a:gd name="connsiteY6995" fmla="*/ 1531755 h 2053176"/>
              <a:gd name="connsiteX6996" fmla="*/ 4805941 w 12188965"/>
              <a:gd name="connsiteY6996" fmla="*/ 1557414 h 2053176"/>
              <a:gd name="connsiteX6997" fmla="*/ 4780282 w 12188965"/>
              <a:gd name="connsiteY6997" fmla="*/ 1583073 h 2053176"/>
              <a:gd name="connsiteX6998" fmla="*/ 4754622 w 12188965"/>
              <a:gd name="connsiteY6998" fmla="*/ 1557414 h 2053176"/>
              <a:gd name="connsiteX6999" fmla="*/ 4780282 w 12188965"/>
              <a:gd name="connsiteY6999" fmla="*/ 1531755 h 2053176"/>
              <a:gd name="connsiteX7000" fmla="*/ 4651872 w 12188965"/>
              <a:gd name="connsiteY7000" fmla="*/ 1531755 h 2053176"/>
              <a:gd name="connsiteX7001" fmla="*/ 4677531 w 12188965"/>
              <a:gd name="connsiteY7001" fmla="*/ 1557413 h 2053176"/>
              <a:gd name="connsiteX7002" fmla="*/ 4651872 w 12188965"/>
              <a:gd name="connsiteY7002" fmla="*/ 1583073 h 2053176"/>
              <a:gd name="connsiteX7003" fmla="*/ 4626213 w 12188965"/>
              <a:gd name="connsiteY7003" fmla="*/ 1557413 h 2053176"/>
              <a:gd name="connsiteX7004" fmla="*/ 4651872 w 12188965"/>
              <a:gd name="connsiteY7004" fmla="*/ 1531755 h 2053176"/>
              <a:gd name="connsiteX7005" fmla="*/ 4587666 w 12188965"/>
              <a:gd name="connsiteY7005" fmla="*/ 1531755 h 2053176"/>
              <a:gd name="connsiteX7006" fmla="*/ 4613324 w 12188965"/>
              <a:gd name="connsiteY7006" fmla="*/ 1557414 h 2053176"/>
              <a:gd name="connsiteX7007" fmla="*/ 4587666 w 12188965"/>
              <a:gd name="connsiteY7007" fmla="*/ 1583073 h 2053176"/>
              <a:gd name="connsiteX7008" fmla="*/ 4562007 w 12188965"/>
              <a:gd name="connsiteY7008" fmla="*/ 1557414 h 2053176"/>
              <a:gd name="connsiteX7009" fmla="*/ 4587666 w 12188965"/>
              <a:gd name="connsiteY7009" fmla="*/ 1531755 h 2053176"/>
              <a:gd name="connsiteX7010" fmla="*/ 4523461 w 12188965"/>
              <a:gd name="connsiteY7010" fmla="*/ 1531755 h 2053176"/>
              <a:gd name="connsiteX7011" fmla="*/ 4549121 w 12188965"/>
              <a:gd name="connsiteY7011" fmla="*/ 1557414 h 2053176"/>
              <a:gd name="connsiteX7012" fmla="*/ 4523461 w 12188965"/>
              <a:gd name="connsiteY7012" fmla="*/ 1583073 h 2053176"/>
              <a:gd name="connsiteX7013" fmla="*/ 4497802 w 12188965"/>
              <a:gd name="connsiteY7013" fmla="*/ 1557414 h 2053176"/>
              <a:gd name="connsiteX7014" fmla="*/ 4523461 w 12188965"/>
              <a:gd name="connsiteY7014" fmla="*/ 1531755 h 2053176"/>
              <a:gd name="connsiteX7015" fmla="*/ 4395050 w 12188965"/>
              <a:gd name="connsiteY7015" fmla="*/ 1531755 h 2053176"/>
              <a:gd name="connsiteX7016" fmla="*/ 4420710 w 12188965"/>
              <a:gd name="connsiteY7016" fmla="*/ 1557414 h 2053176"/>
              <a:gd name="connsiteX7017" fmla="*/ 4395050 w 12188965"/>
              <a:gd name="connsiteY7017" fmla="*/ 1583073 h 2053176"/>
              <a:gd name="connsiteX7018" fmla="*/ 4369391 w 12188965"/>
              <a:gd name="connsiteY7018" fmla="*/ 1557414 h 2053176"/>
              <a:gd name="connsiteX7019" fmla="*/ 4395050 w 12188965"/>
              <a:gd name="connsiteY7019" fmla="*/ 1531755 h 2053176"/>
              <a:gd name="connsiteX7020" fmla="*/ 4266640 w 12188965"/>
              <a:gd name="connsiteY7020" fmla="*/ 1531755 h 2053176"/>
              <a:gd name="connsiteX7021" fmla="*/ 4292298 w 12188965"/>
              <a:gd name="connsiteY7021" fmla="*/ 1557413 h 2053176"/>
              <a:gd name="connsiteX7022" fmla="*/ 4266640 w 12188965"/>
              <a:gd name="connsiteY7022" fmla="*/ 1583073 h 2053176"/>
              <a:gd name="connsiteX7023" fmla="*/ 4240981 w 12188965"/>
              <a:gd name="connsiteY7023" fmla="*/ 1557413 h 2053176"/>
              <a:gd name="connsiteX7024" fmla="*/ 4266640 w 12188965"/>
              <a:gd name="connsiteY7024" fmla="*/ 1531755 h 2053176"/>
              <a:gd name="connsiteX7025" fmla="*/ 4202435 w 12188965"/>
              <a:gd name="connsiteY7025" fmla="*/ 1531755 h 2053176"/>
              <a:gd name="connsiteX7026" fmla="*/ 4228093 w 12188965"/>
              <a:gd name="connsiteY7026" fmla="*/ 1557414 h 2053176"/>
              <a:gd name="connsiteX7027" fmla="*/ 4202435 w 12188965"/>
              <a:gd name="connsiteY7027" fmla="*/ 1583073 h 2053176"/>
              <a:gd name="connsiteX7028" fmla="*/ 4176776 w 12188965"/>
              <a:gd name="connsiteY7028" fmla="*/ 1557414 h 2053176"/>
              <a:gd name="connsiteX7029" fmla="*/ 4202435 w 12188965"/>
              <a:gd name="connsiteY7029" fmla="*/ 1531755 h 2053176"/>
              <a:gd name="connsiteX7030" fmla="*/ 4073908 w 12188965"/>
              <a:gd name="connsiteY7030" fmla="*/ 1531755 h 2053176"/>
              <a:gd name="connsiteX7031" fmla="*/ 4099565 w 12188965"/>
              <a:gd name="connsiteY7031" fmla="*/ 1557414 h 2053176"/>
              <a:gd name="connsiteX7032" fmla="*/ 4073908 w 12188965"/>
              <a:gd name="connsiteY7032" fmla="*/ 1583073 h 2053176"/>
              <a:gd name="connsiteX7033" fmla="*/ 4048248 w 12188965"/>
              <a:gd name="connsiteY7033" fmla="*/ 1557414 h 2053176"/>
              <a:gd name="connsiteX7034" fmla="*/ 4073908 w 12188965"/>
              <a:gd name="connsiteY7034" fmla="*/ 1531755 h 2053176"/>
              <a:gd name="connsiteX7035" fmla="*/ 4009702 w 12188965"/>
              <a:gd name="connsiteY7035" fmla="*/ 1531755 h 2053176"/>
              <a:gd name="connsiteX7036" fmla="*/ 4035362 w 12188965"/>
              <a:gd name="connsiteY7036" fmla="*/ 1557414 h 2053176"/>
              <a:gd name="connsiteX7037" fmla="*/ 4009702 w 12188965"/>
              <a:gd name="connsiteY7037" fmla="*/ 1583073 h 2053176"/>
              <a:gd name="connsiteX7038" fmla="*/ 3984043 w 12188965"/>
              <a:gd name="connsiteY7038" fmla="*/ 1557414 h 2053176"/>
              <a:gd name="connsiteX7039" fmla="*/ 4009702 w 12188965"/>
              <a:gd name="connsiteY7039" fmla="*/ 1531755 h 2053176"/>
              <a:gd name="connsiteX7040" fmla="*/ 3881291 w 12188965"/>
              <a:gd name="connsiteY7040" fmla="*/ 1531755 h 2053176"/>
              <a:gd name="connsiteX7041" fmla="*/ 3906950 w 12188965"/>
              <a:gd name="connsiteY7041" fmla="*/ 1557414 h 2053176"/>
              <a:gd name="connsiteX7042" fmla="*/ 3881291 w 12188965"/>
              <a:gd name="connsiteY7042" fmla="*/ 1583073 h 2053176"/>
              <a:gd name="connsiteX7043" fmla="*/ 3855633 w 12188965"/>
              <a:gd name="connsiteY7043" fmla="*/ 1557414 h 2053176"/>
              <a:gd name="connsiteX7044" fmla="*/ 3881291 w 12188965"/>
              <a:gd name="connsiteY7044" fmla="*/ 1531755 h 2053176"/>
              <a:gd name="connsiteX7045" fmla="*/ 3817085 w 12188965"/>
              <a:gd name="connsiteY7045" fmla="*/ 1531755 h 2053176"/>
              <a:gd name="connsiteX7046" fmla="*/ 3842745 w 12188965"/>
              <a:gd name="connsiteY7046" fmla="*/ 1557414 h 2053176"/>
              <a:gd name="connsiteX7047" fmla="*/ 3817085 w 12188965"/>
              <a:gd name="connsiteY7047" fmla="*/ 1583073 h 2053176"/>
              <a:gd name="connsiteX7048" fmla="*/ 3791427 w 12188965"/>
              <a:gd name="connsiteY7048" fmla="*/ 1557414 h 2053176"/>
              <a:gd name="connsiteX7049" fmla="*/ 3817085 w 12188965"/>
              <a:gd name="connsiteY7049" fmla="*/ 1531755 h 2053176"/>
              <a:gd name="connsiteX7050" fmla="*/ 3752882 w 12188965"/>
              <a:gd name="connsiteY7050" fmla="*/ 1531755 h 2053176"/>
              <a:gd name="connsiteX7051" fmla="*/ 3778539 w 12188965"/>
              <a:gd name="connsiteY7051" fmla="*/ 1557414 h 2053176"/>
              <a:gd name="connsiteX7052" fmla="*/ 3752882 w 12188965"/>
              <a:gd name="connsiteY7052" fmla="*/ 1583073 h 2053176"/>
              <a:gd name="connsiteX7053" fmla="*/ 3727221 w 12188965"/>
              <a:gd name="connsiteY7053" fmla="*/ 1557414 h 2053176"/>
              <a:gd name="connsiteX7054" fmla="*/ 3752882 w 12188965"/>
              <a:gd name="connsiteY7054" fmla="*/ 1531755 h 2053176"/>
              <a:gd name="connsiteX7055" fmla="*/ 3688674 w 12188965"/>
              <a:gd name="connsiteY7055" fmla="*/ 1531755 h 2053176"/>
              <a:gd name="connsiteX7056" fmla="*/ 3714335 w 12188965"/>
              <a:gd name="connsiteY7056" fmla="*/ 1557414 h 2053176"/>
              <a:gd name="connsiteX7057" fmla="*/ 3688674 w 12188965"/>
              <a:gd name="connsiteY7057" fmla="*/ 1583073 h 2053176"/>
              <a:gd name="connsiteX7058" fmla="*/ 3663017 w 12188965"/>
              <a:gd name="connsiteY7058" fmla="*/ 1557414 h 2053176"/>
              <a:gd name="connsiteX7059" fmla="*/ 3688674 w 12188965"/>
              <a:gd name="connsiteY7059" fmla="*/ 1531755 h 2053176"/>
              <a:gd name="connsiteX7060" fmla="*/ 3624472 w 12188965"/>
              <a:gd name="connsiteY7060" fmla="*/ 1531755 h 2053176"/>
              <a:gd name="connsiteX7061" fmla="*/ 3650129 w 12188965"/>
              <a:gd name="connsiteY7061" fmla="*/ 1557413 h 2053176"/>
              <a:gd name="connsiteX7062" fmla="*/ 3624472 w 12188965"/>
              <a:gd name="connsiteY7062" fmla="*/ 1583073 h 2053176"/>
              <a:gd name="connsiteX7063" fmla="*/ 3598810 w 12188965"/>
              <a:gd name="connsiteY7063" fmla="*/ 1557413 h 2053176"/>
              <a:gd name="connsiteX7064" fmla="*/ 3624472 w 12188965"/>
              <a:gd name="connsiteY7064" fmla="*/ 1531755 h 2053176"/>
              <a:gd name="connsiteX7065" fmla="*/ 3431855 w 12188965"/>
              <a:gd name="connsiteY7065" fmla="*/ 1531755 h 2053176"/>
              <a:gd name="connsiteX7066" fmla="*/ 3457512 w 12188965"/>
              <a:gd name="connsiteY7066" fmla="*/ 1557414 h 2053176"/>
              <a:gd name="connsiteX7067" fmla="*/ 3431855 w 12188965"/>
              <a:gd name="connsiteY7067" fmla="*/ 1583073 h 2053176"/>
              <a:gd name="connsiteX7068" fmla="*/ 3406196 w 12188965"/>
              <a:gd name="connsiteY7068" fmla="*/ 1557414 h 2053176"/>
              <a:gd name="connsiteX7069" fmla="*/ 3431855 w 12188965"/>
              <a:gd name="connsiteY7069" fmla="*/ 1531755 h 2053176"/>
              <a:gd name="connsiteX7070" fmla="*/ 3367649 w 12188965"/>
              <a:gd name="connsiteY7070" fmla="*/ 1531755 h 2053176"/>
              <a:gd name="connsiteX7071" fmla="*/ 3393308 w 12188965"/>
              <a:gd name="connsiteY7071" fmla="*/ 1557414 h 2053176"/>
              <a:gd name="connsiteX7072" fmla="*/ 3367649 w 12188965"/>
              <a:gd name="connsiteY7072" fmla="*/ 1583073 h 2053176"/>
              <a:gd name="connsiteX7073" fmla="*/ 3341990 w 12188965"/>
              <a:gd name="connsiteY7073" fmla="*/ 1557414 h 2053176"/>
              <a:gd name="connsiteX7074" fmla="*/ 3367649 w 12188965"/>
              <a:gd name="connsiteY7074" fmla="*/ 1531755 h 2053176"/>
              <a:gd name="connsiteX7075" fmla="*/ 3303444 w 12188965"/>
              <a:gd name="connsiteY7075" fmla="*/ 1531755 h 2053176"/>
              <a:gd name="connsiteX7076" fmla="*/ 3329102 w 12188965"/>
              <a:gd name="connsiteY7076" fmla="*/ 1557414 h 2053176"/>
              <a:gd name="connsiteX7077" fmla="*/ 3303444 w 12188965"/>
              <a:gd name="connsiteY7077" fmla="*/ 1583073 h 2053176"/>
              <a:gd name="connsiteX7078" fmla="*/ 3277785 w 12188965"/>
              <a:gd name="connsiteY7078" fmla="*/ 1557414 h 2053176"/>
              <a:gd name="connsiteX7079" fmla="*/ 3303444 w 12188965"/>
              <a:gd name="connsiteY7079" fmla="*/ 1531755 h 2053176"/>
              <a:gd name="connsiteX7080" fmla="*/ 3239238 w 12188965"/>
              <a:gd name="connsiteY7080" fmla="*/ 1531755 h 2053176"/>
              <a:gd name="connsiteX7081" fmla="*/ 3264898 w 12188965"/>
              <a:gd name="connsiteY7081" fmla="*/ 1557413 h 2053176"/>
              <a:gd name="connsiteX7082" fmla="*/ 3239238 w 12188965"/>
              <a:gd name="connsiteY7082" fmla="*/ 1583073 h 2053176"/>
              <a:gd name="connsiteX7083" fmla="*/ 3213580 w 12188965"/>
              <a:gd name="connsiteY7083" fmla="*/ 1557413 h 2053176"/>
              <a:gd name="connsiteX7084" fmla="*/ 3239238 w 12188965"/>
              <a:gd name="connsiteY7084" fmla="*/ 1531755 h 2053176"/>
              <a:gd name="connsiteX7085" fmla="*/ 3110828 w 12188965"/>
              <a:gd name="connsiteY7085" fmla="*/ 1531755 h 2053176"/>
              <a:gd name="connsiteX7086" fmla="*/ 3136487 w 12188965"/>
              <a:gd name="connsiteY7086" fmla="*/ 1557414 h 2053176"/>
              <a:gd name="connsiteX7087" fmla="*/ 3110828 w 12188965"/>
              <a:gd name="connsiteY7087" fmla="*/ 1583073 h 2053176"/>
              <a:gd name="connsiteX7088" fmla="*/ 3085170 w 12188965"/>
              <a:gd name="connsiteY7088" fmla="*/ 1557414 h 2053176"/>
              <a:gd name="connsiteX7089" fmla="*/ 3110828 w 12188965"/>
              <a:gd name="connsiteY7089" fmla="*/ 1531755 h 2053176"/>
              <a:gd name="connsiteX7090" fmla="*/ 3046623 w 12188965"/>
              <a:gd name="connsiteY7090" fmla="*/ 1531755 h 2053176"/>
              <a:gd name="connsiteX7091" fmla="*/ 3072282 w 12188965"/>
              <a:gd name="connsiteY7091" fmla="*/ 1557414 h 2053176"/>
              <a:gd name="connsiteX7092" fmla="*/ 3046623 w 12188965"/>
              <a:gd name="connsiteY7092" fmla="*/ 1583073 h 2053176"/>
              <a:gd name="connsiteX7093" fmla="*/ 3020964 w 12188965"/>
              <a:gd name="connsiteY7093" fmla="*/ 1557414 h 2053176"/>
              <a:gd name="connsiteX7094" fmla="*/ 3046623 w 12188965"/>
              <a:gd name="connsiteY7094" fmla="*/ 1531755 h 2053176"/>
              <a:gd name="connsiteX7095" fmla="*/ 2982301 w 12188965"/>
              <a:gd name="connsiteY7095" fmla="*/ 1531755 h 2053176"/>
              <a:gd name="connsiteX7096" fmla="*/ 3007960 w 12188965"/>
              <a:gd name="connsiteY7096" fmla="*/ 1557414 h 2053176"/>
              <a:gd name="connsiteX7097" fmla="*/ 2982301 w 12188965"/>
              <a:gd name="connsiteY7097" fmla="*/ 1583073 h 2053176"/>
              <a:gd name="connsiteX7098" fmla="*/ 2956642 w 12188965"/>
              <a:gd name="connsiteY7098" fmla="*/ 1557414 h 2053176"/>
              <a:gd name="connsiteX7099" fmla="*/ 2982301 w 12188965"/>
              <a:gd name="connsiteY7099" fmla="*/ 1531755 h 2053176"/>
              <a:gd name="connsiteX7100" fmla="*/ 2853890 w 12188965"/>
              <a:gd name="connsiteY7100" fmla="*/ 1531755 h 2053176"/>
              <a:gd name="connsiteX7101" fmla="*/ 2879550 w 12188965"/>
              <a:gd name="connsiteY7101" fmla="*/ 1557413 h 2053176"/>
              <a:gd name="connsiteX7102" fmla="*/ 2853890 w 12188965"/>
              <a:gd name="connsiteY7102" fmla="*/ 1583073 h 2053176"/>
              <a:gd name="connsiteX7103" fmla="*/ 2828231 w 12188965"/>
              <a:gd name="connsiteY7103" fmla="*/ 1557413 h 2053176"/>
              <a:gd name="connsiteX7104" fmla="*/ 2853890 w 12188965"/>
              <a:gd name="connsiteY7104" fmla="*/ 1531755 h 2053176"/>
              <a:gd name="connsiteX7105" fmla="*/ 2789686 w 12188965"/>
              <a:gd name="connsiteY7105" fmla="*/ 1531755 h 2053176"/>
              <a:gd name="connsiteX7106" fmla="*/ 2815344 w 12188965"/>
              <a:gd name="connsiteY7106" fmla="*/ 1557414 h 2053176"/>
              <a:gd name="connsiteX7107" fmla="*/ 2789686 w 12188965"/>
              <a:gd name="connsiteY7107" fmla="*/ 1583073 h 2053176"/>
              <a:gd name="connsiteX7108" fmla="*/ 2764027 w 12188965"/>
              <a:gd name="connsiteY7108" fmla="*/ 1557414 h 2053176"/>
              <a:gd name="connsiteX7109" fmla="*/ 2789686 w 12188965"/>
              <a:gd name="connsiteY7109" fmla="*/ 1531755 h 2053176"/>
              <a:gd name="connsiteX7110" fmla="*/ 2725480 w 12188965"/>
              <a:gd name="connsiteY7110" fmla="*/ 1531755 h 2053176"/>
              <a:gd name="connsiteX7111" fmla="*/ 2751140 w 12188965"/>
              <a:gd name="connsiteY7111" fmla="*/ 1557414 h 2053176"/>
              <a:gd name="connsiteX7112" fmla="*/ 2725480 w 12188965"/>
              <a:gd name="connsiteY7112" fmla="*/ 1583073 h 2053176"/>
              <a:gd name="connsiteX7113" fmla="*/ 2699821 w 12188965"/>
              <a:gd name="connsiteY7113" fmla="*/ 1557414 h 2053176"/>
              <a:gd name="connsiteX7114" fmla="*/ 2725480 w 12188965"/>
              <a:gd name="connsiteY7114" fmla="*/ 1531755 h 2053176"/>
              <a:gd name="connsiteX7115" fmla="*/ 2597069 w 12188965"/>
              <a:gd name="connsiteY7115" fmla="*/ 1531755 h 2053176"/>
              <a:gd name="connsiteX7116" fmla="*/ 2622729 w 12188965"/>
              <a:gd name="connsiteY7116" fmla="*/ 1557414 h 2053176"/>
              <a:gd name="connsiteX7117" fmla="*/ 2597069 w 12188965"/>
              <a:gd name="connsiteY7117" fmla="*/ 1583073 h 2053176"/>
              <a:gd name="connsiteX7118" fmla="*/ 2571410 w 12188965"/>
              <a:gd name="connsiteY7118" fmla="*/ 1557414 h 2053176"/>
              <a:gd name="connsiteX7119" fmla="*/ 2597069 w 12188965"/>
              <a:gd name="connsiteY7119" fmla="*/ 1531755 h 2053176"/>
              <a:gd name="connsiteX7120" fmla="*/ 2532865 w 12188965"/>
              <a:gd name="connsiteY7120" fmla="*/ 1531755 h 2053176"/>
              <a:gd name="connsiteX7121" fmla="*/ 2558523 w 12188965"/>
              <a:gd name="connsiteY7121" fmla="*/ 1557413 h 2053176"/>
              <a:gd name="connsiteX7122" fmla="*/ 2532865 w 12188965"/>
              <a:gd name="connsiteY7122" fmla="*/ 1583073 h 2053176"/>
              <a:gd name="connsiteX7123" fmla="*/ 2507205 w 12188965"/>
              <a:gd name="connsiteY7123" fmla="*/ 1557413 h 2053176"/>
              <a:gd name="connsiteX7124" fmla="*/ 2532865 w 12188965"/>
              <a:gd name="connsiteY7124" fmla="*/ 1531755 h 2053176"/>
              <a:gd name="connsiteX7125" fmla="*/ 2404454 w 12188965"/>
              <a:gd name="connsiteY7125" fmla="*/ 1531755 h 2053176"/>
              <a:gd name="connsiteX7126" fmla="*/ 2430112 w 12188965"/>
              <a:gd name="connsiteY7126" fmla="*/ 1557414 h 2053176"/>
              <a:gd name="connsiteX7127" fmla="*/ 2404454 w 12188965"/>
              <a:gd name="connsiteY7127" fmla="*/ 1583073 h 2053176"/>
              <a:gd name="connsiteX7128" fmla="*/ 2378795 w 12188965"/>
              <a:gd name="connsiteY7128" fmla="*/ 1557414 h 2053176"/>
              <a:gd name="connsiteX7129" fmla="*/ 2404454 w 12188965"/>
              <a:gd name="connsiteY7129" fmla="*/ 1531755 h 2053176"/>
              <a:gd name="connsiteX7130" fmla="*/ 2340249 w 12188965"/>
              <a:gd name="connsiteY7130" fmla="*/ 1531755 h 2053176"/>
              <a:gd name="connsiteX7131" fmla="*/ 2365908 w 12188965"/>
              <a:gd name="connsiteY7131" fmla="*/ 1557414 h 2053176"/>
              <a:gd name="connsiteX7132" fmla="*/ 2340249 w 12188965"/>
              <a:gd name="connsiteY7132" fmla="*/ 1583073 h 2053176"/>
              <a:gd name="connsiteX7133" fmla="*/ 2314590 w 12188965"/>
              <a:gd name="connsiteY7133" fmla="*/ 1557414 h 2053176"/>
              <a:gd name="connsiteX7134" fmla="*/ 2340249 w 12188965"/>
              <a:gd name="connsiteY7134" fmla="*/ 1531755 h 2053176"/>
              <a:gd name="connsiteX7135" fmla="*/ 2276044 w 12188965"/>
              <a:gd name="connsiteY7135" fmla="*/ 1531755 h 2053176"/>
              <a:gd name="connsiteX7136" fmla="*/ 2301702 w 12188965"/>
              <a:gd name="connsiteY7136" fmla="*/ 1557414 h 2053176"/>
              <a:gd name="connsiteX7137" fmla="*/ 2276044 w 12188965"/>
              <a:gd name="connsiteY7137" fmla="*/ 1583073 h 2053176"/>
              <a:gd name="connsiteX7138" fmla="*/ 2250385 w 12188965"/>
              <a:gd name="connsiteY7138" fmla="*/ 1557414 h 2053176"/>
              <a:gd name="connsiteX7139" fmla="*/ 2276044 w 12188965"/>
              <a:gd name="connsiteY7139" fmla="*/ 1531755 h 2053176"/>
              <a:gd name="connsiteX7140" fmla="*/ 2211838 w 12188965"/>
              <a:gd name="connsiteY7140" fmla="*/ 1531755 h 2053176"/>
              <a:gd name="connsiteX7141" fmla="*/ 2237497 w 12188965"/>
              <a:gd name="connsiteY7141" fmla="*/ 1557414 h 2053176"/>
              <a:gd name="connsiteX7142" fmla="*/ 2211838 w 12188965"/>
              <a:gd name="connsiteY7142" fmla="*/ 1583073 h 2053176"/>
              <a:gd name="connsiteX7143" fmla="*/ 2186178 w 12188965"/>
              <a:gd name="connsiteY7143" fmla="*/ 1557414 h 2053176"/>
              <a:gd name="connsiteX7144" fmla="*/ 2211838 w 12188965"/>
              <a:gd name="connsiteY7144" fmla="*/ 1531755 h 2053176"/>
              <a:gd name="connsiteX7145" fmla="*/ 2147633 w 12188965"/>
              <a:gd name="connsiteY7145" fmla="*/ 1531755 h 2053176"/>
              <a:gd name="connsiteX7146" fmla="*/ 2173293 w 12188965"/>
              <a:gd name="connsiteY7146" fmla="*/ 1557413 h 2053176"/>
              <a:gd name="connsiteX7147" fmla="*/ 2147633 w 12188965"/>
              <a:gd name="connsiteY7147" fmla="*/ 1583073 h 2053176"/>
              <a:gd name="connsiteX7148" fmla="*/ 2121975 w 12188965"/>
              <a:gd name="connsiteY7148" fmla="*/ 1557413 h 2053176"/>
              <a:gd name="connsiteX7149" fmla="*/ 2147633 w 12188965"/>
              <a:gd name="connsiteY7149" fmla="*/ 1531755 h 2053176"/>
              <a:gd name="connsiteX7150" fmla="*/ 2083427 w 12188965"/>
              <a:gd name="connsiteY7150" fmla="*/ 1531755 h 2053176"/>
              <a:gd name="connsiteX7151" fmla="*/ 2109087 w 12188965"/>
              <a:gd name="connsiteY7151" fmla="*/ 1557413 h 2053176"/>
              <a:gd name="connsiteX7152" fmla="*/ 2083427 w 12188965"/>
              <a:gd name="connsiteY7152" fmla="*/ 1583073 h 2053176"/>
              <a:gd name="connsiteX7153" fmla="*/ 2057768 w 12188965"/>
              <a:gd name="connsiteY7153" fmla="*/ 1557413 h 2053176"/>
              <a:gd name="connsiteX7154" fmla="*/ 2083427 w 12188965"/>
              <a:gd name="connsiteY7154" fmla="*/ 1531755 h 2053176"/>
              <a:gd name="connsiteX7155" fmla="*/ 2019222 w 12188965"/>
              <a:gd name="connsiteY7155" fmla="*/ 1531755 h 2053176"/>
              <a:gd name="connsiteX7156" fmla="*/ 2044880 w 12188965"/>
              <a:gd name="connsiteY7156" fmla="*/ 1557414 h 2053176"/>
              <a:gd name="connsiteX7157" fmla="*/ 2019222 w 12188965"/>
              <a:gd name="connsiteY7157" fmla="*/ 1583073 h 2053176"/>
              <a:gd name="connsiteX7158" fmla="*/ 1993563 w 12188965"/>
              <a:gd name="connsiteY7158" fmla="*/ 1557414 h 2053176"/>
              <a:gd name="connsiteX7159" fmla="*/ 2019222 w 12188965"/>
              <a:gd name="connsiteY7159" fmla="*/ 1531755 h 2053176"/>
              <a:gd name="connsiteX7160" fmla="*/ 1955016 w 12188965"/>
              <a:gd name="connsiteY7160" fmla="*/ 1531755 h 2053176"/>
              <a:gd name="connsiteX7161" fmla="*/ 1980676 w 12188965"/>
              <a:gd name="connsiteY7161" fmla="*/ 1557414 h 2053176"/>
              <a:gd name="connsiteX7162" fmla="*/ 1955016 w 12188965"/>
              <a:gd name="connsiteY7162" fmla="*/ 1583073 h 2053176"/>
              <a:gd name="connsiteX7163" fmla="*/ 1929358 w 12188965"/>
              <a:gd name="connsiteY7163" fmla="*/ 1557414 h 2053176"/>
              <a:gd name="connsiteX7164" fmla="*/ 1955016 w 12188965"/>
              <a:gd name="connsiteY7164" fmla="*/ 1531755 h 2053176"/>
              <a:gd name="connsiteX7165" fmla="*/ 1890696 w 12188965"/>
              <a:gd name="connsiteY7165" fmla="*/ 1531755 h 2053176"/>
              <a:gd name="connsiteX7166" fmla="*/ 1916355 w 12188965"/>
              <a:gd name="connsiteY7166" fmla="*/ 1557414 h 2053176"/>
              <a:gd name="connsiteX7167" fmla="*/ 1890696 w 12188965"/>
              <a:gd name="connsiteY7167" fmla="*/ 1583073 h 2053176"/>
              <a:gd name="connsiteX7168" fmla="*/ 1865037 w 12188965"/>
              <a:gd name="connsiteY7168" fmla="*/ 1557414 h 2053176"/>
              <a:gd name="connsiteX7169" fmla="*/ 1890696 w 12188965"/>
              <a:gd name="connsiteY7169" fmla="*/ 1531755 h 2053176"/>
              <a:gd name="connsiteX7170" fmla="*/ 1826490 w 12188965"/>
              <a:gd name="connsiteY7170" fmla="*/ 1531755 h 2053176"/>
              <a:gd name="connsiteX7171" fmla="*/ 1852149 w 12188965"/>
              <a:gd name="connsiteY7171" fmla="*/ 1557414 h 2053176"/>
              <a:gd name="connsiteX7172" fmla="*/ 1826490 w 12188965"/>
              <a:gd name="connsiteY7172" fmla="*/ 1583073 h 2053176"/>
              <a:gd name="connsiteX7173" fmla="*/ 1800830 w 12188965"/>
              <a:gd name="connsiteY7173" fmla="*/ 1557414 h 2053176"/>
              <a:gd name="connsiteX7174" fmla="*/ 1826490 w 12188965"/>
              <a:gd name="connsiteY7174" fmla="*/ 1531755 h 2053176"/>
              <a:gd name="connsiteX7175" fmla="*/ 1762285 w 12188965"/>
              <a:gd name="connsiteY7175" fmla="*/ 1531755 h 2053176"/>
              <a:gd name="connsiteX7176" fmla="*/ 1787944 w 12188965"/>
              <a:gd name="connsiteY7176" fmla="*/ 1557413 h 2053176"/>
              <a:gd name="connsiteX7177" fmla="*/ 1762285 w 12188965"/>
              <a:gd name="connsiteY7177" fmla="*/ 1583073 h 2053176"/>
              <a:gd name="connsiteX7178" fmla="*/ 1736626 w 12188965"/>
              <a:gd name="connsiteY7178" fmla="*/ 1557413 h 2053176"/>
              <a:gd name="connsiteX7179" fmla="*/ 1762285 w 12188965"/>
              <a:gd name="connsiteY7179" fmla="*/ 1531755 h 2053176"/>
              <a:gd name="connsiteX7180" fmla="*/ 1698080 w 12188965"/>
              <a:gd name="connsiteY7180" fmla="*/ 1531755 h 2053176"/>
              <a:gd name="connsiteX7181" fmla="*/ 1723738 w 12188965"/>
              <a:gd name="connsiteY7181" fmla="*/ 1557414 h 2053176"/>
              <a:gd name="connsiteX7182" fmla="*/ 1698080 w 12188965"/>
              <a:gd name="connsiteY7182" fmla="*/ 1583073 h 2053176"/>
              <a:gd name="connsiteX7183" fmla="*/ 1672420 w 12188965"/>
              <a:gd name="connsiteY7183" fmla="*/ 1557414 h 2053176"/>
              <a:gd name="connsiteX7184" fmla="*/ 1698080 w 12188965"/>
              <a:gd name="connsiteY7184" fmla="*/ 1531755 h 2053176"/>
              <a:gd name="connsiteX7185" fmla="*/ 1633874 w 12188965"/>
              <a:gd name="connsiteY7185" fmla="*/ 1531755 h 2053176"/>
              <a:gd name="connsiteX7186" fmla="*/ 1659533 w 12188965"/>
              <a:gd name="connsiteY7186" fmla="*/ 1557414 h 2053176"/>
              <a:gd name="connsiteX7187" fmla="*/ 1633874 w 12188965"/>
              <a:gd name="connsiteY7187" fmla="*/ 1583073 h 2053176"/>
              <a:gd name="connsiteX7188" fmla="*/ 1608216 w 12188965"/>
              <a:gd name="connsiteY7188" fmla="*/ 1557414 h 2053176"/>
              <a:gd name="connsiteX7189" fmla="*/ 1633874 w 12188965"/>
              <a:gd name="connsiteY7189" fmla="*/ 1531755 h 2053176"/>
              <a:gd name="connsiteX7190" fmla="*/ 1569669 w 12188965"/>
              <a:gd name="connsiteY7190" fmla="*/ 1531755 h 2053176"/>
              <a:gd name="connsiteX7191" fmla="*/ 1595328 w 12188965"/>
              <a:gd name="connsiteY7191" fmla="*/ 1557414 h 2053176"/>
              <a:gd name="connsiteX7192" fmla="*/ 1569669 w 12188965"/>
              <a:gd name="connsiteY7192" fmla="*/ 1583073 h 2053176"/>
              <a:gd name="connsiteX7193" fmla="*/ 1544010 w 12188965"/>
              <a:gd name="connsiteY7193" fmla="*/ 1557414 h 2053176"/>
              <a:gd name="connsiteX7194" fmla="*/ 1569669 w 12188965"/>
              <a:gd name="connsiteY7194" fmla="*/ 1531755 h 2053176"/>
              <a:gd name="connsiteX7195" fmla="*/ 1505464 w 12188965"/>
              <a:gd name="connsiteY7195" fmla="*/ 1531755 h 2053176"/>
              <a:gd name="connsiteX7196" fmla="*/ 1531123 w 12188965"/>
              <a:gd name="connsiteY7196" fmla="*/ 1557414 h 2053176"/>
              <a:gd name="connsiteX7197" fmla="*/ 1505464 w 12188965"/>
              <a:gd name="connsiteY7197" fmla="*/ 1583073 h 2053176"/>
              <a:gd name="connsiteX7198" fmla="*/ 1479806 w 12188965"/>
              <a:gd name="connsiteY7198" fmla="*/ 1557414 h 2053176"/>
              <a:gd name="connsiteX7199" fmla="*/ 1505464 w 12188965"/>
              <a:gd name="connsiteY7199" fmla="*/ 1531755 h 2053176"/>
              <a:gd name="connsiteX7200" fmla="*/ 1441258 w 12188965"/>
              <a:gd name="connsiteY7200" fmla="*/ 1531755 h 2053176"/>
              <a:gd name="connsiteX7201" fmla="*/ 1466917 w 12188965"/>
              <a:gd name="connsiteY7201" fmla="*/ 1557413 h 2053176"/>
              <a:gd name="connsiteX7202" fmla="*/ 1441258 w 12188965"/>
              <a:gd name="connsiteY7202" fmla="*/ 1583073 h 2053176"/>
              <a:gd name="connsiteX7203" fmla="*/ 1415599 w 12188965"/>
              <a:gd name="connsiteY7203" fmla="*/ 1557413 h 2053176"/>
              <a:gd name="connsiteX7204" fmla="*/ 1441258 w 12188965"/>
              <a:gd name="connsiteY7204" fmla="*/ 1531755 h 2053176"/>
              <a:gd name="connsiteX7205" fmla="*/ 1377053 w 12188965"/>
              <a:gd name="connsiteY7205" fmla="*/ 1531755 h 2053176"/>
              <a:gd name="connsiteX7206" fmla="*/ 1402712 w 12188965"/>
              <a:gd name="connsiteY7206" fmla="*/ 1557413 h 2053176"/>
              <a:gd name="connsiteX7207" fmla="*/ 1377053 w 12188965"/>
              <a:gd name="connsiteY7207" fmla="*/ 1583073 h 2053176"/>
              <a:gd name="connsiteX7208" fmla="*/ 1351395 w 12188965"/>
              <a:gd name="connsiteY7208" fmla="*/ 1557413 h 2053176"/>
              <a:gd name="connsiteX7209" fmla="*/ 1377053 w 12188965"/>
              <a:gd name="connsiteY7209" fmla="*/ 1531755 h 2053176"/>
              <a:gd name="connsiteX7210" fmla="*/ 1184437 w 12188965"/>
              <a:gd name="connsiteY7210" fmla="*/ 1531755 h 2053176"/>
              <a:gd name="connsiteX7211" fmla="*/ 1210096 w 12188965"/>
              <a:gd name="connsiteY7211" fmla="*/ 1557414 h 2053176"/>
              <a:gd name="connsiteX7212" fmla="*/ 1184437 w 12188965"/>
              <a:gd name="connsiteY7212" fmla="*/ 1583073 h 2053176"/>
              <a:gd name="connsiteX7213" fmla="*/ 1158780 w 12188965"/>
              <a:gd name="connsiteY7213" fmla="*/ 1557414 h 2053176"/>
              <a:gd name="connsiteX7214" fmla="*/ 1184437 w 12188965"/>
              <a:gd name="connsiteY7214" fmla="*/ 1531755 h 2053176"/>
              <a:gd name="connsiteX7215" fmla="*/ 1120233 w 12188965"/>
              <a:gd name="connsiteY7215" fmla="*/ 1531755 h 2053176"/>
              <a:gd name="connsiteX7216" fmla="*/ 1145892 w 12188965"/>
              <a:gd name="connsiteY7216" fmla="*/ 1557414 h 2053176"/>
              <a:gd name="connsiteX7217" fmla="*/ 1120233 w 12188965"/>
              <a:gd name="connsiteY7217" fmla="*/ 1583073 h 2053176"/>
              <a:gd name="connsiteX7218" fmla="*/ 1094573 w 12188965"/>
              <a:gd name="connsiteY7218" fmla="*/ 1557414 h 2053176"/>
              <a:gd name="connsiteX7219" fmla="*/ 1120233 w 12188965"/>
              <a:gd name="connsiteY7219" fmla="*/ 1531755 h 2053176"/>
              <a:gd name="connsiteX7220" fmla="*/ 1056027 w 12188965"/>
              <a:gd name="connsiteY7220" fmla="*/ 1531755 h 2053176"/>
              <a:gd name="connsiteX7221" fmla="*/ 1081685 w 12188965"/>
              <a:gd name="connsiteY7221" fmla="*/ 1557413 h 2053176"/>
              <a:gd name="connsiteX7222" fmla="*/ 1056027 w 12188965"/>
              <a:gd name="connsiteY7222" fmla="*/ 1583073 h 2053176"/>
              <a:gd name="connsiteX7223" fmla="*/ 1030369 w 12188965"/>
              <a:gd name="connsiteY7223" fmla="*/ 1557413 h 2053176"/>
              <a:gd name="connsiteX7224" fmla="*/ 1056027 w 12188965"/>
              <a:gd name="connsiteY7224" fmla="*/ 1531755 h 2053176"/>
              <a:gd name="connsiteX7225" fmla="*/ 991823 w 12188965"/>
              <a:gd name="connsiteY7225" fmla="*/ 1531755 h 2053176"/>
              <a:gd name="connsiteX7226" fmla="*/ 1017481 w 12188965"/>
              <a:gd name="connsiteY7226" fmla="*/ 1557413 h 2053176"/>
              <a:gd name="connsiteX7227" fmla="*/ 991823 w 12188965"/>
              <a:gd name="connsiteY7227" fmla="*/ 1583073 h 2053176"/>
              <a:gd name="connsiteX7228" fmla="*/ 966162 w 12188965"/>
              <a:gd name="connsiteY7228" fmla="*/ 1557413 h 2053176"/>
              <a:gd name="connsiteX7229" fmla="*/ 991823 w 12188965"/>
              <a:gd name="connsiteY7229" fmla="*/ 1531755 h 2053176"/>
              <a:gd name="connsiteX7230" fmla="*/ 927616 w 12188965"/>
              <a:gd name="connsiteY7230" fmla="*/ 1531755 h 2053176"/>
              <a:gd name="connsiteX7231" fmla="*/ 953275 w 12188965"/>
              <a:gd name="connsiteY7231" fmla="*/ 1557414 h 2053176"/>
              <a:gd name="connsiteX7232" fmla="*/ 927616 w 12188965"/>
              <a:gd name="connsiteY7232" fmla="*/ 1583073 h 2053176"/>
              <a:gd name="connsiteX7233" fmla="*/ 901957 w 12188965"/>
              <a:gd name="connsiteY7233" fmla="*/ 1557414 h 2053176"/>
              <a:gd name="connsiteX7234" fmla="*/ 927616 w 12188965"/>
              <a:gd name="connsiteY7234" fmla="*/ 1531755 h 2053176"/>
              <a:gd name="connsiteX7235" fmla="*/ 863411 w 12188965"/>
              <a:gd name="connsiteY7235" fmla="*/ 1531755 h 2053176"/>
              <a:gd name="connsiteX7236" fmla="*/ 889071 w 12188965"/>
              <a:gd name="connsiteY7236" fmla="*/ 1557414 h 2053176"/>
              <a:gd name="connsiteX7237" fmla="*/ 863411 w 12188965"/>
              <a:gd name="connsiteY7237" fmla="*/ 1583073 h 2053176"/>
              <a:gd name="connsiteX7238" fmla="*/ 837752 w 12188965"/>
              <a:gd name="connsiteY7238" fmla="*/ 1557414 h 2053176"/>
              <a:gd name="connsiteX7239" fmla="*/ 863411 w 12188965"/>
              <a:gd name="connsiteY7239" fmla="*/ 1531755 h 2053176"/>
              <a:gd name="connsiteX7240" fmla="*/ 670679 w 12188965"/>
              <a:gd name="connsiteY7240" fmla="*/ 1531755 h 2053176"/>
              <a:gd name="connsiteX7241" fmla="*/ 696338 w 12188965"/>
              <a:gd name="connsiteY7241" fmla="*/ 1557413 h 2053176"/>
              <a:gd name="connsiteX7242" fmla="*/ 670679 w 12188965"/>
              <a:gd name="connsiteY7242" fmla="*/ 1583073 h 2053176"/>
              <a:gd name="connsiteX7243" fmla="*/ 645020 w 12188965"/>
              <a:gd name="connsiteY7243" fmla="*/ 1557413 h 2053176"/>
              <a:gd name="connsiteX7244" fmla="*/ 670679 w 12188965"/>
              <a:gd name="connsiteY7244" fmla="*/ 1531755 h 2053176"/>
              <a:gd name="connsiteX7245" fmla="*/ 606475 w 12188965"/>
              <a:gd name="connsiteY7245" fmla="*/ 1531755 h 2053176"/>
              <a:gd name="connsiteX7246" fmla="*/ 632134 w 12188965"/>
              <a:gd name="connsiteY7246" fmla="*/ 1557414 h 2053176"/>
              <a:gd name="connsiteX7247" fmla="*/ 606475 w 12188965"/>
              <a:gd name="connsiteY7247" fmla="*/ 1583073 h 2053176"/>
              <a:gd name="connsiteX7248" fmla="*/ 580815 w 12188965"/>
              <a:gd name="connsiteY7248" fmla="*/ 1557414 h 2053176"/>
              <a:gd name="connsiteX7249" fmla="*/ 606475 w 12188965"/>
              <a:gd name="connsiteY7249" fmla="*/ 1531755 h 2053176"/>
              <a:gd name="connsiteX7250" fmla="*/ 542268 w 12188965"/>
              <a:gd name="connsiteY7250" fmla="*/ 1531755 h 2053176"/>
              <a:gd name="connsiteX7251" fmla="*/ 567927 w 12188965"/>
              <a:gd name="connsiteY7251" fmla="*/ 1557414 h 2053176"/>
              <a:gd name="connsiteX7252" fmla="*/ 542268 w 12188965"/>
              <a:gd name="connsiteY7252" fmla="*/ 1583073 h 2053176"/>
              <a:gd name="connsiteX7253" fmla="*/ 516610 w 12188965"/>
              <a:gd name="connsiteY7253" fmla="*/ 1557414 h 2053176"/>
              <a:gd name="connsiteX7254" fmla="*/ 542268 w 12188965"/>
              <a:gd name="connsiteY7254" fmla="*/ 1531755 h 2053176"/>
              <a:gd name="connsiteX7255" fmla="*/ 478063 w 12188965"/>
              <a:gd name="connsiteY7255" fmla="*/ 1531755 h 2053176"/>
              <a:gd name="connsiteX7256" fmla="*/ 503724 w 12188965"/>
              <a:gd name="connsiteY7256" fmla="*/ 1557414 h 2053176"/>
              <a:gd name="connsiteX7257" fmla="*/ 478063 w 12188965"/>
              <a:gd name="connsiteY7257" fmla="*/ 1583073 h 2053176"/>
              <a:gd name="connsiteX7258" fmla="*/ 452404 w 12188965"/>
              <a:gd name="connsiteY7258" fmla="*/ 1557414 h 2053176"/>
              <a:gd name="connsiteX7259" fmla="*/ 478063 w 12188965"/>
              <a:gd name="connsiteY7259" fmla="*/ 1531755 h 2053176"/>
              <a:gd name="connsiteX7260" fmla="*/ 413858 w 12188965"/>
              <a:gd name="connsiteY7260" fmla="*/ 1531755 h 2053176"/>
              <a:gd name="connsiteX7261" fmla="*/ 439517 w 12188965"/>
              <a:gd name="connsiteY7261" fmla="*/ 1557414 h 2053176"/>
              <a:gd name="connsiteX7262" fmla="*/ 413858 w 12188965"/>
              <a:gd name="connsiteY7262" fmla="*/ 1583073 h 2053176"/>
              <a:gd name="connsiteX7263" fmla="*/ 388200 w 12188965"/>
              <a:gd name="connsiteY7263" fmla="*/ 1557414 h 2053176"/>
              <a:gd name="connsiteX7264" fmla="*/ 413858 w 12188965"/>
              <a:gd name="connsiteY7264" fmla="*/ 1531755 h 2053176"/>
              <a:gd name="connsiteX7265" fmla="*/ 346686 w 12188965"/>
              <a:gd name="connsiteY7265" fmla="*/ 1531755 h 2053176"/>
              <a:gd name="connsiteX7266" fmla="*/ 372344 w 12188965"/>
              <a:gd name="connsiteY7266" fmla="*/ 1557414 h 2053176"/>
              <a:gd name="connsiteX7267" fmla="*/ 346686 w 12188965"/>
              <a:gd name="connsiteY7267" fmla="*/ 1583073 h 2053176"/>
              <a:gd name="connsiteX7268" fmla="*/ 321027 w 12188965"/>
              <a:gd name="connsiteY7268" fmla="*/ 1557414 h 2053176"/>
              <a:gd name="connsiteX7269" fmla="*/ 346686 w 12188965"/>
              <a:gd name="connsiteY7269" fmla="*/ 1531755 h 2053176"/>
              <a:gd name="connsiteX7270" fmla="*/ 282480 w 12188965"/>
              <a:gd name="connsiteY7270" fmla="*/ 1531755 h 2053176"/>
              <a:gd name="connsiteX7271" fmla="*/ 308138 w 12188965"/>
              <a:gd name="connsiteY7271" fmla="*/ 1557414 h 2053176"/>
              <a:gd name="connsiteX7272" fmla="*/ 282480 w 12188965"/>
              <a:gd name="connsiteY7272" fmla="*/ 1583073 h 2053176"/>
              <a:gd name="connsiteX7273" fmla="*/ 256820 w 12188965"/>
              <a:gd name="connsiteY7273" fmla="*/ 1557414 h 2053176"/>
              <a:gd name="connsiteX7274" fmla="*/ 282480 w 12188965"/>
              <a:gd name="connsiteY7274" fmla="*/ 1531755 h 2053176"/>
              <a:gd name="connsiteX7275" fmla="*/ 218274 w 12188965"/>
              <a:gd name="connsiteY7275" fmla="*/ 1531755 h 2053176"/>
              <a:gd name="connsiteX7276" fmla="*/ 243932 w 12188965"/>
              <a:gd name="connsiteY7276" fmla="*/ 1557414 h 2053176"/>
              <a:gd name="connsiteX7277" fmla="*/ 218274 w 12188965"/>
              <a:gd name="connsiteY7277" fmla="*/ 1583073 h 2053176"/>
              <a:gd name="connsiteX7278" fmla="*/ 192615 w 12188965"/>
              <a:gd name="connsiteY7278" fmla="*/ 1557414 h 2053176"/>
              <a:gd name="connsiteX7279" fmla="*/ 218274 w 12188965"/>
              <a:gd name="connsiteY7279" fmla="*/ 1531755 h 2053176"/>
              <a:gd name="connsiteX7280" fmla="*/ 25659 w 12188965"/>
              <a:gd name="connsiteY7280" fmla="*/ 1531755 h 2053176"/>
              <a:gd name="connsiteX7281" fmla="*/ 51317 w 12188965"/>
              <a:gd name="connsiteY7281" fmla="*/ 1557413 h 2053176"/>
              <a:gd name="connsiteX7282" fmla="*/ 25659 w 12188965"/>
              <a:gd name="connsiteY7282" fmla="*/ 1583073 h 2053176"/>
              <a:gd name="connsiteX7283" fmla="*/ 0 w 12188965"/>
              <a:gd name="connsiteY7283" fmla="*/ 1557413 h 2053176"/>
              <a:gd name="connsiteX7284" fmla="*/ 25659 w 12188965"/>
              <a:gd name="connsiteY7284" fmla="*/ 1531755 h 2053176"/>
              <a:gd name="connsiteX7285" fmla="*/ 11518287 w 12188965"/>
              <a:gd name="connsiteY7285" fmla="*/ 1477418 h 2053176"/>
              <a:gd name="connsiteX7286" fmla="*/ 11531175 w 12188965"/>
              <a:gd name="connsiteY7286" fmla="*/ 1490305 h 2053176"/>
              <a:gd name="connsiteX7287" fmla="*/ 11518287 w 12188965"/>
              <a:gd name="connsiteY7287" fmla="*/ 1503193 h 2053176"/>
              <a:gd name="connsiteX7288" fmla="*/ 11505399 w 12188965"/>
              <a:gd name="connsiteY7288" fmla="*/ 1490305 h 2053176"/>
              <a:gd name="connsiteX7289" fmla="*/ 11518287 w 12188965"/>
              <a:gd name="connsiteY7289" fmla="*/ 1477418 h 2053176"/>
              <a:gd name="connsiteX7290" fmla="*/ 11004528 w 12188965"/>
              <a:gd name="connsiteY7290" fmla="*/ 1477418 h 2053176"/>
              <a:gd name="connsiteX7291" fmla="*/ 11017416 w 12188965"/>
              <a:gd name="connsiteY7291" fmla="*/ 1490305 h 2053176"/>
              <a:gd name="connsiteX7292" fmla="*/ 11004528 w 12188965"/>
              <a:gd name="connsiteY7292" fmla="*/ 1503193 h 2053176"/>
              <a:gd name="connsiteX7293" fmla="*/ 10991640 w 12188965"/>
              <a:gd name="connsiteY7293" fmla="*/ 1490305 h 2053176"/>
              <a:gd name="connsiteX7294" fmla="*/ 11004528 w 12188965"/>
              <a:gd name="connsiteY7294" fmla="*/ 1477418 h 2053176"/>
              <a:gd name="connsiteX7295" fmla="*/ 10426681 w 12188965"/>
              <a:gd name="connsiteY7295" fmla="*/ 1477418 h 2053176"/>
              <a:gd name="connsiteX7296" fmla="*/ 10439569 w 12188965"/>
              <a:gd name="connsiteY7296" fmla="*/ 1490305 h 2053176"/>
              <a:gd name="connsiteX7297" fmla="*/ 10426681 w 12188965"/>
              <a:gd name="connsiteY7297" fmla="*/ 1503193 h 2053176"/>
              <a:gd name="connsiteX7298" fmla="*/ 10413793 w 12188965"/>
              <a:gd name="connsiteY7298" fmla="*/ 1490305 h 2053176"/>
              <a:gd name="connsiteX7299" fmla="*/ 10426681 w 12188965"/>
              <a:gd name="connsiteY7299" fmla="*/ 1477418 h 2053176"/>
              <a:gd name="connsiteX7300" fmla="*/ 10169743 w 12188965"/>
              <a:gd name="connsiteY7300" fmla="*/ 1477418 h 2053176"/>
              <a:gd name="connsiteX7301" fmla="*/ 10182631 w 12188965"/>
              <a:gd name="connsiteY7301" fmla="*/ 1490305 h 2053176"/>
              <a:gd name="connsiteX7302" fmla="*/ 10169743 w 12188965"/>
              <a:gd name="connsiteY7302" fmla="*/ 1503193 h 2053176"/>
              <a:gd name="connsiteX7303" fmla="*/ 10156855 w 12188965"/>
              <a:gd name="connsiteY7303" fmla="*/ 1490305 h 2053176"/>
              <a:gd name="connsiteX7304" fmla="*/ 10169743 w 12188965"/>
              <a:gd name="connsiteY7304" fmla="*/ 1477418 h 2053176"/>
              <a:gd name="connsiteX7305" fmla="*/ 9848716 w 12188965"/>
              <a:gd name="connsiteY7305" fmla="*/ 1477418 h 2053176"/>
              <a:gd name="connsiteX7306" fmla="*/ 9861604 w 12188965"/>
              <a:gd name="connsiteY7306" fmla="*/ 1490305 h 2053176"/>
              <a:gd name="connsiteX7307" fmla="*/ 9848716 w 12188965"/>
              <a:gd name="connsiteY7307" fmla="*/ 1503193 h 2053176"/>
              <a:gd name="connsiteX7308" fmla="*/ 9835828 w 12188965"/>
              <a:gd name="connsiteY7308" fmla="*/ 1490305 h 2053176"/>
              <a:gd name="connsiteX7309" fmla="*/ 9848716 w 12188965"/>
              <a:gd name="connsiteY7309" fmla="*/ 1477418 h 2053176"/>
              <a:gd name="connsiteX7310" fmla="*/ 9784512 w 12188965"/>
              <a:gd name="connsiteY7310" fmla="*/ 1477418 h 2053176"/>
              <a:gd name="connsiteX7311" fmla="*/ 9797400 w 12188965"/>
              <a:gd name="connsiteY7311" fmla="*/ 1490305 h 2053176"/>
              <a:gd name="connsiteX7312" fmla="*/ 9784512 w 12188965"/>
              <a:gd name="connsiteY7312" fmla="*/ 1503193 h 2053176"/>
              <a:gd name="connsiteX7313" fmla="*/ 9771624 w 12188965"/>
              <a:gd name="connsiteY7313" fmla="*/ 1490305 h 2053176"/>
              <a:gd name="connsiteX7314" fmla="*/ 9784512 w 12188965"/>
              <a:gd name="connsiteY7314" fmla="*/ 1477418 h 2053176"/>
              <a:gd name="connsiteX7315" fmla="*/ 6959132 w 12188965"/>
              <a:gd name="connsiteY7315" fmla="*/ 1477418 h 2053176"/>
              <a:gd name="connsiteX7316" fmla="*/ 6972020 w 12188965"/>
              <a:gd name="connsiteY7316" fmla="*/ 1490305 h 2053176"/>
              <a:gd name="connsiteX7317" fmla="*/ 6959132 w 12188965"/>
              <a:gd name="connsiteY7317" fmla="*/ 1503193 h 2053176"/>
              <a:gd name="connsiteX7318" fmla="*/ 6946244 w 12188965"/>
              <a:gd name="connsiteY7318" fmla="*/ 1490305 h 2053176"/>
              <a:gd name="connsiteX7319" fmla="*/ 6959132 w 12188965"/>
              <a:gd name="connsiteY7319" fmla="*/ 1477418 h 2053176"/>
              <a:gd name="connsiteX7320" fmla="*/ 6830836 w 12188965"/>
              <a:gd name="connsiteY7320" fmla="*/ 1477418 h 2053176"/>
              <a:gd name="connsiteX7321" fmla="*/ 6843724 w 12188965"/>
              <a:gd name="connsiteY7321" fmla="*/ 1490305 h 2053176"/>
              <a:gd name="connsiteX7322" fmla="*/ 6830836 w 12188965"/>
              <a:gd name="connsiteY7322" fmla="*/ 1503193 h 2053176"/>
              <a:gd name="connsiteX7323" fmla="*/ 6817948 w 12188965"/>
              <a:gd name="connsiteY7323" fmla="*/ 1490305 h 2053176"/>
              <a:gd name="connsiteX7324" fmla="*/ 6830836 w 12188965"/>
              <a:gd name="connsiteY7324" fmla="*/ 1477418 h 2053176"/>
              <a:gd name="connsiteX7325" fmla="*/ 5807683 w 12188965"/>
              <a:gd name="connsiteY7325" fmla="*/ 1477418 h 2053176"/>
              <a:gd name="connsiteX7326" fmla="*/ 5820571 w 12188965"/>
              <a:gd name="connsiteY7326" fmla="*/ 1490305 h 2053176"/>
              <a:gd name="connsiteX7327" fmla="*/ 5807683 w 12188965"/>
              <a:gd name="connsiteY7327" fmla="*/ 1503193 h 2053176"/>
              <a:gd name="connsiteX7328" fmla="*/ 5794796 w 12188965"/>
              <a:gd name="connsiteY7328" fmla="*/ 1490305 h 2053176"/>
              <a:gd name="connsiteX7329" fmla="*/ 5807683 w 12188965"/>
              <a:gd name="connsiteY7329" fmla="*/ 1477418 h 2053176"/>
              <a:gd name="connsiteX7330" fmla="*/ 5293924 w 12188965"/>
              <a:gd name="connsiteY7330" fmla="*/ 1477418 h 2053176"/>
              <a:gd name="connsiteX7331" fmla="*/ 5306812 w 12188965"/>
              <a:gd name="connsiteY7331" fmla="*/ 1490305 h 2053176"/>
              <a:gd name="connsiteX7332" fmla="*/ 5293924 w 12188965"/>
              <a:gd name="connsiteY7332" fmla="*/ 1503193 h 2053176"/>
              <a:gd name="connsiteX7333" fmla="*/ 5281036 w 12188965"/>
              <a:gd name="connsiteY7333" fmla="*/ 1490305 h 2053176"/>
              <a:gd name="connsiteX7334" fmla="*/ 5293924 w 12188965"/>
              <a:gd name="connsiteY7334" fmla="*/ 1477418 h 2053176"/>
              <a:gd name="connsiteX7335" fmla="*/ 4716077 w 12188965"/>
              <a:gd name="connsiteY7335" fmla="*/ 1477418 h 2053176"/>
              <a:gd name="connsiteX7336" fmla="*/ 4728964 w 12188965"/>
              <a:gd name="connsiteY7336" fmla="*/ 1490305 h 2053176"/>
              <a:gd name="connsiteX7337" fmla="*/ 4716077 w 12188965"/>
              <a:gd name="connsiteY7337" fmla="*/ 1503193 h 2053176"/>
              <a:gd name="connsiteX7338" fmla="*/ 4703188 w 12188965"/>
              <a:gd name="connsiteY7338" fmla="*/ 1490305 h 2053176"/>
              <a:gd name="connsiteX7339" fmla="*/ 4716077 w 12188965"/>
              <a:gd name="connsiteY7339" fmla="*/ 1477418 h 2053176"/>
              <a:gd name="connsiteX7340" fmla="*/ 4459140 w 12188965"/>
              <a:gd name="connsiteY7340" fmla="*/ 1477418 h 2053176"/>
              <a:gd name="connsiteX7341" fmla="*/ 4472025 w 12188965"/>
              <a:gd name="connsiteY7341" fmla="*/ 1490305 h 2053176"/>
              <a:gd name="connsiteX7342" fmla="*/ 4459140 w 12188965"/>
              <a:gd name="connsiteY7342" fmla="*/ 1503193 h 2053176"/>
              <a:gd name="connsiteX7343" fmla="*/ 4446252 w 12188965"/>
              <a:gd name="connsiteY7343" fmla="*/ 1490305 h 2053176"/>
              <a:gd name="connsiteX7344" fmla="*/ 4459140 w 12188965"/>
              <a:gd name="connsiteY7344" fmla="*/ 1477418 h 2053176"/>
              <a:gd name="connsiteX7345" fmla="*/ 4138112 w 12188965"/>
              <a:gd name="connsiteY7345" fmla="*/ 1477418 h 2053176"/>
              <a:gd name="connsiteX7346" fmla="*/ 4151000 w 12188965"/>
              <a:gd name="connsiteY7346" fmla="*/ 1490305 h 2053176"/>
              <a:gd name="connsiteX7347" fmla="*/ 4138112 w 12188965"/>
              <a:gd name="connsiteY7347" fmla="*/ 1503193 h 2053176"/>
              <a:gd name="connsiteX7348" fmla="*/ 4125224 w 12188965"/>
              <a:gd name="connsiteY7348" fmla="*/ 1490305 h 2053176"/>
              <a:gd name="connsiteX7349" fmla="*/ 4138112 w 12188965"/>
              <a:gd name="connsiteY7349" fmla="*/ 1477418 h 2053176"/>
              <a:gd name="connsiteX7350" fmla="*/ 4073908 w 12188965"/>
              <a:gd name="connsiteY7350" fmla="*/ 1477418 h 2053176"/>
              <a:gd name="connsiteX7351" fmla="*/ 4086795 w 12188965"/>
              <a:gd name="connsiteY7351" fmla="*/ 1490305 h 2053176"/>
              <a:gd name="connsiteX7352" fmla="*/ 4073908 w 12188965"/>
              <a:gd name="connsiteY7352" fmla="*/ 1503193 h 2053176"/>
              <a:gd name="connsiteX7353" fmla="*/ 4061020 w 12188965"/>
              <a:gd name="connsiteY7353" fmla="*/ 1490305 h 2053176"/>
              <a:gd name="connsiteX7354" fmla="*/ 4073908 w 12188965"/>
              <a:gd name="connsiteY7354" fmla="*/ 1477418 h 2053176"/>
              <a:gd name="connsiteX7355" fmla="*/ 1248528 w 12188965"/>
              <a:gd name="connsiteY7355" fmla="*/ 1477418 h 2053176"/>
              <a:gd name="connsiteX7356" fmla="*/ 1261416 w 12188965"/>
              <a:gd name="connsiteY7356" fmla="*/ 1490305 h 2053176"/>
              <a:gd name="connsiteX7357" fmla="*/ 1248528 w 12188965"/>
              <a:gd name="connsiteY7357" fmla="*/ 1503193 h 2053176"/>
              <a:gd name="connsiteX7358" fmla="*/ 1235638 w 12188965"/>
              <a:gd name="connsiteY7358" fmla="*/ 1490305 h 2053176"/>
              <a:gd name="connsiteX7359" fmla="*/ 1248528 w 12188965"/>
              <a:gd name="connsiteY7359" fmla="*/ 1477418 h 2053176"/>
              <a:gd name="connsiteX7360" fmla="*/ 1120233 w 12188965"/>
              <a:gd name="connsiteY7360" fmla="*/ 1477418 h 2053176"/>
              <a:gd name="connsiteX7361" fmla="*/ 1133121 w 12188965"/>
              <a:gd name="connsiteY7361" fmla="*/ 1490305 h 2053176"/>
              <a:gd name="connsiteX7362" fmla="*/ 1120233 w 12188965"/>
              <a:gd name="connsiteY7362" fmla="*/ 1503193 h 2053176"/>
              <a:gd name="connsiteX7363" fmla="*/ 1107345 w 12188965"/>
              <a:gd name="connsiteY7363" fmla="*/ 1490305 h 2053176"/>
              <a:gd name="connsiteX7364" fmla="*/ 1120233 w 12188965"/>
              <a:gd name="connsiteY7364" fmla="*/ 1477418 h 2053176"/>
              <a:gd name="connsiteX7365" fmla="*/ 89864 w 12188965"/>
              <a:gd name="connsiteY7365" fmla="*/ 1477418 h 2053176"/>
              <a:gd name="connsiteX7366" fmla="*/ 102752 w 12188965"/>
              <a:gd name="connsiteY7366" fmla="*/ 1490305 h 2053176"/>
              <a:gd name="connsiteX7367" fmla="*/ 89864 w 12188965"/>
              <a:gd name="connsiteY7367" fmla="*/ 1503193 h 2053176"/>
              <a:gd name="connsiteX7368" fmla="*/ 76977 w 12188965"/>
              <a:gd name="connsiteY7368" fmla="*/ 1490305 h 2053176"/>
              <a:gd name="connsiteX7369" fmla="*/ 89864 w 12188965"/>
              <a:gd name="connsiteY7369" fmla="*/ 1477418 h 2053176"/>
              <a:gd name="connsiteX7370" fmla="*/ 12099103 w 12188965"/>
              <a:gd name="connsiteY7370" fmla="*/ 1464647 h 2053176"/>
              <a:gd name="connsiteX7371" fmla="*/ 12124761 w 12188965"/>
              <a:gd name="connsiteY7371" fmla="*/ 1490305 h 2053176"/>
              <a:gd name="connsiteX7372" fmla="*/ 12099103 w 12188965"/>
              <a:gd name="connsiteY7372" fmla="*/ 1515964 h 2053176"/>
              <a:gd name="connsiteX7373" fmla="*/ 12073441 w 12188965"/>
              <a:gd name="connsiteY7373" fmla="*/ 1490305 h 2053176"/>
              <a:gd name="connsiteX7374" fmla="*/ 12099103 w 12188965"/>
              <a:gd name="connsiteY7374" fmla="*/ 1464647 h 2053176"/>
              <a:gd name="connsiteX7375" fmla="*/ 12034897 w 12188965"/>
              <a:gd name="connsiteY7375" fmla="*/ 1464647 h 2053176"/>
              <a:gd name="connsiteX7376" fmla="*/ 12060557 w 12188965"/>
              <a:gd name="connsiteY7376" fmla="*/ 1490305 h 2053176"/>
              <a:gd name="connsiteX7377" fmla="*/ 12034897 w 12188965"/>
              <a:gd name="connsiteY7377" fmla="*/ 1515965 h 2053176"/>
              <a:gd name="connsiteX7378" fmla="*/ 12009237 w 12188965"/>
              <a:gd name="connsiteY7378" fmla="*/ 1490305 h 2053176"/>
              <a:gd name="connsiteX7379" fmla="*/ 12034897 w 12188965"/>
              <a:gd name="connsiteY7379" fmla="*/ 1464647 h 2053176"/>
              <a:gd name="connsiteX7380" fmla="*/ 11970691 w 12188965"/>
              <a:gd name="connsiteY7380" fmla="*/ 1464647 h 2053176"/>
              <a:gd name="connsiteX7381" fmla="*/ 11996349 w 12188965"/>
              <a:gd name="connsiteY7381" fmla="*/ 1490305 h 2053176"/>
              <a:gd name="connsiteX7382" fmla="*/ 11970691 w 12188965"/>
              <a:gd name="connsiteY7382" fmla="*/ 1515965 h 2053176"/>
              <a:gd name="connsiteX7383" fmla="*/ 11945033 w 12188965"/>
              <a:gd name="connsiteY7383" fmla="*/ 1490305 h 2053176"/>
              <a:gd name="connsiteX7384" fmla="*/ 11970691 w 12188965"/>
              <a:gd name="connsiteY7384" fmla="*/ 1464647 h 2053176"/>
              <a:gd name="connsiteX7385" fmla="*/ 11906483 w 12188965"/>
              <a:gd name="connsiteY7385" fmla="*/ 1464647 h 2053176"/>
              <a:gd name="connsiteX7386" fmla="*/ 11932145 w 12188965"/>
              <a:gd name="connsiteY7386" fmla="*/ 1490305 h 2053176"/>
              <a:gd name="connsiteX7387" fmla="*/ 11906483 w 12188965"/>
              <a:gd name="connsiteY7387" fmla="*/ 1515965 h 2053176"/>
              <a:gd name="connsiteX7388" fmla="*/ 11880825 w 12188965"/>
              <a:gd name="connsiteY7388" fmla="*/ 1490305 h 2053176"/>
              <a:gd name="connsiteX7389" fmla="*/ 11906483 w 12188965"/>
              <a:gd name="connsiteY7389" fmla="*/ 1464647 h 2053176"/>
              <a:gd name="connsiteX7390" fmla="*/ 11842279 w 12188965"/>
              <a:gd name="connsiteY7390" fmla="*/ 1464647 h 2053176"/>
              <a:gd name="connsiteX7391" fmla="*/ 11867941 w 12188965"/>
              <a:gd name="connsiteY7391" fmla="*/ 1490305 h 2053176"/>
              <a:gd name="connsiteX7392" fmla="*/ 11842279 w 12188965"/>
              <a:gd name="connsiteY7392" fmla="*/ 1515965 h 2053176"/>
              <a:gd name="connsiteX7393" fmla="*/ 11816621 w 12188965"/>
              <a:gd name="connsiteY7393" fmla="*/ 1490305 h 2053176"/>
              <a:gd name="connsiteX7394" fmla="*/ 11842279 w 12188965"/>
              <a:gd name="connsiteY7394" fmla="*/ 1464647 h 2053176"/>
              <a:gd name="connsiteX7395" fmla="*/ 11775107 w 12188965"/>
              <a:gd name="connsiteY7395" fmla="*/ 1464647 h 2053176"/>
              <a:gd name="connsiteX7396" fmla="*/ 11800767 w 12188965"/>
              <a:gd name="connsiteY7396" fmla="*/ 1490305 h 2053176"/>
              <a:gd name="connsiteX7397" fmla="*/ 11775107 w 12188965"/>
              <a:gd name="connsiteY7397" fmla="*/ 1515965 h 2053176"/>
              <a:gd name="connsiteX7398" fmla="*/ 11749449 w 12188965"/>
              <a:gd name="connsiteY7398" fmla="*/ 1490305 h 2053176"/>
              <a:gd name="connsiteX7399" fmla="*/ 11775107 w 12188965"/>
              <a:gd name="connsiteY7399" fmla="*/ 1464647 h 2053176"/>
              <a:gd name="connsiteX7400" fmla="*/ 11710901 w 12188965"/>
              <a:gd name="connsiteY7400" fmla="*/ 1464647 h 2053176"/>
              <a:gd name="connsiteX7401" fmla="*/ 11736561 w 12188965"/>
              <a:gd name="connsiteY7401" fmla="*/ 1490305 h 2053176"/>
              <a:gd name="connsiteX7402" fmla="*/ 11710901 w 12188965"/>
              <a:gd name="connsiteY7402" fmla="*/ 1515965 h 2053176"/>
              <a:gd name="connsiteX7403" fmla="*/ 11685243 w 12188965"/>
              <a:gd name="connsiteY7403" fmla="*/ 1490305 h 2053176"/>
              <a:gd name="connsiteX7404" fmla="*/ 11710901 w 12188965"/>
              <a:gd name="connsiteY7404" fmla="*/ 1464647 h 2053176"/>
              <a:gd name="connsiteX7405" fmla="*/ 11646697 w 12188965"/>
              <a:gd name="connsiteY7405" fmla="*/ 1464647 h 2053176"/>
              <a:gd name="connsiteX7406" fmla="*/ 11672355 w 12188965"/>
              <a:gd name="connsiteY7406" fmla="*/ 1490305 h 2053176"/>
              <a:gd name="connsiteX7407" fmla="*/ 11646697 w 12188965"/>
              <a:gd name="connsiteY7407" fmla="*/ 1515965 h 2053176"/>
              <a:gd name="connsiteX7408" fmla="*/ 11621037 w 12188965"/>
              <a:gd name="connsiteY7408" fmla="*/ 1490305 h 2053176"/>
              <a:gd name="connsiteX7409" fmla="*/ 11646697 w 12188965"/>
              <a:gd name="connsiteY7409" fmla="*/ 1464647 h 2053176"/>
              <a:gd name="connsiteX7410" fmla="*/ 11454081 w 12188965"/>
              <a:gd name="connsiteY7410" fmla="*/ 1464647 h 2053176"/>
              <a:gd name="connsiteX7411" fmla="*/ 11479739 w 12188965"/>
              <a:gd name="connsiteY7411" fmla="*/ 1490305 h 2053176"/>
              <a:gd name="connsiteX7412" fmla="*/ 11454081 w 12188965"/>
              <a:gd name="connsiteY7412" fmla="*/ 1515964 h 2053176"/>
              <a:gd name="connsiteX7413" fmla="*/ 11428421 w 12188965"/>
              <a:gd name="connsiteY7413" fmla="*/ 1490305 h 2053176"/>
              <a:gd name="connsiteX7414" fmla="*/ 11454081 w 12188965"/>
              <a:gd name="connsiteY7414" fmla="*/ 1464647 h 2053176"/>
              <a:gd name="connsiteX7415" fmla="*/ 11389875 w 12188965"/>
              <a:gd name="connsiteY7415" fmla="*/ 1464647 h 2053176"/>
              <a:gd name="connsiteX7416" fmla="*/ 11415533 w 12188965"/>
              <a:gd name="connsiteY7416" fmla="*/ 1490305 h 2053176"/>
              <a:gd name="connsiteX7417" fmla="*/ 11389875 w 12188965"/>
              <a:gd name="connsiteY7417" fmla="*/ 1515965 h 2053176"/>
              <a:gd name="connsiteX7418" fmla="*/ 11364217 w 12188965"/>
              <a:gd name="connsiteY7418" fmla="*/ 1490305 h 2053176"/>
              <a:gd name="connsiteX7419" fmla="*/ 11389875 w 12188965"/>
              <a:gd name="connsiteY7419" fmla="*/ 1464647 h 2053176"/>
              <a:gd name="connsiteX7420" fmla="*/ 11325670 w 12188965"/>
              <a:gd name="connsiteY7420" fmla="*/ 1464647 h 2053176"/>
              <a:gd name="connsiteX7421" fmla="*/ 11351329 w 12188965"/>
              <a:gd name="connsiteY7421" fmla="*/ 1490305 h 2053176"/>
              <a:gd name="connsiteX7422" fmla="*/ 11325670 w 12188965"/>
              <a:gd name="connsiteY7422" fmla="*/ 1515965 h 2053176"/>
              <a:gd name="connsiteX7423" fmla="*/ 11300012 w 12188965"/>
              <a:gd name="connsiteY7423" fmla="*/ 1490305 h 2053176"/>
              <a:gd name="connsiteX7424" fmla="*/ 11325670 w 12188965"/>
              <a:gd name="connsiteY7424" fmla="*/ 1464647 h 2053176"/>
              <a:gd name="connsiteX7425" fmla="*/ 11261466 w 12188965"/>
              <a:gd name="connsiteY7425" fmla="*/ 1464647 h 2053176"/>
              <a:gd name="connsiteX7426" fmla="*/ 11287124 w 12188965"/>
              <a:gd name="connsiteY7426" fmla="*/ 1490305 h 2053176"/>
              <a:gd name="connsiteX7427" fmla="*/ 11261466 w 12188965"/>
              <a:gd name="connsiteY7427" fmla="*/ 1515965 h 2053176"/>
              <a:gd name="connsiteX7428" fmla="*/ 11235805 w 12188965"/>
              <a:gd name="connsiteY7428" fmla="*/ 1490305 h 2053176"/>
              <a:gd name="connsiteX7429" fmla="*/ 11261466 w 12188965"/>
              <a:gd name="connsiteY7429" fmla="*/ 1464647 h 2053176"/>
              <a:gd name="connsiteX7430" fmla="*/ 11197259 w 12188965"/>
              <a:gd name="connsiteY7430" fmla="*/ 1464647 h 2053176"/>
              <a:gd name="connsiteX7431" fmla="*/ 11222917 w 12188965"/>
              <a:gd name="connsiteY7431" fmla="*/ 1490305 h 2053176"/>
              <a:gd name="connsiteX7432" fmla="*/ 11197259 w 12188965"/>
              <a:gd name="connsiteY7432" fmla="*/ 1515965 h 2053176"/>
              <a:gd name="connsiteX7433" fmla="*/ 11171601 w 12188965"/>
              <a:gd name="connsiteY7433" fmla="*/ 1490305 h 2053176"/>
              <a:gd name="connsiteX7434" fmla="*/ 11197259 w 12188965"/>
              <a:gd name="connsiteY7434" fmla="*/ 1464647 h 2053176"/>
              <a:gd name="connsiteX7435" fmla="*/ 11133055 w 12188965"/>
              <a:gd name="connsiteY7435" fmla="*/ 1464647 h 2053176"/>
              <a:gd name="connsiteX7436" fmla="*/ 11158713 w 12188965"/>
              <a:gd name="connsiteY7436" fmla="*/ 1490305 h 2053176"/>
              <a:gd name="connsiteX7437" fmla="*/ 11133055 w 12188965"/>
              <a:gd name="connsiteY7437" fmla="*/ 1515964 h 2053176"/>
              <a:gd name="connsiteX7438" fmla="*/ 11107396 w 12188965"/>
              <a:gd name="connsiteY7438" fmla="*/ 1490305 h 2053176"/>
              <a:gd name="connsiteX7439" fmla="*/ 11133055 w 12188965"/>
              <a:gd name="connsiteY7439" fmla="*/ 1464647 h 2053176"/>
              <a:gd name="connsiteX7440" fmla="*/ 11068848 w 12188965"/>
              <a:gd name="connsiteY7440" fmla="*/ 1464647 h 2053176"/>
              <a:gd name="connsiteX7441" fmla="*/ 11094509 w 12188965"/>
              <a:gd name="connsiteY7441" fmla="*/ 1490305 h 2053176"/>
              <a:gd name="connsiteX7442" fmla="*/ 11068848 w 12188965"/>
              <a:gd name="connsiteY7442" fmla="*/ 1515964 h 2053176"/>
              <a:gd name="connsiteX7443" fmla="*/ 11043189 w 12188965"/>
              <a:gd name="connsiteY7443" fmla="*/ 1490305 h 2053176"/>
              <a:gd name="connsiteX7444" fmla="*/ 11068848 w 12188965"/>
              <a:gd name="connsiteY7444" fmla="*/ 1464647 h 2053176"/>
              <a:gd name="connsiteX7445" fmla="*/ 10940321 w 12188965"/>
              <a:gd name="connsiteY7445" fmla="*/ 1464647 h 2053176"/>
              <a:gd name="connsiteX7446" fmla="*/ 10965982 w 12188965"/>
              <a:gd name="connsiteY7446" fmla="*/ 1490305 h 2053176"/>
              <a:gd name="connsiteX7447" fmla="*/ 10940321 w 12188965"/>
              <a:gd name="connsiteY7447" fmla="*/ 1515965 h 2053176"/>
              <a:gd name="connsiteX7448" fmla="*/ 10914663 w 12188965"/>
              <a:gd name="connsiteY7448" fmla="*/ 1490305 h 2053176"/>
              <a:gd name="connsiteX7449" fmla="*/ 10940321 w 12188965"/>
              <a:gd name="connsiteY7449" fmla="*/ 1464647 h 2053176"/>
              <a:gd name="connsiteX7450" fmla="*/ 10811912 w 12188965"/>
              <a:gd name="connsiteY7450" fmla="*/ 1464647 h 2053176"/>
              <a:gd name="connsiteX7451" fmla="*/ 10837571 w 12188965"/>
              <a:gd name="connsiteY7451" fmla="*/ 1490305 h 2053176"/>
              <a:gd name="connsiteX7452" fmla="*/ 10811912 w 12188965"/>
              <a:gd name="connsiteY7452" fmla="*/ 1515965 h 2053176"/>
              <a:gd name="connsiteX7453" fmla="*/ 10786254 w 12188965"/>
              <a:gd name="connsiteY7453" fmla="*/ 1490305 h 2053176"/>
              <a:gd name="connsiteX7454" fmla="*/ 10811912 w 12188965"/>
              <a:gd name="connsiteY7454" fmla="*/ 1464647 h 2053176"/>
              <a:gd name="connsiteX7455" fmla="*/ 10747708 w 12188965"/>
              <a:gd name="connsiteY7455" fmla="*/ 1464647 h 2053176"/>
              <a:gd name="connsiteX7456" fmla="*/ 10773366 w 12188965"/>
              <a:gd name="connsiteY7456" fmla="*/ 1490305 h 2053176"/>
              <a:gd name="connsiteX7457" fmla="*/ 10747708 w 12188965"/>
              <a:gd name="connsiteY7457" fmla="*/ 1515964 h 2053176"/>
              <a:gd name="connsiteX7458" fmla="*/ 10722047 w 12188965"/>
              <a:gd name="connsiteY7458" fmla="*/ 1490305 h 2053176"/>
              <a:gd name="connsiteX7459" fmla="*/ 10747708 w 12188965"/>
              <a:gd name="connsiteY7459" fmla="*/ 1464647 h 2053176"/>
              <a:gd name="connsiteX7460" fmla="*/ 10683501 w 12188965"/>
              <a:gd name="connsiteY7460" fmla="*/ 1464647 h 2053176"/>
              <a:gd name="connsiteX7461" fmla="*/ 10709159 w 12188965"/>
              <a:gd name="connsiteY7461" fmla="*/ 1490305 h 2053176"/>
              <a:gd name="connsiteX7462" fmla="*/ 10683501 w 12188965"/>
              <a:gd name="connsiteY7462" fmla="*/ 1515965 h 2053176"/>
              <a:gd name="connsiteX7463" fmla="*/ 10657843 w 12188965"/>
              <a:gd name="connsiteY7463" fmla="*/ 1490305 h 2053176"/>
              <a:gd name="connsiteX7464" fmla="*/ 10683501 w 12188965"/>
              <a:gd name="connsiteY7464" fmla="*/ 1464647 h 2053176"/>
              <a:gd name="connsiteX7465" fmla="*/ 10619297 w 12188965"/>
              <a:gd name="connsiteY7465" fmla="*/ 1464647 h 2053176"/>
              <a:gd name="connsiteX7466" fmla="*/ 10644955 w 12188965"/>
              <a:gd name="connsiteY7466" fmla="*/ 1490305 h 2053176"/>
              <a:gd name="connsiteX7467" fmla="*/ 10619297 w 12188965"/>
              <a:gd name="connsiteY7467" fmla="*/ 1515965 h 2053176"/>
              <a:gd name="connsiteX7468" fmla="*/ 10593639 w 12188965"/>
              <a:gd name="connsiteY7468" fmla="*/ 1490305 h 2053176"/>
              <a:gd name="connsiteX7469" fmla="*/ 10619297 w 12188965"/>
              <a:gd name="connsiteY7469" fmla="*/ 1464647 h 2053176"/>
              <a:gd name="connsiteX7470" fmla="*/ 10555092 w 12188965"/>
              <a:gd name="connsiteY7470" fmla="*/ 1464647 h 2053176"/>
              <a:gd name="connsiteX7471" fmla="*/ 10580751 w 12188965"/>
              <a:gd name="connsiteY7471" fmla="*/ 1490305 h 2053176"/>
              <a:gd name="connsiteX7472" fmla="*/ 10555092 w 12188965"/>
              <a:gd name="connsiteY7472" fmla="*/ 1515965 h 2053176"/>
              <a:gd name="connsiteX7473" fmla="*/ 10529432 w 12188965"/>
              <a:gd name="connsiteY7473" fmla="*/ 1490305 h 2053176"/>
              <a:gd name="connsiteX7474" fmla="*/ 10555092 w 12188965"/>
              <a:gd name="connsiteY7474" fmla="*/ 1464647 h 2053176"/>
              <a:gd name="connsiteX7475" fmla="*/ 10490885 w 12188965"/>
              <a:gd name="connsiteY7475" fmla="*/ 1464647 h 2053176"/>
              <a:gd name="connsiteX7476" fmla="*/ 10516544 w 12188965"/>
              <a:gd name="connsiteY7476" fmla="*/ 1490305 h 2053176"/>
              <a:gd name="connsiteX7477" fmla="*/ 10490885 w 12188965"/>
              <a:gd name="connsiteY7477" fmla="*/ 1515965 h 2053176"/>
              <a:gd name="connsiteX7478" fmla="*/ 10465227 w 12188965"/>
              <a:gd name="connsiteY7478" fmla="*/ 1490305 h 2053176"/>
              <a:gd name="connsiteX7479" fmla="*/ 10490885 w 12188965"/>
              <a:gd name="connsiteY7479" fmla="*/ 1464647 h 2053176"/>
              <a:gd name="connsiteX7480" fmla="*/ 10362474 w 12188965"/>
              <a:gd name="connsiteY7480" fmla="*/ 1464647 h 2053176"/>
              <a:gd name="connsiteX7481" fmla="*/ 10388135 w 12188965"/>
              <a:gd name="connsiteY7481" fmla="*/ 1490305 h 2053176"/>
              <a:gd name="connsiteX7482" fmla="*/ 10362474 w 12188965"/>
              <a:gd name="connsiteY7482" fmla="*/ 1515964 h 2053176"/>
              <a:gd name="connsiteX7483" fmla="*/ 10336816 w 12188965"/>
              <a:gd name="connsiteY7483" fmla="*/ 1490305 h 2053176"/>
              <a:gd name="connsiteX7484" fmla="*/ 10362474 w 12188965"/>
              <a:gd name="connsiteY7484" fmla="*/ 1464647 h 2053176"/>
              <a:gd name="connsiteX7485" fmla="*/ 10298270 w 12188965"/>
              <a:gd name="connsiteY7485" fmla="*/ 1464647 h 2053176"/>
              <a:gd name="connsiteX7486" fmla="*/ 10323928 w 12188965"/>
              <a:gd name="connsiteY7486" fmla="*/ 1490305 h 2053176"/>
              <a:gd name="connsiteX7487" fmla="*/ 10298270 w 12188965"/>
              <a:gd name="connsiteY7487" fmla="*/ 1515965 h 2053176"/>
              <a:gd name="connsiteX7488" fmla="*/ 10272611 w 12188965"/>
              <a:gd name="connsiteY7488" fmla="*/ 1490305 h 2053176"/>
              <a:gd name="connsiteX7489" fmla="*/ 10298270 w 12188965"/>
              <a:gd name="connsiteY7489" fmla="*/ 1464647 h 2053176"/>
              <a:gd name="connsiteX7490" fmla="*/ 10234065 w 12188965"/>
              <a:gd name="connsiteY7490" fmla="*/ 1464647 h 2053176"/>
              <a:gd name="connsiteX7491" fmla="*/ 10259723 w 12188965"/>
              <a:gd name="connsiteY7491" fmla="*/ 1490305 h 2053176"/>
              <a:gd name="connsiteX7492" fmla="*/ 10234065 w 12188965"/>
              <a:gd name="connsiteY7492" fmla="*/ 1515965 h 2053176"/>
              <a:gd name="connsiteX7493" fmla="*/ 10208404 w 12188965"/>
              <a:gd name="connsiteY7493" fmla="*/ 1490305 h 2053176"/>
              <a:gd name="connsiteX7494" fmla="*/ 10234065 w 12188965"/>
              <a:gd name="connsiteY7494" fmla="*/ 1464647 h 2053176"/>
              <a:gd name="connsiteX7495" fmla="*/ 10105654 w 12188965"/>
              <a:gd name="connsiteY7495" fmla="*/ 1464647 h 2053176"/>
              <a:gd name="connsiteX7496" fmla="*/ 10131312 w 12188965"/>
              <a:gd name="connsiteY7496" fmla="*/ 1490305 h 2053176"/>
              <a:gd name="connsiteX7497" fmla="*/ 10105654 w 12188965"/>
              <a:gd name="connsiteY7497" fmla="*/ 1515965 h 2053176"/>
              <a:gd name="connsiteX7498" fmla="*/ 10079996 w 12188965"/>
              <a:gd name="connsiteY7498" fmla="*/ 1490305 h 2053176"/>
              <a:gd name="connsiteX7499" fmla="*/ 10105654 w 12188965"/>
              <a:gd name="connsiteY7499" fmla="*/ 1464647 h 2053176"/>
              <a:gd name="connsiteX7500" fmla="*/ 9913038 w 12188965"/>
              <a:gd name="connsiteY7500" fmla="*/ 1464647 h 2053176"/>
              <a:gd name="connsiteX7501" fmla="*/ 9938696 w 12188965"/>
              <a:gd name="connsiteY7501" fmla="*/ 1490305 h 2053176"/>
              <a:gd name="connsiteX7502" fmla="*/ 9913038 w 12188965"/>
              <a:gd name="connsiteY7502" fmla="*/ 1515965 h 2053176"/>
              <a:gd name="connsiteX7503" fmla="*/ 9887380 w 12188965"/>
              <a:gd name="connsiteY7503" fmla="*/ 1490305 h 2053176"/>
              <a:gd name="connsiteX7504" fmla="*/ 9913038 w 12188965"/>
              <a:gd name="connsiteY7504" fmla="*/ 1464647 h 2053176"/>
              <a:gd name="connsiteX7505" fmla="*/ 9720307 w 12188965"/>
              <a:gd name="connsiteY7505" fmla="*/ 1464647 h 2053176"/>
              <a:gd name="connsiteX7506" fmla="*/ 9745965 w 12188965"/>
              <a:gd name="connsiteY7506" fmla="*/ 1490305 h 2053176"/>
              <a:gd name="connsiteX7507" fmla="*/ 9720307 w 12188965"/>
              <a:gd name="connsiteY7507" fmla="*/ 1515965 h 2053176"/>
              <a:gd name="connsiteX7508" fmla="*/ 9694646 w 12188965"/>
              <a:gd name="connsiteY7508" fmla="*/ 1490305 h 2053176"/>
              <a:gd name="connsiteX7509" fmla="*/ 9720307 w 12188965"/>
              <a:gd name="connsiteY7509" fmla="*/ 1464647 h 2053176"/>
              <a:gd name="connsiteX7510" fmla="*/ 9591896 w 12188965"/>
              <a:gd name="connsiteY7510" fmla="*/ 1464647 h 2053176"/>
              <a:gd name="connsiteX7511" fmla="*/ 9617554 w 12188965"/>
              <a:gd name="connsiteY7511" fmla="*/ 1490305 h 2053176"/>
              <a:gd name="connsiteX7512" fmla="*/ 9591896 w 12188965"/>
              <a:gd name="connsiteY7512" fmla="*/ 1515965 h 2053176"/>
              <a:gd name="connsiteX7513" fmla="*/ 9566238 w 12188965"/>
              <a:gd name="connsiteY7513" fmla="*/ 1490305 h 2053176"/>
              <a:gd name="connsiteX7514" fmla="*/ 9591896 w 12188965"/>
              <a:gd name="connsiteY7514" fmla="*/ 1464647 h 2053176"/>
              <a:gd name="connsiteX7515" fmla="*/ 9527689 w 12188965"/>
              <a:gd name="connsiteY7515" fmla="*/ 1464647 h 2053176"/>
              <a:gd name="connsiteX7516" fmla="*/ 9553350 w 12188965"/>
              <a:gd name="connsiteY7516" fmla="*/ 1490305 h 2053176"/>
              <a:gd name="connsiteX7517" fmla="*/ 9527689 w 12188965"/>
              <a:gd name="connsiteY7517" fmla="*/ 1515965 h 2053176"/>
              <a:gd name="connsiteX7518" fmla="*/ 9502031 w 12188965"/>
              <a:gd name="connsiteY7518" fmla="*/ 1490305 h 2053176"/>
              <a:gd name="connsiteX7519" fmla="*/ 9527689 w 12188965"/>
              <a:gd name="connsiteY7519" fmla="*/ 1464647 h 2053176"/>
              <a:gd name="connsiteX7520" fmla="*/ 9463485 w 12188965"/>
              <a:gd name="connsiteY7520" fmla="*/ 1464647 h 2053176"/>
              <a:gd name="connsiteX7521" fmla="*/ 9489143 w 12188965"/>
              <a:gd name="connsiteY7521" fmla="*/ 1490305 h 2053176"/>
              <a:gd name="connsiteX7522" fmla="*/ 9463485 w 12188965"/>
              <a:gd name="connsiteY7522" fmla="*/ 1515965 h 2053176"/>
              <a:gd name="connsiteX7523" fmla="*/ 9437826 w 12188965"/>
              <a:gd name="connsiteY7523" fmla="*/ 1490305 h 2053176"/>
              <a:gd name="connsiteX7524" fmla="*/ 9463485 w 12188965"/>
              <a:gd name="connsiteY7524" fmla="*/ 1464647 h 2053176"/>
              <a:gd name="connsiteX7525" fmla="*/ 9399280 w 12188965"/>
              <a:gd name="connsiteY7525" fmla="*/ 1464647 h 2053176"/>
              <a:gd name="connsiteX7526" fmla="*/ 9424938 w 12188965"/>
              <a:gd name="connsiteY7526" fmla="*/ 1490305 h 2053176"/>
              <a:gd name="connsiteX7527" fmla="*/ 9399280 w 12188965"/>
              <a:gd name="connsiteY7527" fmla="*/ 1515965 h 2053176"/>
              <a:gd name="connsiteX7528" fmla="*/ 9373619 w 12188965"/>
              <a:gd name="connsiteY7528" fmla="*/ 1490305 h 2053176"/>
              <a:gd name="connsiteX7529" fmla="*/ 9399280 w 12188965"/>
              <a:gd name="connsiteY7529" fmla="*/ 1464647 h 2053176"/>
              <a:gd name="connsiteX7530" fmla="*/ 9335073 w 12188965"/>
              <a:gd name="connsiteY7530" fmla="*/ 1464647 h 2053176"/>
              <a:gd name="connsiteX7531" fmla="*/ 9360734 w 12188965"/>
              <a:gd name="connsiteY7531" fmla="*/ 1490305 h 2053176"/>
              <a:gd name="connsiteX7532" fmla="*/ 9335073 w 12188965"/>
              <a:gd name="connsiteY7532" fmla="*/ 1515964 h 2053176"/>
              <a:gd name="connsiteX7533" fmla="*/ 9309415 w 12188965"/>
              <a:gd name="connsiteY7533" fmla="*/ 1490305 h 2053176"/>
              <a:gd name="connsiteX7534" fmla="*/ 9335073 w 12188965"/>
              <a:gd name="connsiteY7534" fmla="*/ 1464647 h 2053176"/>
              <a:gd name="connsiteX7535" fmla="*/ 9142457 w 12188965"/>
              <a:gd name="connsiteY7535" fmla="*/ 1464647 h 2053176"/>
              <a:gd name="connsiteX7536" fmla="*/ 9168118 w 12188965"/>
              <a:gd name="connsiteY7536" fmla="*/ 1490305 h 2053176"/>
              <a:gd name="connsiteX7537" fmla="*/ 9142457 w 12188965"/>
              <a:gd name="connsiteY7537" fmla="*/ 1515965 h 2053176"/>
              <a:gd name="connsiteX7538" fmla="*/ 9116799 w 12188965"/>
              <a:gd name="connsiteY7538" fmla="*/ 1490305 h 2053176"/>
              <a:gd name="connsiteX7539" fmla="*/ 9142457 w 12188965"/>
              <a:gd name="connsiteY7539" fmla="*/ 1464647 h 2053176"/>
              <a:gd name="connsiteX7540" fmla="*/ 9078253 w 12188965"/>
              <a:gd name="connsiteY7540" fmla="*/ 1464647 h 2053176"/>
              <a:gd name="connsiteX7541" fmla="*/ 9103911 w 12188965"/>
              <a:gd name="connsiteY7541" fmla="*/ 1490305 h 2053176"/>
              <a:gd name="connsiteX7542" fmla="*/ 9078253 w 12188965"/>
              <a:gd name="connsiteY7542" fmla="*/ 1515965 h 2053176"/>
              <a:gd name="connsiteX7543" fmla="*/ 9052595 w 12188965"/>
              <a:gd name="connsiteY7543" fmla="*/ 1490305 h 2053176"/>
              <a:gd name="connsiteX7544" fmla="*/ 9078253 w 12188965"/>
              <a:gd name="connsiteY7544" fmla="*/ 1464647 h 2053176"/>
              <a:gd name="connsiteX7545" fmla="*/ 9014049 w 12188965"/>
              <a:gd name="connsiteY7545" fmla="*/ 1464647 h 2053176"/>
              <a:gd name="connsiteX7546" fmla="*/ 9039707 w 12188965"/>
              <a:gd name="connsiteY7546" fmla="*/ 1490305 h 2053176"/>
              <a:gd name="connsiteX7547" fmla="*/ 9014049 w 12188965"/>
              <a:gd name="connsiteY7547" fmla="*/ 1515965 h 2053176"/>
              <a:gd name="connsiteX7548" fmla="*/ 8988388 w 12188965"/>
              <a:gd name="connsiteY7548" fmla="*/ 1490305 h 2053176"/>
              <a:gd name="connsiteX7549" fmla="*/ 9014049 w 12188965"/>
              <a:gd name="connsiteY7549" fmla="*/ 1464647 h 2053176"/>
              <a:gd name="connsiteX7550" fmla="*/ 8949842 w 12188965"/>
              <a:gd name="connsiteY7550" fmla="*/ 1464647 h 2053176"/>
              <a:gd name="connsiteX7551" fmla="*/ 8975503 w 12188965"/>
              <a:gd name="connsiteY7551" fmla="*/ 1490305 h 2053176"/>
              <a:gd name="connsiteX7552" fmla="*/ 8949842 w 12188965"/>
              <a:gd name="connsiteY7552" fmla="*/ 1515964 h 2053176"/>
              <a:gd name="connsiteX7553" fmla="*/ 8924183 w 12188965"/>
              <a:gd name="connsiteY7553" fmla="*/ 1490305 h 2053176"/>
              <a:gd name="connsiteX7554" fmla="*/ 8949842 w 12188965"/>
              <a:gd name="connsiteY7554" fmla="*/ 1464647 h 2053176"/>
              <a:gd name="connsiteX7555" fmla="*/ 8821433 w 12188965"/>
              <a:gd name="connsiteY7555" fmla="*/ 1464647 h 2053176"/>
              <a:gd name="connsiteX7556" fmla="*/ 8847091 w 12188965"/>
              <a:gd name="connsiteY7556" fmla="*/ 1490305 h 2053176"/>
              <a:gd name="connsiteX7557" fmla="*/ 8821433 w 12188965"/>
              <a:gd name="connsiteY7557" fmla="*/ 1515965 h 2053176"/>
              <a:gd name="connsiteX7558" fmla="*/ 8795772 w 12188965"/>
              <a:gd name="connsiteY7558" fmla="*/ 1490305 h 2053176"/>
              <a:gd name="connsiteX7559" fmla="*/ 8821433 w 12188965"/>
              <a:gd name="connsiteY7559" fmla="*/ 1464647 h 2053176"/>
              <a:gd name="connsiteX7560" fmla="*/ 8757226 w 12188965"/>
              <a:gd name="connsiteY7560" fmla="*/ 1464647 h 2053176"/>
              <a:gd name="connsiteX7561" fmla="*/ 8782887 w 12188965"/>
              <a:gd name="connsiteY7561" fmla="*/ 1490305 h 2053176"/>
              <a:gd name="connsiteX7562" fmla="*/ 8757226 w 12188965"/>
              <a:gd name="connsiteY7562" fmla="*/ 1515965 h 2053176"/>
              <a:gd name="connsiteX7563" fmla="*/ 8731568 w 12188965"/>
              <a:gd name="connsiteY7563" fmla="*/ 1490305 h 2053176"/>
              <a:gd name="connsiteX7564" fmla="*/ 8757226 w 12188965"/>
              <a:gd name="connsiteY7564" fmla="*/ 1464647 h 2053176"/>
              <a:gd name="connsiteX7565" fmla="*/ 8692904 w 12188965"/>
              <a:gd name="connsiteY7565" fmla="*/ 1464647 h 2053176"/>
              <a:gd name="connsiteX7566" fmla="*/ 8718565 w 12188965"/>
              <a:gd name="connsiteY7566" fmla="*/ 1490305 h 2053176"/>
              <a:gd name="connsiteX7567" fmla="*/ 8692904 w 12188965"/>
              <a:gd name="connsiteY7567" fmla="*/ 1515965 h 2053176"/>
              <a:gd name="connsiteX7568" fmla="*/ 8667246 w 12188965"/>
              <a:gd name="connsiteY7568" fmla="*/ 1490305 h 2053176"/>
              <a:gd name="connsiteX7569" fmla="*/ 8692904 w 12188965"/>
              <a:gd name="connsiteY7569" fmla="*/ 1464647 h 2053176"/>
              <a:gd name="connsiteX7570" fmla="*/ 8564495 w 12188965"/>
              <a:gd name="connsiteY7570" fmla="*/ 1464647 h 2053176"/>
              <a:gd name="connsiteX7571" fmla="*/ 8590153 w 12188965"/>
              <a:gd name="connsiteY7571" fmla="*/ 1490305 h 2053176"/>
              <a:gd name="connsiteX7572" fmla="*/ 8564495 w 12188965"/>
              <a:gd name="connsiteY7572" fmla="*/ 1515964 h 2053176"/>
              <a:gd name="connsiteX7573" fmla="*/ 8538837 w 12188965"/>
              <a:gd name="connsiteY7573" fmla="*/ 1490305 h 2053176"/>
              <a:gd name="connsiteX7574" fmla="*/ 8564495 w 12188965"/>
              <a:gd name="connsiteY7574" fmla="*/ 1464647 h 2053176"/>
              <a:gd name="connsiteX7575" fmla="*/ 8500288 w 12188965"/>
              <a:gd name="connsiteY7575" fmla="*/ 1464647 h 2053176"/>
              <a:gd name="connsiteX7576" fmla="*/ 8525949 w 12188965"/>
              <a:gd name="connsiteY7576" fmla="*/ 1490305 h 2053176"/>
              <a:gd name="connsiteX7577" fmla="*/ 8500288 w 12188965"/>
              <a:gd name="connsiteY7577" fmla="*/ 1515965 h 2053176"/>
              <a:gd name="connsiteX7578" fmla="*/ 8474630 w 12188965"/>
              <a:gd name="connsiteY7578" fmla="*/ 1490305 h 2053176"/>
              <a:gd name="connsiteX7579" fmla="*/ 8500288 w 12188965"/>
              <a:gd name="connsiteY7579" fmla="*/ 1464647 h 2053176"/>
              <a:gd name="connsiteX7580" fmla="*/ 8307675 w 12188965"/>
              <a:gd name="connsiteY7580" fmla="*/ 1464647 h 2053176"/>
              <a:gd name="connsiteX7581" fmla="*/ 8333333 w 12188965"/>
              <a:gd name="connsiteY7581" fmla="*/ 1490305 h 2053176"/>
              <a:gd name="connsiteX7582" fmla="*/ 8307675 w 12188965"/>
              <a:gd name="connsiteY7582" fmla="*/ 1515965 h 2053176"/>
              <a:gd name="connsiteX7583" fmla="*/ 8282014 w 12188965"/>
              <a:gd name="connsiteY7583" fmla="*/ 1490305 h 2053176"/>
              <a:gd name="connsiteX7584" fmla="*/ 8307675 w 12188965"/>
              <a:gd name="connsiteY7584" fmla="*/ 1464647 h 2053176"/>
              <a:gd name="connsiteX7585" fmla="*/ 8243468 w 12188965"/>
              <a:gd name="connsiteY7585" fmla="*/ 1464647 h 2053176"/>
              <a:gd name="connsiteX7586" fmla="*/ 8269126 w 12188965"/>
              <a:gd name="connsiteY7586" fmla="*/ 1490305 h 2053176"/>
              <a:gd name="connsiteX7587" fmla="*/ 8243468 w 12188965"/>
              <a:gd name="connsiteY7587" fmla="*/ 1515964 h 2053176"/>
              <a:gd name="connsiteX7588" fmla="*/ 8217810 w 12188965"/>
              <a:gd name="connsiteY7588" fmla="*/ 1490305 h 2053176"/>
              <a:gd name="connsiteX7589" fmla="*/ 8243468 w 12188965"/>
              <a:gd name="connsiteY7589" fmla="*/ 1464647 h 2053176"/>
              <a:gd name="connsiteX7590" fmla="*/ 8115057 w 12188965"/>
              <a:gd name="connsiteY7590" fmla="*/ 1464647 h 2053176"/>
              <a:gd name="connsiteX7591" fmla="*/ 8140717 w 12188965"/>
              <a:gd name="connsiteY7591" fmla="*/ 1490305 h 2053176"/>
              <a:gd name="connsiteX7592" fmla="*/ 8115057 w 12188965"/>
              <a:gd name="connsiteY7592" fmla="*/ 1515965 h 2053176"/>
              <a:gd name="connsiteX7593" fmla="*/ 8089398 w 12188965"/>
              <a:gd name="connsiteY7593" fmla="*/ 1490305 h 2053176"/>
              <a:gd name="connsiteX7594" fmla="*/ 8115057 w 12188965"/>
              <a:gd name="connsiteY7594" fmla="*/ 1464647 h 2053176"/>
              <a:gd name="connsiteX7595" fmla="*/ 8050852 w 12188965"/>
              <a:gd name="connsiteY7595" fmla="*/ 1464647 h 2053176"/>
              <a:gd name="connsiteX7596" fmla="*/ 8076510 w 12188965"/>
              <a:gd name="connsiteY7596" fmla="*/ 1490305 h 2053176"/>
              <a:gd name="connsiteX7597" fmla="*/ 8050852 w 12188965"/>
              <a:gd name="connsiteY7597" fmla="*/ 1515965 h 2053176"/>
              <a:gd name="connsiteX7598" fmla="*/ 8025194 w 12188965"/>
              <a:gd name="connsiteY7598" fmla="*/ 1490305 h 2053176"/>
              <a:gd name="connsiteX7599" fmla="*/ 8050852 w 12188965"/>
              <a:gd name="connsiteY7599" fmla="*/ 1464647 h 2053176"/>
              <a:gd name="connsiteX7600" fmla="*/ 7986648 w 12188965"/>
              <a:gd name="connsiteY7600" fmla="*/ 1464647 h 2053176"/>
              <a:gd name="connsiteX7601" fmla="*/ 8012306 w 12188965"/>
              <a:gd name="connsiteY7601" fmla="*/ 1490305 h 2053176"/>
              <a:gd name="connsiteX7602" fmla="*/ 7986648 w 12188965"/>
              <a:gd name="connsiteY7602" fmla="*/ 1515965 h 2053176"/>
              <a:gd name="connsiteX7603" fmla="*/ 7960990 w 12188965"/>
              <a:gd name="connsiteY7603" fmla="*/ 1490305 h 2053176"/>
              <a:gd name="connsiteX7604" fmla="*/ 7986648 w 12188965"/>
              <a:gd name="connsiteY7604" fmla="*/ 1464647 h 2053176"/>
              <a:gd name="connsiteX7605" fmla="*/ 7922444 w 12188965"/>
              <a:gd name="connsiteY7605" fmla="*/ 1464647 h 2053176"/>
              <a:gd name="connsiteX7606" fmla="*/ 7948102 w 12188965"/>
              <a:gd name="connsiteY7606" fmla="*/ 1490305 h 2053176"/>
              <a:gd name="connsiteX7607" fmla="*/ 7922444 w 12188965"/>
              <a:gd name="connsiteY7607" fmla="*/ 1515965 h 2053176"/>
              <a:gd name="connsiteX7608" fmla="*/ 7896783 w 12188965"/>
              <a:gd name="connsiteY7608" fmla="*/ 1490305 h 2053176"/>
              <a:gd name="connsiteX7609" fmla="*/ 7922444 w 12188965"/>
              <a:gd name="connsiteY7609" fmla="*/ 1464647 h 2053176"/>
              <a:gd name="connsiteX7610" fmla="*/ 7858237 w 12188965"/>
              <a:gd name="connsiteY7610" fmla="*/ 1464647 h 2053176"/>
              <a:gd name="connsiteX7611" fmla="*/ 7883895 w 12188965"/>
              <a:gd name="connsiteY7611" fmla="*/ 1490305 h 2053176"/>
              <a:gd name="connsiteX7612" fmla="*/ 7858237 w 12188965"/>
              <a:gd name="connsiteY7612" fmla="*/ 1515964 h 2053176"/>
              <a:gd name="connsiteX7613" fmla="*/ 7832578 w 12188965"/>
              <a:gd name="connsiteY7613" fmla="*/ 1490305 h 2053176"/>
              <a:gd name="connsiteX7614" fmla="*/ 7858237 w 12188965"/>
              <a:gd name="connsiteY7614" fmla="*/ 1464647 h 2053176"/>
              <a:gd name="connsiteX7615" fmla="*/ 7794032 w 12188965"/>
              <a:gd name="connsiteY7615" fmla="*/ 1464647 h 2053176"/>
              <a:gd name="connsiteX7616" fmla="*/ 7819690 w 12188965"/>
              <a:gd name="connsiteY7616" fmla="*/ 1490305 h 2053176"/>
              <a:gd name="connsiteX7617" fmla="*/ 7794032 w 12188965"/>
              <a:gd name="connsiteY7617" fmla="*/ 1515964 h 2053176"/>
              <a:gd name="connsiteX7618" fmla="*/ 7768371 w 12188965"/>
              <a:gd name="connsiteY7618" fmla="*/ 1490305 h 2053176"/>
              <a:gd name="connsiteX7619" fmla="*/ 7794032 w 12188965"/>
              <a:gd name="connsiteY7619" fmla="*/ 1464647 h 2053176"/>
              <a:gd name="connsiteX7620" fmla="*/ 7729825 w 12188965"/>
              <a:gd name="connsiteY7620" fmla="*/ 1464647 h 2053176"/>
              <a:gd name="connsiteX7621" fmla="*/ 7755486 w 12188965"/>
              <a:gd name="connsiteY7621" fmla="*/ 1490305 h 2053176"/>
              <a:gd name="connsiteX7622" fmla="*/ 7729825 w 12188965"/>
              <a:gd name="connsiteY7622" fmla="*/ 1515965 h 2053176"/>
              <a:gd name="connsiteX7623" fmla="*/ 7704167 w 12188965"/>
              <a:gd name="connsiteY7623" fmla="*/ 1490305 h 2053176"/>
              <a:gd name="connsiteX7624" fmla="*/ 7729825 w 12188965"/>
              <a:gd name="connsiteY7624" fmla="*/ 1464647 h 2053176"/>
              <a:gd name="connsiteX7625" fmla="*/ 7665621 w 12188965"/>
              <a:gd name="connsiteY7625" fmla="*/ 1464647 h 2053176"/>
              <a:gd name="connsiteX7626" fmla="*/ 7691279 w 12188965"/>
              <a:gd name="connsiteY7626" fmla="*/ 1490305 h 2053176"/>
              <a:gd name="connsiteX7627" fmla="*/ 7665621 w 12188965"/>
              <a:gd name="connsiteY7627" fmla="*/ 1515965 h 2053176"/>
              <a:gd name="connsiteX7628" fmla="*/ 7639963 w 12188965"/>
              <a:gd name="connsiteY7628" fmla="*/ 1490305 h 2053176"/>
              <a:gd name="connsiteX7629" fmla="*/ 7665621 w 12188965"/>
              <a:gd name="connsiteY7629" fmla="*/ 1464647 h 2053176"/>
              <a:gd name="connsiteX7630" fmla="*/ 7601299 w 12188965"/>
              <a:gd name="connsiteY7630" fmla="*/ 1464647 h 2053176"/>
              <a:gd name="connsiteX7631" fmla="*/ 7626959 w 12188965"/>
              <a:gd name="connsiteY7631" fmla="*/ 1490305 h 2053176"/>
              <a:gd name="connsiteX7632" fmla="*/ 7601299 w 12188965"/>
              <a:gd name="connsiteY7632" fmla="*/ 1515965 h 2053176"/>
              <a:gd name="connsiteX7633" fmla="*/ 7575640 w 12188965"/>
              <a:gd name="connsiteY7633" fmla="*/ 1490305 h 2053176"/>
              <a:gd name="connsiteX7634" fmla="*/ 7601299 w 12188965"/>
              <a:gd name="connsiteY7634" fmla="*/ 1464647 h 2053176"/>
              <a:gd name="connsiteX7635" fmla="*/ 7537094 w 12188965"/>
              <a:gd name="connsiteY7635" fmla="*/ 1464647 h 2053176"/>
              <a:gd name="connsiteX7636" fmla="*/ 7562752 w 12188965"/>
              <a:gd name="connsiteY7636" fmla="*/ 1490305 h 2053176"/>
              <a:gd name="connsiteX7637" fmla="*/ 7537094 w 12188965"/>
              <a:gd name="connsiteY7637" fmla="*/ 1515965 h 2053176"/>
              <a:gd name="connsiteX7638" fmla="*/ 7511436 w 12188965"/>
              <a:gd name="connsiteY7638" fmla="*/ 1490305 h 2053176"/>
              <a:gd name="connsiteX7639" fmla="*/ 7537094 w 12188965"/>
              <a:gd name="connsiteY7639" fmla="*/ 1464647 h 2053176"/>
              <a:gd name="connsiteX7640" fmla="*/ 7472890 w 12188965"/>
              <a:gd name="connsiteY7640" fmla="*/ 1464647 h 2053176"/>
              <a:gd name="connsiteX7641" fmla="*/ 7498548 w 12188965"/>
              <a:gd name="connsiteY7641" fmla="*/ 1490305 h 2053176"/>
              <a:gd name="connsiteX7642" fmla="*/ 7472890 w 12188965"/>
              <a:gd name="connsiteY7642" fmla="*/ 1515964 h 2053176"/>
              <a:gd name="connsiteX7643" fmla="*/ 7447229 w 12188965"/>
              <a:gd name="connsiteY7643" fmla="*/ 1490305 h 2053176"/>
              <a:gd name="connsiteX7644" fmla="*/ 7472890 w 12188965"/>
              <a:gd name="connsiteY7644" fmla="*/ 1464647 h 2053176"/>
              <a:gd name="connsiteX7645" fmla="*/ 7408683 w 12188965"/>
              <a:gd name="connsiteY7645" fmla="*/ 1464647 h 2053176"/>
              <a:gd name="connsiteX7646" fmla="*/ 7434341 w 12188965"/>
              <a:gd name="connsiteY7646" fmla="*/ 1490305 h 2053176"/>
              <a:gd name="connsiteX7647" fmla="*/ 7408683 w 12188965"/>
              <a:gd name="connsiteY7647" fmla="*/ 1515965 h 2053176"/>
              <a:gd name="connsiteX7648" fmla="*/ 7383025 w 12188965"/>
              <a:gd name="connsiteY7648" fmla="*/ 1490305 h 2053176"/>
              <a:gd name="connsiteX7649" fmla="*/ 7408683 w 12188965"/>
              <a:gd name="connsiteY7649" fmla="*/ 1464647 h 2053176"/>
              <a:gd name="connsiteX7650" fmla="*/ 7344479 w 12188965"/>
              <a:gd name="connsiteY7650" fmla="*/ 1464647 h 2053176"/>
              <a:gd name="connsiteX7651" fmla="*/ 7370137 w 12188965"/>
              <a:gd name="connsiteY7651" fmla="*/ 1490305 h 2053176"/>
              <a:gd name="connsiteX7652" fmla="*/ 7344479 w 12188965"/>
              <a:gd name="connsiteY7652" fmla="*/ 1515965 h 2053176"/>
              <a:gd name="connsiteX7653" fmla="*/ 7318820 w 12188965"/>
              <a:gd name="connsiteY7653" fmla="*/ 1490305 h 2053176"/>
              <a:gd name="connsiteX7654" fmla="*/ 7344479 w 12188965"/>
              <a:gd name="connsiteY7654" fmla="*/ 1464647 h 2053176"/>
              <a:gd name="connsiteX7655" fmla="*/ 7280274 w 12188965"/>
              <a:gd name="connsiteY7655" fmla="*/ 1464647 h 2053176"/>
              <a:gd name="connsiteX7656" fmla="*/ 7305932 w 12188965"/>
              <a:gd name="connsiteY7656" fmla="*/ 1490305 h 2053176"/>
              <a:gd name="connsiteX7657" fmla="*/ 7280274 w 12188965"/>
              <a:gd name="connsiteY7657" fmla="*/ 1515965 h 2053176"/>
              <a:gd name="connsiteX7658" fmla="*/ 7254613 w 12188965"/>
              <a:gd name="connsiteY7658" fmla="*/ 1490305 h 2053176"/>
              <a:gd name="connsiteX7659" fmla="*/ 7280274 w 12188965"/>
              <a:gd name="connsiteY7659" fmla="*/ 1464647 h 2053176"/>
              <a:gd name="connsiteX7660" fmla="*/ 7216067 w 12188965"/>
              <a:gd name="connsiteY7660" fmla="*/ 1464647 h 2053176"/>
              <a:gd name="connsiteX7661" fmla="*/ 7241725 w 12188965"/>
              <a:gd name="connsiteY7661" fmla="*/ 1490305 h 2053176"/>
              <a:gd name="connsiteX7662" fmla="*/ 7216067 w 12188965"/>
              <a:gd name="connsiteY7662" fmla="*/ 1515965 h 2053176"/>
              <a:gd name="connsiteX7663" fmla="*/ 7190409 w 12188965"/>
              <a:gd name="connsiteY7663" fmla="*/ 1490305 h 2053176"/>
              <a:gd name="connsiteX7664" fmla="*/ 7216067 w 12188965"/>
              <a:gd name="connsiteY7664" fmla="*/ 1464647 h 2053176"/>
              <a:gd name="connsiteX7665" fmla="*/ 7151863 w 12188965"/>
              <a:gd name="connsiteY7665" fmla="*/ 1464647 h 2053176"/>
              <a:gd name="connsiteX7666" fmla="*/ 7177521 w 12188965"/>
              <a:gd name="connsiteY7666" fmla="*/ 1490305 h 2053176"/>
              <a:gd name="connsiteX7667" fmla="*/ 7151863 w 12188965"/>
              <a:gd name="connsiteY7667" fmla="*/ 1515964 h 2053176"/>
              <a:gd name="connsiteX7668" fmla="*/ 7126205 w 12188965"/>
              <a:gd name="connsiteY7668" fmla="*/ 1490305 h 2053176"/>
              <a:gd name="connsiteX7669" fmla="*/ 7151863 w 12188965"/>
              <a:gd name="connsiteY7669" fmla="*/ 1464647 h 2053176"/>
              <a:gd name="connsiteX7670" fmla="*/ 7087658 w 12188965"/>
              <a:gd name="connsiteY7670" fmla="*/ 1464647 h 2053176"/>
              <a:gd name="connsiteX7671" fmla="*/ 7113317 w 12188965"/>
              <a:gd name="connsiteY7671" fmla="*/ 1490305 h 2053176"/>
              <a:gd name="connsiteX7672" fmla="*/ 7087658 w 12188965"/>
              <a:gd name="connsiteY7672" fmla="*/ 1515964 h 2053176"/>
              <a:gd name="connsiteX7673" fmla="*/ 7061998 w 12188965"/>
              <a:gd name="connsiteY7673" fmla="*/ 1490305 h 2053176"/>
              <a:gd name="connsiteX7674" fmla="*/ 7087658 w 12188965"/>
              <a:gd name="connsiteY7674" fmla="*/ 1464647 h 2053176"/>
              <a:gd name="connsiteX7675" fmla="*/ 6895043 w 12188965"/>
              <a:gd name="connsiteY7675" fmla="*/ 1464647 h 2053176"/>
              <a:gd name="connsiteX7676" fmla="*/ 6920701 w 12188965"/>
              <a:gd name="connsiteY7676" fmla="*/ 1490305 h 2053176"/>
              <a:gd name="connsiteX7677" fmla="*/ 6895043 w 12188965"/>
              <a:gd name="connsiteY7677" fmla="*/ 1515965 h 2053176"/>
              <a:gd name="connsiteX7678" fmla="*/ 6869382 w 12188965"/>
              <a:gd name="connsiteY7678" fmla="*/ 1490305 h 2053176"/>
              <a:gd name="connsiteX7679" fmla="*/ 6895043 w 12188965"/>
              <a:gd name="connsiteY7679" fmla="*/ 1464647 h 2053176"/>
              <a:gd name="connsiteX7680" fmla="*/ 6766631 w 12188965"/>
              <a:gd name="connsiteY7680" fmla="*/ 1464647 h 2053176"/>
              <a:gd name="connsiteX7681" fmla="*/ 6792290 w 12188965"/>
              <a:gd name="connsiteY7681" fmla="*/ 1490305 h 2053176"/>
              <a:gd name="connsiteX7682" fmla="*/ 6766631 w 12188965"/>
              <a:gd name="connsiteY7682" fmla="*/ 1515964 h 2053176"/>
              <a:gd name="connsiteX7683" fmla="*/ 6740973 w 12188965"/>
              <a:gd name="connsiteY7683" fmla="*/ 1490305 h 2053176"/>
              <a:gd name="connsiteX7684" fmla="*/ 6766631 w 12188965"/>
              <a:gd name="connsiteY7684" fmla="*/ 1464647 h 2053176"/>
              <a:gd name="connsiteX7685" fmla="*/ 6702427 w 12188965"/>
              <a:gd name="connsiteY7685" fmla="*/ 1464647 h 2053176"/>
              <a:gd name="connsiteX7686" fmla="*/ 6728085 w 12188965"/>
              <a:gd name="connsiteY7686" fmla="*/ 1490305 h 2053176"/>
              <a:gd name="connsiteX7687" fmla="*/ 6702427 w 12188965"/>
              <a:gd name="connsiteY7687" fmla="*/ 1515964 h 2053176"/>
              <a:gd name="connsiteX7688" fmla="*/ 6676766 w 12188965"/>
              <a:gd name="connsiteY7688" fmla="*/ 1490305 h 2053176"/>
              <a:gd name="connsiteX7689" fmla="*/ 6702427 w 12188965"/>
              <a:gd name="connsiteY7689" fmla="*/ 1464647 h 2053176"/>
              <a:gd name="connsiteX7690" fmla="*/ 6638220 w 12188965"/>
              <a:gd name="connsiteY7690" fmla="*/ 1464647 h 2053176"/>
              <a:gd name="connsiteX7691" fmla="*/ 6663881 w 12188965"/>
              <a:gd name="connsiteY7691" fmla="*/ 1490305 h 2053176"/>
              <a:gd name="connsiteX7692" fmla="*/ 6638220 w 12188965"/>
              <a:gd name="connsiteY7692" fmla="*/ 1515965 h 2053176"/>
              <a:gd name="connsiteX7693" fmla="*/ 6612562 w 12188965"/>
              <a:gd name="connsiteY7693" fmla="*/ 1490305 h 2053176"/>
              <a:gd name="connsiteX7694" fmla="*/ 6638220 w 12188965"/>
              <a:gd name="connsiteY7694" fmla="*/ 1464647 h 2053176"/>
              <a:gd name="connsiteX7695" fmla="*/ 6574016 w 12188965"/>
              <a:gd name="connsiteY7695" fmla="*/ 1464647 h 2053176"/>
              <a:gd name="connsiteX7696" fmla="*/ 6599674 w 12188965"/>
              <a:gd name="connsiteY7696" fmla="*/ 1490305 h 2053176"/>
              <a:gd name="connsiteX7697" fmla="*/ 6574016 w 12188965"/>
              <a:gd name="connsiteY7697" fmla="*/ 1515965 h 2053176"/>
              <a:gd name="connsiteX7698" fmla="*/ 6548357 w 12188965"/>
              <a:gd name="connsiteY7698" fmla="*/ 1490305 h 2053176"/>
              <a:gd name="connsiteX7699" fmla="*/ 6574016 w 12188965"/>
              <a:gd name="connsiteY7699" fmla="*/ 1464647 h 2053176"/>
              <a:gd name="connsiteX7700" fmla="*/ 6381282 w 12188965"/>
              <a:gd name="connsiteY7700" fmla="*/ 1464647 h 2053176"/>
              <a:gd name="connsiteX7701" fmla="*/ 6406943 w 12188965"/>
              <a:gd name="connsiteY7701" fmla="*/ 1490305 h 2053176"/>
              <a:gd name="connsiteX7702" fmla="*/ 6381282 w 12188965"/>
              <a:gd name="connsiteY7702" fmla="*/ 1515964 h 2053176"/>
              <a:gd name="connsiteX7703" fmla="*/ 6355624 w 12188965"/>
              <a:gd name="connsiteY7703" fmla="*/ 1490305 h 2053176"/>
              <a:gd name="connsiteX7704" fmla="*/ 6381282 w 12188965"/>
              <a:gd name="connsiteY7704" fmla="*/ 1464647 h 2053176"/>
              <a:gd name="connsiteX7705" fmla="*/ 6317078 w 12188965"/>
              <a:gd name="connsiteY7705" fmla="*/ 1464647 h 2053176"/>
              <a:gd name="connsiteX7706" fmla="*/ 6342736 w 12188965"/>
              <a:gd name="connsiteY7706" fmla="*/ 1490305 h 2053176"/>
              <a:gd name="connsiteX7707" fmla="*/ 6317078 w 12188965"/>
              <a:gd name="connsiteY7707" fmla="*/ 1515965 h 2053176"/>
              <a:gd name="connsiteX7708" fmla="*/ 6291420 w 12188965"/>
              <a:gd name="connsiteY7708" fmla="*/ 1490305 h 2053176"/>
              <a:gd name="connsiteX7709" fmla="*/ 6317078 w 12188965"/>
              <a:gd name="connsiteY7709" fmla="*/ 1464647 h 2053176"/>
              <a:gd name="connsiteX7710" fmla="*/ 6252873 w 12188965"/>
              <a:gd name="connsiteY7710" fmla="*/ 1464647 h 2053176"/>
              <a:gd name="connsiteX7711" fmla="*/ 6278532 w 12188965"/>
              <a:gd name="connsiteY7711" fmla="*/ 1490305 h 2053176"/>
              <a:gd name="connsiteX7712" fmla="*/ 6252873 w 12188965"/>
              <a:gd name="connsiteY7712" fmla="*/ 1515965 h 2053176"/>
              <a:gd name="connsiteX7713" fmla="*/ 6227213 w 12188965"/>
              <a:gd name="connsiteY7713" fmla="*/ 1490305 h 2053176"/>
              <a:gd name="connsiteX7714" fmla="*/ 6252873 w 12188965"/>
              <a:gd name="connsiteY7714" fmla="*/ 1464647 h 2053176"/>
              <a:gd name="connsiteX7715" fmla="*/ 6188666 w 12188965"/>
              <a:gd name="connsiteY7715" fmla="*/ 1464647 h 2053176"/>
              <a:gd name="connsiteX7716" fmla="*/ 6214327 w 12188965"/>
              <a:gd name="connsiteY7716" fmla="*/ 1490305 h 2053176"/>
              <a:gd name="connsiteX7717" fmla="*/ 6188666 w 12188965"/>
              <a:gd name="connsiteY7717" fmla="*/ 1515965 h 2053176"/>
              <a:gd name="connsiteX7718" fmla="*/ 6163008 w 12188965"/>
              <a:gd name="connsiteY7718" fmla="*/ 1490305 h 2053176"/>
              <a:gd name="connsiteX7719" fmla="*/ 6188666 w 12188965"/>
              <a:gd name="connsiteY7719" fmla="*/ 1464647 h 2053176"/>
              <a:gd name="connsiteX7720" fmla="*/ 6124462 w 12188965"/>
              <a:gd name="connsiteY7720" fmla="*/ 1464647 h 2053176"/>
              <a:gd name="connsiteX7721" fmla="*/ 6150123 w 12188965"/>
              <a:gd name="connsiteY7721" fmla="*/ 1490305 h 2053176"/>
              <a:gd name="connsiteX7722" fmla="*/ 6124462 w 12188965"/>
              <a:gd name="connsiteY7722" fmla="*/ 1515965 h 2053176"/>
              <a:gd name="connsiteX7723" fmla="*/ 6098804 w 12188965"/>
              <a:gd name="connsiteY7723" fmla="*/ 1490305 h 2053176"/>
              <a:gd name="connsiteX7724" fmla="*/ 6124462 w 12188965"/>
              <a:gd name="connsiteY7724" fmla="*/ 1464647 h 2053176"/>
              <a:gd name="connsiteX7725" fmla="*/ 6064505 w 12188965"/>
              <a:gd name="connsiteY7725" fmla="*/ 1464647 h 2053176"/>
              <a:gd name="connsiteX7726" fmla="*/ 6090163 w 12188965"/>
              <a:gd name="connsiteY7726" fmla="*/ 1490305 h 2053176"/>
              <a:gd name="connsiteX7727" fmla="*/ 6064505 w 12188965"/>
              <a:gd name="connsiteY7727" fmla="*/ 1515965 h 2053176"/>
              <a:gd name="connsiteX7728" fmla="*/ 6038844 w 12188965"/>
              <a:gd name="connsiteY7728" fmla="*/ 1490305 h 2053176"/>
              <a:gd name="connsiteX7729" fmla="*/ 6064505 w 12188965"/>
              <a:gd name="connsiteY7729" fmla="*/ 1464647 h 2053176"/>
              <a:gd name="connsiteX7730" fmla="*/ 6000298 w 12188965"/>
              <a:gd name="connsiteY7730" fmla="*/ 1464647 h 2053176"/>
              <a:gd name="connsiteX7731" fmla="*/ 6025956 w 12188965"/>
              <a:gd name="connsiteY7731" fmla="*/ 1490305 h 2053176"/>
              <a:gd name="connsiteX7732" fmla="*/ 6000298 w 12188965"/>
              <a:gd name="connsiteY7732" fmla="*/ 1515965 h 2053176"/>
              <a:gd name="connsiteX7733" fmla="*/ 5974639 w 12188965"/>
              <a:gd name="connsiteY7733" fmla="*/ 1490305 h 2053176"/>
              <a:gd name="connsiteX7734" fmla="*/ 6000298 w 12188965"/>
              <a:gd name="connsiteY7734" fmla="*/ 1464647 h 2053176"/>
              <a:gd name="connsiteX7735" fmla="*/ 5936092 w 12188965"/>
              <a:gd name="connsiteY7735" fmla="*/ 1464647 h 2053176"/>
              <a:gd name="connsiteX7736" fmla="*/ 5961751 w 12188965"/>
              <a:gd name="connsiteY7736" fmla="*/ 1490305 h 2053176"/>
              <a:gd name="connsiteX7737" fmla="*/ 5936092 w 12188965"/>
              <a:gd name="connsiteY7737" fmla="*/ 1515965 h 2053176"/>
              <a:gd name="connsiteX7738" fmla="*/ 5910435 w 12188965"/>
              <a:gd name="connsiteY7738" fmla="*/ 1490305 h 2053176"/>
              <a:gd name="connsiteX7739" fmla="*/ 5936092 w 12188965"/>
              <a:gd name="connsiteY7739" fmla="*/ 1464647 h 2053176"/>
              <a:gd name="connsiteX7740" fmla="*/ 5743477 w 12188965"/>
              <a:gd name="connsiteY7740" fmla="*/ 1464647 h 2053176"/>
              <a:gd name="connsiteX7741" fmla="*/ 5769136 w 12188965"/>
              <a:gd name="connsiteY7741" fmla="*/ 1490305 h 2053176"/>
              <a:gd name="connsiteX7742" fmla="*/ 5743477 w 12188965"/>
              <a:gd name="connsiteY7742" fmla="*/ 1515964 h 2053176"/>
              <a:gd name="connsiteX7743" fmla="*/ 5717818 w 12188965"/>
              <a:gd name="connsiteY7743" fmla="*/ 1490305 h 2053176"/>
              <a:gd name="connsiteX7744" fmla="*/ 5743477 w 12188965"/>
              <a:gd name="connsiteY7744" fmla="*/ 1464647 h 2053176"/>
              <a:gd name="connsiteX7745" fmla="*/ 5679272 w 12188965"/>
              <a:gd name="connsiteY7745" fmla="*/ 1464647 h 2053176"/>
              <a:gd name="connsiteX7746" fmla="*/ 5704930 w 12188965"/>
              <a:gd name="connsiteY7746" fmla="*/ 1490305 h 2053176"/>
              <a:gd name="connsiteX7747" fmla="*/ 5679272 w 12188965"/>
              <a:gd name="connsiteY7747" fmla="*/ 1515965 h 2053176"/>
              <a:gd name="connsiteX7748" fmla="*/ 5653614 w 12188965"/>
              <a:gd name="connsiteY7748" fmla="*/ 1490305 h 2053176"/>
              <a:gd name="connsiteX7749" fmla="*/ 5679272 w 12188965"/>
              <a:gd name="connsiteY7749" fmla="*/ 1464647 h 2053176"/>
              <a:gd name="connsiteX7750" fmla="*/ 5615066 w 12188965"/>
              <a:gd name="connsiteY7750" fmla="*/ 1464647 h 2053176"/>
              <a:gd name="connsiteX7751" fmla="*/ 5640726 w 12188965"/>
              <a:gd name="connsiteY7751" fmla="*/ 1490305 h 2053176"/>
              <a:gd name="connsiteX7752" fmla="*/ 5615066 w 12188965"/>
              <a:gd name="connsiteY7752" fmla="*/ 1515965 h 2053176"/>
              <a:gd name="connsiteX7753" fmla="*/ 5589407 w 12188965"/>
              <a:gd name="connsiteY7753" fmla="*/ 1490305 h 2053176"/>
              <a:gd name="connsiteX7754" fmla="*/ 5615066 w 12188965"/>
              <a:gd name="connsiteY7754" fmla="*/ 1464647 h 2053176"/>
              <a:gd name="connsiteX7755" fmla="*/ 5550862 w 12188965"/>
              <a:gd name="connsiteY7755" fmla="*/ 1464647 h 2053176"/>
              <a:gd name="connsiteX7756" fmla="*/ 5576520 w 12188965"/>
              <a:gd name="connsiteY7756" fmla="*/ 1490305 h 2053176"/>
              <a:gd name="connsiteX7757" fmla="*/ 5550862 w 12188965"/>
              <a:gd name="connsiteY7757" fmla="*/ 1515965 h 2053176"/>
              <a:gd name="connsiteX7758" fmla="*/ 5525203 w 12188965"/>
              <a:gd name="connsiteY7758" fmla="*/ 1490305 h 2053176"/>
              <a:gd name="connsiteX7759" fmla="*/ 5550862 w 12188965"/>
              <a:gd name="connsiteY7759" fmla="*/ 1464647 h 2053176"/>
              <a:gd name="connsiteX7760" fmla="*/ 5486655 w 12188965"/>
              <a:gd name="connsiteY7760" fmla="*/ 1464647 h 2053176"/>
              <a:gd name="connsiteX7761" fmla="*/ 5512316 w 12188965"/>
              <a:gd name="connsiteY7761" fmla="*/ 1490305 h 2053176"/>
              <a:gd name="connsiteX7762" fmla="*/ 5486655 w 12188965"/>
              <a:gd name="connsiteY7762" fmla="*/ 1515965 h 2053176"/>
              <a:gd name="connsiteX7763" fmla="*/ 5460997 w 12188965"/>
              <a:gd name="connsiteY7763" fmla="*/ 1490305 h 2053176"/>
              <a:gd name="connsiteX7764" fmla="*/ 5486655 w 12188965"/>
              <a:gd name="connsiteY7764" fmla="*/ 1464647 h 2053176"/>
              <a:gd name="connsiteX7765" fmla="*/ 5422451 w 12188965"/>
              <a:gd name="connsiteY7765" fmla="*/ 1464647 h 2053176"/>
              <a:gd name="connsiteX7766" fmla="*/ 5448109 w 12188965"/>
              <a:gd name="connsiteY7766" fmla="*/ 1490305 h 2053176"/>
              <a:gd name="connsiteX7767" fmla="*/ 5422451 w 12188965"/>
              <a:gd name="connsiteY7767" fmla="*/ 1515964 h 2053176"/>
              <a:gd name="connsiteX7768" fmla="*/ 5396791 w 12188965"/>
              <a:gd name="connsiteY7768" fmla="*/ 1490305 h 2053176"/>
              <a:gd name="connsiteX7769" fmla="*/ 5422451 w 12188965"/>
              <a:gd name="connsiteY7769" fmla="*/ 1464647 h 2053176"/>
              <a:gd name="connsiteX7770" fmla="*/ 5358245 w 12188965"/>
              <a:gd name="connsiteY7770" fmla="*/ 1464647 h 2053176"/>
              <a:gd name="connsiteX7771" fmla="*/ 5383904 w 12188965"/>
              <a:gd name="connsiteY7771" fmla="*/ 1490305 h 2053176"/>
              <a:gd name="connsiteX7772" fmla="*/ 5358245 w 12188965"/>
              <a:gd name="connsiteY7772" fmla="*/ 1515964 h 2053176"/>
              <a:gd name="connsiteX7773" fmla="*/ 5332587 w 12188965"/>
              <a:gd name="connsiteY7773" fmla="*/ 1490305 h 2053176"/>
              <a:gd name="connsiteX7774" fmla="*/ 5358245 w 12188965"/>
              <a:gd name="connsiteY7774" fmla="*/ 1464647 h 2053176"/>
              <a:gd name="connsiteX7775" fmla="*/ 5229719 w 12188965"/>
              <a:gd name="connsiteY7775" fmla="*/ 1464647 h 2053176"/>
              <a:gd name="connsiteX7776" fmla="*/ 5255377 w 12188965"/>
              <a:gd name="connsiteY7776" fmla="*/ 1490305 h 2053176"/>
              <a:gd name="connsiteX7777" fmla="*/ 5229719 w 12188965"/>
              <a:gd name="connsiteY7777" fmla="*/ 1515965 h 2053176"/>
              <a:gd name="connsiteX7778" fmla="*/ 5204058 w 12188965"/>
              <a:gd name="connsiteY7778" fmla="*/ 1490305 h 2053176"/>
              <a:gd name="connsiteX7779" fmla="*/ 5229719 w 12188965"/>
              <a:gd name="connsiteY7779" fmla="*/ 1464647 h 2053176"/>
              <a:gd name="connsiteX7780" fmla="*/ 5101309 w 12188965"/>
              <a:gd name="connsiteY7780" fmla="*/ 1464647 h 2053176"/>
              <a:gd name="connsiteX7781" fmla="*/ 5126967 w 12188965"/>
              <a:gd name="connsiteY7781" fmla="*/ 1490305 h 2053176"/>
              <a:gd name="connsiteX7782" fmla="*/ 5101309 w 12188965"/>
              <a:gd name="connsiteY7782" fmla="*/ 1515965 h 2053176"/>
              <a:gd name="connsiteX7783" fmla="*/ 5075649 w 12188965"/>
              <a:gd name="connsiteY7783" fmla="*/ 1490305 h 2053176"/>
              <a:gd name="connsiteX7784" fmla="*/ 5101309 w 12188965"/>
              <a:gd name="connsiteY7784" fmla="*/ 1464647 h 2053176"/>
              <a:gd name="connsiteX7785" fmla="*/ 5037104 w 12188965"/>
              <a:gd name="connsiteY7785" fmla="*/ 1464647 h 2053176"/>
              <a:gd name="connsiteX7786" fmla="*/ 5062762 w 12188965"/>
              <a:gd name="connsiteY7786" fmla="*/ 1490305 h 2053176"/>
              <a:gd name="connsiteX7787" fmla="*/ 5037104 w 12188965"/>
              <a:gd name="connsiteY7787" fmla="*/ 1515964 h 2053176"/>
              <a:gd name="connsiteX7788" fmla="*/ 5011444 w 12188965"/>
              <a:gd name="connsiteY7788" fmla="*/ 1490305 h 2053176"/>
              <a:gd name="connsiteX7789" fmla="*/ 5037104 w 12188965"/>
              <a:gd name="connsiteY7789" fmla="*/ 1464647 h 2053176"/>
              <a:gd name="connsiteX7790" fmla="*/ 4972896 w 12188965"/>
              <a:gd name="connsiteY7790" fmla="*/ 1464647 h 2053176"/>
              <a:gd name="connsiteX7791" fmla="*/ 4998557 w 12188965"/>
              <a:gd name="connsiteY7791" fmla="*/ 1490305 h 2053176"/>
              <a:gd name="connsiteX7792" fmla="*/ 4972896 w 12188965"/>
              <a:gd name="connsiteY7792" fmla="*/ 1515965 h 2053176"/>
              <a:gd name="connsiteX7793" fmla="*/ 4947240 w 12188965"/>
              <a:gd name="connsiteY7793" fmla="*/ 1490305 h 2053176"/>
              <a:gd name="connsiteX7794" fmla="*/ 4972896 w 12188965"/>
              <a:gd name="connsiteY7794" fmla="*/ 1464647 h 2053176"/>
              <a:gd name="connsiteX7795" fmla="*/ 4908693 w 12188965"/>
              <a:gd name="connsiteY7795" fmla="*/ 1464647 h 2053176"/>
              <a:gd name="connsiteX7796" fmla="*/ 4934352 w 12188965"/>
              <a:gd name="connsiteY7796" fmla="*/ 1490305 h 2053176"/>
              <a:gd name="connsiteX7797" fmla="*/ 4908693 w 12188965"/>
              <a:gd name="connsiteY7797" fmla="*/ 1515965 h 2053176"/>
              <a:gd name="connsiteX7798" fmla="*/ 4883033 w 12188965"/>
              <a:gd name="connsiteY7798" fmla="*/ 1490305 h 2053176"/>
              <a:gd name="connsiteX7799" fmla="*/ 4908693 w 12188965"/>
              <a:gd name="connsiteY7799" fmla="*/ 1464647 h 2053176"/>
              <a:gd name="connsiteX7800" fmla="*/ 4844487 w 12188965"/>
              <a:gd name="connsiteY7800" fmla="*/ 1464647 h 2053176"/>
              <a:gd name="connsiteX7801" fmla="*/ 4870146 w 12188965"/>
              <a:gd name="connsiteY7801" fmla="*/ 1490305 h 2053176"/>
              <a:gd name="connsiteX7802" fmla="*/ 4844487 w 12188965"/>
              <a:gd name="connsiteY7802" fmla="*/ 1515965 h 2053176"/>
              <a:gd name="connsiteX7803" fmla="*/ 4818828 w 12188965"/>
              <a:gd name="connsiteY7803" fmla="*/ 1490305 h 2053176"/>
              <a:gd name="connsiteX7804" fmla="*/ 4844487 w 12188965"/>
              <a:gd name="connsiteY7804" fmla="*/ 1464647 h 2053176"/>
              <a:gd name="connsiteX7805" fmla="*/ 4780282 w 12188965"/>
              <a:gd name="connsiteY7805" fmla="*/ 1464647 h 2053176"/>
              <a:gd name="connsiteX7806" fmla="*/ 4805941 w 12188965"/>
              <a:gd name="connsiteY7806" fmla="*/ 1490305 h 2053176"/>
              <a:gd name="connsiteX7807" fmla="*/ 4780282 w 12188965"/>
              <a:gd name="connsiteY7807" fmla="*/ 1515965 h 2053176"/>
              <a:gd name="connsiteX7808" fmla="*/ 4754622 w 12188965"/>
              <a:gd name="connsiteY7808" fmla="*/ 1490305 h 2053176"/>
              <a:gd name="connsiteX7809" fmla="*/ 4780282 w 12188965"/>
              <a:gd name="connsiteY7809" fmla="*/ 1464647 h 2053176"/>
              <a:gd name="connsiteX7810" fmla="*/ 4651872 w 12188965"/>
              <a:gd name="connsiteY7810" fmla="*/ 1464647 h 2053176"/>
              <a:gd name="connsiteX7811" fmla="*/ 4677531 w 12188965"/>
              <a:gd name="connsiteY7811" fmla="*/ 1490305 h 2053176"/>
              <a:gd name="connsiteX7812" fmla="*/ 4651872 w 12188965"/>
              <a:gd name="connsiteY7812" fmla="*/ 1515964 h 2053176"/>
              <a:gd name="connsiteX7813" fmla="*/ 4626213 w 12188965"/>
              <a:gd name="connsiteY7813" fmla="*/ 1490305 h 2053176"/>
              <a:gd name="connsiteX7814" fmla="*/ 4651872 w 12188965"/>
              <a:gd name="connsiteY7814" fmla="*/ 1464647 h 2053176"/>
              <a:gd name="connsiteX7815" fmla="*/ 4587666 w 12188965"/>
              <a:gd name="connsiteY7815" fmla="*/ 1464647 h 2053176"/>
              <a:gd name="connsiteX7816" fmla="*/ 4613324 w 12188965"/>
              <a:gd name="connsiteY7816" fmla="*/ 1490305 h 2053176"/>
              <a:gd name="connsiteX7817" fmla="*/ 4587666 w 12188965"/>
              <a:gd name="connsiteY7817" fmla="*/ 1515965 h 2053176"/>
              <a:gd name="connsiteX7818" fmla="*/ 4562007 w 12188965"/>
              <a:gd name="connsiteY7818" fmla="*/ 1490305 h 2053176"/>
              <a:gd name="connsiteX7819" fmla="*/ 4587666 w 12188965"/>
              <a:gd name="connsiteY7819" fmla="*/ 1464647 h 2053176"/>
              <a:gd name="connsiteX7820" fmla="*/ 4523461 w 12188965"/>
              <a:gd name="connsiteY7820" fmla="*/ 1464647 h 2053176"/>
              <a:gd name="connsiteX7821" fmla="*/ 4549121 w 12188965"/>
              <a:gd name="connsiteY7821" fmla="*/ 1490305 h 2053176"/>
              <a:gd name="connsiteX7822" fmla="*/ 4523461 w 12188965"/>
              <a:gd name="connsiteY7822" fmla="*/ 1515965 h 2053176"/>
              <a:gd name="connsiteX7823" fmla="*/ 4497802 w 12188965"/>
              <a:gd name="connsiteY7823" fmla="*/ 1490305 h 2053176"/>
              <a:gd name="connsiteX7824" fmla="*/ 4523461 w 12188965"/>
              <a:gd name="connsiteY7824" fmla="*/ 1464647 h 2053176"/>
              <a:gd name="connsiteX7825" fmla="*/ 4395050 w 12188965"/>
              <a:gd name="connsiteY7825" fmla="*/ 1464647 h 2053176"/>
              <a:gd name="connsiteX7826" fmla="*/ 4420710 w 12188965"/>
              <a:gd name="connsiteY7826" fmla="*/ 1490305 h 2053176"/>
              <a:gd name="connsiteX7827" fmla="*/ 4395050 w 12188965"/>
              <a:gd name="connsiteY7827" fmla="*/ 1515965 h 2053176"/>
              <a:gd name="connsiteX7828" fmla="*/ 4369391 w 12188965"/>
              <a:gd name="connsiteY7828" fmla="*/ 1490305 h 2053176"/>
              <a:gd name="connsiteX7829" fmla="*/ 4395050 w 12188965"/>
              <a:gd name="connsiteY7829" fmla="*/ 1464647 h 2053176"/>
              <a:gd name="connsiteX7830" fmla="*/ 4202435 w 12188965"/>
              <a:gd name="connsiteY7830" fmla="*/ 1464647 h 2053176"/>
              <a:gd name="connsiteX7831" fmla="*/ 4228093 w 12188965"/>
              <a:gd name="connsiteY7831" fmla="*/ 1490305 h 2053176"/>
              <a:gd name="connsiteX7832" fmla="*/ 4202435 w 12188965"/>
              <a:gd name="connsiteY7832" fmla="*/ 1515965 h 2053176"/>
              <a:gd name="connsiteX7833" fmla="*/ 4176776 w 12188965"/>
              <a:gd name="connsiteY7833" fmla="*/ 1490305 h 2053176"/>
              <a:gd name="connsiteX7834" fmla="*/ 4202435 w 12188965"/>
              <a:gd name="connsiteY7834" fmla="*/ 1464647 h 2053176"/>
              <a:gd name="connsiteX7835" fmla="*/ 4009702 w 12188965"/>
              <a:gd name="connsiteY7835" fmla="*/ 1464647 h 2053176"/>
              <a:gd name="connsiteX7836" fmla="*/ 4035362 w 12188965"/>
              <a:gd name="connsiteY7836" fmla="*/ 1490305 h 2053176"/>
              <a:gd name="connsiteX7837" fmla="*/ 4009702 w 12188965"/>
              <a:gd name="connsiteY7837" fmla="*/ 1515965 h 2053176"/>
              <a:gd name="connsiteX7838" fmla="*/ 3984043 w 12188965"/>
              <a:gd name="connsiteY7838" fmla="*/ 1490305 h 2053176"/>
              <a:gd name="connsiteX7839" fmla="*/ 4009702 w 12188965"/>
              <a:gd name="connsiteY7839" fmla="*/ 1464647 h 2053176"/>
              <a:gd name="connsiteX7840" fmla="*/ 3881291 w 12188965"/>
              <a:gd name="connsiteY7840" fmla="*/ 1464647 h 2053176"/>
              <a:gd name="connsiteX7841" fmla="*/ 3906950 w 12188965"/>
              <a:gd name="connsiteY7841" fmla="*/ 1490305 h 2053176"/>
              <a:gd name="connsiteX7842" fmla="*/ 3881291 w 12188965"/>
              <a:gd name="connsiteY7842" fmla="*/ 1515965 h 2053176"/>
              <a:gd name="connsiteX7843" fmla="*/ 3855633 w 12188965"/>
              <a:gd name="connsiteY7843" fmla="*/ 1490305 h 2053176"/>
              <a:gd name="connsiteX7844" fmla="*/ 3881291 w 12188965"/>
              <a:gd name="connsiteY7844" fmla="*/ 1464647 h 2053176"/>
              <a:gd name="connsiteX7845" fmla="*/ 3817085 w 12188965"/>
              <a:gd name="connsiteY7845" fmla="*/ 1464647 h 2053176"/>
              <a:gd name="connsiteX7846" fmla="*/ 3842745 w 12188965"/>
              <a:gd name="connsiteY7846" fmla="*/ 1490305 h 2053176"/>
              <a:gd name="connsiteX7847" fmla="*/ 3817085 w 12188965"/>
              <a:gd name="connsiteY7847" fmla="*/ 1515965 h 2053176"/>
              <a:gd name="connsiteX7848" fmla="*/ 3791427 w 12188965"/>
              <a:gd name="connsiteY7848" fmla="*/ 1490305 h 2053176"/>
              <a:gd name="connsiteX7849" fmla="*/ 3817085 w 12188965"/>
              <a:gd name="connsiteY7849" fmla="*/ 1464647 h 2053176"/>
              <a:gd name="connsiteX7850" fmla="*/ 3752882 w 12188965"/>
              <a:gd name="connsiteY7850" fmla="*/ 1464647 h 2053176"/>
              <a:gd name="connsiteX7851" fmla="*/ 3778539 w 12188965"/>
              <a:gd name="connsiteY7851" fmla="*/ 1490305 h 2053176"/>
              <a:gd name="connsiteX7852" fmla="*/ 3752882 w 12188965"/>
              <a:gd name="connsiteY7852" fmla="*/ 1515965 h 2053176"/>
              <a:gd name="connsiteX7853" fmla="*/ 3727221 w 12188965"/>
              <a:gd name="connsiteY7853" fmla="*/ 1490305 h 2053176"/>
              <a:gd name="connsiteX7854" fmla="*/ 3752882 w 12188965"/>
              <a:gd name="connsiteY7854" fmla="*/ 1464647 h 2053176"/>
              <a:gd name="connsiteX7855" fmla="*/ 3688674 w 12188965"/>
              <a:gd name="connsiteY7855" fmla="*/ 1464647 h 2053176"/>
              <a:gd name="connsiteX7856" fmla="*/ 3714335 w 12188965"/>
              <a:gd name="connsiteY7856" fmla="*/ 1490305 h 2053176"/>
              <a:gd name="connsiteX7857" fmla="*/ 3688674 w 12188965"/>
              <a:gd name="connsiteY7857" fmla="*/ 1515965 h 2053176"/>
              <a:gd name="connsiteX7858" fmla="*/ 3663017 w 12188965"/>
              <a:gd name="connsiteY7858" fmla="*/ 1490305 h 2053176"/>
              <a:gd name="connsiteX7859" fmla="*/ 3688674 w 12188965"/>
              <a:gd name="connsiteY7859" fmla="*/ 1464647 h 2053176"/>
              <a:gd name="connsiteX7860" fmla="*/ 3624472 w 12188965"/>
              <a:gd name="connsiteY7860" fmla="*/ 1464647 h 2053176"/>
              <a:gd name="connsiteX7861" fmla="*/ 3650129 w 12188965"/>
              <a:gd name="connsiteY7861" fmla="*/ 1490305 h 2053176"/>
              <a:gd name="connsiteX7862" fmla="*/ 3624472 w 12188965"/>
              <a:gd name="connsiteY7862" fmla="*/ 1515964 h 2053176"/>
              <a:gd name="connsiteX7863" fmla="*/ 3598810 w 12188965"/>
              <a:gd name="connsiteY7863" fmla="*/ 1490305 h 2053176"/>
              <a:gd name="connsiteX7864" fmla="*/ 3624472 w 12188965"/>
              <a:gd name="connsiteY7864" fmla="*/ 1464647 h 2053176"/>
              <a:gd name="connsiteX7865" fmla="*/ 3431855 w 12188965"/>
              <a:gd name="connsiteY7865" fmla="*/ 1464647 h 2053176"/>
              <a:gd name="connsiteX7866" fmla="*/ 3457512 w 12188965"/>
              <a:gd name="connsiteY7866" fmla="*/ 1490305 h 2053176"/>
              <a:gd name="connsiteX7867" fmla="*/ 3431855 w 12188965"/>
              <a:gd name="connsiteY7867" fmla="*/ 1515965 h 2053176"/>
              <a:gd name="connsiteX7868" fmla="*/ 3406196 w 12188965"/>
              <a:gd name="connsiteY7868" fmla="*/ 1490305 h 2053176"/>
              <a:gd name="connsiteX7869" fmla="*/ 3431855 w 12188965"/>
              <a:gd name="connsiteY7869" fmla="*/ 1464647 h 2053176"/>
              <a:gd name="connsiteX7870" fmla="*/ 3367649 w 12188965"/>
              <a:gd name="connsiteY7870" fmla="*/ 1464647 h 2053176"/>
              <a:gd name="connsiteX7871" fmla="*/ 3393308 w 12188965"/>
              <a:gd name="connsiteY7871" fmla="*/ 1490305 h 2053176"/>
              <a:gd name="connsiteX7872" fmla="*/ 3367649 w 12188965"/>
              <a:gd name="connsiteY7872" fmla="*/ 1515965 h 2053176"/>
              <a:gd name="connsiteX7873" fmla="*/ 3341990 w 12188965"/>
              <a:gd name="connsiteY7873" fmla="*/ 1490305 h 2053176"/>
              <a:gd name="connsiteX7874" fmla="*/ 3367649 w 12188965"/>
              <a:gd name="connsiteY7874" fmla="*/ 1464647 h 2053176"/>
              <a:gd name="connsiteX7875" fmla="*/ 3303444 w 12188965"/>
              <a:gd name="connsiteY7875" fmla="*/ 1464647 h 2053176"/>
              <a:gd name="connsiteX7876" fmla="*/ 3329102 w 12188965"/>
              <a:gd name="connsiteY7876" fmla="*/ 1490305 h 2053176"/>
              <a:gd name="connsiteX7877" fmla="*/ 3303444 w 12188965"/>
              <a:gd name="connsiteY7877" fmla="*/ 1515965 h 2053176"/>
              <a:gd name="connsiteX7878" fmla="*/ 3277785 w 12188965"/>
              <a:gd name="connsiteY7878" fmla="*/ 1490305 h 2053176"/>
              <a:gd name="connsiteX7879" fmla="*/ 3303444 w 12188965"/>
              <a:gd name="connsiteY7879" fmla="*/ 1464647 h 2053176"/>
              <a:gd name="connsiteX7880" fmla="*/ 3239238 w 12188965"/>
              <a:gd name="connsiteY7880" fmla="*/ 1464647 h 2053176"/>
              <a:gd name="connsiteX7881" fmla="*/ 3264898 w 12188965"/>
              <a:gd name="connsiteY7881" fmla="*/ 1490305 h 2053176"/>
              <a:gd name="connsiteX7882" fmla="*/ 3239238 w 12188965"/>
              <a:gd name="connsiteY7882" fmla="*/ 1515964 h 2053176"/>
              <a:gd name="connsiteX7883" fmla="*/ 3213580 w 12188965"/>
              <a:gd name="connsiteY7883" fmla="*/ 1490305 h 2053176"/>
              <a:gd name="connsiteX7884" fmla="*/ 3239238 w 12188965"/>
              <a:gd name="connsiteY7884" fmla="*/ 1464647 h 2053176"/>
              <a:gd name="connsiteX7885" fmla="*/ 3110828 w 12188965"/>
              <a:gd name="connsiteY7885" fmla="*/ 1464647 h 2053176"/>
              <a:gd name="connsiteX7886" fmla="*/ 3136487 w 12188965"/>
              <a:gd name="connsiteY7886" fmla="*/ 1490305 h 2053176"/>
              <a:gd name="connsiteX7887" fmla="*/ 3110828 w 12188965"/>
              <a:gd name="connsiteY7887" fmla="*/ 1515965 h 2053176"/>
              <a:gd name="connsiteX7888" fmla="*/ 3085170 w 12188965"/>
              <a:gd name="connsiteY7888" fmla="*/ 1490305 h 2053176"/>
              <a:gd name="connsiteX7889" fmla="*/ 3110828 w 12188965"/>
              <a:gd name="connsiteY7889" fmla="*/ 1464647 h 2053176"/>
              <a:gd name="connsiteX7890" fmla="*/ 3046623 w 12188965"/>
              <a:gd name="connsiteY7890" fmla="*/ 1464647 h 2053176"/>
              <a:gd name="connsiteX7891" fmla="*/ 3072282 w 12188965"/>
              <a:gd name="connsiteY7891" fmla="*/ 1490305 h 2053176"/>
              <a:gd name="connsiteX7892" fmla="*/ 3046623 w 12188965"/>
              <a:gd name="connsiteY7892" fmla="*/ 1515965 h 2053176"/>
              <a:gd name="connsiteX7893" fmla="*/ 3020964 w 12188965"/>
              <a:gd name="connsiteY7893" fmla="*/ 1490305 h 2053176"/>
              <a:gd name="connsiteX7894" fmla="*/ 3046623 w 12188965"/>
              <a:gd name="connsiteY7894" fmla="*/ 1464647 h 2053176"/>
              <a:gd name="connsiteX7895" fmla="*/ 2982301 w 12188965"/>
              <a:gd name="connsiteY7895" fmla="*/ 1464647 h 2053176"/>
              <a:gd name="connsiteX7896" fmla="*/ 3007960 w 12188965"/>
              <a:gd name="connsiteY7896" fmla="*/ 1490305 h 2053176"/>
              <a:gd name="connsiteX7897" fmla="*/ 2982301 w 12188965"/>
              <a:gd name="connsiteY7897" fmla="*/ 1515965 h 2053176"/>
              <a:gd name="connsiteX7898" fmla="*/ 2956642 w 12188965"/>
              <a:gd name="connsiteY7898" fmla="*/ 1490305 h 2053176"/>
              <a:gd name="connsiteX7899" fmla="*/ 2982301 w 12188965"/>
              <a:gd name="connsiteY7899" fmla="*/ 1464647 h 2053176"/>
              <a:gd name="connsiteX7900" fmla="*/ 2853890 w 12188965"/>
              <a:gd name="connsiteY7900" fmla="*/ 1464647 h 2053176"/>
              <a:gd name="connsiteX7901" fmla="*/ 2879550 w 12188965"/>
              <a:gd name="connsiteY7901" fmla="*/ 1490305 h 2053176"/>
              <a:gd name="connsiteX7902" fmla="*/ 2853890 w 12188965"/>
              <a:gd name="connsiteY7902" fmla="*/ 1515964 h 2053176"/>
              <a:gd name="connsiteX7903" fmla="*/ 2828231 w 12188965"/>
              <a:gd name="connsiteY7903" fmla="*/ 1490305 h 2053176"/>
              <a:gd name="connsiteX7904" fmla="*/ 2853890 w 12188965"/>
              <a:gd name="connsiteY7904" fmla="*/ 1464647 h 2053176"/>
              <a:gd name="connsiteX7905" fmla="*/ 2789686 w 12188965"/>
              <a:gd name="connsiteY7905" fmla="*/ 1464647 h 2053176"/>
              <a:gd name="connsiteX7906" fmla="*/ 2815344 w 12188965"/>
              <a:gd name="connsiteY7906" fmla="*/ 1490305 h 2053176"/>
              <a:gd name="connsiteX7907" fmla="*/ 2789686 w 12188965"/>
              <a:gd name="connsiteY7907" fmla="*/ 1515965 h 2053176"/>
              <a:gd name="connsiteX7908" fmla="*/ 2764027 w 12188965"/>
              <a:gd name="connsiteY7908" fmla="*/ 1490305 h 2053176"/>
              <a:gd name="connsiteX7909" fmla="*/ 2789686 w 12188965"/>
              <a:gd name="connsiteY7909" fmla="*/ 1464647 h 2053176"/>
              <a:gd name="connsiteX7910" fmla="*/ 2597069 w 12188965"/>
              <a:gd name="connsiteY7910" fmla="*/ 1464647 h 2053176"/>
              <a:gd name="connsiteX7911" fmla="*/ 2622729 w 12188965"/>
              <a:gd name="connsiteY7911" fmla="*/ 1490305 h 2053176"/>
              <a:gd name="connsiteX7912" fmla="*/ 2597069 w 12188965"/>
              <a:gd name="connsiteY7912" fmla="*/ 1515965 h 2053176"/>
              <a:gd name="connsiteX7913" fmla="*/ 2571410 w 12188965"/>
              <a:gd name="connsiteY7913" fmla="*/ 1490305 h 2053176"/>
              <a:gd name="connsiteX7914" fmla="*/ 2597069 w 12188965"/>
              <a:gd name="connsiteY7914" fmla="*/ 1464647 h 2053176"/>
              <a:gd name="connsiteX7915" fmla="*/ 2532865 w 12188965"/>
              <a:gd name="connsiteY7915" fmla="*/ 1464647 h 2053176"/>
              <a:gd name="connsiteX7916" fmla="*/ 2558523 w 12188965"/>
              <a:gd name="connsiteY7916" fmla="*/ 1490305 h 2053176"/>
              <a:gd name="connsiteX7917" fmla="*/ 2532865 w 12188965"/>
              <a:gd name="connsiteY7917" fmla="*/ 1515964 h 2053176"/>
              <a:gd name="connsiteX7918" fmla="*/ 2507205 w 12188965"/>
              <a:gd name="connsiteY7918" fmla="*/ 1490305 h 2053176"/>
              <a:gd name="connsiteX7919" fmla="*/ 2532865 w 12188965"/>
              <a:gd name="connsiteY7919" fmla="*/ 1464647 h 2053176"/>
              <a:gd name="connsiteX7920" fmla="*/ 2404454 w 12188965"/>
              <a:gd name="connsiteY7920" fmla="*/ 1464647 h 2053176"/>
              <a:gd name="connsiteX7921" fmla="*/ 2430112 w 12188965"/>
              <a:gd name="connsiteY7921" fmla="*/ 1490305 h 2053176"/>
              <a:gd name="connsiteX7922" fmla="*/ 2404454 w 12188965"/>
              <a:gd name="connsiteY7922" fmla="*/ 1515965 h 2053176"/>
              <a:gd name="connsiteX7923" fmla="*/ 2378795 w 12188965"/>
              <a:gd name="connsiteY7923" fmla="*/ 1490305 h 2053176"/>
              <a:gd name="connsiteX7924" fmla="*/ 2404454 w 12188965"/>
              <a:gd name="connsiteY7924" fmla="*/ 1464647 h 2053176"/>
              <a:gd name="connsiteX7925" fmla="*/ 2340249 w 12188965"/>
              <a:gd name="connsiteY7925" fmla="*/ 1464647 h 2053176"/>
              <a:gd name="connsiteX7926" fmla="*/ 2365908 w 12188965"/>
              <a:gd name="connsiteY7926" fmla="*/ 1490305 h 2053176"/>
              <a:gd name="connsiteX7927" fmla="*/ 2340249 w 12188965"/>
              <a:gd name="connsiteY7927" fmla="*/ 1515965 h 2053176"/>
              <a:gd name="connsiteX7928" fmla="*/ 2314590 w 12188965"/>
              <a:gd name="connsiteY7928" fmla="*/ 1490305 h 2053176"/>
              <a:gd name="connsiteX7929" fmla="*/ 2340249 w 12188965"/>
              <a:gd name="connsiteY7929" fmla="*/ 1464647 h 2053176"/>
              <a:gd name="connsiteX7930" fmla="*/ 2276044 w 12188965"/>
              <a:gd name="connsiteY7930" fmla="*/ 1464647 h 2053176"/>
              <a:gd name="connsiteX7931" fmla="*/ 2301702 w 12188965"/>
              <a:gd name="connsiteY7931" fmla="*/ 1490305 h 2053176"/>
              <a:gd name="connsiteX7932" fmla="*/ 2276044 w 12188965"/>
              <a:gd name="connsiteY7932" fmla="*/ 1515965 h 2053176"/>
              <a:gd name="connsiteX7933" fmla="*/ 2250385 w 12188965"/>
              <a:gd name="connsiteY7933" fmla="*/ 1490305 h 2053176"/>
              <a:gd name="connsiteX7934" fmla="*/ 2276044 w 12188965"/>
              <a:gd name="connsiteY7934" fmla="*/ 1464647 h 2053176"/>
              <a:gd name="connsiteX7935" fmla="*/ 2211838 w 12188965"/>
              <a:gd name="connsiteY7935" fmla="*/ 1464647 h 2053176"/>
              <a:gd name="connsiteX7936" fmla="*/ 2237497 w 12188965"/>
              <a:gd name="connsiteY7936" fmla="*/ 1490305 h 2053176"/>
              <a:gd name="connsiteX7937" fmla="*/ 2211838 w 12188965"/>
              <a:gd name="connsiteY7937" fmla="*/ 1515965 h 2053176"/>
              <a:gd name="connsiteX7938" fmla="*/ 2186178 w 12188965"/>
              <a:gd name="connsiteY7938" fmla="*/ 1490305 h 2053176"/>
              <a:gd name="connsiteX7939" fmla="*/ 2211838 w 12188965"/>
              <a:gd name="connsiteY7939" fmla="*/ 1464647 h 2053176"/>
              <a:gd name="connsiteX7940" fmla="*/ 2147633 w 12188965"/>
              <a:gd name="connsiteY7940" fmla="*/ 1464647 h 2053176"/>
              <a:gd name="connsiteX7941" fmla="*/ 2173293 w 12188965"/>
              <a:gd name="connsiteY7941" fmla="*/ 1490305 h 2053176"/>
              <a:gd name="connsiteX7942" fmla="*/ 2147633 w 12188965"/>
              <a:gd name="connsiteY7942" fmla="*/ 1515964 h 2053176"/>
              <a:gd name="connsiteX7943" fmla="*/ 2121975 w 12188965"/>
              <a:gd name="connsiteY7943" fmla="*/ 1490305 h 2053176"/>
              <a:gd name="connsiteX7944" fmla="*/ 2147633 w 12188965"/>
              <a:gd name="connsiteY7944" fmla="*/ 1464647 h 2053176"/>
              <a:gd name="connsiteX7945" fmla="*/ 2083427 w 12188965"/>
              <a:gd name="connsiteY7945" fmla="*/ 1464647 h 2053176"/>
              <a:gd name="connsiteX7946" fmla="*/ 2109087 w 12188965"/>
              <a:gd name="connsiteY7946" fmla="*/ 1490305 h 2053176"/>
              <a:gd name="connsiteX7947" fmla="*/ 2083427 w 12188965"/>
              <a:gd name="connsiteY7947" fmla="*/ 1515964 h 2053176"/>
              <a:gd name="connsiteX7948" fmla="*/ 2057768 w 12188965"/>
              <a:gd name="connsiteY7948" fmla="*/ 1490305 h 2053176"/>
              <a:gd name="connsiteX7949" fmla="*/ 2083427 w 12188965"/>
              <a:gd name="connsiteY7949" fmla="*/ 1464647 h 2053176"/>
              <a:gd name="connsiteX7950" fmla="*/ 2019222 w 12188965"/>
              <a:gd name="connsiteY7950" fmla="*/ 1464647 h 2053176"/>
              <a:gd name="connsiteX7951" fmla="*/ 2044880 w 12188965"/>
              <a:gd name="connsiteY7951" fmla="*/ 1490305 h 2053176"/>
              <a:gd name="connsiteX7952" fmla="*/ 2019222 w 12188965"/>
              <a:gd name="connsiteY7952" fmla="*/ 1515965 h 2053176"/>
              <a:gd name="connsiteX7953" fmla="*/ 1993563 w 12188965"/>
              <a:gd name="connsiteY7953" fmla="*/ 1490305 h 2053176"/>
              <a:gd name="connsiteX7954" fmla="*/ 2019222 w 12188965"/>
              <a:gd name="connsiteY7954" fmla="*/ 1464647 h 2053176"/>
              <a:gd name="connsiteX7955" fmla="*/ 1955016 w 12188965"/>
              <a:gd name="connsiteY7955" fmla="*/ 1464647 h 2053176"/>
              <a:gd name="connsiteX7956" fmla="*/ 1980676 w 12188965"/>
              <a:gd name="connsiteY7956" fmla="*/ 1490305 h 2053176"/>
              <a:gd name="connsiteX7957" fmla="*/ 1955016 w 12188965"/>
              <a:gd name="connsiteY7957" fmla="*/ 1515965 h 2053176"/>
              <a:gd name="connsiteX7958" fmla="*/ 1929358 w 12188965"/>
              <a:gd name="connsiteY7958" fmla="*/ 1490305 h 2053176"/>
              <a:gd name="connsiteX7959" fmla="*/ 1955016 w 12188965"/>
              <a:gd name="connsiteY7959" fmla="*/ 1464647 h 2053176"/>
              <a:gd name="connsiteX7960" fmla="*/ 1890696 w 12188965"/>
              <a:gd name="connsiteY7960" fmla="*/ 1464647 h 2053176"/>
              <a:gd name="connsiteX7961" fmla="*/ 1916355 w 12188965"/>
              <a:gd name="connsiteY7961" fmla="*/ 1490305 h 2053176"/>
              <a:gd name="connsiteX7962" fmla="*/ 1890696 w 12188965"/>
              <a:gd name="connsiteY7962" fmla="*/ 1515965 h 2053176"/>
              <a:gd name="connsiteX7963" fmla="*/ 1865037 w 12188965"/>
              <a:gd name="connsiteY7963" fmla="*/ 1490305 h 2053176"/>
              <a:gd name="connsiteX7964" fmla="*/ 1890696 w 12188965"/>
              <a:gd name="connsiteY7964" fmla="*/ 1464647 h 2053176"/>
              <a:gd name="connsiteX7965" fmla="*/ 1826490 w 12188965"/>
              <a:gd name="connsiteY7965" fmla="*/ 1464647 h 2053176"/>
              <a:gd name="connsiteX7966" fmla="*/ 1852149 w 12188965"/>
              <a:gd name="connsiteY7966" fmla="*/ 1490305 h 2053176"/>
              <a:gd name="connsiteX7967" fmla="*/ 1826490 w 12188965"/>
              <a:gd name="connsiteY7967" fmla="*/ 1515965 h 2053176"/>
              <a:gd name="connsiteX7968" fmla="*/ 1800830 w 12188965"/>
              <a:gd name="connsiteY7968" fmla="*/ 1490305 h 2053176"/>
              <a:gd name="connsiteX7969" fmla="*/ 1826490 w 12188965"/>
              <a:gd name="connsiteY7969" fmla="*/ 1464647 h 2053176"/>
              <a:gd name="connsiteX7970" fmla="*/ 1762285 w 12188965"/>
              <a:gd name="connsiteY7970" fmla="*/ 1464647 h 2053176"/>
              <a:gd name="connsiteX7971" fmla="*/ 1787944 w 12188965"/>
              <a:gd name="connsiteY7971" fmla="*/ 1490305 h 2053176"/>
              <a:gd name="connsiteX7972" fmla="*/ 1762285 w 12188965"/>
              <a:gd name="connsiteY7972" fmla="*/ 1515964 h 2053176"/>
              <a:gd name="connsiteX7973" fmla="*/ 1736626 w 12188965"/>
              <a:gd name="connsiteY7973" fmla="*/ 1490305 h 2053176"/>
              <a:gd name="connsiteX7974" fmla="*/ 1762285 w 12188965"/>
              <a:gd name="connsiteY7974" fmla="*/ 1464647 h 2053176"/>
              <a:gd name="connsiteX7975" fmla="*/ 1698080 w 12188965"/>
              <a:gd name="connsiteY7975" fmla="*/ 1464647 h 2053176"/>
              <a:gd name="connsiteX7976" fmla="*/ 1723738 w 12188965"/>
              <a:gd name="connsiteY7976" fmla="*/ 1490305 h 2053176"/>
              <a:gd name="connsiteX7977" fmla="*/ 1698080 w 12188965"/>
              <a:gd name="connsiteY7977" fmla="*/ 1515965 h 2053176"/>
              <a:gd name="connsiteX7978" fmla="*/ 1672420 w 12188965"/>
              <a:gd name="connsiteY7978" fmla="*/ 1490305 h 2053176"/>
              <a:gd name="connsiteX7979" fmla="*/ 1698080 w 12188965"/>
              <a:gd name="connsiteY7979" fmla="*/ 1464647 h 2053176"/>
              <a:gd name="connsiteX7980" fmla="*/ 1633874 w 12188965"/>
              <a:gd name="connsiteY7980" fmla="*/ 1464647 h 2053176"/>
              <a:gd name="connsiteX7981" fmla="*/ 1659533 w 12188965"/>
              <a:gd name="connsiteY7981" fmla="*/ 1490305 h 2053176"/>
              <a:gd name="connsiteX7982" fmla="*/ 1633874 w 12188965"/>
              <a:gd name="connsiteY7982" fmla="*/ 1515965 h 2053176"/>
              <a:gd name="connsiteX7983" fmla="*/ 1608216 w 12188965"/>
              <a:gd name="connsiteY7983" fmla="*/ 1490305 h 2053176"/>
              <a:gd name="connsiteX7984" fmla="*/ 1633874 w 12188965"/>
              <a:gd name="connsiteY7984" fmla="*/ 1464647 h 2053176"/>
              <a:gd name="connsiteX7985" fmla="*/ 1569669 w 12188965"/>
              <a:gd name="connsiteY7985" fmla="*/ 1464647 h 2053176"/>
              <a:gd name="connsiteX7986" fmla="*/ 1595328 w 12188965"/>
              <a:gd name="connsiteY7986" fmla="*/ 1490305 h 2053176"/>
              <a:gd name="connsiteX7987" fmla="*/ 1569669 w 12188965"/>
              <a:gd name="connsiteY7987" fmla="*/ 1515965 h 2053176"/>
              <a:gd name="connsiteX7988" fmla="*/ 1544010 w 12188965"/>
              <a:gd name="connsiteY7988" fmla="*/ 1490305 h 2053176"/>
              <a:gd name="connsiteX7989" fmla="*/ 1569669 w 12188965"/>
              <a:gd name="connsiteY7989" fmla="*/ 1464647 h 2053176"/>
              <a:gd name="connsiteX7990" fmla="*/ 1505464 w 12188965"/>
              <a:gd name="connsiteY7990" fmla="*/ 1464647 h 2053176"/>
              <a:gd name="connsiteX7991" fmla="*/ 1531123 w 12188965"/>
              <a:gd name="connsiteY7991" fmla="*/ 1490305 h 2053176"/>
              <a:gd name="connsiteX7992" fmla="*/ 1505464 w 12188965"/>
              <a:gd name="connsiteY7992" fmla="*/ 1515965 h 2053176"/>
              <a:gd name="connsiteX7993" fmla="*/ 1479806 w 12188965"/>
              <a:gd name="connsiteY7993" fmla="*/ 1490305 h 2053176"/>
              <a:gd name="connsiteX7994" fmla="*/ 1505464 w 12188965"/>
              <a:gd name="connsiteY7994" fmla="*/ 1464647 h 2053176"/>
              <a:gd name="connsiteX7995" fmla="*/ 1441258 w 12188965"/>
              <a:gd name="connsiteY7995" fmla="*/ 1464647 h 2053176"/>
              <a:gd name="connsiteX7996" fmla="*/ 1466917 w 12188965"/>
              <a:gd name="connsiteY7996" fmla="*/ 1490305 h 2053176"/>
              <a:gd name="connsiteX7997" fmla="*/ 1441258 w 12188965"/>
              <a:gd name="connsiteY7997" fmla="*/ 1515964 h 2053176"/>
              <a:gd name="connsiteX7998" fmla="*/ 1415599 w 12188965"/>
              <a:gd name="connsiteY7998" fmla="*/ 1490305 h 2053176"/>
              <a:gd name="connsiteX7999" fmla="*/ 1441258 w 12188965"/>
              <a:gd name="connsiteY7999" fmla="*/ 1464647 h 2053176"/>
              <a:gd name="connsiteX8000" fmla="*/ 1377053 w 12188965"/>
              <a:gd name="connsiteY8000" fmla="*/ 1464647 h 2053176"/>
              <a:gd name="connsiteX8001" fmla="*/ 1402712 w 12188965"/>
              <a:gd name="connsiteY8001" fmla="*/ 1490305 h 2053176"/>
              <a:gd name="connsiteX8002" fmla="*/ 1377053 w 12188965"/>
              <a:gd name="connsiteY8002" fmla="*/ 1515964 h 2053176"/>
              <a:gd name="connsiteX8003" fmla="*/ 1351395 w 12188965"/>
              <a:gd name="connsiteY8003" fmla="*/ 1490305 h 2053176"/>
              <a:gd name="connsiteX8004" fmla="*/ 1377053 w 12188965"/>
              <a:gd name="connsiteY8004" fmla="*/ 1464647 h 2053176"/>
              <a:gd name="connsiteX8005" fmla="*/ 1184437 w 12188965"/>
              <a:gd name="connsiteY8005" fmla="*/ 1464647 h 2053176"/>
              <a:gd name="connsiteX8006" fmla="*/ 1210096 w 12188965"/>
              <a:gd name="connsiteY8006" fmla="*/ 1490305 h 2053176"/>
              <a:gd name="connsiteX8007" fmla="*/ 1184437 w 12188965"/>
              <a:gd name="connsiteY8007" fmla="*/ 1515965 h 2053176"/>
              <a:gd name="connsiteX8008" fmla="*/ 1158780 w 12188965"/>
              <a:gd name="connsiteY8008" fmla="*/ 1490305 h 2053176"/>
              <a:gd name="connsiteX8009" fmla="*/ 1184437 w 12188965"/>
              <a:gd name="connsiteY8009" fmla="*/ 1464647 h 2053176"/>
              <a:gd name="connsiteX8010" fmla="*/ 1056027 w 12188965"/>
              <a:gd name="connsiteY8010" fmla="*/ 1464647 h 2053176"/>
              <a:gd name="connsiteX8011" fmla="*/ 1081685 w 12188965"/>
              <a:gd name="connsiteY8011" fmla="*/ 1490305 h 2053176"/>
              <a:gd name="connsiteX8012" fmla="*/ 1056027 w 12188965"/>
              <a:gd name="connsiteY8012" fmla="*/ 1515964 h 2053176"/>
              <a:gd name="connsiteX8013" fmla="*/ 1030369 w 12188965"/>
              <a:gd name="connsiteY8013" fmla="*/ 1490305 h 2053176"/>
              <a:gd name="connsiteX8014" fmla="*/ 1056027 w 12188965"/>
              <a:gd name="connsiteY8014" fmla="*/ 1464647 h 2053176"/>
              <a:gd name="connsiteX8015" fmla="*/ 991823 w 12188965"/>
              <a:gd name="connsiteY8015" fmla="*/ 1464647 h 2053176"/>
              <a:gd name="connsiteX8016" fmla="*/ 1017481 w 12188965"/>
              <a:gd name="connsiteY8016" fmla="*/ 1490305 h 2053176"/>
              <a:gd name="connsiteX8017" fmla="*/ 991823 w 12188965"/>
              <a:gd name="connsiteY8017" fmla="*/ 1515964 h 2053176"/>
              <a:gd name="connsiteX8018" fmla="*/ 966162 w 12188965"/>
              <a:gd name="connsiteY8018" fmla="*/ 1490305 h 2053176"/>
              <a:gd name="connsiteX8019" fmla="*/ 991823 w 12188965"/>
              <a:gd name="connsiteY8019" fmla="*/ 1464647 h 2053176"/>
              <a:gd name="connsiteX8020" fmla="*/ 927616 w 12188965"/>
              <a:gd name="connsiteY8020" fmla="*/ 1464647 h 2053176"/>
              <a:gd name="connsiteX8021" fmla="*/ 953275 w 12188965"/>
              <a:gd name="connsiteY8021" fmla="*/ 1490305 h 2053176"/>
              <a:gd name="connsiteX8022" fmla="*/ 927616 w 12188965"/>
              <a:gd name="connsiteY8022" fmla="*/ 1515965 h 2053176"/>
              <a:gd name="connsiteX8023" fmla="*/ 901957 w 12188965"/>
              <a:gd name="connsiteY8023" fmla="*/ 1490305 h 2053176"/>
              <a:gd name="connsiteX8024" fmla="*/ 927616 w 12188965"/>
              <a:gd name="connsiteY8024" fmla="*/ 1464647 h 2053176"/>
              <a:gd name="connsiteX8025" fmla="*/ 863411 w 12188965"/>
              <a:gd name="connsiteY8025" fmla="*/ 1464647 h 2053176"/>
              <a:gd name="connsiteX8026" fmla="*/ 889071 w 12188965"/>
              <a:gd name="connsiteY8026" fmla="*/ 1490305 h 2053176"/>
              <a:gd name="connsiteX8027" fmla="*/ 863411 w 12188965"/>
              <a:gd name="connsiteY8027" fmla="*/ 1515965 h 2053176"/>
              <a:gd name="connsiteX8028" fmla="*/ 837752 w 12188965"/>
              <a:gd name="connsiteY8028" fmla="*/ 1490305 h 2053176"/>
              <a:gd name="connsiteX8029" fmla="*/ 863411 w 12188965"/>
              <a:gd name="connsiteY8029" fmla="*/ 1464647 h 2053176"/>
              <a:gd name="connsiteX8030" fmla="*/ 670679 w 12188965"/>
              <a:gd name="connsiteY8030" fmla="*/ 1464647 h 2053176"/>
              <a:gd name="connsiteX8031" fmla="*/ 696338 w 12188965"/>
              <a:gd name="connsiteY8031" fmla="*/ 1490305 h 2053176"/>
              <a:gd name="connsiteX8032" fmla="*/ 670679 w 12188965"/>
              <a:gd name="connsiteY8032" fmla="*/ 1515964 h 2053176"/>
              <a:gd name="connsiteX8033" fmla="*/ 645020 w 12188965"/>
              <a:gd name="connsiteY8033" fmla="*/ 1490305 h 2053176"/>
              <a:gd name="connsiteX8034" fmla="*/ 670679 w 12188965"/>
              <a:gd name="connsiteY8034" fmla="*/ 1464647 h 2053176"/>
              <a:gd name="connsiteX8035" fmla="*/ 606475 w 12188965"/>
              <a:gd name="connsiteY8035" fmla="*/ 1464647 h 2053176"/>
              <a:gd name="connsiteX8036" fmla="*/ 632134 w 12188965"/>
              <a:gd name="connsiteY8036" fmla="*/ 1490305 h 2053176"/>
              <a:gd name="connsiteX8037" fmla="*/ 606475 w 12188965"/>
              <a:gd name="connsiteY8037" fmla="*/ 1515965 h 2053176"/>
              <a:gd name="connsiteX8038" fmla="*/ 580815 w 12188965"/>
              <a:gd name="connsiteY8038" fmla="*/ 1490305 h 2053176"/>
              <a:gd name="connsiteX8039" fmla="*/ 606475 w 12188965"/>
              <a:gd name="connsiteY8039" fmla="*/ 1464647 h 2053176"/>
              <a:gd name="connsiteX8040" fmla="*/ 542268 w 12188965"/>
              <a:gd name="connsiteY8040" fmla="*/ 1464647 h 2053176"/>
              <a:gd name="connsiteX8041" fmla="*/ 567927 w 12188965"/>
              <a:gd name="connsiteY8041" fmla="*/ 1490305 h 2053176"/>
              <a:gd name="connsiteX8042" fmla="*/ 542268 w 12188965"/>
              <a:gd name="connsiteY8042" fmla="*/ 1515965 h 2053176"/>
              <a:gd name="connsiteX8043" fmla="*/ 516610 w 12188965"/>
              <a:gd name="connsiteY8043" fmla="*/ 1490305 h 2053176"/>
              <a:gd name="connsiteX8044" fmla="*/ 542268 w 12188965"/>
              <a:gd name="connsiteY8044" fmla="*/ 1464647 h 2053176"/>
              <a:gd name="connsiteX8045" fmla="*/ 478063 w 12188965"/>
              <a:gd name="connsiteY8045" fmla="*/ 1464647 h 2053176"/>
              <a:gd name="connsiteX8046" fmla="*/ 503724 w 12188965"/>
              <a:gd name="connsiteY8046" fmla="*/ 1490305 h 2053176"/>
              <a:gd name="connsiteX8047" fmla="*/ 478063 w 12188965"/>
              <a:gd name="connsiteY8047" fmla="*/ 1515965 h 2053176"/>
              <a:gd name="connsiteX8048" fmla="*/ 452404 w 12188965"/>
              <a:gd name="connsiteY8048" fmla="*/ 1490305 h 2053176"/>
              <a:gd name="connsiteX8049" fmla="*/ 478063 w 12188965"/>
              <a:gd name="connsiteY8049" fmla="*/ 1464647 h 2053176"/>
              <a:gd name="connsiteX8050" fmla="*/ 413858 w 12188965"/>
              <a:gd name="connsiteY8050" fmla="*/ 1464647 h 2053176"/>
              <a:gd name="connsiteX8051" fmla="*/ 439517 w 12188965"/>
              <a:gd name="connsiteY8051" fmla="*/ 1490305 h 2053176"/>
              <a:gd name="connsiteX8052" fmla="*/ 413858 w 12188965"/>
              <a:gd name="connsiteY8052" fmla="*/ 1515965 h 2053176"/>
              <a:gd name="connsiteX8053" fmla="*/ 388200 w 12188965"/>
              <a:gd name="connsiteY8053" fmla="*/ 1490305 h 2053176"/>
              <a:gd name="connsiteX8054" fmla="*/ 413858 w 12188965"/>
              <a:gd name="connsiteY8054" fmla="*/ 1464647 h 2053176"/>
              <a:gd name="connsiteX8055" fmla="*/ 346686 w 12188965"/>
              <a:gd name="connsiteY8055" fmla="*/ 1464647 h 2053176"/>
              <a:gd name="connsiteX8056" fmla="*/ 372344 w 12188965"/>
              <a:gd name="connsiteY8056" fmla="*/ 1490305 h 2053176"/>
              <a:gd name="connsiteX8057" fmla="*/ 346686 w 12188965"/>
              <a:gd name="connsiteY8057" fmla="*/ 1515965 h 2053176"/>
              <a:gd name="connsiteX8058" fmla="*/ 321027 w 12188965"/>
              <a:gd name="connsiteY8058" fmla="*/ 1490305 h 2053176"/>
              <a:gd name="connsiteX8059" fmla="*/ 346686 w 12188965"/>
              <a:gd name="connsiteY8059" fmla="*/ 1464647 h 2053176"/>
              <a:gd name="connsiteX8060" fmla="*/ 282480 w 12188965"/>
              <a:gd name="connsiteY8060" fmla="*/ 1464647 h 2053176"/>
              <a:gd name="connsiteX8061" fmla="*/ 308138 w 12188965"/>
              <a:gd name="connsiteY8061" fmla="*/ 1490305 h 2053176"/>
              <a:gd name="connsiteX8062" fmla="*/ 282480 w 12188965"/>
              <a:gd name="connsiteY8062" fmla="*/ 1515965 h 2053176"/>
              <a:gd name="connsiteX8063" fmla="*/ 256820 w 12188965"/>
              <a:gd name="connsiteY8063" fmla="*/ 1490305 h 2053176"/>
              <a:gd name="connsiteX8064" fmla="*/ 282480 w 12188965"/>
              <a:gd name="connsiteY8064" fmla="*/ 1464647 h 2053176"/>
              <a:gd name="connsiteX8065" fmla="*/ 218274 w 12188965"/>
              <a:gd name="connsiteY8065" fmla="*/ 1464647 h 2053176"/>
              <a:gd name="connsiteX8066" fmla="*/ 243932 w 12188965"/>
              <a:gd name="connsiteY8066" fmla="*/ 1490305 h 2053176"/>
              <a:gd name="connsiteX8067" fmla="*/ 218274 w 12188965"/>
              <a:gd name="connsiteY8067" fmla="*/ 1515965 h 2053176"/>
              <a:gd name="connsiteX8068" fmla="*/ 192615 w 12188965"/>
              <a:gd name="connsiteY8068" fmla="*/ 1490305 h 2053176"/>
              <a:gd name="connsiteX8069" fmla="*/ 218274 w 12188965"/>
              <a:gd name="connsiteY8069" fmla="*/ 1464647 h 2053176"/>
              <a:gd name="connsiteX8070" fmla="*/ 25659 w 12188965"/>
              <a:gd name="connsiteY8070" fmla="*/ 1464647 h 2053176"/>
              <a:gd name="connsiteX8071" fmla="*/ 51317 w 12188965"/>
              <a:gd name="connsiteY8071" fmla="*/ 1490305 h 2053176"/>
              <a:gd name="connsiteX8072" fmla="*/ 25659 w 12188965"/>
              <a:gd name="connsiteY8072" fmla="*/ 1515964 h 2053176"/>
              <a:gd name="connsiteX8073" fmla="*/ 0 w 12188965"/>
              <a:gd name="connsiteY8073" fmla="*/ 1490305 h 2053176"/>
              <a:gd name="connsiteX8074" fmla="*/ 25659 w 12188965"/>
              <a:gd name="connsiteY8074" fmla="*/ 1464647 h 2053176"/>
              <a:gd name="connsiteX8075" fmla="*/ 11518287 w 12188965"/>
              <a:gd name="connsiteY8075" fmla="*/ 1410195 h 2053176"/>
              <a:gd name="connsiteX8076" fmla="*/ 11531175 w 12188965"/>
              <a:gd name="connsiteY8076" fmla="*/ 1423081 h 2053176"/>
              <a:gd name="connsiteX8077" fmla="*/ 11518287 w 12188965"/>
              <a:gd name="connsiteY8077" fmla="*/ 1435969 h 2053176"/>
              <a:gd name="connsiteX8078" fmla="*/ 11505399 w 12188965"/>
              <a:gd name="connsiteY8078" fmla="*/ 1423081 h 2053176"/>
              <a:gd name="connsiteX8079" fmla="*/ 11518287 w 12188965"/>
              <a:gd name="connsiteY8079" fmla="*/ 1410195 h 2053176"/>
              <a:gd name="connsiteX8080" fmla="*/ 11004528 w 12188965"/>
              <a:gd name="connsiteY8080" fmla="*/ 1410195 h 2053176"/>
              <a:gd name="connsiteX8081" fmla="*/ 11017416 w 12188965"/>
              <a:gd name="connsiteY8081" fmla="*/ 1423081 h 2053176"/>
              <a:gd name="connsiteX8082" fmla="*/ 11004528 w 12188965"/>
              <a:gd name="connsiteY8082" fmla="*/ 1435969 h 2053176"/>
              <a:gd name="connsiteX8083" fmla="*/ 10991640 w 12188965"/>
              <a:gd name="connsiteY8083" fmla="*/ 1423081 h 2053176"/>
              <a:gd name="connsiteX8084" fmla="*/ 11004528 w 12188965"/>
              <a:gd name="connsiteY8084" fmla="*/ 1410195 h 2053176"/>
              <a:gd name="connsiteX8085" fmla="*/ 10426681 w 12188965"/>
              <a:gd name="connsiteY8085" fmla="*/ 1410195 h 2053176"/>
              <a:gd name="connsiteX8086" fmla="*/ 10439569 w 12188965"/>
              <a:gd name="connsiteY8086" fmla="*/ 1423081 h 2053176"/>
              <a:gd name="connsiteX8087" fmla="*/ 10426681 w 12188965"/>
              <a:gd name="connsiteY8087" fmla="*/ 1435969 h 2053176"/>
              <a:gd name="connsiteX8088" fmla="*/ 10413793 w 12188965"/>
              <a:gd name="connsiteY8088" fmla="*/ 1423081 h 2053176"/>
              <a:gd name="connsiteX8089" fmla="*/ 10426681 w 12188965"/>
              <a:gd name="connsiteY8089" fmla="*/ 1410195 h 2053176"/>
              <a:gd name="connsiteX8090" fmla="*/ 9784512 w 12188965"/>
              <a:gd name="connsiteY8090" fmla="*/ 1410195 h 2053176"/>
              <a:gd name="connsiteX8091" fmla="*/ 9797400 w 12188965"/>
              <a:gd name="connsiteY8091" fmla="*/ 1423081 h 2053176"/>
              <a:gd name="connsiteX8092" fmla="*/ 9784512 w 12188965"/>
              <a:gd name="connsiteY8092" fmla="*/ 1435969 h 2053176"/>
              <a:gd name="connsiteX8093" fmla="*/ 9771624 w 12188965"/>
              <a:gd name="connsiteY8093" fmla="*/ 1423081 h 2053176"/>
              <a:gd name="connsiteX8094" fmla="*/ 9784512 w 12188965"/>
              <a:gd name="connsiteY8094" fmla="*/ 1410195 h 2053176"/>
              <a:gd name="connsiteX8095" fmla="*/ 8307675 w 12188965"/>
              <a:gd name="connsiteY8095" fmla="*/ 1410195 h 2053176"/>
              <a:gd name="connsiteX8096" fmla="*/ 8320560 w 12188965"/>
              <a:gd name="connsiteY8096" fmla="*/ 1423081 h 2053176"/>
              <a:gd name="connsiteX8097" fmla="*/ 8307675 w 12188965"/>
              <a:gd name="connsiteY8097" fmla="*/ 1435969 h 2053176"/>
              <a:gd name="connsiteX8098" fmla="*/ 8294787 w 12188965"/>
              <a:gd name="connsiteY8098" fmla="*/ 1423081 h 2053176"/>
              <a:gd name="connsiteX8099" fmla="*/ 8307675 w 12188965"/>
              <a:gd name="connsiteY8099" fmla="*/ 1410195 h 2053176"/>
              <a:gd name="connsiteX8100" fmla="*/ 7344479 w 12188965"/>
              <a:gd name="connsiteY8100" fmla="*/ 1410195 h 2053176"/>
              <a:gd name="connsiteX8101" fmla="*/ 7357367 w 12188965"/>
              <a:gd name="connsiteY8101" fmla="*/ 1423081 h 2053176"/>
              <a:gd name="connsiteX8102" fmla="*/ 7344479 w 12188965"/>
              <a:gd name="connsiteY8102" fmla="*/ 1435969 h 2053176"/>
              <a:gd name="connsiteX8103" fmla="*/ 7331591 w 12188965"/>
              <a:gd name="connsiteY8103" fmla="*/ 1423081 h 2053176"/>
              <a:gd name="connsiteX8104" fmla="*/ 7344479 w 12188965"/>
              <a:gd name="connsiteY8104" fmla="*/ 1410195 h 2053176"/>
              <a:gd name="connsiteX8105" fmla="*/ 6959132 w 12188965"/>
              <a:gd name="connsiteY8105" fmla="*/ 1410195 h 2053176"/>
              <a:gd name="connsiteX8106" fmla="*/ 6972020 w 12188965"/>
              <a:gd name="connsiteY8106" fmla="*/ 1423081 h 2053176"/>
              <a:gd name="connsiteX8107" fmla="*/ 6959132 w 12188965"/>
              <a:gd name="connsiteY8107" fmla="*/ 1435969 h 2053176"/>
              <a:gd name="connsiteX8108" fmla="*/ 6946244 w 12188965"/>
              <a:gd name="connsiteY8108" fmla="*/ 1423081 h 2053176"/>
              <a:gd name="connsiteX8109" fmla="*/ 6959132 w 12188965"/>
              <a:gd name="connsiteY8109" fmla="*/ 1410195 h 2053176"/>
              <a:gd name="connsiteX8110" fmla="*/ 6830836 w 12188965"/>
              <a:gd name="connsiteY8110" fmla="*/ 1410195 h 2053176"/>
              <a:gd name="connsiteX8111" fmla="*/ 6843724 w 12188965"/>
              <a:gd name="connsiteY8111" fmla="*/ 1423081 h 2053176"/>
              <a:gd name="connsiteX8112" fmla="*/ 6830836 w 12188965"/>
              <a:gd name="connsiteY8112" fmla="*/ 1435969 h 2053176"/>
              <a:gd name="connsiteX8113" fmla="*/ 6817948 w 12188965"/>
              <a:gd name="connsiteY8113" fmla="*/ 1423081 h 2053176"/>
              <a:gd name="connsiteX8114" fmla="*/ 6830836 w 12188965"/>
              <a:gd name="connsiteY8114" fmla="*/ 1410195 h 2053176"/>
              <a:gd name="connsiteX8115" fmla="*/ 5807683 w 12188965"/>
              <a:gd name="connsiteY8115" fmla="*/ 1410195 h 2053176"/>
              <a:gd name="connsiteX8116" fmla="*/ 5820571 w 12188965"/>
              <a:gd name="connsiteY8116" fmla="*/ 1423081 h 2053176"/>
              <a:gd name="connsiteX8117" fmla="*/ 5807683 w 12188965"/>
              <a:gd name="connsiteY8117" fmla="*/ 1435969 h 2053176"/>
              <a:gd name="connsiteX8118" fmla="*/ 5794796 w 12188965"/>
              <a:gd name="connsiteY8118" fmla="*/ 1423081 h 2053176"/>
              <a:gd name="connsiteX8119" fmla="*/ 5807683 w 12188965"/>
              <a:gd name="connsiteY8119" fmla="*/ 1410195 h 2053176"/>
              <a:gd name="connsiteX8120" fmla="*/ 5293924 w 12188965"/>
              <a:gd name="connsiteY8120" fmla="*/ 1410195 h 2053176"/>
              <a:gd name="connsiteX8121" fmla="*/ 5306812 w 12188965"/>
              <a:gd name="connsiteY8121" fmla="*/ 1423081 h 2053176"/>
              <a:gd name="connsiteX8122" fmla="*/ 5293924 w 12188965"/>
              <a:gd name="connsiteY8122" fmla="*/ 1435969 h 2053176"/>
              <a:gd name="connsiteX8123" fmla="*/ 5281036 w 12188965"/>
              <a:gd name="connsiteY8123" fmla="*/ 1423081 h 2053176"/>
              <a:gd name="connsiteX8124" fmla="*/ 5293924 w 12188965"/>
              <a:gd name="connsiteY8124" fmla="*/ 1410195 h 2053176"/>
              <a:gd name="connsiteX8125" fmla="*/ 4716077 w 12188965"/>
              <a:gd name="connsiteY8125" fmla="*/ 1410195 h 2053176"/>
              <a:gd name="connsiteX8126" fmla="*/ 4728964 w 12188965"/>
              <a:gd name="connsiteY8126" fmla="*/ 1423081 h 2053176"/>
              <a:gd name="connsiteX8127" fmla="*/ 4716077 w 12188965"/>
              <a:gd name="connsiteY8127" fmla="*/ 1435969 h 2053176"/>
              <a:gd name="connsiteX8128" fmla="*/ 4703188 w 12188965"/>
              <a:gd name="connsiteY8128" fmla="*/ 1423081 h 2053176"/>
              <a:gd name="connsiteX8129" fmla="*/ 4716077 w 12188965"/>
              <a:gd name="connsiteY8129" fmla="*/ 1410195 h 2053176"/>
              <a:gd name="connsiteX8130" fmla="*/ 4073908 w 12188965"/>
              <a:gd name="connsiteY8130" fmla="*/ 1410195 h 2053176"/>
              <a:gd name="connsiteX8131" fmla="*/ 4086795 w 12188965"/>
              <a:gd name="connsiteY8131" fmla="*/ 1423081 h 2053176"/>
              <a:gd name="connsiteX8132" fmla="*/ 4073908 w 12188965"/>
              <a:gd name="connsiteY8132" fmla="*/ 1435969 h 2053176"/>
              <a:gd name="connsiteX8133" fmla="*/ 4061020 w 12188965"/>
              <a:gd name="connsiteY8133" fmla="*/ 1423081 h 2053176"/>
              <a:gd name="connsiteX8134" fmla="*/ 4073908 w 12188965"/>
              <a:gd name="connsiteY8134" fmla="*/ 1410195 h 2053176"/>
              <a:gd name="connsiteX8135" fmla="*/ 2597069 w 12188965"/>
              <a:gd name="connsiteY8135" fmla="*/ 1410195 h 2053176"/>
              <a:gd name="connsiteX8136" fmla="*/ 2609957 w 12188965"/>
              <a:gd name="connsiteY8136" fmla="*/ 1423081 h 2053176"/>
              <a:gd name="connsiteX8137" fmla="*/ 2597069 w 12188965"/>
              <a:gd name="connsiteY8137" fmla="*/ 1435969 h 2053176"/>
              <a:gd name="connsiteX8138" fmla="*/ 2584182 w 12188965"/>
              <a:gd name="connsiteY8138" fmla="*/ 1423081 h 2053176"/>
              <a:gd name="connsiteX8139" fmla="*/ 2597069 w 12188965"/>
              <a:gd name="connsiteY8139" fmla="*/ 1410195 h 2053176"/>
              <a:gd name="connsiteX8140" fmla="*/ 1633875 w 12188965"/>
              <a:gd name="connsiteY8140" fmla="*/ 1410195 h 2053176"/>
              <a:gd name="connsiteX8141" fmla="*/ 1646762 w 12188965"/>
              <a:gd name="connsiteY8141" fmla="*/ 1423081 h 2053176"/>
              <a:gd name="connsiteX8142" fmla="*/ 1633875 w 12188965"/>
              <a:gd name="connsiteY8142" fmla="*/ 1435969 h 2053176"/>
              <a:gd name="connsiteX8143" fmla="*/ 1620987 w 12188965"/>
              <a:gd name="connsiteY8143" fmla="*/ 1423081 h 2053176"/>
              <a:gd name="connsiteX8144" fmla="*/ 1633875 w 12188965"/>
              <a:gd name="connsiteY8144" fmla="*/ 1410195 h 2053176"/>
              <a:gd name="connsiteX8145" fmla="*/ 1248528 w 12188965"/>
              <a:gd name="connsiteY8145" fmla="*/ 1410195 h 2053176"/>
              <a:gd name="connsiteX8146" fmla="*/ 1261416 w 12188965"/>
              <a:gd name="connsiteY8146" fmla="*/ 1423081 h 2053176"/>
              <a:gd name="connsiteX8147" fmla="*/ 1248528 w 12188965"/>
              <a:gd name="connsiteY8147" fmla="*/ 1435969 h 2053176"/>
              <a:gd name="connsiteX8148" fmla="*/ 1235638 w 12188965"/>
              <a:gd name="connsiteY8148" fmla="*/ 1423081 h 2053176"/>
              <a:gd name="connsiteX8149" fmla="*/ 1248528 w 12188965"/>
              <a:gd name="connsiteY8149" fmla="*/ 1410195 h 2053176"/>
              <a:gd name="connsiteX8150" fmla="*/ 1120233 w 12188965"/>
              <a:gd name="connsiteY8150" fmla="*/ 1410195 h 2053176"/>
              <a:gd name="connsiteX8151" fmla="*/ 1133121 w 12188965"/>
              <a:gd name="connsiteY8151" fmla="*/ 1423081 h 2053176"/>
              <a:gd name="connsiteX8152" fmla="*/ 1120233 w 12188965"/>
              <a:gd name="connsiteY8152" fmla="*/ 1435969 h 2053176"/>
              <a:gd name="connsiteX8153" fmla="*/ 1107345 w 12188965"/>
              <a:gd name="connsiteY8153" fmla="*/ 1423081 h 2053176"/>
              <a:gd name="connsiteX8154" fmla="*/ 1120233 w 12188965"/>
              <a:gd name="connsiteY8154" fmla="*/ 1410195 h 2053176"/>
              <a:gd name="connsiteX8155" fmla="*/ 89864 w 12188965"/>
              <a:gd name="connsiteY8155" fmla="*/ 1410195 h 2053176"/>
              <a:gd name="connsiteX8156" fmla="*/ 102752 w 12188965"/>
              <a:gd name="connsiteY8156" fmla="*/ 1423081 h 2053176"/>
              <a:gd name="connsiteX8157" fmla="*/ 89864 w 12188965"/>
              <a:gd name="connsiteY8157" fmla="*/ 1435969 h 2053176"/>
              <a:gd name="connsiteX8158" fmla="*/ 76977 w 12188965"/>
              <a:gd name="connsiteY8158" fmla="*/ 1423081 h 2053176"/>
              <a:gd name="connsiteX8159" fmla="*/ 89864 w 12188965"/>
              <a:gd name="connsiteY8159" fmla="*/ 1410195 h 2053176"/>
              <a:gd name="connsiteX8160" fmla="*/ 12099103 w 12188965"/>
              <a:gd name="connsiteY8160" fmla="*/ 1397423 h 2053176"/>
              <a:gd name="connsiteX8161" fmla="*/ 12124761 w 12188965"/>
              <a:gd name="connsiteY8161" fmla="*/ 1423081 h 2053176"/>
              <a:gd name="connsiteX8162" fmla="*/ 12099103 w 12188965"/>
              <a:gd name="connsiteY8162" fmla="*/ 1448741 h 2053176"/>
              <a:gd name="connsiteX8163" fmla="*/ 12073441 w 12188965"/>
              <a:gd name="connsiteY8163" fmla="*/ 1423081 h 2053176"/>
              <a:gd name="connsiteX8164" fmla="*/ 12099103 w 12188965"/>
              <a:gd name="connsiteY8164" fmla="*/ 1397423 h 2053176"/>
              <a:gd name="connsiteX8165" fmla="*/ 12034897 w 12188965"/>
              <a:gd name="connsiteY8165" fmla="*/ 1397423 h 2053176"/>
              <a:gd name="connsiteX8166" fmla="*/ 12060557 w 12188965"/>
              <a:gd name="connsiteY8166" fmla="*/ 1423081 h 2053176"/>
              <a:gd name="connsiteX8167" fmla="*/ 12034897 w 12188965"/>
              <a:gd name="connsiteY8167" fmla="*/ 1448741 h 2053176"/>
              <a:gd name="connsiteX8168" fmla="*/ 12009237 w 12188965"/>
              <a:gd name="connsiteY8168" fmla="*/ 1423081 h 2053176"/>
              <a:gd name="connsiteX8169" fmla="*/ 12034897 w 12188965"/>
              <a:gd name="connsiteY8169" fmla="*/ 1397423 h 2053176"/>
              <a:gd name="connsiteX8170" fmla="*/ 11970691 w 12188965"/>
              <a:gd name="connsiteY8170" fmla="*/ 1397423 h 2053176"/>
              <a:gd name="connsiteX8171" fmla="*/ 11996349 w 12188965"/>
              <a:gd name="connsiteY8171" fmla="*/ 1423081 h 2053176"/>
              <a:gd name="connsiteX8172" fmla="*/ 11970691 w 12188965"/>
              <a:gd name="connsiteY8172" fmla="*/ 1448741 h 2053176"/>
              <a:gd name="connsiteX8173" fmla="*/ 11945033 w 12188965"/>
              <a:gd name="connsiteY8173" fmla="*/ 1423081 h 2053176"/>
              <a:gd name="connsiteX8174" fmla="*/ 11970691 w 12188965"/>
              <a:gd name="connsiteY8174" fmla="*/ 1397423 h 2053176"/>
              <a:gd name="connsiteX8175" fmla="*/ 11906483 w 12188965"/>
              <a:gd name="connsiteY8175" fmla="*/ 1397423 h 2053176"/>
              <a:gd name="connsiteX8176" fmla="*/ 11932145 w 12188965"/>
              <a:gd name="connsiteY8176" fmla="*/ 1423081 h 2053176"/>
              <a:gd name="connsiteX8177" fmla="*/ 11906483 w 12188965"/>
              <a:gd name="connsiteY8177" fmla="*/ 1448741 h 2053176"/>
              <a:gd name="connsiteX8178" fmla="*/ 11880825 w 12188965"/>
              <a:gd name="connsiteY8178" fmla="*/ 1423081 h 2053176"/>
              <a:gd name="connsiteX8179" fmla="*/ 11906483 w 12188965"/>
              <a:gd name="connsiteY8179" fmla="*/ 1397423 h 2053176"/>
              <a:gd name="connsiteX8180" fmla="*/ 11842279 w 12188965"/>
              <a:gd name="connsiteY8180" fmla="*/ 1397423 h 2053176"/>
              <a:gd name="connsiteX8181" fmla="*/ 11867941 w 12188965"/>
              <a:gd name="connsiteY8181" fmla="*/ 1423081 h 2053176"/>
              <a:gd name="connsiteX8182" fmla="*/ 11842279 w 12188965"/>
              <a:gd name="connsiteY8182" fmla="*/ 1448741 h 2053176"/>
              <a:gd name="connsiteX8183" fmla="*/ 11816621 w 12188965"/>
              <a:gd name="connsiteY8183" fmla="*/ 1423081 h 2053176"/>
              <a:gd name="connsiteX8184" fmla="*/ 11842279 w 12188965"/>
              <a:gd name="connsiteY8184" fmla="*/ 1397423 h 2053176"/>
              <a:gd name="connsiteX8185" fmla="*/ 11775107 w 12188965"/>
              <a:gd name="connsiteY8185" fmla="*/ 1397423 h 2053176"/>
              <a:gd name="connsiteX8186" fmla="*/ 11800767 w 12188965"/>
              <a:gd name="connsiteY8186" fmla="*/ 1423081 h 2053176"/>
              <a:gd name="connsiteX8187" fmla="*/ 11775107 w 12188965"/>
              <a:gd name="connsiteY8187" fmla="*/ 1448741 h 2053176"/>
              <a:gd name="connsiteX8188" fmla="*/ 11749449 w 12188965"/>
              <a:gd name="connsiteY8188" fmla="*/ 1423081 h 2053176"/>
              <a:gd name="connsiteX8189" fmla="*/ 11775107 w 12188965"/>
              <a:gd name="connsiteY8189" fmla="*/ 1397423 h 2053176"/>
              <a:gd name="connsiteX8190" fmla="*/ 11710901 w 12188965"/>
              <a:gd name="connsiteY8190" fmla="*/ 1397423 h 2053176"/>
              <a:gd name="connsiteX8191" fmla="*/ 11736561 w 12188965"/>
              <a:gd name="connsiteY8191" fmla="*/ 1423081 h 2053176"/>
              <a:gd name="connsiteX8192" fmla="*/ 11710901 w 12188965"/>
              <a:gd name="connsiteY8192" fmla="*/ 1448741 h 2053176"/>
              <a:gd name="connsiteX8193" fmla="*/ 11685243 w 12188965"/>
              <a:gd name="connsiteY8193" fmla="*/ 1423081 h 2053176"/>
              <a:gd name="connsiteX8194" fmla="*/ 11710901 w 12188965"/>
              <a:gd name="connsiteY8194" fmla="*/ 1397423 h 2053176"/>
              <a:gd name="connsiteX8195" fmla="*/ 11646697 w 12188965"/>
              <a:gd name="connsiteY8195" fmla="*/ 1397423 h 2053176"/>
              <a:gd name="connsiteX8196" fmla="*/ 11672355 w 12188965"/>
              <a:gd name="connsiteY8196" fmla="*/ 1423081 h 2053176"/>
              <a:gd name="connsiteX8197" fmla="*/ 11646697 w 12188965"/>
              <a:gd name="connsiteY8197" fmla="*/ 1448741 h 2053176"/>
              <a:gd name="connsiteX8198" fmla="*/ 11621037 w 12188965"/>
              <a:gd name="connsiteY8198" fmla="*/ 1423081 h 2053176"/>
              <a:gd name="connsiteX8199" fmla="*/ 11646697 w 12188965"/>
              <a:gd name="connsiteY8199" fmla="*/ 1397423 h 2053176"/>
              <a:gd name="connsiteX8200" fmla="*/ 11454081 w 12188965"/>
              <a:gd name="connsiteY8200" fmla="*/ 1397423 h 2053176"/>
              <a:gd name="connsiteX8201" fmla="*/ 11479739 w 12188965"/>
              <a:gd name="connsiteY8201" fmla="*/ 1423081 h 2053176"/>
              <a:gd name="connsiteX8202" fmla="*/ 11454081 w 12188965"/>
              <a:gd name="connsiteY8202" fmla="*/ 1448741 h 2053176"/>
              <a:gd name="connsiteX8203" fmla="*/ 11428421 w 12188965"/>
              <a:gd name="connsiteY8203" fmla="*/ 1423081 h 2053176"/>
              <a:gd name="connsiteX8204" fmla="*/ 11454081 w 12188965"/>
              <a:gd name="connsiteY8204" fmla="*/ 1397423 h 2053176"/>
              <a:gd name="connsiteX8205" fmla="*/ 11389875 w 12188965"/>
              <a:gd name="connsiteY8205" fmla="*/ 1397423 h 2053176"/>
              <a:gd name="connsiteX8206" fmla="*/ 11415533 w 12188965"/>
              <a:gd name="connsiteY8206" fmla="*/ 1423081 h 2053176"/>
              <a:gd name="connsiteX8207" fmla="*/ 11389875 w 12188965"/>
              <a:gd name="connsiteY8207" fmla="*/ 1448741 h 2053176"/>
              <a:gd name="connsiteX8208" fmla="*/ 11364217 w 12188965"/>
              <a:gd name="connsiteY8208" fmla="*/ 1423081 h 2053176"/>
              <a:gd name="connsiteX8209" fmla="*/ 11389875 w 12188965"/>
              <a:gd name="connsiteY8209" fmla="*/ 1397423 h 2053176"/>
              <a:gd name="connsiteX8210" fmla="*/ 11325670 w 12188965"/>
              <a:gd name="connsiteY8210" fmla="*/ 1397423 h 2053176"/>
              <a:gd name="connsiteX8211" fmla="*/ 11351329 w 12188965"/>
              <a:gd name="connsiteY8211" fmla="*/ 1423081 h 2053176"/>
              <a:gd name="connsiteX8212" fmla="*/ 11325670 w 12188965"/>
              <a:gd name="connsiteY8212" fmla="*/ 1448741 h 2053176"/>
              <a:gd name="connsiteX8213" fmla="*/ 11300012 w 12188965"/>
              <a:gd name="connsiteY8213" fmla="*/ 1423081 h 2053176"/>
              <a:gd name="connsiteX8214" fmla="*/ 11325670 w 12188965"/>
              <a:gd name="connsiteY8214" fmla="*/ 1397423 h 2053176"/>
              <a:gd name="connsiteX8215" fmla="*/ 11261466 w 12188965"/>
              <a:gd name="connsiteY8215" fmla="*/ 1397423 h 2053176"/>
              <a:gd name="connsiteX8216" fmla="*/ 11287124 w 12188965"/>
              <a:gd name="connsiteY8216" fmla="*/ 1423081 h 2053176"/>
              <a:gd name="connsiteX8217" fmla="*/ 11261466 w 12188965"/>
              <a:gd name="connsiteY8217" fmla="*/ 1448741 h 2053176"/>
              <a:gd name="connsiteX8218" fmla="*/ 11235805 w 12188965"/>
              <a:gd name="connsiteY8218" fmla="*/ 1423081 h 2053176"/>
              <a:gd name="connsiteX8219" fmla="*/ 11261466 w 12188965"/>
              <a:gd name="connsiteY8219" fmla="*/ 1397423 h 2053176"/>
              <a:gd name="connsiteX8220" fmla="*/ 11197259 w 12188965"/>
              <a:gd name="connsiteY8220" fmla="*/ 1397423 h 2053176"/>
              <a:gd name="connsiteX8221" fmla="*/ 11222917 w 12188965"/>
              <a:gd name="connsiteY8221" fmla="*/ 1423081 h 2053176"/>
              <a:gd name="connsiteX8222" fmla="*/ 11197259 w 12188965"/>
              <a:gd name="connsiteY8222" fmla="*/ 1448741 h 2053176"/>
              <a:gd name="connsiteX8223" fmla="*/ 11171601 w 12188965"/>
              <a:gd name="connsiteY8223" fmla="*/ 1423081 h 2053176"/>
              <a:gd name="connsiteX8224" fmla="*/ 11197259 w 12188965"/>
              <a:gd name="connsiteY8224" fmla="*/ 1397423 h 2053176"/>
              <a:gd name="connsiteX8225" fmla="*/ 11133055 w 12188965"/>
              <a:gd name="connsiteY8225" fmla="*/ 1397423 h 2053176"/>
              <a:gd name="connsiteX8226" fmla="*/ 11158713 w 12188965"/>
              <a:gd name="connsiteY8226" fmla="*/ 1423081 h 2053176"/>
              <a:gd name="connsiteX8227" fmla="*/ 11133055 w 12188965"/>
              <a:gd name="connsiteY8227" fmla="*/ 1448741 h 2053176"/>
              <a:gd name="connsiteX8228" fmla="*/ 11107396 w 12188965"/>
              <a:gd name="connsiteY8228" fmla="*/ 1423081 h 2053176"/>
              <a:gd name="connsiteX8229" fmla="*/ 11133055 w 12188965"/>
              <a:gd name="connsiteY8229" fmla="*/ 1397423 h 2053176"/>
              <a:gd name="connsiteX8230" fmla="*/ 11068848 w 12188965"/>
              <a:gd name="connsiteY8230" fmla="*/ 1397423 h 2053176"/>
              <a:gd name="connsiteX8231" fmla="*/ 11094509 w 12188965"/>
              <a:gd name="connsiteY8231" fmla="*/ 1423081 h 2053176"/>
              <a:gd name="connsiteX8232" fmla="*/ 11068848 w 12188965"/>
              <a:gd name="connsiteY8232" fmla="*/ 1448741 h 2053176"/>
              <a:gd name="connsiteX8233" fmla="*/ 11043189 w 12188965"/>
              <a:gd name="connsiteY8233" fmla="*/ 1423081 h 2053176"/>
              <a:gd name="connsiteX8234" fmla="*/ 11068848 w 12188965"/>
              <a:gd name="connsiteY8234" fmla="*/ 1397423 h 2053176"/>
              <a:gd name="connsiteX8235" fmla="*/ 10940321 w 12188965"/>
              <a:gd name="connsiteY8235" fmla="*/ 1397423 h 2053176"/>
              <a:gd name="connsiteX8236" fmla="*/ 10965982 w 12188965"/>
              <a:gd name="connsiteY8236" fmla="*/ 1423081 h 2053176"/>
              <a:gd name="connsiteX8237" fmla="*/ 10940321 w 12188965"/>
              <a:gd name="connsiteY8237" fmla="*/ 1448741 h 2053176"/>
              <a:gd name="connsiteX8238" fmla="*/ 10914663 w 12188965"/>
              <a:gd name="connsiteY8238" fmla="*/ 1423081 h 2053176"/>
              <a:gd name="connsiteX8239" fmla="*/ 10940321 w 12188965"/>
              <a:gd name="connsiteY8239" fmla="*/ 1397423 h 2053176"/>
              <a:gd name="connsiteX8240" fmla="*/ 10811912 w 12188965"/>
              <a:gd name="connsiteY8240" fmla="*/ 1397423 h 2053176"/>
              <a:gd name="connsiteX8241" fmla="*/ 10837571 w 12188965"/>
              <a:gd name="connsiteY8241" fmla="*/ 1423081 h 2053176"/>
              <a:gd name="connsiteX8242" fmla="*/ 10811912 w 12188965"/>
              <a:gd name="connsiteY8242" fmla="*/ 1448741 h 2053176"/>
              <a:gd name="connsiteX8243" fmla="*/ 10786254 w 12188965"/>
              <a:gd name="connsiteY8243" fmla="*/ 1423081 h 2053176"/>
              <a:gd name="connsiteX8244" fmla="*/ 10811912 w 12188965"/>
              <a:gd name="connsiteY8244" fmla="*/ 1397423 h 2053176"/>
              <a:gd name="connsiteX8245" fmla="*/ 10747708 w 12188965"/>
              <a:gd name="connsiteY8245" fmla="*/ 1397423 h 2053176"/>
              <a:gd name="connsiteX8246" fmla="*/ 10773366 w 12188965"/>
              <a:gd name="connsiteY8246" fmla="*/ 1423081 h 2053176"/>
              <a:gd name="connsiteX8247" fmla="*/ 10747708 w 12188965"/>
              <a:gd name="connsiteY8247" fmla="*/ 1448741 h 2053176"/>
              <a:gd name="connsiteX8248" fmla="*/ 10722047 w 12188965"/>
              <a:gd name="connsiteY8248" fmla="*/ 1423081 h 2053176"/>
              <a:gd name="connsiteX8249" fmla="*/ 10747708 w 12188965"/>
              <a:gd name="connsiteY8249" fmla="*/ 1397423 h 2053176"/>
              <a:gd name="connsiteX8250" fmla="*/ 10683501 w 12188965"/>
              <a:gd name="connsiteY8250" fmla="*/ 1397423 h 2053176"/>
              <a:gd name="connsiteX8251" fmla="*/ 10709159 w 12188965"/>
              <a:gd name="connsiteY8251" fmla="*/ 1423081 h 2053176"/>
              <a:gd name="connsiteX8252" fmla="*/ 10683501 w 12188965"/>
              <a:gd name="connsiteY8252" fmla="*/ 1448741 h 2053176"/>
              <a:gd name="connsiteX8253" fmla="*/ 10657843 w 12188965"/>
              <a:gd name="connsiteY8253" fmla="*/ 1423081 h 2053176"/>
              <a:gd name="connsiteX8254" fmla="*/ 10683501 w 12188965"/>
              <a:gd name="connsiteY8254" fmla="*/ 1397423 h 2053176"/>
              <a:gd name="connsiteX8255" fmla="*/ 10619297 w 12188965"/>
              <a:gd name="connsiteY8255" fmla="*/ 1397423 h 2053176"/>
              <a:gd name="connsiteX8256" fmla="*/ 10644955 w 12188965"/>
              <a:gd name="connsiteY8256" fmla="*/ 1423081 h 2053176"/>
              <a:gd name="connsiteX8257" fmla="*/ 10619297 w 12188965"/>
              <a:gd name="connsiteY8257" fmla="*/ 1448741 h 2053176"/>
              <a:gd name="connsiteX8258" fmla="*/ 10593639 w 12188965"/>
              <a:gd name="connsiteY8258" fmla="*/ 1423081 h 2053176"/>
              <a:gd name="connsiteX8259" fmla="*/ 10619297 w 12188965"/>
              <a:gd name="connsiteY8259" fmla="*/ 1397423 h 2053176"/>
              <a:gd name="connsiteX8260" fmla="*/ 10555092 w 12188965"/>
              <a:gd name="connsiteY8260" fmla="*/ 1397423 h 2053176"/>
              <a:gd name="connsiteX8261" fmla="*/ 10580751 w 12188965"/>
              <a:gd name="connsiteY8261" fmla="*/ 1423081 h 2053176"/>
              <a:gd name="connsiteX8262" fmla="*/ 10555092 w 12188965"/>
              <a:gd name="connsiteY8262" fmla="*/ 1448741 h 2053176"/>
              <a:gd name="connsiteX8263" fmla="*/ 10529432 w 12188965"/>
              <a:gd name="connsiteY8263" fmla="*/ 1423081 h 2053176"/>
              <a:gd name="connsiteX8264" fmla="*/ 10555092 w 12188965"/>
              <a:gd name="connsiteY8264" fmla="*/ 1397423 h 2053176"/>
              <a:gd name="connsiteX8265" fmla="*/ 10490885 w 12188965"/>
              <a:gd name="connsiteY8265" fmla="*/ 1397423 h 2053176"/>
              <a:gd name="connsiteX8266" fmla="*/ 10516544 w 12188965"/>
              <a:gd name="connsiteY8266" fmla="*/ 1423081 h 2053176"/>
              <a:gd name="connsiteX8267" fmla="*/ 10490885 w 12188965"/>
              <a:gd name="connsiteY8267" fmla="*/ 1448741 h 2053176"/>
              <a:gd name="connsiteX8268" fmla="*/ 10465227 w 12188965"/>
              <a:gd name="connsiteY8268" fmla="*/ 1423081 h 2053176"/>
              <a:gd name="connsiteX8269" fmla="*/ 10490885 w 12188965"/>
              <a:gd name="connsiteY8269" fmla="*/ 1397423 h 2053176"/>
              <a:gd name="connsiteX8270" fmla="*/ 10362474 w 12188965"/>
              <a:gd name="connsiteY8270" fmla="*/ 1397423 h 2053176"/>
              <a:gd name="connsiteX8271" fmla="*/ 10388135 w 12188965"/>
              <a:gd name="connsiteY8271" fmla="*/ 1423081 h 2053176"/>
              <a:gd name="connsiteX8272" fmla="*/ 10362474 w 12188965"/>
              <a:gd name="connsiteY8272" fmla="*/ 1448741 h 2053176"/>
              <a:gd name="connsiteX8273" fmla="*/ 10336816 w 12188965"/>
              <a:gd name="connsiteY8273" fmla="*/ 1423081 h 2053176"/>
              <a:gd name="connsiteX8274" fmla="*/ 10362474 w 12188965"/>
              <a:gd name="connsiteY8274" fmla="*/ 1397423 h 2053176"/>
              <a:gd name="connsiteX8275" fmla="*/ 10298270 w 12188965"/>
              <a:gd name="connsiteY8275" fmla="*/ 1397423 h 2053176"/>
              <a:gd name="connsiteX8276" fmla="*/ 10323928 w 12188965"/>
              <a:gd name="connsiteY8276" fmla="*/ 1423081 h 2053176"/>
              <a:gd name="connsiteX8277" fmla="*/ 10298270 w 12188965"/>
              <a:gd name="connsiteY8277" fmla="*/ 1448741 h 2053176"/>
              <a:gd name="connsiteX8278" fmla="*/ 10272611 w 12188965"/>
              <a:gd name="connsiteY8278" fmla="*/ 1423081 h 2053176"/>
              <a:gd name="connsiteX8279" fmla="*/ 10298270 w 12188965"/>
              <a:gd name="connsiteY8279" fmla="*/ 1397423 h 2053176"/>
              <a:gd name="connsiteX8280" fmla="*/ 10234065 w 12188965"/>
              <a:gd name="connsiteY8280" fmla="*/ 1397423 h 2053176"/>
              <a:gd name="connsiteX8281" fmla="*/ 10259723 w 12188965"/>
              <a:gd name="connsiteY8281" fmla="*/ 1423081 h 2053176"/>
              <a:gd name="connsiteX8282" fmla="*/ 10234065 w 12188965"/>
              <a:gd name="connsiteY8282" fmla="*/ 1448741 h 2053176"/>
              <a:gd name="connsiteX8283" fmla="*/ 10208404 w 12188965"/>
              <a:gd name="connsiteY8283" fmla="*/ 1423081 h 2053176"/>
              <a:gd name="connsiteX8284" fmla="*/ 10234065 w 12188965"/>
              <a:gd name="connsiteY8284" fmla="*/ 1397423 h 2053176"/>
              <a:gd name="connsiteX8285" fmla="*/ 10105654 w 12188965"/>
              <a:gd name="connsiteY8285" fmla="*/ 1397423 h 2053176"/>
              <a:gd name="connsiteX8286" fmla="*/ 10131312 w 12188965"/>
              <a:gd name="connsiteY8286" fmla="*/ 1423081 h 2053176"/>
              <a:gd name="connsiteX8287" fmla="*/ 10105654 w 12188965"/>
              <a:gd name="connsiteY8287" fmla="*/ 1448741 h 2053176"/>
              <a:gd name="connsiteX8288" fmla="*/ 10079996 w 12188965"/>
              <a:gd name="connsiteY8288" fmla="*/ 1423081 h 2053176"/>
              <a:gd name="connsiteX8289" fmla="*/ 10105654 w 12188965"/>
              <a:gd name="connsiteY8289" fmla="*/ 1397423 h 2053176"/>
              <a:gd name="connsiteX8290" fmla="*/ 9913038 w 12188965"/>
              <a:gd name="connsiteY8290" fmla="*/ 1397423 h 2053176"/>
              <a:gd name="connsiteX8291" fmla="*/ 9938696 w 12188965"/>
              <a:gd name="connsiteY8291" fmla="*/ 1423081 h 2053176"/>
              <a:gd name="connsiteX8292" fmla="*/ 9913038 w 12188965"/>
              <a:gd name="connsiteY8292" fmla="*/ 1448741 h 2053176"/>
              <a:gd name="connsiteX8293" fmla="*/ 9887380 w 12188965"/>
              <a:gd name="connsiteY8293" fmla="*/ 1423081 h 2053176"/>
              <a:gd name="connsiteX8294" fmla="*/ 9913038 w 12188965"/>
              <a:gd name="connsiteY8294" fmla="*/ 1397423 h 2053176"/>
              <a:gd name="connsiteX8295" fmla="*/ 9720307 w 12188965"/>
              <a:gd name="connsiteY8295" fmla="*/ 1397423 h 2053176"/>
              <a:gd name="connsiteX8296" fmla="*/ 9745965 w 12188965"/>
              <a:gd name="connsiteY8296" fmla="*/ 1423081 h 2053176"/>
              <a:gd name="connsiteX8297" fmla="*/ 9720307 w 12188965"/>
              <a:gd name="connsiteY8297" fmla="*/ 1448741 h 2053176"/>
              <a:gd name="connsiteX8298" fmla="*/ 9694646 w 12188965"/>
              <a:gd name="connsiteY8298" fmla="*/ 1423081 h 2053176"/>
              <a:gd name="connsiteX8299" fmla="*/ 9720307 w 12188965"/>
              <a:gd name="connsiteY8299" fmla="*/ 1397423 h 2053176"/>
              <a:gd name="connsiteX8300" fmla="*/ 9591896 w 12188965"/>
              <a:gd name="connsiteY8300" fmla="*/ 1397423 h 2053176"/>
              <a:gd name="connsiteX8301" fmla="*/ 9617554 w 12188965"/>
              <a:gd name="connsiteY8301" fmla="*/ 1423081 h 2053176"/>
              <a:gd name="connsiteX8302" fmla="*/ 9591896 w 12188965"/>
              <a:gd name="connsiteY8302" fmla="*/ 1448741 h 2053176"/>
              <a:gd name="connsiteX8303" fmla="*/ 9566238 w 12188965"/>
              <a:gd name="connsiteY8303" fmla="*/ 1423081 h 2053176"/>
              <a:gd name="connsiteX8304" fmla="*/ 9591896 w 12188965"/>
              <a:gd name="connsiteY8304" fmla="*/ 1397423 h 2053176"/>
              <a:gd name="connsiteX8305" fmla="*/ 9527689 w 12188965"/>
              <a:gd name="connsiteY8305" fmla="*/ 1397423 h 2053176"/>
              <a:gd name="connsiteX8306" fmla="*/ 9553350 w 12188965"/>
              <a:gd name="connsiteY8306" fmla="*/ 1423081 h 2053176"/>
              <a:gd name="connsiteX8307" fmla="*/ 9527689 w 12188965"/>
              <a:gd name="connsiteY8307" fmla="*/ 1448741 h 2053176"/>
              <a:gd name="connsiteX8308" fmla="*/ 9502031 w 12188965"/>
              <a:gd name="connsiteY8308" fmla="*/ 1423081 h 2053176"/>
              <a:gd name="connsiteX8309" fmla="*/ 9527689 w 12188965"/>
              <a:gd name="connsiteY8309" fmla="*/ 1397423 h 2053176"/>
              <a:gd name="connsiteX8310" fmla="*/ 9463485 w 12188965"/>
              <a:gd name="connsiteY8310" fmla="*/ 1397423 h 2053176"/>
              <a:gd name="connsiteX8311" fmla="*/ 9489143 w 12188965"/>
              <a:gd name="connsiteY8311" fmla="*/ 1423081 h 2053176"/>
              <a:gd name="connsiteX8312" fmla="*/ 9463485 w 12188965"/>
              <a:gd name="connsiteY8312" fmla="*/ 1448741 h 2053176"/>
              <a:gd name="connsiteX8313" fmla="*/ 9437826 w 12188965"/>
              <a:gd name="connsiteY8313" fmla="*/ 1423081 h 2053176"/>
              <a:gd name="connsiteX8314" fmla="*/ 9463485 w 12188965"/>
              <a:gd name="connsiteY8314" fmla="*/ 1397423 h 2053176"/>
              <a:gd name="connsiteX8315" fmla="*/ 9335073 w 12188965"/>
              <a:gd name="connsiteY8315" fmla="*/ 1397423 h 2053176"/>
              <a:gd name="connsiteX8316" fmla="*/ 9360734 w 12188965"/>
              <a:gd name="connsiteY8316" fmla="*/ 1423081 h 2053176"/>
              <a:gd name="connsiteX8317" fmla="*/ 9335073 w 12188965"/>
              <a:gd name="connsiteY8317" fmla="*/ 1448741 h 2053176"/>
              <a:gd name="connsiteX8318" fmla="*/ 9309415 w 12188965"/>
              <a:gd name="connsiteY8318" fmla="*/ 1423081 h 2053176"/>
              <a:gd name="connsiteX8319" fmla="*/ 9335073 w 12188965"/>
              <a:gd name="connsiteY8319" fmla="*/ 1397423 h 2053176"/>
              <a:gd name="connsiteX8320" fmla="*/ 9142457 w 12188965"/>
              <a:gd name="connsiteY8320" fmla="*/ 1397423 h 2053176"/>
              <a:gd name="connsiteX8321" fmla="*/ 9168118 w 12188965"/>
              <a:gd name="connsiteY8321" fmla="*/ 1423081 h 2053176"/>
              <a:gd name="connsiteX8322" fmla="*/ 9142457 w 12188965"/>
              <a:gd name="connsiteY8322" fmla="*/ 1448741 h 2053176"/>
              <a:gd name="connsiteX8323" fmla="*/ 9116799 w 12188965"/>
              <a:gd name="connsiteY8323" fmla="*/ 1423081 h 2053176"/>
              <a:gd name="connsiteX8324" fmla="*/ 9142457 w 12188965"/>
              <a:gd name="connsiteY8324" fmla="*/ 1397423 h 2053176"/>
              <a:gd name="connsiteX8325" fmla="*/ 9078253 w 12188965"/>
              <a:gd name="connsiteY8325" fmla="*/ 1397423 h 2053176"/>
              <a:gd name="connsiteX8326" fmla="*/ 9103911 w 12188965"/>
              <a:gd name="connsiteY8326" fmla="*/ 1423081 h 2053176"/>
              <a:gd name="connsiteX8327" fmla="*/ 9078253 w 12188965"/>
              <a:gd name="connsiteY8327" fmla="*/ 1448741 h 2053176"/>
              <a:gd name="connsiteX8328" fmla="*/ 9052595 w 12188965"/>
              <a:gd name="connsiteY8328" fmla="*/ 1423081 h 2053176"/>
              <a:gd name="connsiteX8329" fmla="*/ 9078253 w 12188965"/>
              <a:gd name="connsiteY8329" fmla="*/ 1397423 h 2053176"/>
              <a:gd name="connsiteX8330" fmla="*/ 9014049 w 12188965"/>
              <a:gd name="connsiteY8330" fmla="*/ 1397423 h 2053176"/>
              <a:gd name="connsiteX8331" fmla="*/ 9039707 w 12188965"/>
              <a:gd name="connsiteY8331" fmla="*/ 1423081 h 2053176"/>
              <a:gd name="connsiteX8332" fmla="*/ 9014049 w 12188965"/>
              <a:gd name="connsiteY8332" fmla="*/ 1448741 h 2053176"/>
              <a:gd name="connsiteX8333" fmla="*/ 8988388 w 12188965"/>
              <a:gd name="connsiteY8333" fmla="*/ 1423081 h 2053176"/>
              <a:gd name="connsiteX8334" fmla="*/ 9014049 w 12188965"/>
              <a:gd name="connsiteY8334" fmla="*/ 1397423 h 2053176"/>
              <a:gd name="connsiteX8335" fmla="*/ 8949842 w 12188965"/>
              <a:gd name="connsiteY8335" fmla="*/ 1397423 h 2053176"/>
              <a:gd name="connsiteX8336" fmla="*/ 8975503 w 12188965"/>
              <a:gd name="connsiteY8336" fmla="*/ 1423081 h 2053176"/>
              <a:gd name="connsiteX8337" fmla="*/ 8949842 w 12188965"/>
              <a:gd name="connsiteY8337" fmla="*/ 1448741 h 2053176"/>
              <a:gd name="connsiteX8338" fmla="*/ 8924183 w 12188965"/>
              <a:gd name="connsiteY8338" fmla="*/ 1423081 h 2053176"/>
              <a:gd name="connsiteX8339" fmla="*/ 8949842 w 12188965"/>
              <a:gd name="connsiteY8339" fmla="*/ 1397423 h 2053176"/>
              <a:gd name="connsiteX8340" fmla="*/ 8821433 w 12188965"/>
              <a:gd name="connsiteY8340" fmla="*/ 1397423 h 2053176"/>
              <a:gd name="connsiteX8341" fmla="*/ 8847091 w 12188965"/>
              <a:gd name="connsiteY8341" fmla="*/ 1423081 h 2053176"/>
              <a:gd name="connsiteX8342" fmla="*/ 8821433 w 12188965"/>
              <a:gd name="connsiteY8342" fmla="*/ 1448741 h 2053176"/>
              <a:gd name="connsiteX8343" fmla="*/ 8795772 w 12188965"/>
              <a:gd name="connsiteY8343" fmla="*/ 1423081 h 2053176"/>
              <a:gd name="connsiteX8344" fmla="*/ 8821433 w 12188965"/>
              <a:gd name="connsiteY8344" fmla="*/ 1397423 h 2053176"/>
              <a:gd name="connsiteX8345" fmla="*/ 8757226 w 12188965"/>
              <a:gd name="connsiteY8345" fmla="*/ 1397423 h 2053176"/>
              <a:gd name="connsiteX8346" fmla="*/ 8782887 w 12188965"/>
              <a:gd name="connsiteY8346" fmla="*/ 1423081 h 2053176"/>
              <a:gd name="connsiteX8347" fmla="*/ 8757226 w 12188965"/>
              <a:gd name="connsiteY8347" fmla="*/ 1448741 h 2053176"/>
              <a:gd name="connsiteX8348" fmla="*/ 8731568 w 12188965"/>
              <a:gd name="connsiteY8348" fmla="*/ 1423081 h 2053176"/>
              <a:gd name="connsiteX8349" fmla="*/ 8757226 w 12188965"/>
              <a:gd name="connsiteY8349" fmla="*/ 1397423 h 2053176"/>
              <a:gd name="connsiteX8350" fmla="*/ 8692904 w 12188965"/>
              <a:gd name="connsiteY8350" fmla="*/ 1397423 h 2053176"/>
              <a:gd name="connsiteX8351" fmla="*/ 8718565 w 12188965"/>
              <a:gd name="connsiteY8351" fmla="*/ 1423081 h 2053176"/>
              <a:gd name="connsiteX8352" fmla="*/ 8692904 w 12188965"/>
              <a:gd name="connsiteY8352" fmla="*/ 1448741 h 2053176"/>
              <a:gd name="connsiteX8353" fmla="*/ 8667246 w 12188965"/>
              <a:gd name="connsiteY8353" fmla="*/ 1423081 h 2053176"/>
              <a:gd name="connsiteX8354" fmla="*/ 8692904 w 12188965"/>
              <a:gd name="connsiteY8354" fmla="*/ 1397423 h 2053176"/>
              <a:gd name="connsiteX8355" fmla="*/ 8564495 w 12188965"/>
              <a:gd name="connsiteY8355" fmla="*/ 1397423 h 2053176"/>
              <a:gd name="connsiteX8356" fmla="*/ 8590153 w 12188965"/>
              <a:gd name="connsiteY8356" fmla="*/ 1423081 h 2053176"/>
              <a:gd name="connsiteX8357" fmla="*/ 8564495 w 12188965"/>
              <a:gd name="connsiteY8357" fmla="*/ 1448741 h 2053176"/>
              <a:gd name="connsiteX8358" fmla="*/ 8538837 w 12188965"/>
              <a:gd name="connsiteY8358" fmla="*/ 1423081 h 2053176"/>
              <a:gd name="connsiteX8359" fmla="*/ 8564495 w 12188965"/>
              <a:gd name="connsiteY8359" fmla="*/ 1397423 h 2053176"/>
              <a:gd name="connsiteX8360" fmla="*/ 8500288 w 12188965"/>
              <a:gd name="connsiteY8360" fmla="*/ 1397423 h 2053176"/>
              <a:gd name="connsiteX8361" fmla="*/ 8525949 w 12188965"/>
              <a:gd name="connsiteY8361" fmla="*/ 1423081 h 2053176"/>
              <a:gd name="connsiteX8362" fmla="*/ 8500288 w 12188965"/>
              <a:gd name="connsiteY8362" fmla="*/ 1448741 h 2053176"/>
              <a:gd name="connsiteX8363" fmla="*/ 8474630 w 12188965"/>
              <a:gd name="connsiteY8363" fmla="*/ 1423081 h 2053176"/>
              <a:gd name="connsiteX8364" fmla="*/ 8500288 w 12188965"/>
              <a:gd name="connsiteY8364" fmla="*/ 1397423 h 2053176"/>
              <a:gd name="connsiteX8365" fmla="*/ 8115057 w 12188965"/>
              <a:gd name="connsiteY8365" fmla="*/ 1397423 h 2053176"/>
              <a:gd name="connsiteX8366" fmla="*/ 8140717 w 12188965"/>
              <a:gd name="connsiteY8366" fmla="*/ 1423081 h 2053176"/>
              <a:gd name="connsiteX8367" fmla="*/ 8115057 w 12188965"/>
              <a:gd name="connsiteY8367" fmla="*/ 1448741 h 2053176"/>
              <a:gd name="connsiteX8368" fmla="*/ 8089398 w 12188965"/>
              <a:gd name="connsiteY8368" fmla="*/ 1423081 h 2053176"/>
              <a:gd name="connsiteX8369" fmla="*/ 8115057 w 12188965"/>
              <a:gd name="connsiteY8369" fmla="*/ 1397423 h 2053176"/>
              <a:gd name="connsiteX8370" fmla="*/ 8050852 w 12188965"/>
              <a:gd name="connsiteY8370" fmla="*/ 1397423 h 2053176"/>
              <a:gd name="connsiteX8371" fmla="*/ 8076510 w 12188965"/>
              <a:gd name="connsiteY8371" fmla="*/ 1423081 h 2053176"/>
              <a:gd name="connsiteX8372" fmla="*/ 8050852 w 12188965"/>
              <a:gd name="connsiteY8372" fmla="*/ 1448741 h 2053176"/>
              <a:gd name="connsiteX8373" fmla="*/ 8025194 w 12188965"/>
              <a:gd name="connsiteY8373" fmla="*/ 1423081 h 2053176"/>
              <a:gd name="connsiteX8374" fmla="*/ 8050852 w 12188965"/>
              <a:gd name="connsiteY8374" fmla="*/ 1397423 h 2053176"/>
              <a:gd name="connsiteX8375" fmla="*/ 7986648 w 12188965"/>
              <a:gd name="connsiteY8375" fmla="*/ 1397423 h 2053176"/>
              <a:gd name="connsiteX8376" fmla="*/ 8012306 w 12188965"/>
              <a:gd name="connsiteY8376" fmla="*/ 1423081 h 2053176"/>
              <a:gd name="connsiteX8377" fmla="*/ 7986648 w 12188965"/>
              <a:gd name="connsiteY8377" fmla="*/ 1448741 h 2053176"/>
              <a:gd name="connsiteX8378" fmla="*/ 7960990 w 12188965"/>
              <a:gd name="connsiteY8378" fmla="*/ 1423081 h 2053176"/>
              <a:gd name="connsiteX8379" fmla="*/ 7986648 w 12188965"/>
              <a:gd name="connsiteY8379" fmla="*/ 1397423 h 2053176"/>
              <a:gd name="connsiteX8380" fmla="*/ 7922444 w 12188965"/>
              <a:gd name="connsiteY8380" fmla="*/ 1397423 h 2053176"/>
              <a:gd name="connsiteX8381" fmla="*/ 7948102 w 12188965"/>
              <a:gd name="connsiteY8381" fmla="*/ 1423081 h 2053176"/>
              <a:gd name="connsiteX8382" fmla="*/ 7922444 w 12188965"/>
              <a:gd name="connsiteY8382" fmla="*/ 1448741 h 2053176"/>
              <a:gd name="connsiteX8383" fmla="*/ 7896783 w 12188965"/>
              <a:gd name="connsiteY8383" fmla="*/ 1423081 h 2053176"/>
              <a:gd name="connsiteX8384" fmla="*/ 7922444 w 12188965"/>
              <a:gd name="connsiteY8384" fmla="*/ 1397423 h 2053176"/>
              <a:gd name="connsiteX8385" fmla="*/ 7858237 w 12188965"/>
              <a:gd name="connsiteY8385" fmla="*/ 1397423 h 2053176"/>
              <a:gd name="connsiteX8386" fmla="*/ 7883895 w 12188965"/>
              <a:gd name="connsiteY8386" fmla="*/ 1423081 h 2053176"/>
              <a:gd name="connsiteX8387" fmla="*/ 7858237 w 12188965"/>
              <a:gd name="connsiteY8387" fmla="*/ 1448741 h 2053176"/>
              <a:gd name="connsiteX8388" fmla="*/ 7832578 w 12188965"/>
              <a:gd name="connsiteY8388" fmla="*/ 1423081 h 2053176"/>
              <a:gd name="connsiteX8389" fmla="*/ 7858237 w 12188965"/>
              <a:gd name="connsiteY8389" fmla="*/ 1397423 h 2053176"/>
              <a:gd name="connsiteX8390" fmla="*/ 7794032 w 12188965"/>
              <a:gd name="connsiteY8390" fmla="*/ 1397423 h 2053176"/>
              <a:gd name="connsiteX8391" fmla="*/ 7819690 w 12188965"/>
              <a:gd name="connsiteY8391" fmla="*/ 1423081 h 2053176"/>
              <a:gd name="connsiteX8392" fmla="*/ 7794032 w 12188965"/>
              <a:gd name="connsiteY8392" fmla="*/ 1448741 h 2053176"/>
              <a:gd name="connsiteX8393" fmla="*/ 7768371 w 12188965"/>
              <a:gd name="connsiteY8393" fmla="*/ 1423081 h 2053176"/>
              <a:gd name="connsiteX8394" fmla="*/ 7794032 w 12188965"/>
              <a:gd name="connsiteY8394" fmla="*/ 1397423 h 2053176"/>
              <a:gd name="connsiteX8395" fmla="*/ 7729825 w 12188965"/>
              <a:gd name="connsiteY8395" fmla="*/ 1397423 h 2053176"/>
              <a:gd name="connsiteX8396" fmla="*/ 7755486 w 12188965"/>
              <a:gd name="connsiteY8396" fmla="*/ 1423081 h 2053176"/>
              <a:gd name="connsiteX8397" fmla="*/ 7729825 w 12188965"/>
              <a:gd name="connsiteY8397" fmla="*/ 1448741 h 2053176"/>
              <a:gd name="connsiteX8398" fmla="*/ 7704167 w 12188965"/>
              <a:gd name="connsiteY8398" fmla="*/ 1423081 h 2053176"/>
              <a:gd name="connsiteX8399" fmla="*/ 7729825 w 12188965"/>
              <a:gd name="connsiteY8399" fmla="*/ 1397423 h 2053176"/>
              <a:gd name="connsiteX8400" fmla="*/ 7665621 w 12188965"/>
              <a:gd name="connsiteY8400" fmla="*/ 1397423 h 2053176"/>
              <a:gd name="connsiteX8401" fmla="*/ 7691279 w 12188965"/>
              <a:gd name="connsiteY8401" fmla="*/ 1423081 h 2053176"/>
              <a:gd name="connsiteX8402" fmla="*/ 7665621 w 12188965"/>
              <a:gd name="connsiteY8402" fmla="*/ 1448741 h 2053176"/>
              <a:gd name="connsiteX8403" fmla="*/ 7639963 w 12188965"/>
              <a:gd name="connsiteY8403" fmla="*/ 1423081 h 2053176"/>
              <a:gd name="connsiteX8404" fmla="*/ 7665621 w 12188965"/>
              <a:gd name="connsiteY8404" fmla="*/ 1397423 h 2053176"/>
              <a:gd name="connsiteX8405" fmla="*/ 7601299 w 12188965"/>
              <a:gd name="connsiteY8405" fmla="*/ 1397423 h 2053176"/>
              <a:gd name="connsiteX8406" fmla="*/ 7626959 w 12188965"/>
              <a:gd name="connsiteY8406" fmla="*/ 1423081 h 2053176"/>
              <a:gd name="connsiteX8407" fmla="*/ 7601299 w 12188965"/>
              <a:gd name="connsiteY8407" fmla="*/ 1448741 h 2053176"/>
              <a:gd name="connsiteX8408" fmla="*/ 7575640 w 12188965"/>
              <a:gd name="connsiteY8408" fmla="*/ 1423081 h 2053176"/>
              <a:gd name="connsiteX8409" fmla="*/ 7601299 w 12188965"/>
              <a:gd name="connsiteY8409" fmla="*/ 1397423 h 2053176"/>
              <a:gd name="connsiteX8410" fmla="*/ 7537094 w 12188965"/>
              <a:gd name="connsiteY8410" fmla="*/ 1397423 h 2053176"/>
              <a:gd name="connsiteX8411" fmla="*/ 7562752 w 12188965"/>
              <a:gd name="connsiteY8411" fmla="*/ 1423081 h 2053176"/>
              <a:gd name="connsiteX8412" fmla="*/ 7537094 w 12188965"/>
              <a:gd name="connsiteY8412" fmla="*/ 1448741 h 2053176"/>
              <a:gd name="connsiteX8413" fmla="*/ 7511436 w 12188965"/>
              <a:gd name="connsiteY8413" fmla="*/ 1423081 h 2053176"/>
              <a:gd name="connsiteX8414" fmla="*/ 7537094 w 12188965"/>
              <a:gd name="connsiteY8414" fmla="*/ 1397423 h 2053176"/>
              <a:gd name="connsiteX8415" fmla="*/ 7472890 w 12188965"/>
              <a:gd name="connsiteY8415" fmla="*/ 1397423 h 2053176"/>
              <a:gd name="connsiteX8416" fmla="*/ 7498548 w 12188965"/>
              <a:gd name="connsiteY8416" fmla="*/ 1423081 h 2053176"/>
              <a:gd name="connsiteX8417" fmla="*/ 7472890 w 12188965"/>
              <a:gd name="connsiteY8417" fmla="*/ 1448741 h 2053176"/>
              <a:gd name="connsiteX8418" fmla="*/ 7447229 w 12188965"/>
              <a:gd name="connsiteY8418" fmla="*/ 1423081 h 2053176"/>
              <a:gd name="connsiteX8419" fmla="*/ 7472890 w 12188965"/>
              <a:gd name="connsiteY8419" fmla="*/ 1397423 h 2053176"/>
              <a:gd name="connsiteX8420" fmla="*/ 7280274 w 12188965"/>
              <a:gd name="connsiteY8420" fmla="*/ 1397423 h 2053176"/>
              <a:gd name="connsiteX8421" fmla="*/ 7305932 w 12188965"/>
              <a:gd name="connsiteY8421" fmla="*/ 1423081 h 2053176"/>
              <a:gd name="connsiteX8422" fmla="*/ 7280274 w 12188965"/>
              <a:gd name="connsiteY8422" fmla="*/ 1448741 h 2053176"/>
              <a:gd name="connsiteX8423" fmla="*/ 7254613 w 12188965"/>
              <a:gd name="connsiteY8423" fmla="*/ 1423081 h 2053176"/>
              <a:gd name="connsiteX8424" fmla="*/ 7280274 w 12188965"/>
              <a:gd name="connsiteY8424" fmla="*/ 1397423 h 2053176"/>
              <a:gd name="connsiteX8425" fmla="*/ 7216067 w 12188965"/>
              <a:gd name="connsiteY8425" fmla="*/ 1397423 h 2053176"/>
              <a:gd name="connsiteX8426" fmla="*/ 7241725 w 12188965"/>
              <a:gd name="connsiteY8426" fmla="*/ 1423081 h 2053176"/>
              <a:gd name="connsiteX8427" fmla="*/ 7216067 w 12188965"/>
              <a:gd name="connsiteY8427" fmla="*/ 1448741 h 2053176"/>
              <a:gd name="connsiteX8428" fmla="*/ 7190409 w 12188965"/>
              <a:gd name="connsiteY8428" fmla="*/ 1423081 h 2053176"/>
              <a:gd name="connsiteX8429" fmla="*/ 7216067 w 12188965"/>
              <a:gd name="connsiteY8429" fmla="*/ 1397423 h 2053176"/>
              <a:gd name="connsiteX8430" fmla="*/ 7151863 w 12188965"/>
              <a:gd name="connsiteY8430" fmla="*/ 1397423 h 2053176"/>
              <a:gd name="connsiteX8431" fmla="*/ 7177521 w 12188965"/>
              <a:gd name="connsiteY8431" fmla="*/ 1423081 h 2053176"/>
              <a:gd name="connsiteX8432" fmla="*/ 7151863 w 12188965"/>
              <a:gd name="connsiteY8432" fmla="*/ 1448741 h 2053176"/>
              <a:gd name="connsiteX8433" fmla="*/ 7126205 w 12188965"/>
              <a:gd name="connsiteY8433" fmla="*/ 1423081 h 2053176"/>
              <a:gd name="connsiteX8434" fmla="*/ 7151863 w 12188965"/>
              <a:gd name="connsiteY8434" fmla="*/ 1397423 h 2053176"/>
              <a:gd name="connsiteX8435" fmla="*/ 7087658 w 12188965"/>
              <a:gd name="connsiteY8435" fmla="*/ 1397423 h 2053176"/>
              <a:gd name="connsiteX8436" fmla="*/ 7113317 w 12188965"/>
              <a:gd name="connsiteY8436" fmla="*/ 1423081 h 2053176"/>
              <a:gd name="connsiteX8437" fmla="*/ 7087658 w 12188965"/>
              <a:gd name="connsiteY8437" fmla="*/ 1448741 h 2053176"/>
              <a:gd name="connsiteX8438" fmla="*/ 7061998 w 12188965"/>
              <a:gd name="connsiteY8438" fmla="*/ 1423081 h 2053176"/>
              <a:gd name="connsiteX8439" fmla="*/ 7087658 w 12188965"/>
              <a:gd name="connsiteY8439" fmla="*/ 1397423 h 2053176"/>
              <a:gd name="connsiteX8440" fmla="*/ 6895043 w 12188965"/>
              <a:gd name="connsiteY8440" fmla="*/ 1397423 h 2053176"/>
              <a:gd name="connsiteX8441" fmla="*/ 6920701 w 12188965"/>
              <a:gd name="connsiteY8441" fmla="*/ 1423081 h 2053176"/>
              <a:gd name="connsiteX8442" fmla="*/ 6895043 w 12188965"/>
              <a:gd name="connsiteY8442" fmla="*/ 1448741 h 2053176"/>
              <a:gd name="connsiteX8443" fmla="*/ 6869382 w 12188965"/>
              <a:gd name="connsiteY8443" fmla="*/ 1423081 h 2053176"/>
              <a:gd name="connsiteX8444" fmla="*/ 6895043 w 12188965"/>
              <a:gd name="connsiteY8444" fmla="*/ 1397423 h 2053176"/>
              <a:gd name="connsiteX8445" fmla="*/ 6766631 w 12188965"/>
              <a:gd name="connsiteY8445" fmla="*/ 1397423 h 2053176"/>
              <a:gd name="connsiteX8446" fmla="*/ 6792290 w 12188965"/>
              <a:gd name="connsiteY8446" fmla="*/ 1423081 h 2053176"/>
              <a:gd name="connsiteX8447" fmla="*/ 6766631 w 12188965"/>
              <a:gd name="connsiteY8447" fmla="*/ 1448741 h 2053176"/>
              <a:gd name="connsiteX8448" fmla="*/ 6740973 w 12188965"/>
              <a:gd name="connsiteY8448" fmla="*/ 1423081 h 2053176"/>
              <a:gd name="connsiteX8449" fmla="*/ 6766631 w 12188965"/>
              <a:gd name="connsiteY8449" fmla="*/ 1397423 h 2053176"/>
              <a:gd name="connsiteX8450" fmla="*/ 6702427 w 12188965"/>
              <a:gd name="connsiteY8450" fmla="*/ 1397423 h 2053176"/>
              <a:gd name="connsiteX8451" fmla="*/ 6728085 w 12188965"/>
              <a:gd name="connsiteY8451" fmla="*/ 1423081 h 2053176"/>
              <a:gd name="connsiteX8452" fmla="*/ 6702427 w 12188965"/>
              <a:gd name="connsiteY8452" fmla="*/ 1448741 h 2053176"/>
              <a:gd name="connsiteX8453" fmla="*/ 6676766 w 12188965"/>
              <a:gd name="connsiteY8453" fmla="*/ 1423081 h 2053176"/>
              <a:gd name="connsiteX8454" fmla="*/ 6702427 w 12188965"/>
              <a:gd name="connsiteY8454" fmla="*/ 1397423 h 2053176"/>
              <a:gd name="connsiteX8455" fmla="*/ 6638220 w 12188965"/>
              <a:gd name="connsiteY8455" fmla="*/ 1397423 h 2053176"/>
              <a:gd name="connsiteX8456" fmla="*/ 6663881 w 12188965"/>
              <a:gd name="connsiteY8456" fmla="*/ 1423081 h 2053176"/>
              <a:gd name="connsiteX8457" fmla="*/ 6638220 w 12188965"/>
              <a:gd name="connsiteY8457" fmla="*/ 1448741 h 2053176"/>
              <a:gd name="connsiteX8458" fmla="*/ 6612562 w 12188965"/>
              <a:gd name="connsiteY8458" fmla="*/ 1423081 h 2053176"/>
              <a:gd name="connsiteX8459" fmla="*/ 6638220 w 12188965"/>
              <a:gd name="connsiteY8459" fmla="*/ 1397423 h 2053176"/>
              <a:gd name="connsiteX8460" fmla="*/ 6574016 w 12188965"/>
              <a:gd name="connsiteY8460" fmla="*/ 1397423 h 2053176"/>
              <a:gd name="connsiteX8461" fmla="*/ 6599674 w 12188965"/>
              <a:gd name="connsiteY8461" fmla="*/ 1423081 h 2053176"/>
              <a:gd name="connsiteX8462" fmla="*/ 6574016 w 12188965"/>
              <a:gd name="connsiteY8462" fmla="*/ 1448741 h 2053176"/>
              <a:gd name="connsiteX8463" fmla="*/ 6548357 w 12188965"/>
              <a:gd name="connsiteY8463" fmla="*/ 1423081 h 2053176"/>
              <a:gd name="connsiteX8464" fmla="*/ 6574016 w 12188965"/>
              <a:gd name="connsiteY8464" fmla="*/ 1397423 h 2053176"/>
              <a:gd name="connsiteX8465" fmla="*/ 6381282 w 12188965"/>
              <a:gd name="connsiteY8465" fmla="*/ 1397423 h 2053176"/>
              <a:gd name="connsiteX8466" fmla="*/ 6406943 w 12188965"/>
              <a:gd name="connsiteY8466" fmla="*/ 1423081 h 2053176"/>
              <a:gd name="connsiteX8467" fmla="*/ 6381282 w 12188965"/>
              <a:gd name="connsiteY8467" fmla="*/ 1448741 h 2053176"/>
              <a:gd name="connsiteX8468" fmla="*/ 6355624 w 12188965"/>
              <a:gd name="connsiteY8468" fmla="*/ 1423081 h 2053176"/>
              <a:gd name="connsiteX8469" fmla="*/ 6381282 w 12188965"/>
              <a:gd name="connsiteY8469" fmla="*/ 1397423 h 2053176"/>
              <a:gd name="connsiteX8470" fmla="*/ 6317078 w 12188965"/>
              <a:gd name="connsiteY8470" fmla="*/ 1397423 h 2053176"/>
              <a:gd name="connsiteX8471" fmla="*/ 6342736 w 12188965"/>
              <a:gd name="connsiteY8471" fmla="*/ 1423081 h 2053176"/>
              <a:gd name="connsiteX8472" fmla="*/ 6317078 w 12188965"/>
              <a:gd name="connsiteY8472" fmla="*/ 1448741 h 2053176"/>
              <a:gd name="connsiteX8473" fmla="*/ 6291420 w 12188965"/>
              <a:gd name="connsiteY8473" fmla="*/ 1423081 h 2053176"/>
              <a:gd name="connsiteX8474" fmla="*/ 6317078 w 12188965"/>
              <a:gd name="connsiteY8474" fmla="*/ 1397423 h 2053176"/>
              <a:gd name="connsiteX8475" fmla="*/ 6252873 w 12188965"/>
              <a:gd name="connsiteY8475" fmla="*/ 1397423 h 2053176"/>
              <a:gd name="connsiteX8476" fmla="*/ 6278532 w 12188965"/>
              <a:gd name="connsiteY8476" fmla="*/ 1423081 h 2053176"/>
              <a:gd name="connsiteX8477" fmla="*/ 6252873 w 12188965"/>
              <a:gd name="connsiteY8477" fmla="*/ 1448741 h 2053176"/>
              <a:gd name="connsiteX8478" fmla="*/ 6227213 w 12188965"/>
              <a:gd name="connsiteY8478" fmla="*/ 1423081 h 2053176"/>
              <a:gd name="connsiteX8479" fmla="*/ 6252873 w 12188965"/>
              <a:gd name="connsiteY8479" fmla="*/ 1397423 h 2053176"/>
              <a:gd name="connsiteX8480" fmla="*/ 6188666 w 12188965"/>
              <a:gd name="connsiteY8480" fmla="*/ 1397423 h 2053176"/>
              <a:gd name="connsiteX8481" fmla="*/ 6214327 w 12188965"/>
              <a:gd name="connsiteY8481" fmla="*/ 1423081 h 2053176"/>
              <a:gd name="connsiteX8482" fmla="*/ 6188666 w 12188965"/>
              <a:gd name="connsiteY8482" fmla="*/ 1448741 h 2053176"/>
              <a:gd name="connsiteX8483" fmla="*/ 6163008 w 12188965"/>
              <a:gd name="connsiteY8483" fmla="*/ 1423081 h 2053176"/>
              <a:gd name="connsiteX8484" fmla="*/ 6188666 w 12188965"/>
              <a:gd name="connsiteY8484" fmla="*/ 1397423 h 2053176"/>
              <a:gd name="connsiteX8485" fmla="*/ 6124462 w 12188965"/>
              <a:gd name="connsiteY8485" fmla="*/ 1397423 h 2053176"/>
              <a:gd name="connsiteX8486" fmla="*/ 6150123 w 12188965"/>
              <a:gd name="connsiteY8486" fmla="*/ 1423081 h 2053176"/>
              <a:gd name="connsiteX8487" fmla="*/ 6124462 w 12188965"/>
              <a:gd name="connsiteY8487" fmla="*/ 1448741 h 2053176"/>
              <a:gd name="connsiteX8488" fmla="*/ 6098804 w 12188965"/>
              <a:gd name="connsiteY8488" fmla="*/ 1423081 h 2053176"/>
              <a:gd name="connsiteX8489" fmla="*/ 6124462 w 12188965"/>
              <a:gd name="connsiteY8489" fmla="*/ 1397423 h 2053176"/>
              <a:gd name="connsiteX8490" fmla="*/ 6064505 w 12188965"/>
              <a:gd name="connsiteY8490" fmla="*/ 1397423 h 2053176"/>
              <a:gd name="connsiteX8491" fmla="*/ 6090163 w 12188965"/>
              <a:gd name="connsiteY8491" fmla="*/ 1423081 h 2053176"/>
              <a:gd name="connsiteX8492" fmla="*/ 6064505 w 12188965"/>
              <a:gd name="connsiteY8492" fmla="*/ 1448741 h 2053176"/>
              <a:gd name="connsiteX8493" fmla="*/ 6038844 w 12188965"/>
              <a:gd name="connsiteY8493" fmla="*/ 1423081 h 2053176"/>
              <a:gd name="connsiteX8494" fmla="*/ 6064505 w 12188965"/>
              <a:gd name="connsiteY8494" fmla="*/ 1397423 h 2053176"/>
              <a:gd name="connsiteX8495" fmla="*/ 6000298 w 12188965"/>
              <a:gd name="connsiteY8495" fmla="*/ 1397423 h 2053176"/>
              <a:gd name="connsiteX8496" fmla="*/ 6025956 w 12188965"/>
              <a:gd name="connsiteY8496" fmla="*/ 1423081 h 2053176"/>
              <a:gd name="connsiteX8497" fmla="*/ 6000298 w 12188965"/>
              <a:gd name="connsiteY8497" fmla="*/ 1448741 h 2053176"/>
              <a:gd name="connsiteX8498" fmla="*/ 5974639 w 12188965"/>
              <a:gd name="connsiteY8498" fmla="*/ 1423081 h 2053176"/>
              <a:gd name="connsiteX8499" fmla="*/ 6000298 w 12188965"/>
              <a:gd name="connsiteY8499" fmla="*/ 1397423 h 2053176"/>
              <a:gd name="connsiteX8500" fmla="*/ 5936092 w 12188965"/>
              <a:gd name="connsiteY8500" fmla="*/ 1397423 h 2053176"/>
              <a:gd name="connsiteX8501" fmla="*/ 5961751 w 12188965"/>
              <a:gd name="connsiteY8501" fmla="*/ 1423081 h 2053176"/>
              <a:gd name="connsiteX8502" fmla="*/ 5936092 w 12188965"/>
              <a:gd name="connsiteY8502" fmla="*/ 1448741 h 2053176"/>
              <a:gd name="connsiteX8503" fmla="*/ 5910435 w 12188965"/>
              <a:gd name="connsiteY8503" fmla="*/ 1423081 h 2053176"/>
              <a:gd name="connsiteX8504" fmla="*/ 5936092 w 12188965"/>
              <a:gd name="connsiteY8504" fmla="*/ 1397423 h 2053176"/>
              <a:gd name="connsiteX8505" fmla="*/ 5743477 w 12188965"/>
              <a:gd name="connsiteY8505" fmla="*/ 1397423 h 2053176"/>
              <a:gd name="connsiteX8506" fmla="*/ 5769136 w 12188965"/>
              <a:gd name="connsiteY8506" fmla="*/ 1423081 h 2053176"/>
              <a:gd name="connsiteX8507" fmla="*/ 5743477 w 12188965"/>
              <a:gd name="connsiteY8507" fmla="*/ 1448741 h 2053176"/>
              <a:gd name="connsiteX8508" fmla="*/ 5717818 w 12188965"/>
              <a:gd name="connsiteY8508" fmla="*/ 1423081 h 2053176"/>
              <a:gd name="connsiteX8509" fmla="*/ 5743477 w 12188965"/>
              <a:gd name="connsiteY8509" fmla="*/ 1397423 h 2053176"/>
              <a:gd name="connsiteX8510" fmla="*/ 5679272 w 12188965"/>
              <a:gd name="connsiteY8510" fmla="*/ 1397423 h 2053176"/>
              <a:gd name="connsiteX8511" fmla="*/ 5704930 w 12188965"/>
              <a:gd name="connsiteY8511" fmla="*/ 1423081 h 2053176"/>
              <a:gd name="connsiteX8512" fmla="*/ 5679272 w 12188965"/>
              <a:gd name="connsiteY8512" fmla="*/ 1448741 h 2053176"/>
              <a:gd name="connsiteX8513" fmla="*/ 5653614 w 12188965"/>
              <a:gd name="connsiteY8513" fmla="*/ 1423081 h 2053176"/>
              <a:gd name="connsiteX8514" fmla="*/ 5679272 w 12188965"/>
              <a:gd name="connsiteY8514" fmla="*/ 1397423 h 2053176"/>
              <a:gd name="connsiteX8515" fmla="*/ 5615066 w 12188965"/>
              <a:gd name="connsiteY8515" fmla="*/ 1397423 h 2053176"/>
              <a:gd name="connsiteX8516" fmla="*/ 5640726 w 12188965"/>
              <a:gd name="connsiteY8516" fmla="*/ 1423081 h 2053176"/>
              <a:gd name="connsiteX8517" fmla="*/ 5615066 w 12188965"/>
              <a:gd name="connsiteY8517" fmla="*/ 1448741 h 2053176"/>
              <a:gd name="connsiteX8518" fmla="*/ 5589407 w 12188965"/>
              <a:gd name="connsiteY8518" fmla="*/ 1423081 h 2053176"/>
              <a:gd name="connsiteX8519" fmla="*/ 5615066 w 12188965"/>
              <a:gd name="connsiteY8519" fmla="*/ 1397423 h 2053176"/>
              <a:gd name="connsiteX8520" fmla="*/ 5550862 w 12188965"/>
              <a:gd name="connsiteY8520" fmla="*/ 1397423 h 2053176"/>
              <a:gd name="connsiteX8521" fmla="*/ 5576520 w 12188965"/>
              <a:gd name="connsiteY8521" fmla="*/ 1423081 h 2053176"/>
              <a:gd name="connsiteX8522" fmla="*/ 5550862 w 12188965"/>
              <a:gd name="connsiteY8522" fmla="*/ 1448741 h 2053176"/>
              <a:gd name="connsiteX8523" fmla="*/ 5525203 w 12188965"/>
              <a:gd name="connsiteY8523" fmla="*/ 1423081 h 2053176"/>
              <a:gd name="connsiteX8524" fmla="*/ 5550862 w 12188965"/>
              <a:gd name="connsiteY8524" fmla="*/ 1397423 h 2053176"/>
              <a:gd name="connsiteX8525" fmla="*/ 5486655 w 12188965"/>
              <a:gd name="connsiteY8525" fmla="*/ 1397423 h 2053176"/>
              <a:gd name="connsiteX8526" fmla="*/ 5512316 w 12188965"/>
              <a:gd name="connsiteY8526" fmla="*/ 1423081 h 2053176"/>
              <a:gd name="connsiteX8527" fmla="*/ 5486655 w 12188965"/>
              <a:gd name="connsiteY8527" fmla="*/ 1448741 h 2053176"/>
              <a:gd name="connsiteX8528" fmla="*/ 5460997 w 12188965"/>
              <a:gd name="connsiteY8528" fmla="*/ 1423081 h 2053176"/>
              <a:gd name="connsiteX8529" fmla="*/ 5486655 w 12188965"/>
              <a:gd name="connsiteY8529" fmla="*/ 1397423 h 2053176"/>
              <a:gd name="connsiteX8530" fmla="*/ 5422451 w 12188965"/>
              <a:gd name="connsiteY8530" fmla="*/ 1397423 h 2053176"/>
              <a:gd name="connsiteX8531" fmla="*/ 5448109 w 12188965"/>
              <a:gd name="connsiteY8531" fmla="*/ 1423081 h 2053176"/>
              <a:gd name="connsiteX8532" fmla="*/ 5422451 w 12188965"/>
              <a:gd name="connsiteY8532" fmla="*/ 1448741 h 2053176"/>
              <a:gd name="connsiteX8533" fmla="*/ 5396791 w 12188965"/>
              <a:gd name="connsiteY8533" fmla="*/ 1423081 h 2053176"/>
              <a:gd name="connsiteX8534" fmla="*/ 5422451 w 12188965"/>
              <a:gd name="connsiteY8534" fmla="*/ 1397423 h 2053176"/>
              <a:gd name="connsiteX8535" fmla="*/ 5358245 w 12188965"/>
              <a:gd name="connsiteY8535" fmla="*/ 1397423 h 2053176"/>
              <a:gd name="connsiteX8536" fmla="*/ 5383904 w 12188965"/>
              <a:gd name="connsiteY8536" fmla="*/ 1423081 h 2053176"/>
              <a:gd name="connsiteX8537" fmla="*/ 5358245 w 12188965"/>
              <a:gd name="connsiteY8537" fmla="*/ 1448741 h 2053176"/>
              <a:gd name="connsiteX8538" fmla="*/ 5332587 w 12188965"/>
              <a:gd name="connsiteY8538" fmla="*/ 1423081 h 2053176"/>
              <a:gd name="connsiteX8539" fmla="*/ 5358245 w 12188965"/>
              <a:gd name="connsiteY8539" fmla="*/ 1397423 h 2053176"/>
              <a:gd name="connsiteX8540" fmla="*/ 5229719 w 12188965"/>
              <a:gd name="connsiteY8540" fmla="*/ 1397423 h 2053176"/>
              <a:gd name="connsiteX8541" fmla="*/ 5255377 w 12188965"/>
              <a:gd name="connsiteY8541" fmla="*/ 1423081 h 2053176"/>
              <a:gd name="connsiteX8542" fmla="*/ 5229719 w 12188965"/>
              <a:gd name="connsiteY8542" fmla="*/ 1448741 h 2053176"/>
              <a:gd name="connsiteX8543" fmla="*/ 5204058 w 12188965"/>
              <a:gd name="connsiteY8543" fmla="*/ 1423081 h 2053176"/>
              <a:gd name="connsiteX8544" fmla="*/ 5229719 w 12188965"/>
              <a:gd name="connsiteY8544" fmla="*/ 1397423 h 2053176"/>
              <a:gd name="connsiteX8545" fmla="*/ 5101309 w 12188965"/>
              <a:gd name="connsiteY8545" fmla="*/ 1397423 h 2053176"/>
              <a:gd name="connsiteX8546" fmla="*/ 5126967 w 12188965"/>
              <a:gd name="connsiteY8546" fmla="*/ 1423081 h 2053176"/>
              <a:gd name="connsiteX8547" fmla="*/ 5101309 w 12188965"/>
              <a:gd name="connsiteY8547" fmla="*/ 1448741 h 2053176"/>
              <a:gd name="connsiteX8548" fmla="*/ 5075649 w 12188965"/>
              <a:gd name="connsiteY8548" fmla="*/ 1423081 h 2053176"/>
              <a:gd name="connsiteX8549" fmla="*/ 5101309 w 12188965"/>
              <a:gd name="connsiteY8549" fmla="*/ 1397423 h 2053176"/>
              <a:gd name="connsiteX8550" fmla="*/ 5037104 w 12188965"/>
              <a:gd name="connsiteY8550" fmla="*/ 1397423 h 2053176"/>
              <a:gd name="connsiteX8551" fmla="*/ 5062762 w 12188965"/>
              <a:gd name="connsiteY8551" fmla="*/ 1423081 h 2053176"/>
              <a:gd name="connsiteX8552" fmla="*/ 5037104 w 12188965"/>
              <a:gd name="connsiteY8552" fmla="*/ 1448741 h 2053176"/>
              <a:gd name="connsiteX8553" fmla="*/ 5011444 w 12188965"/>
              <a:gd name="connsiteY8553" fmla="*/ 1423081 h 2053176"/>
              <a:gd name="connsiteX8554" fmla="*/ 5037104 w 12188965"/>
              <a:gd name="connsiteY8554" fmla="*/ 1397423 h 2053176"/>
              <a:gd name="connsiteX8555" fmla="*/ 4972896 w 12188965"/>
              <a:gd name="connsiteY8555" fmla="*/ 1397423 h 2053176"/>
              <a:gd name="connsiteX8556" fmla="*/ 4998557 w 12188965"/>
              <a:gd name="connsiteY8556" fmla="*/ 1423081 h 2053176"/>
              <a:gd name="connsiteX8557" fmla="*/ 4972896 w 12188965"/>
              <a:gd name="connsiteY8557" fmla="*/ 1448741 h 2053176"/>
              <a:gd name="connsiteX8558" fmla="*/ 4947240 w 12188965"/>
              <a:gd name="connsiteY8558" fmla="*/ 1423081 h 2053176"/>
              <a:gd name="connsiteX8559" fmla="*/ 4972896 w 12188965"/>
              <a:gd name="connsiteY8559" fmla="*/ 1397423 h 2053176"/>
              <a:gd name="connsiteX8560" fmla="*/ 4908693 w 12188965"/>
              <a:gd name="connsiteY8560" fmla="*/ 1397423 h 2053176"/>
              <a:gd name="connsiteX8561" fmla="*/ 4934352 w 12188965"/>
              <a:gd name="connsiteY8561" fmla="*/ 1423081 h 2053176"/>
              <a:gd name="connsiteX8562" fmla="*/ 4908693 w 12188965"/>
              <a:gd name="connsiteY8562" fmla="*/ 1448741 h 2053176"/>
              <a:gd name="connsiteX8563" fmla="*/ 4883033 w 12188965"/>
              <a:gd name="connsiteY8563" fmla="*/ 1423081 h 2053176"/>
              <a:gd name="connsiteX8564" fmla="*/ 4908693 w 12188965"/>
              <a:gd name="connsiteY8564" fmla="*/ 1397423 h 2053176"/>
              <a:gd name="connsiteX8565" fmla="*/ 4844487 w 12188965"/>
              <a:gd name="connsiteY8565" fmla="*/ 1397423 h 2053176"/>
              <a:gd name="connsiteX8566" fmla="*/ 4870146 w 12188965"/>
              <a:gd name="connsiteY8566" fmla="*/ 1423081 h 2053176"/>
              <a:gd name="connsiteX8567" fmla="*/ 4844487 w 12188965"/>
              <a:gd name="connsiteY8567" fmla="*/ 1448741 h 2053176"/>
              <a:gd name="connsiteX8568" fmla="*/ 4818828 w 12188965"/>
              <a:gd name="connsiteY8568" fmla="*/ 1423081 h 2053176"/>
              <a:gd name="connsiteX8569" fmla="*/ 4844487 w 12188965"/>
              <a:gd name="connsiteY8569" fmla="*/ 1397423 h 2053176"/>
              <a:gd name="connsiteX8570" fmla="*/ 4780282 w 12188965"/>
              <a:gd name="connsiteY8570" fmla="*/ 1397423 h 2053176"/>
              <a:gd name="connsiteX8571" fmla="*/ 4805941 w 12188965"/>
              <a:gd name="connsiteY8571" fmla="*/ 1423081 h 2053176"/>
              <a:gd name="connsiteX8572" fmla="*/ 4780282 w 12188965"/>
              <a:gd name="connsiteY8572" fmla="*/ 1448741 h 2053176"/>
              <a:gd name="connsiteX8573" fmla="*/ 4754622 w 12188965"/>
              <a:gd name="connsiteY8573" fmla="*/ 1423081 h 2053176"/>
              <a:gd name="connsiteX8574" fmla="*/ 4780282 w 12188965"/>
              <a:gd name="connsiteY8574" fmla="*/ 1397423 h 2053176"/>
              <a:gd name="connsiteX8575" fmla="*/ 4651872 w 12188965"/>
              <a:gd name="connsiteY8575" fmla="*/ 1397423 h 2053176"/>
              <a:gd name="connsiteX8576" fmla="*/ 4677531 w 12188965"/>
              <a:gd name="connsiteY8576" fmla="*/ 1423081 h 2053176"/>
              <a:gd name="connsiteX8577" fmla="*/ 4651872 w 12188965"/>
              <a:gd name="connsiteY8577" fmla="*/ 1448741 h 2053176"/>
              <a:gd name="connsiteX8578" fmla="*/ 4626213 w 12188965"/>
              <a:gd name="connsiteY8578" fmla="*/ 1423081 h 2053176"/>
              <a:gd name="connsiteX8579" fmla="*/ 4651872 w 12188965"/>
              <a:gd name="connsiteY8579" fmla="*/ 1397423 h 2053176"/>
              <a:gd name="connsiteX8580" fmla="*/ 4587666 w 12188965"/>
              <a:gd name="connsiteY8580" fmla="*/ 1397423 h 2053176"/>
              <a:gd name="connsiteX8581" fmla="*/ 4613324 w 12188965"/>
              <a:gd name="connsiteY8581" fmla="*/ 1423081 h 2053176"/>
              <a:gd name="connsiteX8582" fmla="*/ 4587666 w 12188965"/>
              <a:gd name="connsiteY8582" fmla="*/ 1448741 h 2053176"/>
              <a:gd name="connsiteX8583" fmla="*/ 4562007 w 12188965"/>
              <a:gd name="connsiteY8583" fmla="*/ 1423081 h 2053176"/>
              <a:gd name="connsiteX8584" fmla="*/ 4587666 w 12188965"/>
              <a:gd name="connsiteY8584" fmla="*/ 1397423 h 2053176"/>
              <a:gd name="connsiteX8585" fmla="*/ 4523461 w 12188965"/>
              <a:gd name="connsiteY8585" fmla="*/ 1397423 h 2053176"/>
              <a:gd name="connsiteX8586" fmla="*/ 4549121 w 12188965"/>
              <a:gd name="connsiteY8586" fmla="*/ 1423081 h 2053176"/>
              <a:gd name="connsiteX8587" fmla="*/ 4523461 w 12188965"/>
              <a:gd name="connsiteY8587" fmla="*/ 1448741 h 2053176"/>
              <a:gd name="connsiteX8588" fmla="*/ 4497802 w 12188965"/>
              <a:gd name="connsiteY8588" fmla="*/ 1423081 h 2053176"/>
              <a:gd name="connsiteX8589" fmla="*/ 4523461 w 12188965"/>
              <a:gd name="connsiteY8589" fmla="*/ 1397423 h 2053176"/>
              <a:gd name="connsiteX8590" fmla="*/ 4395050 w 12188965"/>
              <a:gd name="connsiteY8590" fmla="*/ 1397423 h 2053176"/>
              <a:gd name="connsiteX8591" fmla="*/ 4420710 w 12188965"/>
              <a:gd name="connsiteY8591" fmla="*/ 1423081 h 2053176"/>
              <a:gd name="connsiteX8592" fmla="*/ 4395050 w 12188965"/>
              <a:gd name="connsiteY8592" fmla="*/ 1448741 h 2053176"/>
              <a:gd name="connsiteX8593" fmla="*/ 4369391 w 12188965"/>
              <a:gd name="connsiteY8593" fmla="*/ 1423081 h 2053176"/>
              <a:gd name="connsiteX8594" fmla="*/ 4395050 w 12188965"/>
              <a:gd name="connsiteY8594" fmla="*/ 1397423 h 2053176"/>
              <a:gd name="connsiteX8595" fmla="*/ 4202435 w 12188965"/>
              <a:gd name="connsiteY8595" fmla="*/ 1397423 h 2053176"/>
              <a:gd name="connsiteX8596" fmla="*/ 4228093 w 12188965"/>
              <a:gd name="connsiteY8596" fmla="*/ 1423081 h 2053176"/>
              <a:gd name="connsiteX8597" fmla="*/ 4202435 w 12188965"/>
              <a:gd name="connsiteY8597" fmla="*/ 1448741 h 2053176"/>
              <a:gd name="connsiteX8598" fmla="*/ 4176776 w 12188965"/>
              <a:gd name="connsiteY8598" fmla="*/ 1423081 h 2053176"/>
              <a:gd name="connsiteX8599" fmla="*/ 4202435 w 12188965"/>
              <a:gd name="connsiteY8599" fmla="*/ 1397423 h 2053176"/>
              <a:gd name="connsiteX8600" fmla="*/ 4009702 w 12188965"/>
              <a:gd name="connsiteY8600" fmla="*/ 1397423 h 2053176"/>
              <a:gd name="connsiteX8601" fmla="*/ 4035362 w 12188965"/>
              <a:gd name="connsiteY8601" fmla="*/ 1423081 h 2053176"/>
              <a:gd name="connsiteX8602" fmla="*/ 4009702 w 12188965"/>
              <a:gd name="connsiteY8602" fmla="*/ 1448741 h 2053176"/>
              <a:gd name="connsiteX8603" fmla="*/ 3984043 w 12188965"/>
              <a:gd name="connsiteY8603" fmla="*/ 1423081 h 2053176"/>
              <a:gd name="connsiteX8604" fmla="*/ 4009702 w 12188965"/>
              <a:gd name="connsiteY8604" fmla="*/ 1397423 h 2053176"/>
              <a:gd name="connsiteX8605" fmla="*/ 3881291 w 12188965"/>
              <a:gd name="connsiteY8605" fmla="*/ 1397423 h 2053176"/>
              <a:gd name="connsiteX8606" fmla="*/ 3906950 w 12188965"/>
              <a:gd name="connsiteY8606" fmla="*/ 1423081 h 2053176"/>
              <a:gd name="connsiteX8607" fmla="*/ 3881291 w 12188965"/>
              <a:gd name="connsiteY8607" fmla="*/ 1448741 h 2053176"/>
              <a:gd name="connsiteX8608" fmla="*/ 3855633 w 12188965"/>
              <a:gd name="connsiteY8608" fmla="*/ 1423081 h 2053176"/>
              <a:gd name="connsiteX8609" fmla="*/ 3881291 w 12188965"/>
              <a:gd name="connsiteY8609" fmla="*/ 1397423 h 2053176"/>
              <a:gd name="connsiteX8610" fmla="*/ 3817085 w 12188965"/>
              <a:gd name="connsiteY8610" fmla="*/ 1397423 h 2053176"/>
              <a:gd name="connsiteX8611" fmla="*/ 3842745 w 12188965"/>
              <a:gd name="connsiteY8611" fmla="*/ 1423081 h 2053176"/>
              <a:gd name="connsiteX8612" fmla="*/ 3817085 w 12188965"/>
              <a:gd name="connsiteY8612" fmla="*/ 1448741 h 2053176"/>
              <a:gd name="connsiteX8613" fmla="*/ 3791427 w 12188965"/>
              <a:gd name="connsiteY8613" fmla="*/ 1423081 h 2053176"/>
              <a:gd name="connsiteX8614" fmla="*/ 3817085 w 12188965"/>
              <a:gd name="connsiteY8614" fmla="*/ 1397423 h 2053176"/>
              <a:gd name="connsiteX8615" fmla="*/ 3752882 w 12188965"/>
              <a:gd name="connsiteY8615" fmla="*/ 1397423 h 2053176"/>
              <a:gd name="connsiteX8616" fmla="*/ 3778539 w 12188965"/>
              <a:gd name="connsiteY8616" fmla="*/ 1423081 h 2053176"/>
              <a:gd name="connsiteX8617" fmla="*/ 3752882 w 12188965"/>
              <a:gd name="connsiteY8617" fmla="*/ 1448741 h 2053176"/>
              <a:gd name="connsiteX8618" fmla="*/ 3727221 w 12188965"/>
              <a:gd name="connsiteY8618" fmla="*/ 1423081 h 2053176"/>
              <a:gd name="connsiteX8619" fmla="*/ 3752882 w 12188965"/>
              <a:gd name="connsiteY8619" fmla="*/ 1397423 h 2053176"/>
              <a:gd name="connsiteX8620" fmla="*/ 3624472 w 12188965"/>
              <a:gd name="connsiteY8620" fmla="*/ 1397423 h 2053176"/>
              <a:gd name="connsiteX8621" fmla="*/ 3650129 w 12188965"/>
              <a:gd name="connsiteY8621" fmla="*/ 1423081 h 2053176"/>
              <a:gd name="connsiteX8622" fmla="*/ 3624472 w 12188965"/>
              <a:gd name="connsiteY8622" fmla="*/ 1448741 h 2053176"/>
              <a:gd name="connsiteX8623" fmla="*/ 3598810 w 12188965"/>
              <a:gd name="connsiteY8623" fmla="*/ 1423081 h 2053176"/>
              <a:gd name="connsiteX8624" fmla="*/ 3624472 w 12188965"/>
              <a:gd name="connsiteY8624" fmla="*/ 1397423 h 2053176"/>
              <a:gd name="connsiteX8625" fmla="*/ 3431855 w 12188965"/>
              <a:gd name="connsiteY8625" fmla="*/ 1397423 h 2053176"/>
              <a:gd name="connsiteX8626" fmla="*/ 3457512 w 12188965"/>
              <a:gd name="connsiteY8626" fmla="*/ 1423081 h 2053176"/>
              <a:gd name="connsiteX8627" fmla="*/ 3431855 w 12188965"/>
              <a:gd name="connsiteY8627" fmla="*/ 1448741 h 2053176"/>
              <a:gd name="connsiteX8628" fmla="*/ 3406196 w 12188965"/>
              <a:gd name="connsiteY8628" fmla="*/ 1423081 h 2053176"/>
              <a:gd name="connsiteX8629" fmla="*/ 3431855 w 12188965"/>
              <a:gd name="connsiteY8629" fmla="*/ 1397423 h 2053176"/>
              <a:gd name="connsiteX8630" fmla="*/ 3367649 w 12188965"/>
              <a:gd name="connsiteY8630" fmla="*/ 1397423 h 2053176"/>
              <a:gd name="connsiteX8631" fmla="*/ 3393308 w 12188965"/>
              <a:gd name="connsiteY8631" fmla="*/ 1423081 h 2053176"/>
              <a:gd name="connsiteX8632" fmla="*/ 3367649 w 12188965"/>
              <a:gd name="connsiteY8632" fmla="*/ 1448741 h 2053176"/>
              <a:gd name="connsiteX8633" fmla="*/ 3341990 w 12188965"/>
              <a:gd name="connsiteY8633" fmla="*/ 1423081 h 2053176"/>
              <a:gd name="connsiteX8634" fmla="*/ 3367649 w 12188965"/>
              <a:gd name="connsiteY8634" fmla="*/ 1397423 h 2053176"/>
              <a:gd name="connsiteX8635" fmla="*/ 3303444 w 12188965"/>
              <a:gd name="connsiteY8635" fmla="*/ 1397423 h 2053176"/>
              <a:gd name="connsiteX8636" fmla="*/ 3329102 w 12188965"/>
              <a:gd name="connsiteY8636" fmla="*/ 1423081 h 2053176"/>
              <a:gd name="connsiteX8637" fmla="*/ 3303444 w 12188965"/>
              <a:gd name="connsiteY8637" fmla="*/ 1448741 h 2053176"/>
              <a:gd name="connsiteX8638" fmla="*/ 3277785 w 12188965"/>
              <a:gd name="connsiteY8638" fmla="*/ 1423081 h 2053176"/>
              <a:gd name="connsiteX8639" fmla="*/ 3303444 w 12188965"/>
              <a:gd name="connsiteY8639" fmla="*/ 1397423 h 2053176"/>
              <a:gd name="connsiteX8640" fmla="*/ 3239238 w 12188965"/>
              <a:gd name="connsiteY8640" fmla="*/ 1397423 h 2053176"/>
              <a:gd name="connsiteX8641" fmla="*/ 3264898 w 12188965"/>
              <a:gd name="connsiteY8641" fmla="*/ 1423081 h 2053176"/>
              <a:gd name="connsiteX8642" fmla="*/ 3239238 w 12188965"/>
              <a:gd name="connsiteY8642" fmla="*/ 1448741 h 2053176"/>
              <a:gd name="connsiteX8643" fmla="*/ 3213580 w 12188965"/>
              <a:gd name="connsiteY8643" fmla="*/ 1423081 h 2053176"/>
              <a:gd name="connsiteX8644" fmla="*/ 3239238 w 12188965"/>
              <a:gd name="connsiteY8644" fmla="*/ 1397423 h 2053176"/>
              <a:gd name="connsiteX8645" fmla="*/ 3110828 w 12188965"/>
              <a:gd name="connsiteY8645" fmla="*/ 1397423 h 2053176"/>
              <a:gd name="connsiteX8646" fmla="*/ 3136487 w 12188965"/>
              <a:gd name="connsiteY8646" fmla="*/ 1423081 h 2053176"/>
              <a:gd name="connsiteX8647" fmla="*/ 3110828 w 12188965"/>
              <a:gd name="connsiteY8647" fmla="*/ 1448741 h 2053176"/>
              <a:gd name="connsiteX8648" fmla="*/ 3085170 w 12188965"/>
              <a:gd name="connsiteY8648" fmla="*/ 1423081 h 2053176"/>
              <a:gd name="connsiteX8649" fmla="*/ 3110828 w 12188965"/>
              <a:gd name="connsiteY8649" fmla="*/ 1397423 h 2053176"/>
              <a:gd name="connsiteX8650" fmla="*/ 3046623 w 12188965"/>
              <a:gd name="connsiteY8650" fmla="*/ 1397423 h 2053176"/>
              <a:gd name="connsiteX8651" fmla="*/ 3072282 w 12188965"/>
              <a:gd name="connsiteY8651" fmla="*/ 1423081 h 2053176"/>
              <a:gd name="connsiteX8652" fmla="*/ 3046623 w 12188965"/>
              <a:gd name="connsiteY8652" fmla="*/ 1448741 h 2053176"/>
              <a:gd name="connsiteX8653" fmla="*/ 3020964 w 12188965"/>
              <a:gd name="connsiteY8653" fmla="*/ 1423081 h 2053176"/>
              <a:gd name="connsiteX8654" fmla="*/ 3046623 w 12188965"/>
              <a:gd name="connsiteY8654" fmla="*/ 1397423 h 2053176"/>
              <a:gd name="connsiteX8655" fmla="*/ 2982301 w 12188965"/>
              <a:gd name="connsiteY8655" fmla="*/ 1397423 h 2053176"/>
              <a:gd name="connsiteX8656" fmla="*/ 3007960 w 12188965"/>
              <a:gd name="connsiteY8656" fmla="*/ 1423081 h 2053176"/>
              <a:gd name="connsiteX8657" fmla="*/ 2982301 w 12188965"/>
              <a:gd name="connsiteY8657" fmla="*/ 1448741 h 2053176"/>
              <a:gd name="connsiteX8658" fmla="*/ 2956642 w 12188965"/>
              <a:gd name="connsiteY8658" fmla="*/ 1423081 h 2053176"/>
              <a:gd name="connsiteX8659" fmla="*/ 2982301 w 12188965"/>
              <a:gd name="connsiteY8659" fmla="*/ 1397423 h 2053176"/>
              <a:gd name="connsiteX8660" fmla="*/ 2853890 w 12188965"/>
              <a:gd name="connsiteY8660" fmla="*/ 1397423 h 2053176"/>
              <a:gd name="connsiteX8661" fmla="*/ 2879550 w 12188965"/>
              <a:gd name="connsiteY8661" fmla="*/ 1423081 h 2053176"/>
              <a:gd name="connsiteX8662" fmla="*/ 2853890 w 12188965"/>
              <a:gd name="connsiteY8662" fmla="*/ 1448741 h 2053176"/>
              <a:gd name="connsiteX8663" fmla="*/ 2828231 w 12188965"/>
              <a:gd name="connsiteY8663" fmla="*/ 1423081 h 2053176"/>
              <a:gd name="connsiteX8664" fmla="*/ 2853890 w 12188965"/>
              <a:gd name="connsiteY8664" fmla="*/ 1397423 h 2053176"/>
              <a:gd name="connsiteX8665" fmla="*/ 2789686 w 12188965"/>
              <a:gd name="connsiteY8665" fmla="*/ 1397423 h 2053176"/>
              <a:gd name="connsiteX8666" fmla="*/ 2815344 w 12188965"/>
              <a:gd name="connsiteY8666" fmla="*/ 1423081 h 2053176"/>
              <a:gd name="connsiteX8667" fmla="*/ 2789686 w 12188965"/>
              <a:gd name="connsiteY8667" fmla="*/ 1448741 h 2053176"/>
              <a:gd name="connsiteX8668" fmla="*/ 2764027 w 12188965"/>
              <a:gd name="connsiteY8668" fmla="*/ 1423081 h 2053176"/>
              <a:gd name="connsiteX8669" fmla="*/ 2789686 w 12188965"/>
              <a:gd name="connsiteY8669" fmla="*/ 1397423 h 2053176"/>
              <a:gd name="connsiteX8670" fmla="*/ 2404454 w 12188965"/>
              <a:gd name="connsiteY8670" fmla="*/ 1397423 h 2053176"/>
              <a:gd name="connsiteX8671" fmla="*/ 2430112 w 12188965"/>
              <a:gd name="connsiteY8671" fmla="*/ 1423081 h 2053176"/>
              <a:gd name="connsiteX8672" fmla="*/ 2404454 w 12188965"/>
              <a:gd name="connsiteY8672" fmla="*/ 1448741 h 2053176"/>
              <a:gd name="connsiteX8673" fmla="*/ 2378795 w 12188965"/>
              <a:gd name="connsiteY8673" fmla="*/ 1423081 h 2053176"/>
              <a:gd name="connsiteX8674" fmla="*/ 2404454 w 12188965"/>
              <a:gd name="connsiteY8674" fmla="*/ 1397423 h 2053176"/>
              <a:gd name="connsiteX8675" fmla="*/ 2340249 w 12188965"/>
              <a:gd name="connsiteY8675" fmla="*/ 1397423 h 2053176"/>
              <a:gd name="connsiteX8676" fmla="*/ 2365908 w 12188965"/>
              <a:gd name="connsiteY8676" fmla="*/ 1423081 h 2053176"/>
              <a:gd name="connsiteX8677" fmla="*/ 2340249 w 12188965"/>
              <a:gd name="connsiteY8677" fmla="*/ 1448741 h 2053176"/>
              <a:gd name="connsiteX8678" fmla="*/ 2314590 w 12188965"/>
              <a:gd name="connsiteY8678" fmla="*/ 1423081 h 2053176"/>
              <a:gd name="connsiteX8679" fmla="*/ 2340249 w 12188965"/>
              <a:gd name="connsiteY8679" fmla="*/ 1397423 h 2053176"/>
              <a:gd name="connsiteX8680" fmla="*/ 2276044 w 12188965"/>
              <a:gd name="connsiteY8680" fmla="*/ 1397423 h 2053176"/>
              <a:gd name="connsiteX8681" fmla="*/ 2301702 w 12188965"/>
              <a:gd name="connsiteY8681" fmla="*/ 1423081 h 2053176"/>
              <a:gd name="connsiteX8682" fmla="*/ 2276044 w 12188965"/>
              <a:gd name="connsiteY8682" fmla="*/ 1448741 h 2053176"/>
              <a:gd name="connsiteX8683" fmla="*/ 2250385 w 12188965"/>
              <a:gd name="connsiteY8683" fmla="*/ 1423081 h 2053176"/>
              <a:gd name="connsiteX8684" fmla="*/ 2276044 w 12188965"/>
              <a:gd name="connsiteY8684" fmla="*/ 1397423 h 2053176"/>
              <a:gd name="connsiteX8685" fmla="*/ 2211838 w 12188965"/>
              <a:gd name="connsiteY8685" fmla="*/ 1397423 h 2053176"/>
              <a:gd name="connsiteX8686" fmla="*/ 2237497 w 12188965"/>
              <a:gd name="connsiteY8686" fmla="*/ 1423081 h 2053176"/>
              <a:gd name="connsiteX8687" fmla="*/ 2211838 w 12188965"/>
              <a:gd name="connsiteY8687" fmla="*/ 1448741 h 2053176"/>
              <a:gd name="connsiteX8688" fmla="*/ 2186178 w 12188965"/>
              <a:gd name="connsiteY8688" fmla="*/ 1423081 h 2053176"/>
              <a:gd name="connsiteX8689" fmla="*/ 2211838 w 12188965"/>
              <a:gd name="connsiteY8689" fmla="*/ 1397423 h 2053176"/>
              <a:gd name="connsiteX8690" fmla="*/ 2147633 w 12188965"/>
              <a:gd name="connsiteY8690" fmla="*/ 1397423 h 2053176"/>
              <a:gd name="connsiteX8691" fmla="*/ 2173293 w 12188965"/>
              <a:gd name="connsiteY8691" fmla="*/ 1423081 h 2053176"/>
              <a:gd name="connsiteX8692" fmla="*/ 2147633 w 12188965"/>
              <a:gd name="connsiteY8692" fmla="*/ 1448741 h 2053176"/>
              <a:gd name="connsiteX8693" fmla="*/ 2121975 w 12188965"/>
              <a:gd name="connsiteY8693" fmla="*/ 1423081 h 2053176"/>
              <a:gd name="connsiteX8694" fmla="*/ 2147633 w 12188965"/>
              <a:gd name="connsiteY8694" fmla="*/ 1397423 h 2053176"/>
              <a:gd name="connsiteX8695" fmla="*/ 2083427 w 12188965"/>
              <a:gd name="connsiteY8695" fmla="*/ 1397423 h 2053176"/>
              <a:gd name="connsiteX8696" fmla="*/ 2109087 w 12188965"/>
              <a:gd name="connsiteY8696" fmla="*/ 1423081 h 2053176"/>
              <a:gd name="connsiteX8697" fmla="*/ 2083427 w 12188965"/>
              <a:gd name="connsiteY8697" fmla="*/ 1448741 h 2053176"/>
              <a:gd name="connsiteX8698" fmla="*/ 2057768 w 12188965"/>
              <a:gd name="connsiteY8698" fmla="*/ 1423081 h 2053176"/>
              <a:gd name="connsiteX8699" fmla="*/ 2083427 w 12188965"/>
              <a:gd name="connsiteY8699" fmla="*/ 1397423 h 2053176"/>
              <a:gd name="connsiteX8700" fmla="*/ 2019222 w 12188965"/>
              <a:gd name="connsiteY8700" fmla="*/ 1397423 h 2053176"/>
              <a:gd name="connsiteX8701" fmla="*/ 2044880 w 12188965"/>
              <a:gd name="connsiteY8701" fmla="*/ 1423081 h 2053176"/>
              <a:gd name="connsiteX8702" fmla="*/ 2019222 w 12188965"/>
              <a:gd name="connsiteY8702" fmla="*/ 1448741 h 2053176"/>
              <a:gd name="connsiteX8703" fmla="*/ 1993563 w 12188965"/>
              <a:gd name="connsiteY8703" fmla="*/ 1423081 h 2053176"/>
              <a:gd name="connsiteX8704" fmla="*/ 2019222 w 12188965"/>
              <a:gd name="connsiteY8704" fmla="*/ 1397423 h 2053176"/>
              <a:gd name="connsiteX8705" fmla="*/ 1955016 w 12188965"/>
              <a:gd name="connsiteY8705" fmla="*/ 1397423 h 2053176"/>
              <a:gd name="connsiteX8706" fmla="*/ 1980676 w 12188965"/>
              <a:gd name="connsiteY8706" fmla="*/ 1423081 h 2053176"/>
              <a:gd name="connsiteX8707" fmla="*/ 1955016 w 12188965"/>
              <a:gd name="connsiteY8707" fmla="*/ 1448741 h 2053176"/>
              <a:gd name="connsiteX8708" fmla="*/ 1929358 w 12188965"/>
              <a:gd name="connsiteY8708" fmla="*/ 1423081 h 2053176"/>
              <a:gd name="connsiteX8709" fmla="*/ 1955016 w 12188965"/>
              <a:gd name="connsiteY8709" fmla="*/ 1397423 h 2053176"/>
              <a:gd name="connsiteX8710" fmla="*/ 1890696 w 12188965"/>
              <a:gd name="connsiteY8710" fmla="*/ 1397423 h 2053176"/>
              <a:gd name="connsiteX8711" fmla="*/ 1916355 w 12188965"/>
              <a:gd name="connsiteY8711" fmla="*/ 1423081 h 2053176"/>
              <a:gd name="connsiteX8712" fmla="*/ 1890696 w 12188965"/>
              <a:gd name="connsiteY8712" fmla="*/ 1448741 h 2053176"/>
              <a:gd name="connsiteX8713" fmla="*/ 1865037 w 12188965"/>
              <a:gd name="connsiteY8713" fmla="*/ 1423081 h 2053176"/>
              <a:gd name="connsiteX8714" fmla="*/ 1890696 w 12188965"/>
              <a:gd name="connsiteY8714" fmla="*/ 1397423 h 2053176"/>
              <a:gd name="connsiteX8715" fmla="*/ 1826490 w 12188965"/>
              <a:gd name="connsiteY8715" fmla="*/ 1397423 h 2053176"/>
              <a:gd name="connsiteX8716" fmla="*/ 1852149 w 12188965"/>
              <a:gd name="connsiteY8716" fmla="*/ 1423081 h 2053176"/>
              <a:gd name="connsiteX8717" fmla="*/ 1826490 w 12188965"/>
              <a:gd name="connsiteY8717" fmla="*/ 1448741 h 2053176"/>
              <a:gd name="connsiteX8718" fmla="*/ 1800830 w 12188965"/>
              <a:gd name="connsiteY8718" fmla="*/ 1423081 h 2053176"/>
              <a:gd name="connsiteX8719" fmla="*/ 1826490 w 12188965"/>
              <a:gd name="connsiteY8719" fmla="*/ 1397423 h 2053176"/>
              <a:gd name="connsiteX8720" fmla="*/ 1762285 w 12188965"/>
              <a:gd name="connsiteY8720" fmla="*/ 1397423 h 2053176"/>
              <a:gd name="connsiteX8721" fmla="*/ 1787944 w 12188965"/>
              <a:gd name="connsiteY8721" fmla="*/ 1423081 h 2053176"/>
              <a:gd name="connsiteX8722" fmla="*/ 1762285 w 12188965"/>
              <a:gd name="connsiteY8722" fmla="*/ 1448741 h 2053176"/>
              <a:gd name="connsiteX8723" fmla="*/ 1736626 w 12188965"/>
              <a:gd name="connsiteY8723" fmla="*/ 1423081 h 2053176"/>
              <a:gd name="connsiteX8724" fmla="*/ 1762285 w 12188965"/>
              <a:gd name="connsiteY8724" fmla="*/ 1397423 h 2053176"/>
              <a:gd name="connsiteX8725" fmla="*/ 1569669 w 12188965"/>
              <a:gd name="connsiteY8725" fmla="*/ 1397423 h 2053176"/>
              <a:gd name="connsiteX8726" fmla="*/ 1595328 w 12188965"/>
              <a:gd name="connsiteY8726" fmla="*/ 1423081 h 2053176"/>
              <a:gd name="connsiteX8727" fmla="*/ 1569669 w 12188965"/>
              <a:gd name="connsiteY8727" fmla="*/ 1448741 h 2053176"/>
              <a:gd name="connsiteX8728" fmla="*/ 1544010 w 12188965"/>
              <a:gd name="connsiteY8728" fmla="*/ 1423081 h 2053176"/>
              <a:gd name="connsiteX8729" fmla="*/ 1569669 w 12188965"/>
              <a:gd name="connsiteY8729" fmla="*/ 1397423 h 2053176"/>
              <a:gd name="connsiteX8730" fmla="*/ 1505464 w 12188965"/>
              <a:gd name="connsiteY8730" fmla="*/ 1397423 h 2053176"/>
              <a:gd name="connsiteX8731" fmla="*/ 1531123 w 12188965"/>
              <a:gd name="connsiteY8731" fmla="*/ 1423081 h 2053176"/>
              <a:gd name="connsiteX8732" fmla="*/ 1505464 w 12188965"/>
              <a:gd name="connsiteY8732" fmla="*/ 1448741 h 2053176"/>
              <a:gd name="connsiteX8733" fmla="*/ 1479806 w 12188965"/>
              <a:gd name="connsiteY8733" fmla="*/ 1423081 h 2053176"/>
              <a:gd name="connsiteX8734" fmla="*/ 1505464 w 12188965"/>
              <a:gd name="connsiteY8734" fmla="*/ 1397423 h 2053176"/>
              <a:gd name="connsiteX8735" fmla="*/ 1441258 w 12188965"/>
              <a:gd name="connsiteY8735" fmla="*/ 1397423 h 2053176"/>
              <a:gd name="connsiteX8736" fmla="*/ 1466917 w 12188965"/>
              <a:gd name="connsiteY8736" fmla="*/ 1423081 h 2053176"/>
              <a:gd name="connsiteX8737" fmla="*/ 1441258 w 12188965"/>
              <a:gd name="connsiteY8737" fmla="*/ 1448741 h 2053176"/>
              <a:gd name="connsiteX8738" fmla="*/ 1415599 w 12188965"/>
              <a:gd name="connsiteY8738" fmla="*/ 1423081 h 2053176"/>
              <a:gd name="connsiteX8739" fmla="*/ 1441258 w 12188965"/>
              <a:gd name="connsiteY8739" fmla="*/ 1397423 h 2053176"/>
              <a:gd name="connsiteX8740" fmla="*/ 1377053 w 12188965"/>
              <a:gd name="connsiteY8740" fmla="*/ 1397423 h 2053176"/>
              <a:gd name="connsiteX8741" fmla="*/ 1402712 w 12188965"/>
              <a:gd name="connsiteY8741" fmla="*/ 1423081 h 2053176"/>
              <a:gd name="connsiteX8742" fmla="*/ 1377053 w 12188965"/>
              <a:gd name="connsiteY8742" fmla="*/ 1448741 h 2053176"/>
              <a:gd name="connsiteX8743" fmla="*/ 1351395 w 12188965"/>
              <a:gd name="connsiteY8743" fmla="*/ 1423081 h 2053176"/>
              <a:gd name="connsiteX8744" fmla="*/ 1377053 w 12188965"/>
              <a:gd name="connsiteY8744" fmla="*/ 1397423 h 2053176"/>
              <a:gd name="connsiteX8745" fmla="*/ 1184437 w 12188965"/>
              <a:gd name="connsiteY8745" fmla="*/ 1397423 h 2053176"/>
              <a:gd name="connsiteX8746" fmla="*/ 1210096 w 12188965"/>
              <a:gd name="connsiteY8746" fmla="*/ 1423081 h 2053176"/>
              <a:gd name="connsiteX8747" fmla="*/ 1184437 w 12188965"/>
              <a:gd name="connsiteY8747" fmla="*/ 1448741 h 2053176"/>
              <a:gd name="connsiteX8748" fmla="*/ 1158780 w 12188965"/>
              <a:gd name="connsiteY8748" fmla="*/ 1423081 h 2053176"/>
              <a:gd name="connsiteX8749" fmla="*/ 1184437 w 12188965"/>
              <a:gd name="connsiteY8749" fmla="*/ 1397423 h 2053176"/>
              <a:gd name="connsiteX8750" fmla="*/ 1056027 w 12188965"/>
              <a:gd name="connsiteY8750" fmla="*/ 1397423 h 2053176"/>
              <a:gd name="connsiteX8751" fmla="*/ 1081685 w 12188965"/>
              <a:gd name="connsiteY8751" fmla="*/ 1423081 h 2053176"/>
              <a:gd name="connsiteX8752" fmla="*/ 1056027 w 12188965"/>
              <a:gd name="connsiteY8752" fmla="*/ 1448741 h 2053176"/>
              <a:gd name="connsiteX8753" fmla="*/ 1030369 w 12188965"/>
              <a:gd name="connsiteY8753" fmla="*/ 1423081 h 2053176"/>
              <a:gd name="connsiteX8754" fmla="*/ 1056027 w 12188965"/>
              <a:gd name="connsiteY8754" fmla="*/ 1397423 h 2053176"/>
              <a:gd name="connsiteX8755" fmla="*/ 991823 w 12188965"/>
              <a:gd name="connsiteY8755" fmla="*/ 1397423 h 2053176"/>
              <a:gd name="connsiteX8756" fmla="*/ 1017481 w 12188965"/>
              <a:gd name="connsiteY8756" fmla="*/ 1423081 h 2053176"/>
              <a:gd name="connsiteX8757" fmla="*/ 991823 w 12188965"/>
              <a:gd name="connsiteY8757" fmla="*/ 1448741 h 2053176"/>
              <a:gd name="connsiteX8758" fmla="*/ 966162 w 12188965"/>
              <a:gd name="connsiteY8758" fmla="*/ 1423081 h 2053176"/>
              <a:gd name="connsiteX8759" fmla="*/ 991823 w 12188965"/>
              <a:gd name="connsiteY8759" fmla="*/ 1397423 h 2053176"/>
              <a:gd name="connsiteX8760" fmla="*/ 927616 w 12188965"/>
              <a:gd name="connsiteY8760" fmla="*/ 1397423 h 2053176"/>
              <a:gd name="connsiteX8761" fmla="*/ 953275 w 12188965"/>
              <a:gd name="connsiteY8761" fmla="*/ 1423081 h 2053176"/>
              <a:gd name="connsiteX8762" fmla="*/ 927616 w 12188965"/>
              <a:gd name="connsiteY8762" fmla="*/ 1448741 h 2053176"/>
              <a:gd name="connsiteX8763" fmla="*/ 901957 w 12188965"/>
              <a:gd name="connsiteY8763" fmla="*/ 1423081 h 2053176"/>
              <a:gd name="connsiteX8764" fmla="*/ 927616 w 12188965"/>
              <a:gd name="connsiteY8764" fmla="*/ 1397423 h 2053176"/>
              <a:gd name="connsiteX8765" fmla="*/ 863411 w 12188965"/>
              <a:gd name="connsiteY8765" fmla="*/ 1397423 h 2053176"/>
              <a:gd name="connsiteX8766" fmla="*/ 889071 w 12188965"/>
              <a:gd name="connsiteY8766" fmla="*/ 1423081 h 2053176"/>
              <a:gd name="connsiteX8767" fmla="*/ 863411 w 12188965"/>
              <a:gd name="connsiteY8767" fmla="*/ 1448741 h 2053176"/>
              <a:gd name="connsiteX8768" fmla="*/ 837752 w 12188965"/>
              <a:gd name="connsiteY8768" fmla="*/ 1423081 h 2053176"/>
              <a:gd name="connsiteX8769" fmla="*/ 863411 w 12188965"/>
              <a:gd name="connsiteY8769" fmla="*/ 1397423 h 2053176"/>
              <a:gd name="connsiteX8770" fmla="*/ 670679 w 12188965"/>
              <a:gd name="connsiteY8770" fmla="*/ 1397423 h 2053176"/>
              <a:gd name="connsiteX8771" fmla="*/ 696338 w 12188965"/>
              <a:gd name="connsiteY8771" fmla="*/ 1423081 h 2053176"/>
              <a:gd name="connsiteX8772" fmla="*/ 670679 w 12188965"/>
              <a:gd name="connsiteY8772" fmla="*/ 1448741 h 2053176"/>
              <a:gd name="connsiteX8773" fmla="*/ 645020 w 12188965"/>
              <a:gd name="connsiteY8773" fmla="*/ 1423081 h 2053176"/>
              <a:gd name="connsiteX8774" fmla="*/ 670679 w 12188965"/>
              <a:gd name="connsiteY8774" fmla="*/ 1397423 h 2053176"/>
              <a:gd name="connsiteX8775" fmla="*/ 606475 w 12188965"/>
              <a:gd name="connsiteY8775" fmla="*/ 1397423 h 2053176"/>
              <a:gd name="connsiteX8776" fmla="*/ 632134 w 12188965"/>
              <a:gd name="connsiteY8776" fmla="*/ 1423081 h 2053176"/>
              <a:gd name="connsiteX8777" fmla="*/ 606475 w 12188965"/>
              <a:gd name="connsiteY8777" fmla="*/ 1448741 h 2053176"/>
              <a:gd name="connsiteX8778" fmla="*/ 580815 w 12188965"/>
              <a:gd name="connsiteY8778" fmla="*/ 1423081 h 2053176"/>
              <a:gd name="connsiteX8779" fmla="*/ 606475 w 12188965"/>
              <a:gd name="connsiteY8779" fmla="*/ 1397423 h 2053176"/>
              <a:gd name="connsiteX8780" fmla="*/ 542268 w 12188965"/>
              <a:gd name="connsiteY8780" fmla="*/ 1397423 h 2053176"/>
              <a:gd name="connsiteX8781" fmla="*/ 567927 w 12188965"/>
              <a:gd name="connsiteY8781" fmla="*/ 1423081 h 2053176"/>
              <a:gd name="connsiteX8782" fmla="*/ 542268 w 12188965"/>
              <a:gd name="connsiteY8782" fmla="*/ 1448741 h 2053176"/>
              <a:gd name="connsiteX8783" fmla="*/ 516610 w 12188965"/>
              <a:gd name="connsiteY8783" fmla="*/ 1423081 h 2053176"/>
              <a:gd name="connsiteX8784" fmla="*/ 542268 w 12188965"/>
              <a:gd name="connsiteY8784" fmla="*/ 1397423 h 2053176"/>
              <a:gd name="connsiteX8785" fmla="*/ 478063 w 12188965"/>
              <a:gd name="connsiteY8785" fmla="*/ 1397423 h 2053176"/>
              <a:gd name="connsiteX8786" fmla="*/ 503724 w 12188965"/>
              <a:gd name="connsiteY8786" fmla="*/ 1423081 h 2053176"/>
              <a:gd name="connsiteX8787" fmla="*/ 478063 w 12188965"/>
              <a:gd name="connsiteY8787" fmla="*/ 1448741 h 2053176"/>
              <a:gd name="connsiteX8788" fmla="*/ 452404 w 12188965"/>
              <a:gd name="connsiteY8788" fmla="*/ 1423081 h 2053176"/>
              <a:gd name="connsiteX8789" fmla="*/ 478063 w 12188965"/>
              <a:gd name="connsiteY8789" fmla="*/ 1397423 h 2053176"/>
              <a:gd name="connsiteX8790" fmla="*/ 413858 w 12188965"/>
              <a:gd name="connsiteY8790" fmla="*/ 1397423 h 2053176"/>
              <a:gd name="connsiteX8791" fmla="*/ 439517 w 12188965"/>
              <a:gd name="connsiteY8791" fmla="*/ 1423081 h 2053176"/>
              <a:gd name="connsiteX8792" fmla="*/ 413858 w 12188965"/>
              <a:gd name="connsiteY8792" fmla="*/ 1448741 h 2053176"/>
              <a:gd name="connsiteX8793" fmla="*/ 388200 w 12188965"/>
              <a:gd name="connsiteY8793" fmla="*/ 1423081 h 2053176"/>
              <a:gd name="connsiteX8794" fmla="*/ 413858 w 12188965"/>
              <a:gd name="connsiteY8794" fmla="*/ 1397423 h 2053176"/>
              <a:gd name="connsiteX8795" fmla="*/ 346686 w 12188965"/>
              <a:gd name="connsiteY8795" fmla="*/ 1397423 h 2053176"/>
              <a:gd name="connsiteX8796" fmla="*/ 372344 w 12188965"/>
              <a:gd name="connsiteY8796" fmla="*/ 1423081 h 2053176"/>
              <a:gd name="connsiteX8797" fmla="*/ 346686 w 12188965"/>
              <a:gd name="connsiteY8797" fmla="*/ 1448741 h 2053176"/>
              <a:gd name="connsiteX8798" fmla="*/ 321027 w 12188965"/>
              <a:gd name="connsiteY8798" fmla="*/ 1423081 h 2053176"/>
              <a:gd name="connsiteX8799" fmla="*/ 346686 w 12188965"/>
              <a:gd name="connsiteY8799" fmla="*/ 1397423 h 2053176"/>
              <a:gd name="connsiteX8800" fmla="*/ 282480 w 12188965"/>
              <a:gd name="connsiteY8800" fmla="*/ 1397423 h 2053176"/>
              <a:gd name="connsiteX8801" fmla="*/ 308138 w 12188965"/>
              <a:gd name="connsiteY8801" fmla="*/ 1423081 h 2053176"/>
              <a:gd name="connsiteX8802" fmla="*/ 282480 w 12188965"/>
              <a:gd name="connsiteY8802" fmla="*/ 1448741 h 2053176"/>
              <a:gd name="connsiteX8803" fmla="*/ 256820 w 12188965"/>
              <a:gd name="connsiteY8803" fmla="*/ 1423081 h 2053176"/>
              <a:gd name="connsiteX8804" fmla="*/ 282480 w 12188965"/>
              <a:gd name="connsiteY8804" fmla="*/ 1397423 h 2053176"/>
              <a:gd name="connsiteX8805" fmla="*/ 218274 w 12188965"/>
              <a:gd name="connsiteY8805" fmla="*/ 1397423 h 2053176"/>
              <a:gd name="connsiteX8806" fmla="*/ 243932 w 12188965"/>
              <a:gd name="connsiteY8806" fmla="*/ 1423081 h 2053176"/>
              <a:gd name="connsiteX8807" fmla="*/ 218274 w 12188965"/>
              <a:gd name="connsiteY8807" fmla="*/ 1448741 h 2053176"/>
              <a:gd name="connsiteX8808" fmla="*/ 192615 w 12188965"/>
              <a:gd name="connsiteY8808" fmla="*/ 1423081 h 2053176"/>
              <a:gd name="connsiteX8809" fmla="*/ 218274 w 12188965"/>
              <a:gd name="connsiteY8809" fmla="*/ 1397423 h 2053176"/>
              <a:gd name="connsiteX8810" fmla="*/ 25659 w 12188965"/>
              <a:gd name="connsiteY8810" fmla="*/ 1397423 h 2053176"/>
              <a:gd name="connsiteX8811" fmla="*/ 51317 w 12188965"/>
              <a:gd name="connsiteY8811" fmla="*/ 1423081 h 2053176"/>
              <a:gd name="connsiteX8812" fmla="*/ 25659 w 12188965"/>
              <a:gd name="connsiteY8812" fmla="*/ 1448741 h 2053176"/>
              <a:gd name="connsiteX8813" fmla="*/ 0 w 12188965"/>
              <a:gd name="connsiteY8813" fmla="*/ 1423081 h 2053176"/>
              <a:gd name="connsiteX8814" fmla="*/ 25659 w 12188965"/>
              <a:gd name="connsiteY8814" fmla="*/ 1397423 h 2053176"/>
              <a:gd name="connsiteX8815" fmla="*/ 11004528 w 12188965"/>
              <a:gd name="connsiteY8815" fmla="*/ 1343087 h 2053176"/>
              <a:gd name="connsiteX8816" fmla="*/ 11017416 w 12188965"/>
              <a:gd name="connsiteY8816" fmla="*/ 1355974 h 2053176"/>
              <a:gd name="connsiteX8817" fmla="*/ 11004528 w 12188965"/>
              <a:gd name="connsiteY8817" fmla="*/ 1368861 h 2053176"/>
              <a:gd name="connsiteX8818" fmla="*/ 10991640 w 12188965"/>
              <a:gd name="connsiteY8818" fmla="*/ 1355974 h 2053176"/>
              <a:gd name="connsiteX8819" fmla="*/ 11004528 w 12188965"/>
              <a:gd name="connsiteY8819" fmla="*/ 1343087 h 2053176"/>
              <a:gd name="connsiteX8820" fmla="*/ 10747708 w 12188965"/>
              <a:gd name="connsiteY8820" fmla="*/ 1343087 h 2053176"/>
              <a:gd name="connsiteX8821" fmla="*/ 10760593 w 12188965"/>
              <a:gd name="connsiteY8821" fmla="*/ 1355974 h 2053176"/>
              <a:gd name="connsiteX8822" fmla="*/ 10747708 w 12188965"/>
              <a:gd name="connsiteY8822" fmla="*/ 1368861 h 2053176"/>
              <a:gd name="connsiteX8823" fmla="*/ 10734820 w 12188965"/>
              <a:gd name="connsiteY8823" fmla="*/ 1355974 h 2053176"/>
              <a:gd name="connsiteX8824" fmla="*/ 10747708 w 12188965"/>
              <a:gd name="connsiteY8824" fmla="*/ 1343087 h 2053176"/>
              <a:gd name="connsiteX8825" fmla="*/ 10426681 w 12188965"/>
              <a:gd name="connsiteY8825" fmla="*/ 1343087 h 2053176"/>
              <a:gd name="connsiteX8826" fmla="*/ 10439569 w 12188965"/>
              <a:gd name="connsiteY8826" fmla="*/ 1355974 h 2053176"/>
              <a:gd name="connsiteX8827" fmla="*/ 10426681 w 12188965"/>
              <a:gd name="connsiteY8827" fmla="*/ 1368861 h 2053176"/>
              <a:gd name="connsiteX8828" fmla="*/ 10413793 w 12188965"/>
              <a:gd name="connsiteY8828" fmla="*/ 1355974 h 2053176"/>
              <a:gd name="connsiteX8829" fmla="*/ 10426681 w 12188965"/>
              <a:gd name="connsiteY8829" fmla="*/ 1343087 h 2053176"/>
              <a:gd name="connsiteX8830" fmla="*/ 9784512 w 12188965"/>
              <a:gd name="connsiteY8830" fmla="*/ 1343087 h 2053176"/>
              <a:gd name="connsiteX8831" fmla="*/ 9797400 w 12188965"/>
              <a:gd name="connsiteY8831" fmla="*/ 1355974 h 2053176"/>
              <a:gd name="connsiteX8832" fmla="*/ 9784512 w 12188965"/>
              <a:gd name="connsiteY8832" fmla="*/ 1368861 h 2053176"/>
              <a:gd name="connsiteX8833" fmla="*/ 9771624 w 12188965"/>
              <a:gd name="connsiteY8833" fmla="*/ 1355974 h 2053176"/>
              <a:gd name="connsiteX8834" fmla="*/ 9784512 w 12188965"/>
              <a:gd name="connsiteY8834" fmla="*/ 1343087 h 2053176"/>
              <a:gd name="connsiteX8835" fmla="*/ 8307675 w 12188965"/>
              <a:gd name="connsiteY8835" fmla="*/ 1343087 h 2053176"/>
              <a:gd name="connsiteX8836" fmla="*/ 8320560 w 12188965"/>
              <a:gd name="connsiteY8836" fmla="*/ 1355974 h 2053176"/>
              <a:gd name="connsiteX8837" fmla="*/ 8307675 w 12188965"/>
              <a:gd name="connsiteY8837" fmla="*/ 1368861 h 2053176"/>
              <a:gd name="connsiteX8838" fmla="*/ 8294787 w 12188965"/>
              <a:gd name="connsiteY8838" fmla="*/ 1355974 h 2053176"/>
              <a:gd name="connsiteX8839" fmla="*/ 8307675 w 12188965"/>
              <a:gd name="connsiteY8839" fmla="*/ 1343087 h 2053176"/>
              <a:gd name="connsiteX8840" fmla="*/ 7344479 w 12188965"/>
              <a:gd name="connsiteY8840" fmla="*/ 1343087 h 2053176"/>
              <a:gd name="connsiteX8841" fmla="*/ 7357367 w 12188965"/>
              <a:gd name="connsiteY8841" fmla="*/ 1355974 h 2053176"/>
              <a:gd name="connsiteX8842" fmla="*/ 7344479 w 12188965"/>
              <a:gd name="connsiteY8842" fmla="*/ 1368861 h 2053176"/>
              <a:gd name="connsiteX8843" fmla="*/ 7331591 w 12188965"/>
              <a:gd name="connsiteY8843" fmla="*/ 1355974 h 2053176"/>
              <a:gd name="connsiteX8844" fmla="*/ 7344479 w 12188965"/>
              <a:gd name="connsiteY8844" fmla="*/ 1343087 h 2053176"/>
              <a:gd name="connsiteX8845" fmla="*/ 6959132 w 12188965"/>
              <a:gd name="connsiteY8845" fmla="*/ 1343087 h 2053176"/>
              <a:gd name="connsiteX8846" fmla="*/ 6972020 w 12188965"/>
              <a:gd name="connsiteY8846" fmla="*/ 1355974 h 2053176"/>
              <a:gd name="connsiteX8847" fmla="*/ 6959132 w 12188965"/>
              <a:gd name="connsiteY8847" fmla="*/ 1368861 h 2053176"/>
              <a:gd name="connsiteX8848" fmla="*/ 6946244 w 12188965"/>
              <a:gd name="connsiteY8848" fmla="*/ 1355974 h 2053176"/>
              <a:gd name="connsiteX8849" fmla="*/ 6959132 w 12188965"/>
              <a:gd name="connsiteY8849" fmla="*/ 1343087 h 2053176"/>
              <a:gd name="connsiteX8850" fmla="*/ 6830836 w 12188965"/>
              <a:gd name="connsiteY8850" fmla="*/ 1343087 h 2053176"/>
              <a:gd name="connsiteX8851" fmla="*/ 6843724 w 12188965"/>
              <a:gd name="connsiteY8851" fmla="*/ 1355974 h 2053176"/>
              <a:gd name="connsiteX8852" fmla="*/ 6830836 w 12188965"/>
              <a:gd name="connsiteY8852" fmla="*/ 1368861 h 2053176"/>
              <a:gd name="connsiteX8853" fmla="*/ 6817948 w 12188965"/>
              <a:gd name="connsiteY8853" fmla="*/ 1355974 h 2053176"/>
              <a:gd name="connsiteX8854" fmla="*/ 6830836 w 12188965"/>
              <a:gd name="connsiteY8854" fmla="*/ 1343087 h 2053176"/>
              <a:gd name="connsiteX8855" fmla="*/ 5293924 w 12188965"/>
              <a:gd name="connsiteY8855" fmla="*/ 1343087 h 2053176"/>
              <a:gd name="connsiteX8856" fmla="*/ 5306812 w 12188965"/>
              <a:gd name="connsiteY8856" fmla="*/ 1355974 h 2053176"/>
              <a:gd name="connsiteX8857" fmla="*/ 5293924 w 12188965"/>
              <a:gd name="connsiteY8857" fmla="*/ 1368861 h 2053176"/>
              <a:gd name="connsiteX8858" fmla="*/ 5281036 w 12188965"/>
              <a:gd name="connsiteY8858" fmla="*/ 1355974 h 2053176"/>
              <a:gd name="connsiteX8859" fmla="*/ 5293924 w 12188965"/>
              <a:gd name="connsiteY8859" fmla="*/ 1343087 h 2053176"/>
              <a:gd name="connsiteX8860" fmla="*/ 5037104 w 12188965"/>
              <a:gd name="connsiteY8860" fmla="*/ 1343087 h 2053176"/>
              <a:gd name="connsiteX8861" fmla="*/ 5049991 w 12188965"/>
              <a:gd name="connsiteY8861" fmla="*/ 1355974 h 2053176"/>
              <a:gd name="connsiteX8862" fmla="*/ 5037104 w 12188965"/>
              <a:gd name="connsiteY8862" fmla="*/ 1368861 h 2053176"/>
              <a:gd name="connsiteX8863" fmla="*/ 5024216 w 12188965"/>
              <a:gd name="connsiteY8863" fmla="*/ 1355974 h 2053176"/>
              <a:gd name="connsiteX8864" fmla="*/ 5037104 w 12188965"/>
              <a:gd name="connsiteY8864" fmla="*/ 1343087 h 2053176"/>
              <a:gd name="connsiteX8865" fmla="*/ 4716077 w 12188965"/>
              <a:gd name="connsiteY8865" fmla="*/ 1343087 h 2053176"/>
              <a:gd name="connsiteX8866" fmla="*/ 4728964 w 12188965"/>
              <a:gd name="connsiteY8866" fmla="*/ 1355974 h 2053176"/>
              <a:gd name="connsiteX8867" fmla="*/ 4716077 w 12188965"/>
              <a:gd name="connsiteY8867" fmla="*/ 1368861 h 2053176"/>
              <a:gd name="connsiteX8868" fmla="*/ 4703188 w 12188965"/>
              <a:gd name="connsiteY8868" fmla="*/ 1355974 h 2053176"/>
              <a:gd name="connsiteX8869" fmla="*/ 4716077 w 12188965"/>
              <a:gd name="connsiteY8869" fmla="*/ 1343087 h 2053176"/>
              <a:gd name="connsiteX8870" fmla="*/ 4073908 w 12188965"/>
              <a:gd name="connsiteY8870" fmla="*/ 1343087 h 2053176"/>
              <a:gd name="connsiteX8871" fmla="*/ 4086795 w 12188965"/>
              <a:gd name="connsiteY8871" fmla="*/ 1355974 h 2053176"/>
              <a:gd name="connsiteX8872" fmla="*/ 4073908 w 12188965"/>
              <a:gd name="connsiteY8872" fmla="*/ 1368861 h 2053176"/>
              <a:gd name="connsiteX8873" fmla="*/ 4061020 w 12188965"/>
              <a:gd name="connsiteY8873" fmla="*/ 1355974 h 2053176"/>
              <a:gd name="connsiteX8874" fmla="*/ 4073908 w 12188965"/>
              <a:gd name="connsiteY8874" fmla="*/ 1343087 h 2053176"/>
              <a:gd name="connsiteX8875" fmla="*/ 2597069 w 12188965"/>
              <a:gd name="connsiteY8875" fmla="*/ 1343087 h 2053176"/>
              <a:gd name="connsiteX8876" fmla="*/ 2609957 w 12188965"/>
              <a:gd name="connsiteY8876" fmla="*/ 1355974 h 2053176"/>
              <a:gd name="connsiteX8877" fmla="*/ 2597069 w 12188965"/>
              <a:gd name="connsiteY8877" fmla="*/ 1368861 h 2053176"/>
              <a:gd name="connsiteX8878" fmla="*/ 2584182 w 12188965"/>
              <a:gd name="connsiteY8878" fmla="*/ 1355974 h 2053176"/>
              <a:gd name="connsiteX8879" fmla="*/ 2597069 w 12188965"/>
              <a:gd name="connsiteY8879" fmla="*/ 1343087 h 2053176"/>
              <a:gd name="connsiteX8880" fmla="*/ 1633875 w 12188965"/>
              <a:gd name="connsiteY8880" fmla="*/ 1343087 h 2053176"/>
              <a:gd name="connsiteX8881" fmla="*/ 1646762 w 12188965"/>
              <a:gd name="connsiteY8881" fmla="*/ 1355974 h 2053176"/>
              <a:gd name="connsiteX8882" fmla="*/ 1633875 w 12188965"/>
              <a:gd name="connsiteY8882" fmla="*/ 1368861 h 2053176"/>
              <a:gd name="connsiteX8883" fmla="*/ 1620987 w 12188965"/>
              <a:gd name="connsiteY8883" fmla="*/ 1355974 h 2053176"/>
              <a:gd name="connsiteX8884" fmla="*/ 1633875 w 12188965"/>
              <a:gd name="connsiteY8884" fmla="*/ 1343087 h 2053176"/>
              <a:gd name="connsiteX8885" fmla="*/ 1248528 w 12188965"/>
              <a:gd name="connsiteY8885" fmla="*/ 1343087 h 2053176"/>
              <a:gd name="connsiteX8886" fmla="*/ 1261416 w 12188965"/>
              <a:gd name="connsiteY8886" fmla="*/ 1355974 h 2053176"/>
              <a:gd name="connsiteX8887" fmla="*/ 1248528 w 12188965"/>
              <a:gd name="connsiteY8887" fmla="*/ 1368861 h 2053176"/>
              <a:gd name="connsiteX8888" fmla="*/ 1235638 w 12188965"/>
              <a:gd name="connsiteY8888" fmla="*/ 1355974 h 2053176"/>
              <a:gd name="connsiteX8889" fmla="*/ 1248528 w 12188965"/>
              <a:gd name="connsiteY8889" fmla="*/ 1343087 h 2053176"/>
              <a:gd name="connsiteX8890" fmla="*/ 1120233 w 12188965"/>
              <a:gd name="connsiteY8890" fmla="*/ 1343087 h 2053176"/>
              <a:gd name="connsiteX8891" fmla="*/ 1133121 w 12188965"/>
              <a:gd name="connsiteY8891" fmla="*/ 1355974 h 2053176"/>
              <a:gd name="connsiteX8892" fmla="*/ 1120233 w 12188965"/>
              <a:gd name="connsiteY8892" fmla="*/ 1368861 h 2053176"/>
              <a:gd name="connsiteX8893" fmla="*/ 1107345 w 12188965"/>
              <a:gd name="connsiteY8893" fmla="*/ 1355974 h 2053176"/>
              <a:gd name="connsiteX8894" fmla="*/ 1120233 w 12188965"/>
              <a:gd name="connsiteY8894" fmla="*/ 1343087 h 2053176"/>
              <a:gd name="connsiteX8895" fmla="*/ 12034897 w 12188965"/>
              <a:gd name="connsiteY8895" fmla="*/ 1330315 h 2053176"/>
              <a:gd name="connsiteX8896" fmla="*/ 12060557 w 12188965"/>
              <a:gd name="connsiteY8896" fmla="*/ 1355974 h 2053176"/>
              <a:gd name="connsiteX8897" fmla="*/ 12034897 w 12188965"/>
              <a:gd name="connsiteY8897" fmla="*/ 1381633 h 2053176"/>
              <a:gd name="connsiteX8898" fmla="*/ 12009237 w 12188965"/>
              <a:gd name="connsiteY8898" fmla="*/ 1355974 h 2053176"/>
              <a:gd name="connsiteX8899" fmla="*/ 12034897 w 12188965"/>
              <a:gd name="connsiteY8899" fmla="*/ 1330315 h 2053176"/>
              <a:gd name="connsiteX8900" fmla="*/ 11970691 w 12188965"/>
              <a:gd name="connsiteY8900" fmla="*/ 1330315 h 2053176"/>
              <a:gd name="connsiteX8901" fmla="*/ 11996349 w 12188965"/>
              <a:gd name="connsiteY8901" fmla="*/ 1355974 h 2053176"/>
              <a:gd name="connsiteX8902" fmla="*/ 11970691 w 12188965"/>
              <a:gd name="connsiteY8902" fmla="*/ 1381633 h 2053176"/>
              <a:gd name="connsiteX8903" fmla="*/ 11945033 w 12188965"/>
              <a:gd name="connsiteY8903" fmla="*/ 1355974 h 2053176"/>
              <a:gd name="connsiteX8904" fmla="*/ 11970691 w 12188965"/>
              <a:gd name="connsiteY8904" fmla="*/ 1330315 h 2053176"/>
              <a:gd name="connsiteX8905" fmla="*/ 11906483 w 12188965"/>
              <a:gd name="connsiteY8905" fmla="*/ 1330315 h 2053176"/>
              <a:gd name="connsiteX8906" fmla="*/ 11932145 w 12188965"/>
              <a:gd name="connsiteY8906" fmla="*/ 1355974 h 2053176"/>
              <a:gd name="connsiteX8907" fmla="*/ 11906483 w 12188965"/>
              <a:gd name="connsiteY8907" fmla="*/ 1381633 h 2053176"/>
              <a:gd name="connsiteX8908" fmla="*/ 11880825 w 12188965"/>
              <a:gd name="connsiteY8908" fmla="*/ 1355974 h 2053176"/>
              <a:gd name="connsiteX8909" fmla="*/ 11906483 w 12188965"/>
              <a:gd name="connsiteY8909" fmla="*/ 1330315 h 2053176"/>
              <a:gd name="connsiteX8910" fmla="*/ 11842279 w 12188965"/>
              <a:gd name="connsiteY8910" fmla="*/ 1330315 h 2053176"/>
              <a:gd name="connsiteX8911" fmla="*/ 11867941 w 12188965"/>
              <a:gd name="connsiteY8911" fmla="*/ 1355974 h 2053176"/>
              <a:gd name="connsiteX8912" fmla="*/ 11842279 w 12188965"/>
              <a:gd name="connsiteY8912" fmla="*/ 1381633 h 2053176"/>
              <a:gd name="connsiteX8913" fmla="*/ 11816621 w 12188965"/>
              <a:gd name="connsiteY8913" fmla="*/ 1355974 h 2053176"/>
              <a:gd name="connsiteX8914" fmla="*/ 11842279 w 12188965"/>
              <a:gd name="connsiteY8914" fmla="*/ 1330315 h 2053176"/>
              <a:gd name="connsiteX8915" fmla="*/ 11775107 w 12188965"/>
              <a:gd name="connsiteY8915" fmla="*/ 1330315 h 2053176"/>
              <a:gd name="connsiteX8916" fmla="*/ 11800767 w 12188965"/>
              <a:gd name="connsiteY8916" fmla="*/ 1355974 h 2053176"/>
              <a:gd name="connsiteX8917" fmla="*/ 11775107 w 12188965"/>
              <a:gd name="connsiteY8917" fmla="*/ 1381633 h 2053176"/>
              <a:gd name="connsiteX8918" fmla="*/ 11749449 w 12188965"/>
              <a:gd name="connsiteY8918" fmla="*/ 1355974 h 2053176"/>
              <a:gd name="connsiteX8919" fmla="*/ 11775107 w 12188965"/>
              <a:gd name="connsiteY8919" fmla="*/ 1330315 h 2053176"/>
              <a:gd name="connsiteX8920" fmla="*/ 11646697 w 12188965"/>
              <a:gd name="connsiteY8920" fmla="*/ 1330315 h 2053176"/>
              <a:gd name="connsiteX8921" fmla="*/ 11672355 w 12188965"/>
              <a:gd name="connsiteY8921" fmla="*/ 1355974 h 2053176"/>
              <a:gd name="connsiteX8922" fmla="*/ 11646697 w 12188965"/>
              <a:gd name="connsiteY8922" fmla="*/ 1381633 h 2053176"/>
              <a:gd name="connsiteX8923" fmla="*/ 11621037 w 12188965"/>
              <a:gd name="connsiteY8923" fmla="*/ 1355974 h 2053176"/>
              <a:gd name="connsiteX8924" fmla="*/ 11646697 w 12188965"/>
              <a:gd name="connsiteY8924" fmla="*/ 1330315 h 2053176"/>
              <a:gd name="connsiteX8925" fmla="*/ 11454081 w 12188965"/>
              <a:gd name="connsiteY8925" fmla="*/ 1330315 h 2053176"/>
              <a:gd name="connsiteX8926" fmla="*/ 11479739 w 12188965"/>
              <a:gd name="connsiteY8926" fmla="*/ 1355974 h 2053176"/>
              <a:gd name="connsiteX8927" fmla="*/ 11454081 w 12188965"/>
              <a:gd name="connsiteY8927" fmla="*/ 1381633 h 2053176"/>
              <a:gd name="connsiteX8928" fmla="*/ 11428421 w 12188965"/>
              <a:gd name="connsiteY8928" fmla="*/ 1355974 h 2053176"/>
              <a:gd name="connsiteX8929" fmla="*/ 11454081 w 12188965"/>
              <a:gd name="connsiteY8929" fmla="*/ 1330315 h 2053176"/>
              <a:gd name="connsiteX8930" fmla="*/ 11389875 w 12188965"/>
              <a:gd name="connsiteY8930" fmla="*/ 1330315 h 2053176"/>
              <a:gd name="connsiteX8931" fmla="*/ 11415533 w 12188965"/>
              <a:gd name="connsiteY8931" fmla="*/ 1355974 h 2053176"/>
              <a:gd name="connsiteX8932" fmla="*/ 11389875 w 12188965"/>
              <a:gd name="connsiteY8932" fmla="*/ 1381633 h 2053176"/>
              <a:gd name="connsiteX8933" fmla="*/ 11364217 w 12188965"/>
              <a:gd name="connsiteY8933" fmla="*/ 1355974 h 2053176"/>
              <a:gd name="connsiteX8934" fmla="*/ 11389875 w 12188965"/>
              <a:gd name="connsiteY8934" fmla="*/ 1330315 h 2053176"/>
              <a:gd name="connsiteX8935" fmla="*/ 11325670 w 12188965"/>
              <a:gd name="connsiteY8935" fmla="*/ 1330315 h 2053176"/>
              <a:gd name="connsiteX8936" fmla="*/ 11351329 w 12188965"/>
              <a:gd name="connsiteY8936" fmla="*/ 1355974 h 2053176"/>
              <a:gd name="connsiteX8937" fmla="*/ 11325670 w 12188965"/>
              <a:gd name="connsiteY8937" fmla="*/ 1381633 h 2053176"/>
              <a:gd name="connsiteX8938" fmla="*/ 11300012 w 12188965"/>
              <a:gd name="connsiteY8938" fmla="*/ 1355974 h 2053176"/>
              <a:gd name="connsiteX8939" fmla="*/ 11325670 w 12188965"/>
              <a:gd name="connsiteY8939" fmla="*/ 1330315 h 2053176"/>
              <a:gd name="connsiteX8940" fmla="*/ 11197259 w 12188965"/>
              <a:gd name="connsiteY8940" fmla="*/ 1330315 h 2053176"/>
              <a:gd name="connsiteX8941" fmla="*/ 11222917 w 12188965"/>
              <a:gd name="connsiteY8941" fmla="*/ 1355974 h 2053176"/>
              <a:gd name="connsiteX8942" fmla="*/ 11197259 w 12188965"/>
              <a:gd name="connsiteY8942" fmla="*/ 1381633 h 2053176"/>
              <a:gd name="connsiteX8943" fmla="*/ 11171601 w 12188965"/>
              <a:gd name="connsiteY8943" fmla="*/ 1355974 h 2053176"/>
              <a:gd name="connsiteX8944" fmla="*/ 11197259 w 12188965"/>
              <a:gd name="connsiteY8944" fmla="*/ 1330315 h 2053176"/>
              <a:gd name="connsiteX8945" fmla="*/ 11133055 w 12188965"/>
              <a:gd name="connsiteY8945" fmla="*/ 1330315 h 2053176"/>
              <a:gd name="connsiteX8946" fmla="*/ 11158713 w 12188965"/>
              <a:gd name="connsiteY8946" fmla="*/ 1355974 h 2053176"/>
              <a:gd name="connsiteX8947" fmla="*/ 11133055 w 12188965"/>
              <a:gd name="connsiteY8947" fmla="*/ 1381633 h 2053176"/>
              <a:gd name="connsiteX8948" fmla="*/ 11107396 w 12188965"/>
              <a:gd name="connsiteY8948" fmla="*/ 1355974 h 2053176"/>
              <a:gd name="connsiteX8949" fmla="*/ 11133055 w 12188965"/>
              <a:gd name="connsiteY8949" fmla="*/ 1330315 h 2053176"/>
              <a:gd name="connsiteX8950" fmla="*/ 11068848 w 12188965"/>
              <a:gd name="connsiteY8950" fmla="*/ 1330315 h 2053176"/>
              <a:gd name="connsiteX8951" fmla="*/ 11094509 w 12188965"/>
              <a:gd name="connsiteY8951" fmla="*/ 1355974 h 2053176"/>
              <a:gd name="connsiteX8952" fmla="*/ 11068848 w 12188965"/>
              <a:gd name="connsiteY8952" fmla="*/ 1381633 h 2053176"/>
              <a:gd name="connsiteX8953" fmla="*/ 11043189 w 12188965"/>
              <a:gd name="connsiteY8953" fmla="*/ 1355974 h 2053176"/>
              <a:gd name="connsiteX8954" fmla="*/ 11068848 w 12188965"/>
              <a:gd name="connsiteY8954" fmla="*/ 1330315 h 2053176"/>
              <a:gd name="connsiteX8955" fmla="*/ 10940321 w 12188965"/>
              <a:gd name="connsiteY8955" fmla="*/ 1330315 h 2053176"/>
              <a:gd name="connsiteX8956" fmla="*/ 10965982 w 12188965"/>
              <a:gd name="connsiteY8956" fmla="*/ 1355974 h 2053176"/>
              <a:gd name="connsiteX8957" fmla="*/ 10940321 w 12188965"/>
              <a:gd name="connsiteY8957" fmla="*/ 1381633 h 2053176"/>
              <a:gd name="connsiteX8958" fmla="*/ 10914663 w 12188965"/>
              <a:gd name="connsiteY8958" fmla="*/ 1355974 h 2053176"/>
              <a:gd name="connsiteX8959" fmla="*/ 10940321 w 12188965"/>
              <a:gd name="connsiteY8959" fmla="*/ 1330315 h 2053176"/>
              <a:gd name="connsiteX8960" fmla="*/ 10811912 w 12188965"/>
              <a:gd name="connsiteY8960" fmla="*/ 1330315 h 2053176"/>
              <a:gd name="connsiteX8961" fmla="*/ 10837571 w 12188965"/>
              <a:gd name="connsiteY8961" fmla="*/ 1355974 h 2053176"/>
              <a:gd name="connsiteX8962" fmla="*/ 10811912 w 12188965"/>
              <a:gd name="connsiteY8962" fmla="*/ 1381633 h 2053176"/>
              <a:gd name="connsiteX8963" fmla="*/ 10786254 w 12188965"/>
              <a:gd name="connsiteY8963" fmla="*/ 1355974 h 2053176"/>
              <a:gd name="connsiteX8964" fmla="*/ 10811912 w 12188965"/>
              <a:gd name="connsiteY8964" fmla="*/ 1330315 h 2053176"/>
              <a:gd name="connsiteX8965" fmla="*/ 10683501 w 12188965"/>
              <a:gd name="connsiteY8965" fmla="*/ 1330315 h 2053176"/>
              <a:gd name="connsiteX8966" fmla="*/ 10709159 w 12188965"/>
              <a:gd name="connsiteY8966" fmla="*/ 1355974 h 2053176"/>
              <a:gd name="connsiteX8967" fmla="*/ 10683501 w 12188965"/>
              <a:gd name="connsiteY8967" fmla="*/ 1381633 h 2053176"/>
              <a:gd name="connsiteX8968" fmla="*/ 10657843 w 12188965"/>
              <a:gd name="connsiteY8968" fmla="*/ 1355974 h 2053176"/>
              <a:gd name="connsiteX8969" fmla="*/ 10683501 w 12188965"/>
              <a:gd name="connsiteY8969" fmla="*/ 1330315 h 2053176"/>
              <a:gd name="connsiteX8970" fmla="*/ 10619297 w 12188965"/>
              <a:gd name="connsiteY8970" fmla="*/ 1330315 h 2053176"/>
              <a:gd name="connsiteX8971" fmla="*/ 10644955 w 12188965"/>
              <a:gd name="connsiteY8971" fmla="*/ 1355974 h 2053176"/>
              <a:gd name="connsiteX8972" fmla="*/ 10619297 w 12188965"/>
              <a:gd name="connsiteY8972" fmla="*/ 1381633 h 2053176"/>
              <a:gd name="connsiteX8973" fmla="*/ 10593639 w 12188965"/>
              <a:gd name="connsiteY8973" fmla="*/ 1355974 h 2053176"/>
              <a:gd name="connsiteX8974" fmla="*/ 10619297 w 12188965"/>
              <a:gd name="connsiteY8974" fmla="*/ 1330315 h 2053176"/>
              <a:gd name="connsiteX8975" fmla="*/ 10555092 w 12188965"/>
              <a:gd name="connsiteY8975" fmla="*/ 1330315 h 2053176"/>
              <a:gd name="connsiteX8976" fmla="*/ 10580751 w 12188965"/>
              <a:gd name="connsiteY8976" fmla="*/ 1355974 h 2053176"/>
              <a:gd name="connsiteX8977" fmla="*/ 10555092 w 12188965"/>
              <a:gd name="connsiteY8977" fmla="*/ 1381633 h 2053176"/>
              <a:gd name="connsiteX8978" fmla="*/ 10529432 w 12188965"/>
              <a:gd name="connsiteY8978" fmla="*/ 1355974 h 2053176"/>
              <a:gd name="connsiteX8979" fmla="*/ 10555092 w 12188965"/>
              <a:gd name="connsiteY8979" fmla="*/ 1330315 h 2053176"/>
              <a:gd name="connsiteX8980" fmla="*/ 10490885 w 12188965"/>
              <a:gd name="connsiteY8980" fmla="*/ 1330315 h 2053176"/>
              <a:gd name="connsiteX8981" fmla="*/ 10516544 w 12188965"/>
              <a:gd name="connsiteY8981" fmla="*/ 1355974 h 2053176"/>
              <a:gd name="connsiteX8982" fmla="*/ 10490885 w 12188965"/>
              <a:gd name="connsiteY8982" fmla="*/ 1381633 h 2053176"/>
              <a:gd name="connsiteX8983" fmla="*/ 10465227 w 12188965"/>
              <a:gd name="connsiteY8983" fmla="*/ 1355974 h 2053176"/>
              <a:gd name="connsiteX8984" fmla="*/ 10490885 w 12188965"/>
              <a:gd name="connsiteY8984" fmla="*/ 1330315 h 2053176"/>
              <a:gd name="connsiteX8985" fmla="*/ 10362474 w 12188965"/>
              <a:gd name="connsiteY8985" fmla="*/ 1330315 h 2053176"/>
              <a:gd name="connsiteX8986" fmla="*/ 10388135 w 12188965"/>
              <a:gd name="connsiteY8986" fmla="*/ 1355974 h 2053176"/>
              <a:gd name="connsiteX8987" fmla="*/ 10362474 w 12188965"/>
              <a:gd name="connsiteY8987" fmla="*/ 1381633 h 2053176"/>
              <a:gd name="connsiteX8988" fmla="*/ 10336816 w 12188965"/>
              <a:gd name="connsiteY8988" fmla="*/ 1355974 h 2053176"/>
              <a:gd name="connsiteX8989" fmla="*/ 10362474 w 12188965"/>
              <a:gd name="connsiteY8989" fmla="*/ 1330315 h 2053176"/>
              <a:gd name="connsiteX8990" fmla="*/ 10298270 w 12188965"/>
              <a:gd name="connsiteY8990" fmla="*/ 1330315 h 2053176"/>
              <a:gd name="connsiteX8991" fmla="*/ 10323928 w 12188965"/>
              <a:gd name="connsiteY8991" fmla="*/ 1355974 h 2053176"/>
              <a:gd name="connsiteX8992" fmla="*/ 10298270 w 12188965"/>
              <a:gd name="connsiteY8992" fmla="*/ 1381633 h 2053176"/>
              <a:gd name="connsiteX8993" fmla="*/ 10272611 w 12188965"/>
              <a:gd name="connsiteY8993" fmla="*/ 1355974 h 2053176"/>
              <a:gd name="connsiteX8994" fmla="*/ 10298270 w 12188965"/>
              <a:gd name="connsiteY8994" fmla="*/ 1330315 h 2053176"/>
              <a:gd name="connsiteX8995" fmla="*/ 10234065 w 12188965"/>
              <a:gd name="connsiteY8995" fmla="*/ 1330315 h 2053176"/>
              <a:gd name="connsiteX8996" fmla="*/ 10259723 w 12188965"/>
              <a:gd name="connsiteY8996" fmla="*/ 1355974 h 2053176"/>
              <a:gd name="connsiteX8997" fmla="*/ 10234065 w 12188965"/>
              <a:gd name="connsiteY8997" fmla="*/ 1381633 h 2053176"/>
              <a:gd name="connsiteX8998" fmla="*/ 10208404 w 12188965"/>
              <a:gd name="connsiteY8998" fmla="*/ 1355974 h 2053176"/>
              <a:gd name="connsiteX8999" fmla="*/ 10234065 w 12188965"/>
              <a:gd name="connsiteY8999" fmla="*/ 1330315 h 2053176"/>
              <a:gd name="connsiteX9000" fmla="*/ 10105654 w 12188965"/>
              <a:gd name="connsiteY9000" fmla="*/ 1330315 h 2053176"/>
              <a:gd name="connsiteX9001" fmla="*/ 10131312 w 12188965"/>
              <a:gd name="connsiteY9001" fmla="*/ 1355974 h 2053176"/>
              <a:gd name="connsiteX9002" fmla="*/ 10105654 w 12188965"/>
              <a:gd name="connsiteY9002" fmla="*/ 1381633 h 2053176"/>
              <a:gd name="connsiteX9003" fmla="*/ 10079996 w 12188965"/>
              <a:gd name="connsiteY9003" fmla="*/ 1355974 h 2053176"/>
              <a:gd name="connsiteX9004" fmla="*/ 10105654 w 12188965"/>
              <a:gd name="connsiteY9004" fmla="*/ 1330315 h 2053176"/>
              <a:gd name="connsiteX9005" fmla="*/ 9913038 w 12188965"/>
              <a:gd name="connsiteY9005" fmla="*/ 1330315 h 2053176"/>
              <a:gd name="connsiteX9006" fmla="*/ 9938696 w 12188965"/>
              <a:gd name="connsiteY9006" fmla="*/ 1355974 h 2053176"/>
              <a:gd name="connsiteX9007" fmla="*/ 9913038 w 12188965"/>
              <a:gd name="connsiteY9007" fmla="*/ 1381633 h 2053176"/>
              <a:gd name="connsiteX9008" fmla="*/ 9887380 w 12188965"/>
              <a:gd name="connsiteY9008" fmla="*/ 1355974 h 2053176"/>
              <a:gd name="connsiteX9009" fmla="*/ 9913038 w 12188965"/>
              <a:gd name="connsiteY9009" fmla="*/ 1330315 h 2053176"/>
              <a:gd name="connsiteX9010" fmla="*/ 9720307 w 12188965"/>
              <a:gd name="connsiteY9010" fmla="*/ 1330315 h 2053176"/>
              <a:gd name="connsiteX9011" fmla="*/ 9745965 w 12188965"/>
              <a:gd name="connsiteY9011" fmla="*/ 1355974 h 2053176"/>
              <a:gd name="connsiteX9012" fmla="*/ 9720307 w 12188965"/>
              <a:gd name="connsiteY9012" fmla="*/ 1381633 h 2053176"/>
              <a:gd name="connsiteX9013" fmla="*/ 9694646 w 12188965"/>
              <a:gd name="connsiteY9013" fmla="*/ 1355974 h 2053176"/>
              <a:gd name="connsiteX9014" fmla="*/ 9720307 w 12188965"/>
              <a:gd name="connsiteY9014" fmla="*/ 1330315 h 2053176"/>
              <a:gd name="connsiteX9015" fmla="*/ 9591896 w 12188965"/>
              <a:gd name="connsiteY9015" fmla="*/ 1330315 h 2053176"/>
              <a:gd name="connsiteX9016" fmla="*/ 9617554 w 12188965"/>
              <a:gd name="connsiteY9016" fmla="*/ 1355974 h 2053176"/>
              <a:gd name="connsiteX9017" fmla="*/ 9591896 w 12188965"/>
              <a:gd name="connsiteY9017" fmla="*/ 1381633 h 2053176"/>
              <a:gd name="connsiteX9018" fmla="*/ 9566238 w 12188965"/>
              <a:gd name="connsiteY9018" fmla="*/ 1355974 h 2053176"/>
              <a:gd name="connsiteX9019" fmla="*/ 9591896 w 12188965"/>
              <a:gd name="connsiteY9019" fmla="*/ 1330315 h 2053176"/>
              <a:gd name="connsiteX9020" fmla="*/ 9527689 w 12188965"/>
              <a:gd name="connsiteY9020" fmla="*/ 1330315 h 2053176"/>
              <a:gd name="connsiteX9021" fmla="*/ 9553350 w 12188965"/>
              <a:gd name="connsiteY9021" fmla="*/ 1355974 h 2053176"/>
              <a:gd name="connsiteX9022" fmla="*/ 9527689 w 12188965"/>
              <a:gd name="connsiteY9022" fmla="*/ 1381633 h 2053176"/>
              <a:gd name="connsiteX9023" fmla="*/ 9502031 w 12188965"/>
              <a:gd name="connsiteY9023" fmla="*/ 1355974 h 2053176"/>
              <a:gd name="connsiteX9024" fmla="*/ 9527689 w 12188965"/>
              <a:gd name="connsiteY9024" fmla="*/ 1330315 h 2053176"/>
              <a:gd name="connsiteX9025" fmla="*/ 9463485 w 12188965"/>
              <a:gd name="connsiteY9025" fmla="*/ 1330315 h 2053176"/>
              <a:gd name="connsiteX9026" fmla="*/ 9489143 w 12188965"/>
              <a:gd name="connsiteY9026" fmla="*/ 1355974 h 2053176"/>
              <a:gd name="connsiteX9027" fmla="*/ 9463485 w 12188965"/>
              <a:gd name="connsiteY9027" fmla="*/ 1381633 h 2053176"/>
              <a:gd name="connsiteX9028" fmla="*/ 9437826 w 12188965"/>
              <a:gd name="connsiteY9028" fmla="*/ 1355974 h 2053176"/>
              <a:gd name="connsiteX9029" fmla="*/ 9463485 w 12188965"/>
              <a:gd name="connsiteY9029" fmla="*/ 1330315 h 2053176"/>
              <a:gd name="connsiteX9030" fmla="*/ 9335073 w 12188965"/>
              <a:gd name="connsiteY9030" fmla="*/ 1330315 h 2053176"/>
              <a:gd name="connsiteX9031" fmla="*/ 9360734 w 12188965"/>
              <a:gd name="connsiteY9031" fmla="*/ 1355974 h 2053176"/>
              <a:gd name="connsiteX9032" fmla="*/ 9335073 w 12188965"/>
              <a:gd name="connsiteY9032" fmla="*/ 1381633 h 2053176"/>
              <a:gd name="connsiteX9033" fmla="*/ 9309415 w 12188965"/>
              <a:gd name="connsiteY9033" fmla="*/ 1355974 h 2053176"/>
              <a:gd name="connsiteX9034" fmla="*/ 9335073 w 12188965"/>
              <a:gd name="connsiteY9034" fmla="*/ 1330315 h 2053176"/>
              <a:gd name="connsiteX9035" fmla="*/ 9078253 w 12188965"/>
              <a:gd name="connsiteY9035" fmla="*/ 1330315 h 2053176"/>
              <a:gd name="connsiteX9036" fmla="*/ 9103911 w 12188965"/>
              <a:gd name="connsiteY9036" fmla="*/ 1355974 h 2053176"/>
              <a:gd name="connsiteX9037" fmla="*/ 9078253 w 12188965"/>
              <a:gd name="connsiteY9037" fmla="*/ 1381633 h 2053176"/>
              <a:gd name="connsiteX9038" fmla="*/ 9052595 w 12188965"/>
              <a:gd name="connsiteY9038" fmla="*/ 1355974 h 2053176"/>
              <a:gd name="connsiteX9039" fmla="*/ 9078253 w 12188965"/>
              <a:gd name="connsiteY9039" fmla="*/ 1330315 h 2053176"/>
              <a:gd name="connsiteX9040" fmla="*/ 9014049 w 12188965"/>
              <a:gd name="connsiteY9040" fmla="*/ 1330315 h 2053176"/>
              <a:gd name="connsiteX9041" fmla="*/ 9039707 w 12188965"/>
              <a:gd name="connsiteY9041" fmla="*/ 1355974 h 2053176"/>
              <a:gd name="connsiteX9042" fmla="*/ 9014049 w 12188965"/>
              <a:gd name="connsiteY9042" fmla="*/ 1381633 h 2053176"/>
              <a:gd name="connsiteX9043" fmla="*/ 8988388 w 12188965"/>
              <a:gd name="connsiteY9043" fmla="*/ 1355974 h 2053176"/>
              <a:gd name="connsiteX9044" fmla="*/ 9014049 w 12188965"/>
              <a:gd name="connsiteY9044" fmla="*/ 1330315 h 2053176"/>
              <a:gd name="connsiteX9045" fmla="*/ 8821433 w 12188965"/>
              <a:gd name="connsiteY9045" fmla="*/ 1330315 h 2053176"/>
              <a:gd name="connsiteX9046" fmla="*/ 8847091 w 12188965"/>
              <a:gd name="connsiteY9046" fmla="*/ 1355974 h 2053176"/>
              <a:gd name="connsiteX9047" fmla="*/ 8821433 w 12188965"/>
              <a:gd name="connsiteY9047" fmla="*/ 1381633 h 2053176"/>
              <a:gd name="connsiteX9048" fmla="*/ 8795772 w 12188965"/>
              <a:gd name="connsiteY9048" fmla="*/ 1355974 h 2053176"/>
              <a:gd name="connsiteX9049" fmla="*/ 8821433 w 12188965"/>
              <a:gd name="connsiteY9049" fmla="*/ 1330315 h 2053176"/>
              <a:gd name="connsiteX9050" fmla="*/ 8757226 w 12188965"/>
              <a:gd name="connsiteY9050" fmla="*/ 1330315 h 2053176"/>
              <a:gd name="connsiteX9051" fmla="*/ 8782887 w 12188965"/>
              <a:gd name="connsiteY9051" fmla="*/ 1355974 h 2053176"/>
              <a:gd name="connsiteX9052" fmla="*/ 8757226 w 12188965"/>
              <a:gd name="connsiteY9052" fmla="*/ 1381633 h 2053176"/>
              <a:gd name="connsiteX9053" fmla="*/ 8731568 w 12188965"/>
              <a:gd name="connsiteY9053" fmla="*/ 1355974 h 2053176"/>
              <a:gd name="connsiteX9054" fmla="*/ 8757226 w 12188965"/>
              <a:gd name="connsiteY9054" fmla="*/ 1330315 h 2053176"/>
              <a:gd name="connsiteX9055" fmla="*/ 8692904 w 12188965"/>
              <a:gd name="connsiteY9055" fmla="*/ 1330315 h 2053176"/>
              <a:gd name="connsiteX9056" fmla="*/ 8718565 w 12188965"/>
              <a:gd name="connsiteY9056" fmla="*/ 1355974 h 2053176"/>
              <a:gd name="connsiteX9057" fmla="*/ 8692904 w 12188965"/>
              <a:gd name="connsiteY9057" fmla="*/ 1381633 h 2053176"/>
              <a:gd name="connsiteX9058" fmla="*/ 8667246 w 12188965"/>
              <a:gd name="connsiteY9058" fmla="*/ 1355974 h 2053176"/>
              <a:gd name="connsiteX9059" fmla="*/ 8692904 w 12188965"/>
              <a:gd name="connsiteY9059" fmla="*/ 1330315 h 2053176"/>
              <a:gd name="connsiteX9060" fmla="*/ 8564495 w 12188965"/>
              <a:gd name="connsiteY9060" fmla="*/ 1330315 h 2053176"/>
              <a:gd name="connsiteX9061" fmla="*/ 8590153 w 12188965"/>
              <a:gd name="connsiteY9061" fmla="*/ 1355974 h 2053176"/>
              <a:gd name="connsiteX9062" fmla="*/ 8564495 w 12188965"/>
              <a:gd name="connsiteY9062" fmla="*/ 1381633 h 2053176"/>
              <a:gd name="connsiteX9063" fmla="*/ 8538837 w 12188965"/>
              <a:gd name="connsiteY9063" fmla="*/ 1355974 h 2053176"/>
              <a:gd name="connsiteX9064" fmla="*/ 8564495 w 12188965"/>
              <a:gd name="connsiteY9064" fmla="*/ 1330315 h 2053176"/>
              <a:gd name="connsiteX9065" fmla="*/ 8500288 w 12188965"/>
              <a:gd name="connsiteY9065" fmla="*/ 1330315 h 2053176"/>
              <a:gd name="connsiteX9066" fmla="*/ 8525949 w 12188965"/>
              <a:gd name="connsiteY9066" fmla="*/ 1355974 h 2053176"/>
              <a:gd name="connsiteX9067" fmla="*/ 8500288 w 12188965"/>
              <a:gd name="connsiteY9067" fmla="*/ 1381633 h 2053176"/>
              <a:gd name="connsiteX9068" fmla="*/ 8474630 w 12188965"/>
              <a:gd name="connsiteY9068" fmla="*/ 1355974 h 2053176"/>
              <a:gd name="connsiteX9069" fmla="*/ 8500288 w 12188965"/>
              <a:gd name="connsiteY9069" fmla="*/ 1330315 h 2053176"/>
              <a:gd name="connsiteX9070" fmla="*/ 8115057 w 12188965"/>
              <a:gd name="connsiteY9070" fmla="*/ 1330315 h 2053176"/>
              <a:gd name="connsiteX9071" fmla="*/ 8140717 w 12188965"/>
              <a:gd name="connsiteY9071" fmla="*/ 1355974 h 2053176"/>
              <a:gd name="connsiteX9072" fmla="*/ 8115057 w 12188965"/>
              <a:gd name="connsiteY9072" fmla="*/ 1381633 h 2053176"/>
              <a:gd name="connsiteX9073" fmla="*/ 8089398 w 12188965"/>
              <a:gd name="connsiteY9073" fmla="*/ 1355974 h 2053176"/>
              <a:gd name="connsiteX9074" fmla="*/ 8115057 w 12188965"/>
              <a:gd name="connsiteY9074" fmla="*/ 1330315 h 2053176"/>
              <a:gd name="connsiteX9075" fmla="*/ 8050852 w 12188965"/>
              <a:gd name="connsiteY9075" fmla="*/ 1330315 h 2053176"/>
              <a:gd name="connsiteX9076" fmla="*/ 8076510 w 12188965"/>
              <a:gd name="connsiteY9076" fmla="*/ 1355974 h 2053176"/>
              <a:gd name="connsiteX9077" fmla="*/ 8050852 w 12188965"/>
              <a:gd name="connsiteY9077" fmla="*/ 1381633 h 2053176"/>
              <a:gd name="connsiteX9078" fmla="*/ 8025194 w 12188965"/>
              <a:gd name="connsiteY9078" fmla="*/ 1355974 h 2053176"/>
              <a:gd name="connsiteX9079" fmla="*/ 8050852 w 12188965"/>
              <a:gd name="connsiteY9079" fmla="*/ 1330315 h 2053176"/>
              <a:gd name="connsiteX9080" fmla="*/ 7986648 w 12188965"/>
              <a:gd name="connsiteY9080" fmla="*/ 1330315 h 2053176"/>
              <a:gd name="connsiteX9081" fmla="*/ 8012306 w 12188965"/>
              <a:gd name="connsiteY9081" fmla="*/ 1355974 h 2053176"/>
              <a:gd name="connsiteX9082" fmla="*/ 7986648 w 12188965"/>
              <a:gd name="connsiteY9082" fmla="*/ 1381633 h 2053176"/>
              <a:gd name="connsiteX9083" fmla="*/ 7960990 w 12188965"/>
              <a:gd name="connsiteY9083" fmla="*/ 1355974 h 2053176"/>
              <a:gd name="connsiteX9084" fmla="*/ 7986648 w 12188965"/>
              <a:gd name="connsiteY9084" fmla="*/ 1330315 h 2053176"/>
              <a:gd name="connsiteX9085" fmla="*/ 7922444 w 12188965"/>
              <a:gd name="connsiteY9085" fmla="*/ 1330315 h 2053176"/>
              <a:gd name="connsiteX9086" fmla="*/ 7948102 w 12188965"/>
              <a:gd name="connsiteY9086" fmla="*/ 1355974 h 2053176"/>
              <a:gd name="connsiteX9087" fmla="*/ 7922444 w 12188965"/>
              <a:gd name="connsiteY9087" fmla="*/ 1381633 h 2053176"/>
              <a:gd name="connsiteX9088" fmla="*/ 7896783 w 12188965"/>
              <a:gd name="connsiteY9088" fmla="*/ 1355974 h 2053176"/>
              <a:gd name="connsiteX9089" fmla="*/ 7922444 w 12188965"/>
              <a:gd name="connsiteY9089" fmla="*/ 1330315 h 2053176"/>
              <a:gd name="connsiteX9090" fmla="*/ 7858237 w 12188965"/>
              <a:gd name="connsiteY9090" fmla="*/ 1330315 h 2053176"/>
              <a:gd name="connsiteX9091" fmla="*/ 7883895 w 12188965"/>
              <a:gd name="connsiteY9091" fmla="*/ 1355974 h 2053176"/>
              <a:gd name="connsiteX9092" fmla="*/ 7858237 w 12188965"/>
              <a:gd name="connsiteY9092" fmla="*/ 1381633 h 2053176"/>
              <a:gd name="connsiteX9093" fmla="*/ 7832578 w 12188965"/>
              <a:gd name="connsiteY9093" fmla="*/ 1355974 h 2053176"/>
              <a:gd name="connsiteX9094" fmla="*/ 7858237 w 12188965"/>
              <a:gd name="connsiteY9094" fmla="*/ 1330315 h 2053176"/>
              <a:gd name="connsiteX9095" fmla="*/ 7794032 w 12188965"/>
              <a:gd name="connsiteY9095" fmla="*/ 1330315 h 2053176"/>
              <a:gd name="connsiteX9096" fmla="*/ 7819690 w 12188965"/>
              <a:gd name="connsiteY9096" fmla="*/ 1355974 h 2053176"/>
              <a:gd name="connsiteX9097" fmla="*/ 7794032 w 12188965"/>
              <a:gd name="connsiteY9097" fmla="*/ 1381633 h 2053176"/>
              <a:gd name="connsiteX9098" fmla="*/ 7768371 w 12188965"/>
              <a:gd name="connsiteY9098" fmla="*/ 1355974 h 2053176"/>
              <a:gd name="connsiteX9099" fmla="*/ 7794032 w 12188965"/>
              <a:gd name="connsiteY9099" fmla="*/ 1330315 h 2053176"/>
              <a:gd name="connsiteX9100" fmla="*/ 7729825 w 12188965"/>
              <a:gd name="connsiteY9100" fmla="*/ 1330315 h 2053176"/>
              <a:gd name="connsiteX9101" fmla="*/ 7755486 w 12188965"/>
              <a:gd name="connsiteY9101" fmla="*/ 1355974 h 2053176"/>
              <a:gd name="connsiteX9102" fmla="*/ 7729825 w 12188965"/>
              <a:gd name="connsiteY9102" fmla="*/ 1381633 h 2053176"/>
              <a:gd name="connsiteX9103" fmla="*/ 7704167 w 12188965"/>
              <a:gd name="connsiteY9103" fmla="*/ 1355974 h 2053176"/>
              <a:gd name="connsiteX9104" fmla="*/ 7729825 w 12188965"/>
              <a:gd name="connsiteY9104" fmla="*/ 1330315 h 2053176"/>
              <a:gd name="connsiteX9105" fmla="*/ 7665621 w 12188965"/>
              <a:gd name="connsiteY9105" fmla="*/ 1330315 h 2053176"/>
              <a:gd name="connsiteX9106" fmla="*/ 7691279 w 12188965"/>
              <a:gd name="connsiteY9106" fmla="*/ 1355974 h 2053176"/>
              <a:gd name="connsiteX9107" fmla="*/ 7665621 w 12188965"/>
              <a:gd name="connsiteY9107" fmla="*/ 1381633 h 2053176"/>
              <a:gd name="connsiteX9108" fmla="*/ 7639963 w 12188965"/>
              <a:gd name="connsiteY9108" fmla="*/ 1355974 h 2053176"/>
              <a:gd name="connsiteX9109" fmla="*/ 7665621 w 12188965"/>
              <a:gd name="connsiteY9109" fmla="*/ 1330315 h 2053176"/>
              <a:gd name="connsiteX9110" fmla="*/ 7601299 w 12188965"/>
              <a:gd name="connsiteY9110" fmla="*/ 1330315 h 2053176"/>
              <a:gd name="connsiteX9111" fmla="*/ 7626959 w 12188965"/>
              <a:gd name="connsiteY9111" fmla="*/ 1355974 h 2053176"/>
              <a:gd name="connsiteX9112" fmla="*/ 7601299 w 12188965"/>
              <a:gd name="connsiteY9112" fmla="*/ 1381633 h 2053176"/>
              <a:gd name="connsiteX9113" fmla="*/ 7575640 w 12188965"/>
              <a:gd name="connsiteY9113" fmla="*/ 1355974 h 2053176"/>
              <a:gd name="connsiteX9114" fmla="*/ 7601299 w 12188965"/>
              <a:gd name="connsiteY9114" fmla="*/ 1330315 h 2053176"/>
              <a:gd name="connsiteX9115" fmla="*/ 7537094 w 12188965"/>
              <a:gd name="connsiteY9115" fmla="*/ 1330315 h 2053176"/>
              <a:gd name="connsiteX9116" fmla="*/ 7562752 w 12188965"/>
              <a:gd name="connsiteY9116" fmla="*/ 1355974 h 2053176"/>
              <a:gd name="connsiteX9117" fmla="*/ 7537094 w 12188965"/>
              <a:gd name="connsiteY9117" fmla="*/ 1381633 h 2053176"/>
              <a:gd name="connsiteX9118" fmla="*/ 7511436 w 12188965"/>
              <a:gd name="connsiteY9118" fmla="*/ 1355974 h 2053176"/>
              <a:gd name="connsiteX9119" fmla="*/ 7537094 w 12188965"/>
              <a:gd name="connsiteY9119" fmla="*/ 1330315 h 2053176"/>
              <a:gd name="connsiteX9120" fmla="*/ 7472890 w 12188965"/>
              <a:gd name="connsiteY9120" fmla="*/ 1330315 h 2053176"/>
              <a:gd name="connsiteX9121" fmla="*/ 7498548 w 12188965"/>
              <a:gd name="connsiteY9121" fmla="*/ 1355974 h 2053176"/>
              <a:gd name="connsiteX9122" fmla="*/ 7472890 w 12188965"/>
              <a:gd name="connsiteY9122" fmla="*/ 1381633 h 2053176"/>
              <a:gd name="connsiteX9123" fmla="*/ 7447229 w 12188965"/>
              <a:gd name="connsiteY9123" fmla="*/ 1355974 h 2053176"/>
              <a:gd name="connsiteX9124" fmla="*/ 7472890 w 12188965"/>
              <a:gd name="connsiteY9124" fmla="*/ 1330315 h 2053176"/>
              <a:gd name="connsiteX9125" fmla="*/ 7280274 w 12188965"/>
              <a:gd name="connsiteY9125" fmla="*/ 1330315 h 2053176"/>
              <a:gd name="connsiteX9126" fmla="*/ 7305932 w 12188965"/>
              <a:gd name="connsiteY9126" fmla="*/ 1355974 h 2053176"/>
              <a:gd name="connsiteX9127" fmla="*/ 7280274 w 12188965"/>
              <a:gd name="connsiteY9127" fmla="*/ 1381633 h 2053176"/>
              <a:gd name="connsiteX9128" fmla="*/ 7254613 w 12188965"/>
              <a:gd name="connsiteY9128" fmla="*/ 1355974 h 2053176"/>
              <a:gd name="connsiteX9129" fmla="*/ 7280274 w 12188965"/>
              <a:gd name="connsiteY9129" fmla="*/ 1330315 h 2053176"/>
              <a:gd name="connsiteX9130" fmla="*/ 7216067 w 12188965"/>
              <a:gd name="connsiteY9130" fmla="*/ 1330315 h 2053176"/>
              <a:gd name="connsiteX9131" fmla="*/ 7241725 w 12188965"/>
              <a:gd name="connsiteY9131" fmla="*/ 1355974 h 2053176"/>
              <a:gd name="connsiteX9132" fmla="*/ 7216067 w 12188965"/>
              <a:gd name="connsiteY9132" fmla="*/ 1381633 h 2053176"/>
              <a:gd name="connsiteX9133" fmla="*/ 7190409 w 12188965"/>
              <a:gd name="connsiteY9133" fmla="*/ 1355974 h 2053176"/>
              <a:gd name="connsiteX9134" fmla="*/ 7216067 w 12188965"/>
              <a:gd name="connsiteY9134" fmla="*/ 1330315 h 2053176"/>
              <a:gd name="connsiteX9135" fmla="*/ 7151863 w 12188965"/>
              <a:gd name="connsiteY9135" fmla="*/ 1330315 h 2053176"/>
              <a:gd name="connsiteX9136" fmla="*/ 7177521 w 12188965"/>
              <a:gd name="connsiteY9136" fmla="*/ 1355974 h 2053176"/>
              <a:gd name="connsiteX9137" fmla="*/ 7151863 w 12188965"/>
              <a:gd name="connsiteY9137" fmla="*/ 1381633 h 2053176"/>
              <a:gd name="connsiteX9138" fmla="*/ 7126205 w 12188965"/>
              <a:gd name="connsiteY9138" fmla="*/ 1355974 h 2053176"/>
              <a:gd name="connsiteX9139" fmla="*/ 7151863 w 12188965"/>
              <a:gd name="connsiteY9139" fmla="*/ 1330315 h 2053176"/>
              <a:gd name="connsiteX9140" fmla="*/ 7087658 w 12188965"/>
              <a:gd name="connsiteY9140" fmla="*/ 1330315 h 2053176"/>
              <a:gd name="connsiteX9141" fmla="*/ 7113317 w 12188965"/>
              <a:gd name="connsiteY9141" fmla="*/ 1355974 h 2053176"/>
              <a:gd name="connsiteX9142" fmla="*/ 7087658 w 12188965"/>
              <a:gd name="connsiteY9142" fmla="*/ 1381633 h 2053176"/>
              <a:gd name="connsiteX9143" fmla="*/ 7061998 w 12188965"/>
              <a:gd name="connsiteY9143" fmla="*/ 1355974 h 2053176"/>
              <a:gd name="connsiteX9144" fmla="*/ 7087658 w 12188965"/>
              <a:gd name="connsiteY9144" fmla="*/ 1330315 h 2053176"/>
              <a:gd name="connsiteX9145" fmla="*/ 6895043 w 12188965"/>
              <a:gd name="connsiteY9145" fmla="*/ 1330315 h 2053176"/>
              <a:gd name="connsiteX9146" fmla="*/ 6920701 w 12188965"/>
              <a:gd name="connsiteY9146" fmla="*/ 1355974 h 2053176"/>
              <a:gd name="connsiteX9147" fmla="*/ 6895043 w 12188965"/>
              <a:gd name="connsiteY9147" fmla="*/ 1381633 h 2053176"/>
              <a:gd name="connsiteX9148" fmla="*/ 6869382 w 12188965"/>
              <a:gd name="connsiteY9148" fmla="*/ 1355974 h 2053176"/>
              <a:gd name="connsiteX9149" fmla="*/ 6895043 w 12188965"/>
              <a:gd name="connsiteY9149" fmla="*/ 1330315 h 2053176"/>
              <a:gd name="connsiteX9150" fmla="*/ 6766631 w 12188965"/>
              <a:gd name="connsiteY9150" fmla="*/ 1330315 h 2053176"/>
              <a:gd name="connsiteX9151" fmla="*/ 6792290 w 12188965"/>
              <a:gd name="connsiteY9151" fmla="*/ 1355974 h 2053176"/>
              <a:gd name="connsiteX9152" fmla="*/ 6766631 w 12188965"/>
              <a:gd name="connsiteY9152" fmla="*/ 1381633 h 2053176"/>
              <a:gd name="connsiteX9153" fmla="*/ 6740973 w 12188965"/>
              <a:gd name="connsiteY9153" fmla="*/ 1355974 h 2053176"/>
              <a:gd name="connsiteX9154" fmla="*/ 6766631 w 12188965"/>
              <a:gd name="connsiteY9154" fmla="*/ 1330315 h 2053176"/>
              <a:gd name="connsiteX9155" fmla="*/ 6702427 w 12188965"/>
              <a:gd name="connsiteY9155" fmla="*/ 1330315 h 2053176"/>
              <a:gd name="connsiteX9156" fmla="*/ 6728085 w 12188965"/>
              <a:gd name="connsiteY9156" fmla="*/ 1355974 h 2053176"/>
              <a:gd name="connsiteX9157" fmla="*/ 6702427 w 12188965"/>
              <a:gd name="connsiteY9157" fmla="*/ 1381633 h 2053176"/>
              <a:gd name="connsiteX9158" fmla="*/ 6676766 w 12188965"/>
              <a:gd name="connsiteY9158" fmla="*/ 1355974 h 2053176"/>
              <a:gd name="connsiteX9159" fmla="*/ 6702427 w 12188965"/>
              <a:gd name="connsiteY9159" fmla="*/ 1330315 h 2053176"/>
              <a:gd name="connsiteX9160" fmla="*/ 6638220 w 12188965"/>
              <a:gd name="connsiteY9160" fmla="*/ 1330315 h 2053176"/>
              <a:gd name="connsiteX9161" fmla="*/ 6663881 w 12188965"/>
              <a:gd name="connsiteY9161" fmla="*/ 1355974 h 2053176"/>
              <a:gd name="connsiteX9162" fmla="*/ 6638220 w 12188965"/>
              <a:gd name="connsiteY9162" fmla="*/ 1381633 h 2053176"/>
              <a:gd name="connsiteX9163" fmla="*/ 6612562 w 12188965"/>
              <a:gd name="connsiteY9163" fmla="*/ 1355974 h 2053176"/>
              <a:gd name="connsiteX9164" fmla="*/ 6638220 w 12188965"/>
              <a:gd name="connsiteY9164" fmla="*/ 1330315 h 2053176"/>
              <a:gd name="connsiteX9165" fmla="*/ 6574016 w 12188965"/>
              <a:gd name="connsiteY9165" fmla="*/ 1330315 h 2053176"/>
              <a:gd name="connsiteX9166" fmla="*/ 6599674 w 12188965"/>
              <a:gd name="connsiteY9166" fmla="*/ 1355974 h 2053176"/>
              <a:gd name="connsiteX9167" fmla="*/ 6574016 w 12188965"/>
              <a:gd name="connsiteY9167" fmla="*/ 1381633 h 2053176"/>
              <a:gd name="connsiteX9168" fmla="*/ 6548357 w 12188965"/>
              <a:gd name="connsiteY9168" fmla="*/ 1355974 h 2053176"/>
              <a:gd name="connsiteX9169" fmla="*/ 6574016 w 12188965"/>
              <a:gd name="connsiteY9169" fmla="*/ 1330315 h 2053176"/>
              <a:gd name="connsiteX9170" fmla="*/ 6317078 w 12188965"/>
              <a:gd name="connsiteY9170" fmla="*/ 1330315 h 2053176"/>
              <a:gd name="connsiteX9171" fmla="*/ 6342736 w 12188965"/>
              <a:gd name="connsiteY9171" fmla="*/ 1355974 h 2053176"/>
              <a:gd name="connsiteX9172" fmla="*/ 6317078 w 12188965"/>
              <a:gd name="connsiteY9172" fmla="*/ 1381633 h 2053176"/>
              <a:gd name="connsiteX9173" fmla="*/ 6291420 w 12188965"/>
              <a:gd name="connsiteY9173" fmla="*/ 1355974 h 2053176"/>
              <a:gd name="connsiteX9174" fmla="*/ 6317078 w 12188965"/>
              <a:gd name="connsiteY9174" fmla="*/ 1330315 h 2053176"/>
              <a:gd name="connsiteX9175" fmla="*/ 6252873 w 12188965"/>
              <a:gd name="connsiteY9175" fmla="*/ 1330315 h 2053176"/>
              <a:gd name="connsiteX9176" fmla="*/ 6278532 w 12188965"/>
              <a:gd name="connsiteY9176" fmla="*/ 1355974 h 2053176"/>
              <a:gd name="connsiteX9177" fmla="*/ 6252873 w 12188965"/>
              <a:gd name="connsiteY9177" fmla="*/ 1381633 h 2053176"/>
              <a:gd name="connsiteX9178" fmla="*/ 6227213 w 12188965"/>
              <a:gd name="connsiteY9178" fmla="*/ 1355974 h 2053176"/>
              <a:gd name="connsiteX9179" fmla="*/ 6252873 w 12188965"/>
              <a:gd name="connsiteY9179" fmla="*/ 1330315 h 2053176"/>
              <a:gd name="connsiteX9180" fmla="*/ 6188666 w 12188965"/>
              <a:gd name="connsiteY9180" fmla="*/ 1330315 h 2053176"/>
              <a:gd name="connsiteX9181" fmla="*/ 6214327 w 12188965"/>
              <a:gd name="connsiteY9181" fmla="*/ 1355974 h 2053176"/>
              <a:gd name="connsiteX9182" fmla="*/ 6188666 w 12188965"/>
              <a:gd name="connsiteY9182" fmla="*/ 1381633 h 2053176"/>
              <a:gd name="connsiteX9183" fmla="*/ 6163008 w 12188965"/>
              <a:gd name="connsiteY9183" fmla="*/ 1355974 h 2053176"/>
              <a:gd name="connsiteX9184" fmla="*/ 6188666 w 12188965"/>
              <a:gd name="connsiteY9184" fmla="*/ 1330315 h 2053176"/>
              <a:gd name="connsiteX9185" fmla="*/ 6124462 w 12188965"/>
              <a:gd name="connsiteY9185" fmla="*/ 1330315 h 2053176"/>
              <a:gd name="connsiteX9186" fmla="*/ 6150123 w 12188965"/>
              <a:gd name="connsiteY9186" fmla="*/ 1355974 h 2053176"/>
              <a:gd name="connsiteX9187" fmla="*/ 6124462 w 12188965"/>
              <a:gd name="connsiteY9187" fmla="*/ 1381633 h 2053176"/>
              <a:gd name="connsiteX9188" fmla="*/ 6098804 w 12188965"/>
              <a:gd name="connsiteY9188" fmla="*/ 1355974 h 2053176"/>
              <a:gd name="connsiteX9189" fmla="*/ 6124462 w 12188965"/>
              <a:gd name="connsiteY9189" fmla="*/ 1330315 h 2053176"/>
              <a:gd name="connsiteX9190" fmla="*/ 6064505 w 12188965"/>
              <a:gd name="connsiteY9190" fmla="*/ 1330315 h 2053176"/>
              <a:gd name="connsiteX9191" fmla="*/ 6090163 w 12188965"/>
              <a:gd name="connsiteY9191" fmla="*/ 1355974 h 2053176"/>
              <a:gd name="connsiteX9192" fmla="*/ 6064505 w 12188965"/>
              <a:gd name="connsiteY9192" fmla="*/ 1381633 h 2053176"/>
              <a:gd name="connsiteX9193" fmla="*/ 6038844 w 12188965"/>
              <a:gd name="connsiteY9193" fmla="*/ 1355974 h 2053176"/>
              <a:gd name="connsiteX9194" fmla="*/ 6064505 w 12188965"/>
              <a:gd name="connsiteY9194" fmla="*/ 1330315 h 2053176"/>
              <a:gd name="connsiteX9195" fmla="*/ 5936092 w 12188965"/>
              <a:gd name="connsiteY9195" fmla="*/ 1330315 h 2053176"/>
              <a:gd name="connsiteX9196" fmla="*/ 5961751 w 12188965"/>
              <a:gd name="connsiteY9196" fmla="*/ 1355974 h 2053176"/>
              <a:gd name="connsiteX9197" fmla="*/ 5936092 w 12188965"/>
              <a:gd name="connsiteY9197" fmla="*/ 1381633 h 2053176"/>
              <a:gd name="connsiteX9198" fmla="*/ 5910435 w 12188965"/>
              <a:gd name="connsiteY9198" fmla="*/ 1355974 h 2053176"/>
              <a:gd name="connsiteX9199" fmla="*/ 5936092 w 12188965"/>
              <a:gd name="connsiteY9199" fmla="*/ 1330315 h 2053176"/>
              <a:gd name="connsiteX9200" fmla="*/ 5743477 w 12188965"/>
              <a:gd name="connsiteY9200" fmla="*/ 1330315 h 2053176"/>
              <a:gd name="connsiteX9201" fmla="*/ 5769136 w 12188965"/>
              <a:gd name="connsiteY9201" fmla="*/ 1355974 h 2053176"/>
              <a:gd name="connsiteX9202" fmla="*/ 5743477 w 12188965"/>
              <a:gd name="connsiteY9202" fmla="*/ 1381633 h 2053176"/>
              <a:gd name="connsiteX9203" fmla="*/ 5717818 w 12188965"/>
              <a:gd name="connsiteY9203" fmla="*/ 1355974 h 2053176"/>
              <a:gd name="connsiteX9204" fmla="*/ 5743477 w 12188965"/>
              <a:gd name="connsiteY9204" fmla="*/ 1330315 h 2053176"/>
              <a:gd name="connsiteX9205" fmla="*/ 5679272 w 12188965"/>
              <a:gd name="connsiteY9205" fmla="*/ 1330315 h 2053176"/>
              <a:gd name="connsiteX9206" fmla="*/ 5704930 w 12188965"/>
              <a:gd name="connsiteY9206" fmla="*/ 1355974 h 2053176"/>
              <a:gd name="connsiteX9207" fmla="*/ 5679272 w 12188965"/>
              <a:gd name="connsiteY9207" fmla="*/ 1381633 h 2053176"/>
              <a:gd name="connsiteX9208" fmla="*/ 5653614 w 12188965"/>
              <a:gd name="connsiteY9208" fmla="*/ 1355974 h 2053176"/>
              <a:gd name="connsiteX9209" fmla="*/ 5679272 w 12188965"/>
              <a:gd name="connsiteY9209" fmla="*/ 1330315 h 2053176"/>
              <a:gd name="connsiteX9210" fmla="*/ 5615066 w 12188965"/>
              <a:gd name="connsiteY9210" fmla="*/ 1330315 h 2053176"/>
              <a:gd name="connsiteX9211" fmla="*/ 5640726 w 12188965"/>
              <a:gd name="connsiteY9211" fmla="*/ 1355974 h 2053176"/>
              <a:gd name="connsiteX9212" fmla="*/ 5615066 w 12188965"/>
              <a:gd name="connsiteY9212" fmla="*/ 1381633 h 2053176"/>
              <a:gd name="connsiteX9213" fmla="*/ 5589407 w 12188965"/>
              <a:gd name="connsiteY9213" fmla="*/ 1355974 h 2053176"/>
              <a:gd name="connsiteX9214" fmla="*/ 5615066 w 12188965"/>
              <a:gd name="connsiteY9214" fmla="*/ 1330315 h 2053176"/>
              <a:gd name="connsiteX9215" fmla="*/ 5486655 w 12188965"/>
              <a:gd name="connsiteY9215" fmla="*/ 1330315 h 2053176"/>
              <a:gd name="connsiteX9216" fmla="*/ 5512316 w 12188965"/>
              <a:gd name="connsiteY9216" fmla="*/ 1355974 h 2053176"/>
              <a:gd name="connsiteX9217" fmla="*/ 5486655 w 12188965"/>
              <a:gd name="connsiteY9217" fmla="*/ 1381633 h 2053176"/>
              <a:gd name="connsiteX9218" fmla="*/ 5460997 w 12188965"/>
              <a:gd name="connsiteY9218" fmla="*/ 1355974 h 2053176"/>
              <a:gd name="connsiteX9219" fmla="*/ 5486655 w 12188965"/>
              <a:gd name="connsiteY9219" fmla="*/ 1330315 h 2053176"/>
              <a:gd name="connsiteX9220" fmla="*/ 5422451 w 12188965"/>
              <a:gd name="connsiteY9220" fmla="*/ 1330315 h 2053176"/>
              <a:gd name="connsiteX9221" fmla="*/ 5448109 w 12188965"/>
              <a:gd name="connsiteY9221" fmla="*/ 1355974 h 2053176"/>
              <a:gd name="connsiteX9222" fmla="*/ 5422451 w 12188965"/>
              <a:gd name="connsiteY9222" fmla="*/ 1381633 h 2053176"/>
              <a:gd name="connsiteX9223" fmla="*/ 5396791 w 12188965"/>
              <a:gd name="connsiteY9223" fmla="*/ 1355974 h 2053176"/>
              <a:gd name="connsiteX9224" fmla="*/ 5422451 w 12188965"/>
              <a:gd name="connsiteY9224" fmla="*/ 1330315 h 2053176"/>
              <a:gd name="connsiteX9225" fmla="*/ 5358245 w 12188965"/>
              <a:gd name="connsiteY9225" fmla="*/ 1330315 h 2053176"/>
              <a:gd name="connsiteX9226" fmla="*/ 5383904 w 12188965"/>
              <a:gd name="connsiteY9226" fmla="*/ 1355974 h 2053176"/>
              <a:gd name="connsiteX9227" fmla="*/ 5358245 w 12188965"/>
              <a:gd name="connsiteY9227" fmla="*/ 1381633 h 2053176"/>
              <a:gd name="connsiteX9228" fmla="*/ 5332587 w 12188965"/>
              <a:gd name="connsiteY9228" fmla="*/ 1355974 h 2053176"/>
              <a:gd name="connsiteX9229" fmla="*/ 5358245 w 12188965"/>
              <a:gd name="connsiteY9229" fmla="*/ 1330315 h 2053176"/>
              <a:gd name="connsiteX9230" fmla="*/ 5229719 w 12188965"/>
              <a:gd name="connsiteY9230" fmla="*/ 1330315 h 2053176"/>
              <a:gd name="connsiteX9231" fmla="*/ 5255377 w 12188965"/>
              <a:gd name="connsiteY9231" fmla="*/ 1355974 h 2053176"/>
              <a:gd name="connsiteX9232" fmla="*/ 5229719 w 12188965"/>
              <a:gd name="connsiteY9232" fmla="*/ 1381633 h 2053176"/>
              <a:gd name="connsiteX9233" fmla="*/ 5204058 w 12188965"/>
              <a:gd name="connsiteY9233" fmla="*/ 1355974 h 2053176"/>
              <a:gd name="connsiteX9234" fmla="*/ 5229719 w 12188965"/>
              <a:gd name="connsiteY9234" fmla="*/ 1330315 h 2053176"/>
              <a:gd name="connsiteX9235" fmla="*/ 5101309 w 12188965"/>
              <a:gd name="connsiteY9235" fmla="*/ 1330315 h 2053176"/>
              <a:gd name="connsiteX9236" fmla="*/ 5126967 w 12188965"/>
              <a:gd name="connsiteY9236" fmla="*/ 1355974 h 2053176"/>
              <a:gd name="connsiteX9237" fmla="*/ 5101309 w 12188965"/>
              <a:gd name="connsiteY9237" fmla="*/ 1381633 h 2053176"/>
              <a:gd name="connsiteX9238" fmla="*/ 5075649 w 12188965"/>
              <a:gd name="connsiteY9238" fmla="*/ 1355974 h 2053176"/>
              <a:gd name="connsiteX9239" fmla="*/ 5101309 w 12188965"/>
              <a:gd name="connsiteY9239" fmla="*/ 1330315 h 2053176"/>
              <a:gd name="connsiteX9240" fmla="*/ 4972896 w 12188965"/>
              <a:gd name="connsiteY9240" fmla="*/ 1330315 h 2053176"/>
              <a:gd name="connsiteX9241" fmla="*/ 4998557 w 12188965"/>
              <a:gd name="connsiteY9241" fmla="*/ 1355974 h 2053176"/>
              <a:gd name="connsiteX9242" fmla="*/ 4972896 w 12188965"/>
              <a:gd name="connsiteY9242" fmla="*/ 1381633 h 2053176"/>
              <a:gd name="connsiteX9243" fmla="*/ 4947240 w 12188965"/>
              <a:gd name="connsiteY9243" fmla="*/ 1355974 h 2053176"/>
              <a:gd name="connsiteX9244" fmla="*/ 4972896 w 12188965"/>
              <a:gd name="connsiteY9244" fmla="*/ 1330315 h 2053176"/>
              <a:gd name="connsiteX9245" fmla="*/ 4908693 w 12188965"/>
              <a:gd name="connsiteY9245" fmla="*/ 1330315 h 2053176"/>
              <a:gd name="connsiteX9246" fmla="*/ 4934352 w 12188965"/>
              <a:gd name="connsiteY9246" fmla="*/ 1355974 h 2053176"/>
              <a:gd name="connsiteX9247" fmla="*/ 4908693 w 12188965"/>
              <a:gd name="connsiteY9247" fmla="*/ 1381633 h 2053176"/>
              <a:gd name="connsiteX9248" fmla="*/ 4883033 w 12188965"/>
              <a:gd name="connsiteY9248" fmla="*/ 1355974 h 2053176"/>
              <a:gd name="connsiteX9249" fmla="*/ 4908693 w 12188965"/>
              <a:gd name="connsiteY9249" fmla="*/ 1330315 h 2053176"/>
              <a:gd name="connsiteX9250" fmla="*/ 4844487 w 12188965"/>
              <a:gd name="connsiteY9250" fmla="*/ 1330315 h 2053176"/>
              <a:gd name="connsiteX9251" fmla="*/ 4870146 w 12188965"/>
              <a:gd name="connsiteY9251" fmla="*/ 1355974 h 2053176"/>
              <a:gd name="connsiteX9252" fmla="*/ 4844487 w 12188965"/>
              <a:gd name="connsiteY9252" fmla="*/ 1381633 h 2053176"/>
              <a:gd name="connsiteX9253" fmla="*/ 4818828 w 12188965"/>
              <a:gd name="connsiteY9253" fmla="*/ 1355974 h 2053176"/>
              <a:gd name="connsiteX9254" fmla="*/ 4844487 w 12188965"/>
              <a:gd name="connsiteY9254" fmla="*/ 1330315 h 2053176"/>
              <a:gd name="connsiteX9255" fmla="*/ 4780282 w 12188965"/>
              <a:gd name="connsiteY9255" fmla="*/ 1330315 h 2053176"/>
              <a:gd name="connsiteX9256" fmla="*/ 4805941 w 12188965"/>
              <a:gd name="connsiteY9256" fmla="*/ 1355974 h 2053176"/>
              <a:gd name="connsiteX9257" fmla="*/ 4780282 w 12188965"/>
              <a:gd name="connsiteY9257" fmla="*/ 1381633 h 2053176"/>
              <a:gd name="connsiteX9258" fmla="*/ 4754622 w 12188965"/>
              <a:gd name="connsiteY9258" fmla="*/ 1355974 h 2053176"/>
              <a:gd name="connsiteX9259" fmla="*/ 4780282 w 12188965"/>
              <a:gd name="connsiteY9259" fmla="*/ 1330315 h 2053176"/>
              <a:gd name="connsiteX9260" fmla="*/ 4651872 w 12188965"/>
              <a:gd name="connsiteY9260" fmla="*/ 1330315 h 2053176"/>
              <a:gd name="connsiteX9261" fmla="*/ 4677531 w 12188965"/>
              <a:gd name="connsiteY9261" fmla="*/ 1355974 h 2053176"/>
              <a:gd name="connsiteX9262" fmla="*/ 4651872 w 12188965"/>
              <a:gd name="connsiteY9262" fmla="*/ 1381633 h 2053176"/>
              <a:gd name="connsiteX9263" fmla="*/ 4626213 w 12188965"/>
              <a:gd name="connsiteY9263" fmla="*/ 1355974 h 2053176"/>
              <a:gd name="connsiteX9264" fmla="*/ 4651872 w 12188965"/>
              <a:gd name="connsiteY9264" fmla="*/ 1330315 h 2053176"/>
              <a:gd name="connsiteX9265" fmla="*/ 4587666 w 12188965"/>
              <a:gd name="connsiteY9265" fmla="*/ 1330315 h 2053176"/>
              <a:gd name="connsiteX9266" fmla="*/ 4613324 w 12188965"/>
              <a:gd name="connsiteY9266" fmla="*/ 1355974 h 2053176"/>
              <a:gd name="connsiteX9267" fmla="*/ 4587666 w 12188965"/>
              <a:gd name="connsiteY9267" fmla="*/ 1381633 h 2053176"/>
              <a:gd name="connsiteX9268" fmla="*/ 4562007 w 12188965"/>
              <a:gd name="connsiteY9268" fmla="*/ 1355974 h 2053176"/>
              <a:gd name="connsiteX9269" fmla="*/ 4587666 w 12188965"/>
              <a:gd name="connsiteY9269" fmla="*/ 1330315 h 2053176"/>
              <a:gd name="connsiteX9270" fmla="*/ 4523461 w 12188965"/>
              <a:gd name="connsiteY9270" fmla="*/ 1330315 h 2053176"/>
              <a:gd name="connsiteX9271" fmla="*/ 4549121 w 12188965"/>
              <a:gd name="connsiteY9271" fmla="*/ 1355974 h 2053176"/>
              <a:gd name="connsiteX9272" fmla="*/ 4523461 w 12188965"/>
              <a:gd name="connsiteY9272" fmla="*/ 1381633 h 2053176"/>
              <a:gd name="connsiteX9273" fmla="*/ 4497802 w 12188965"/>
              <a:gd name="connsiteY9273" fmla="*/ 1355974 h 2053176"/>
              <a:gd name="connsiteX9274" fmla="*/ 4523461 w 12188965"/>
              <a:gd name="connsiteY9274" fmla="*/ 1330315 h 2053176"/>
              <a:gd name="connsiteX9275" fmla="*/ 4395050 w 12188965"/>
              <a:gd name="connsiteY9275" fmla="*/ 1330315 h 2053176"/>
              <a:gd name="connsiteX9276" fmla="*/ 4420710 w 12188965"/>
              <a:gd name="connsiteY9276" fmla="*/ 1355974 h 2053176"/>
              <a:gd name="connsiteX9277" fmla="*/ 4395050 w 12188965"/>
              <a:gd name="connsiteY9277" fmla="*/ 1381633 h 2053176"/>
              <a:gd name="connsiteX9278" fmla="*/ 4369391 w 12188965"/>
              <a:gd name="connsiteY9278" fmla="*/ 1355974 h 2053176"/>
              <a:gd name="connsiteX9279" fmla="*/ 4395050 w 12188965"/>
              <a:gd name="connsiteY9279" fmla="*/ 1330315 h 2053176"/>
              <a:gd name="connsiteX9280" fmla="*/ 4202435 w 12188965"/>
              <a:gd name="connsiteY9280" fmla="*/ 1330315 h 2053176"/>
              <a:gd name="connsiteX9281" fmla="*/ 4228093 w 12188965"/>
              <a:gd name="connsiteY9281" fmla="*/ 1355974 h 2053176"/>
              <a:gd name="connsiteX9282" fmla="*/ 4202435 w 12188965"/>
              <a:gd name="connsiteY9282" fmla="*/ 1381633 h 2053176"/>
              <a:gd name="connsiteX9283" fmla="*/ 4176776 w 12188965"/>
              <a:gd name="connsiteY9283" fmla="*/ 1355974 h 2053176"/>
              <a:gd name="connsiteX9284" fmla="*/ 4202435 w 12188965"/>
              <a:gd name="connsiteY9284" fmla="*/ 1330315 h 2053176"/>
              <a:gd name="connsiteX9285" fmla="*/ 4009702 w 12188965"/>
              <a:gd name="connsiteY9285" fmla="*/ 1330315 h 2053176"/>
              <a:gd name="connsiteX9286" fmla="*/ 4035362 w 12188965"/>
              <a:gd name="connsiteY9286" fmla="*/ 1355974 h 2053176"/>
              <a:gd name="connsiteX9287" fmla="*/ 4009702 w 12188965"/>
              <a:gd name="connsiteY9287" fmla="*/ 1381633 h 2053176"/>
              <a:gd name="connsiteX9288" fmla="*/ 3984043 w 12188965"/>
              <a:gd name="connsiteY9288" fmla="*/ 1355974 h 2053176"/>
              <a:gd name="connsiteX9289" fmla="*/ 4009702 w 12188965"/>
              <a:gd name="connsiteY9289" fmla="*/ 1330315 h 2053176"/>
              <a:gd name="connsiteX9290" fmla="*/ 3881291 w 12188965"/>
              <a:gd name="connsiteY9290" fmla="*/ 1330315 h 2053176"/>
              <a:gd name="connsiteX9291" fmla="*/ 3906950 w 12188965"/>
              <a:gd name="connsiteY9291" fmla="*/ 1355974 h 2053176"/>
              <a:gd name="connsiteX9292" fmla="*/ 3881291 w 12188965"/>
              <a:gd name="connsiteY9292" fmla="*/ 1381633 h 2053176"/>
              <a:gd name="connsiteX9293" fmla="*/ 3855633 w 12188965"/>
              <a:gd name="connsiteY9293" fmla="*/ 1355974 h 2053176"/>
              <a:gd name="connsiteX9294" fmla="*/ 3881291 w 12188965"/>
              <a:gd name="connsiteY9294" fmla="*/ 1330315 h 2053176"/>
              <a:gd name="connsiteX9295" fmla="*/ 3817085 w 12188965"/>
              <a:gd name="connsiteY9295" fmla="*/ 1330315 h 2053176"/>
              <a:gd name="connsiteX9296" fmla="*/ 3842745 w 12188965"/>
              <a:gd name="connsiteY9296" fmla="*/ 1355974 h 2053176"/>
              <a:gd name="connsiteX9297" fmla="*/ 3817085 w 12188965"/>
              <a:gd name="connsiteY9297" fmla="*/ 1381633 h 2053176"/>
              <a:gd name="connsiteX9298" fmla="*/ 3791427 w 12188965"/>
              <a:gd name="connsiteY9298" fmla="*/ 1355974 h 2053176"/>
              <a:gd name="connsiteX9299" fmla="*/ 3817085 w 12188965"/>
              <a:gd name="connsiteY9299" fmla="*/ 1330315 h 2053176"/>
              <a:gd name="connsiteX9300" fmla="*/ 3752882 w 12188965"/>
              <a:gd name="connsiteY9300" fmla="*/ 1330315 h 2053176"/>
              <a:gd name="connsiteX9301" fmla="*/ 3778539 w 12188965"/>
              <a:gd name="connsiteY9301" fmla="*/ 1355974 h 2053176"/>
              <a:gd name="connsiteX9302" fmla="*/ 3752882 w 12188965"/>
              <a:gd name="connsiteY9302" fmla="*/ 1381633 h 2053176"/>
              <a:gd name="connsiteX9303" fmla="*/ 3727221 w 12188965"/>
              <a:gd name="connsiteY9303" fmla="*/ 1355974 h 2053176"/>
              <a:gd name="connsiteX9304" fmla="*/ 3752882 w 12188965"/>
              <a:gd name="connsiteY9304" fmla="*/ 1330315 h 2053176"/>
              <a:gd name="connsiteX9305" fmla="*/ 3624472 w 12188965"/>
              <a:gd name="connsiteY9305" fmla="*/ 1330315 h 2053176"/>
              <a:gd name="connsiteX9306" fmla="*/ 3650129 w 12188965"/>
              <a:gd name="connsiteY9306" fmla="*/ 1355974 h 2053176"/>
              <a:gd name="connsiteX9307" fmla="*/ 3624472 w 12188965"/>
              <a:gd name="connsiteY9307" fmla="*/ 1381633 h 2053176"/>
              <a:gd name="connsiteX9308" fmla="*/ 3598810 w 12188965"/>
              <a:gd name="connsiteY9308" fmla="*/ 1355974 h 2053176"/>
              <a:gd name="connsiteX9309" fmla="*/ 3624472 w 12188965"/>
              <a:gd name="connsiteY9309" fmla="*/ 1330315 h 2053176"/>
              <a:gd name="connsiteX9310" fmla="*/ 3367649 w 12188965"/>
              <a:gd name="connsiteY9310" fmla="*/ 1330315 h 2053176"/>
              <a:gd name="connsiteX9311" fmla="*/ 3393308 w 12188965"/>
              <a:gd name="connsiteY9311" fmla="*/ 1355974 h 2053176"/>
              <a:gd name="connsiteX9312" fmla="*/ 3367649 w 12188965"/>
              <a:gd name="connsiteY9312" fmla="*/ 1381633 h 2053176"/>
              <a:gd name="connsiteX9313" fmla="*/ 3341990 w 12188965"/>
              <a:gd name="connsiteY9313" fmla="*/ 1355974 h 2053176"/>
              <a:gd name="connsiteX9314" fmla="*/ 3367649 w 12188965"/>
              <a:gd name="connsiteY9314" fmla="*/ 1330315 h 2053176"/>
              <a:gd name="connsiteX9315" fmla="*/ 3303444 w 12188965"/>
              <a:gd name="connsiteY9315" fmla="*/ 1330315 h 2053176"/>
              <a:gd name="connsiteX9316" fmla="*/ 3329102 w 12188965"/>
              <a:gd name="connsiteY9316" fmla="*/ 1355974 h 2053176"/>
              <a:gd name="connsiteX9317" fmla="*/ 3303444 w 12188965"/>
              <a:gd name="connsiteY9317" fmla="*/ 1381633 h 2053176"/>
              <a:gd name="connsiteX9318" fmla="*/ 3277785 w 12188965"/>
              <a:gd name="connsiteY9318" fmla="*/ 1355974 h 2053176"/>
              <a:gd name="connsiteX9319" fmla="*/ 3303444 w 12188965"/>
              <a:gd name="connsiteY9319" fmla="*/ 1330315 h 2053176"/>
              <a:gd name="connsiteX9320" fmla="*/ 3110828 w 12188965"/>
              <a:gd name="connsiteY9320" fmla="*/ 1330315 h 2053176"/>
              <a:gd name="connsiteX9321" fmla="*/ 3136487 w 12188965"/>
              <a:gd name="connsiteY9321" fmla="*/ 1355974 h 2053176"/>
              <a:gd name="connsiteX9322" fmla="*/ 3110828 w 12188965"/>
              <a:gd name="connsiteY9322" fmla="*/ 1381633 h 2053176"/>
              <a:gd name="connsiteX9323" fmla="*/ 3085170 w 12188965"/>
              <a:gd name="connsiteY9323" fmla="*/ 1355974 h 2053176"/>
              <a:gd name="connsiteX9324" fmla="*/ 3110828 w 12188965"/>
              <a:gd name="connsiteY9324" fmla="*/ 1330315 h 2053176"/>
              <a:gd name="connsiteX9325" fmla="*/ 3046623 w 12188965"/>
              <a:gd name="connsiteY9325" fmla="*/ 1330315 h 2053176"/>
              <a:gd name="connsiteX9326" fmla="*/ 3072282 w 12188965"/>
              <a:gd name="connsiteY9326" fmla="*/ 1355974 h 2053176"/>
              <a:gd name="connsiteX9327" fmla="*/ 3046623 w 12188965"/>
              <a:gd name="connsiteY9327" fmla="*/ 1381633 h 2053176"/>
              <a:gd name="connsiteX9328" fmla="*/ 3020964 w 12188965"/>
              <a:gd name="connsiteY9328" fmla="*/ 1355974 h 2053176"/>
              <a:gd name="connsiteX9329" fmla="*/ 3046623 w 12188965"/>
              <a:gd name="connsiteY9329" fmla="*/ 1330315 h 2053176"/>
              <a:gd name="connsiteX9330" fmla="*/ 2982301 w 12188965"/>
              <a:gd name="connsiteY9330" fmla="*/ 1330315 h 2053176"/>
              <a:gd name="connsiteX9331" fmla="*/ 3007960 w 12188965"/>
              <a:gd name="connsiteY9331" fmla="*/ 1355974 h 2053176"/>
              <a:gd name="connsiteX9332" fmla="*/ 2982301 w 12188965"/>
              <a:gd name="connsiteY9332" fmla="*/ 1381633 h 2053176"/>
              <a:gd name="connsiteX9333" fmla="*/ 2956642 w 12188965"/>
              <a:gd name="connsiteY9333" fmla="*/ 1355974 h 2053176"/>
              <a:gd name="connsiteX9334" fmla="*/ 2982301 w 12188965"/>
              <a:gd name="connsiteY9334" fmla="*/ 1330315 h 2053176"/>
              <a:gd name="connsiteX9335" fmla="*/ 2853890 w 12188965"/>
              <a:gd name="connsiteY9335" fmla="*/ 1330315 h 2053176"/>
              <a:gd name="connsiteX9336" fmla="*/ 2879550 w 12188965"/>
              <a:gd name="connsiteY9336" fmla="*/ 1355974 h 2053176"/>
              <a:gd name="connsiteX9337" fmla="*/ 2853890 w 12188965"/>
              <a:gd name="connsiteY9337" fmla="*/ 1381633 h 2053176"/>
              <a:gd name="connsiteX9338" fmla="*/ 2828231 w 12188965"/>
              <a:gd name="connsiteY9338" fmla="*/ 1355974 h 2053176"/>
              <a:gd name="connsiteX9339" fmla="*/ 2853890 w 12188965"/>
              <a:gd name="connsiteY9339" fmla="*/ 1330315 h 2053176"/>
              <a:gd name="connsiteX9340" fmla="*/ 2789686 w 12188965"/>
              <a:gd name="connsiteY9340" fmla="*/ 1330315 h 2053176"/>
              <a:gd name="connsiteX9341" fmla="*/ 2815344 w 12188965"/>
              <a:gd name="connsiteY9341" fmla="*/ 1355974 h 2053176"/>
              <a:gd name="connsiteX9342" fmla="*/ 2789686 w 12188965"/>
              <a:gd name="connsiteY9342" fmla="*/ 1381633 h 2053176"/>
              <a:gd name="connsiteX9343" fmla="*/ 2764027 w 12188965"/>
              <a:gd name="connsiteY9343" fmla="*/ 1355974 h 2053176"/>
              <a:gd name="connsiteX9344" fmla="*/ 2789686 w 12188965"/>
              <a:gd name="connsiteY9344" fmla="*/ 1330315 h 2053176"/>
              <a:gd name="connsiteX9345" fmla="*/ 2404454 w 12188965"/>
              <a:gd name="connsiteY9345" fmla="*/ 1330315 h 2053176"/>
              <a:gd name="connsiteX9346" fmla="*/ 2430112 w 12188965"/>
              <a:gd name="connsiteY9346" fmla="*/ 1355974 h 2053176"/>
              <a:gd name="connsiteX9347" fmla="*/ 2404454 w 12188965"/>
              <a:gd name="connsiteY9347" fmla="*/ 1381633 h 2053176"/>
              <a:gd name="connsiteX9348" fmla="*/ 2378795 w 12188965"/>
              <a:gd name="connsiteY9348" fmla="*/ 1355974 h 2053176"/>
              <a:gd name="connsiteX9349" fmla="*/ 2404454 w 12188965"/>
              <a:gd name="connsiteY9349" fmla="*/ 1330315 h 2053176"/>
              <a:gd name="connsiteX9350" fmla="*/ 2340249 w 12188965"/>
              <a:gd name="connsiteY9350" fmla="*/ 1330315 h 2053176"/>
              <a:gd name="connsiteX9351" fmla="*/ 2365908 w 12188965"/>
              <a:gd name="connsiteY9351" fmla="*/ 1355974 h 2053176"/>
              <a:gd name="connsiteX9352" fmla="*/ 2340249 w 12188965"/>
              <a:gd name="connsiteY9352" fmla="*/ 1381633 h 2053176"/>
              <a:gd name="connsiteX9353" fmla="*/ 2314590 w 12188965"/>
              <a:gd name="connsiteY9353" fmla="*/ 1355974 h 2053176"/>
              <a:gd name="connsiteX9354" fmla="*/ 2340249 w 12188965"/>
              <a:gd name="connsiteY9354" fmla="*/ 1330315 h 2053176"/>
              <a:gd name="connsiteX9355" fmla="*/ 2276044 w 12188965"/>
              <a:gd name="connsiteY9355" fmla="*/ 1330315 h 2053176"/>
              <a:gd name="connsiteX9356" fmla="*/ 2301702 w 12188965"/>
              <a:gd name="connsiteY9356" fmla="*/ 1355974 h 2053176"/>
              <a:gd name="connsiteX9357" fmla="*/ 2276044 w 12188965"/>
              <a:gd name="connsiteY9357" fmla="*/ 1381633 h 2053176"/>
              <a:gd name="connsiteX9358" fmla="*/ 2250385 w 12188965"/>
              <a:gd name="connsiteY9358" fmla="*/ 1355974 h 2053176"/>
              <a:gd name="connsiteX9359" fmla="*/ 2276044 w 12188965"/>
              <a:gd name="connsiteY9359" fmla="*/ 1330315 h 2053176"/>
              <a:gd name="connsiteX9360" fmla="*/ 2211838 w 12188965"/>
              <a:gd name="connsiteY9360" fmla="*/ 1330315 h 2053176"/>
              <a:gd name="connsiteX9361" fmla="*/ 2237497 w 12188965"/>
              <a:gd name="connsiteY9361" fmla="*/ 1355974 h 2053176"/>
              <a:gd name="connsiteX9362" fmla="*/ 2211838 w 12188965"/>
              <a:gd name="connsiteY9362" fmla="*/ 1381633 h 2053176"/>
              <a:gd name="connsiteX9363" fmla="*/ 2186178 w 12188965"/>
              <a:gd name="connsiteY9363" fmla="*/ 1355974 h 2053176"/>
              <a:gd name="connsiteX9364" fmla="*/ 2211838 w 12188965"/>
              <a:gd name="connsiteY9364" fmla="*/ 1330315 h 2053176"/>
              <a:gd name="connsiteX9365" fmla="*/ 2147633 w 12188965"/>
              <a:gd name="connsiteY9365" fmla="*/ 1330315 h 2053176"/>
              <a:gd name="connsiteX9366" fmla="*/ 2173293 w 12188965"/>
              <a:gd name="connsiteY9366" fmla="*/ 1355974 h 2053176"/>
              <a:gd name="connsiteX9367" fmla="*/ 2147633 w 12188965"/>
              <a:gd name="connsiteY9367" fmla="*/ 1381633 h 2053176"/>
              <a:gd name="connsiteX9368" fmla="*/ 2121975 w 12188965"/>
              <a:gd name="connsiteY9368" fmla="*/ 1355974 h 2053176"/>
              <a:gd name="connsiteX9369" fmla="*/ 2147633 w 12188965"/>
              <a:gd name="connsiteY9369" fmla="*/ 1330315 h 2053176"/>
              <a:gd name="connsiteX9370" fmla="*/ 2083427 w 12188965"/>
              <a:gd name="connsiteY9370" fmla="*/ 1330315 h 2053176"/>
              <a:gd name="connsiteX9371" fmla="*/ 2109087 w 12188965"/>
              <a:gd name="connsiteY9371" fmla="*/ 1355974 h 2053176"/>
              <a:gd name="connsiteX9372" fmla="*/ 2083427 w 12188965"/>
              <a:gd name="connsiteY9372" fmla="*/ 1381633 h 2053176"/>
              <a:gd name="connsiteX9373" fmla="*/ 2057768 w 12188965"/>
              <a:gd name="connsiteY9373" fmla="*/ 1355974 h 2053176"/>
              <a:gd name="connsiteX9374" fmla="*/ 2083427 w 12188965"/>
              <a:gd name="connsiteY9374" fmla="*/ 1330315 h 2053176"/>
              <a:gd name="connsiteX9375" fmla="*/ 2019222 w 12188965"/>
              <a:gd name="connsiteY9375" fmla="*/ 1330315 h 2053176"/>
              <a:gd name="connsiteX9376" fmla="*/ 2044880 w 12188965"/>
              <a:gd name="connsiteY9376" fmla="*/ 1355974 h 2053176"/>
              <a:gd name="connsiteX9377" fmla="*/ 2019222 w 12188965"/>
              <a:gd name="connsiteY9377" fmla="*/ 1381633 h 2053176"/>
              <a:gd name="connsiteX9378" fmla="*/ 1993563 w 12188965"/>
              <a:gd name="connsiteY9378" fmla="*/ 1355974 h 2053176"/>
              <a:gd name="connsiteX9379" fmla="*/ 2019222 w 12188965"/>
              <a:gd name="connsiteY9379" fmla="*/ 1330315 h 2053176"/>
              <a:gd name="connsiteX9380" fmla="*/ 1955016 w 12188965"/>
              <a:gd name="connsiteY9380" fmla="*/ 1330315 h 2053176"/>
              <a:gd name="connsiteX9381" fmla="*/ 1980676 w 12188965"/>
              <a:gd name="connsiteY9381" fmla="*/ 1355974 h 2053176"/>
              <a:gd name="connsiteX9382" fmla="*/ 1955016 w 12188965"/>
              <a:gd name="connsiteY9382" fmla="*/ 1381633 h 2053176"/>
              <a:gd name="connsiteX9383" fmla="*/ 1929358 w 12188965"/>
              <a:gd name="connsiteY9383" fmla="*/ 1355974 h 2053176"/>
              <a:gd name="connsiteX9384" fmla="*/ 1955016 w 12188965"/>
              <a:gd name="connsiteY9384" fmla="*/ 1330315 h 2053176"/>
              <a:gd name="connsiteX9385" fmla="*/ 1890696 w 12188965"/>
              <a:gd name="connsiteY9385" fmla="*/ 1330315 h 2053176"/>
              <a:gd name="connsiteX9386" fmla="*/ 1916355 w 12188965"/>
              <a:gd name="connsiteY9386" fmla="*/ 1355974 h 2053176"/>
              <a:gd name="connsiteX9387" fmla="*/ 1890696 w 12188965"/>
              <a:gd name="connsiteY9387" fmla="*/ 1381633 h 2053176"/>
              <a:gd name="connsiteX9388" fmla="*/ 1865037 w 12188965"/>
              <a:gd name="connsiteY9388" fmla="*/ 1355974 h 2053176"/>
              <a:gd name="connsiteX9389" fmla="*/ 1890696 w 12188965"/>
              <a:gd name="connsiteY9389" fmla="*/ 1330315 h 2053176"/>
              <a:gd name="connsiteX9390" fmla="*/ 1826490 w 12188965"/>
              <a:gd name="connsiteY9390" fmla="*/ 1330315 h 2053176"/>
              <a:gd name="connsiteX9391" fmla="*/ 1852149 w 12188965"/>
              <a:gd name="connsiteY9391" fmla="*/ 1355974 h 2053176"/>
              <a:gd name="connsiteX9392" fmla="*/ 1826490 w 12188965"/>
              <a:gd name="connsiteY9392" fmla="*/ 1381633 h 2053176"/>
              <a:gd name="connsiteX9393" fmla="*/ 1800830 w 12188965"/>
              <a:gd name="connsiteY9393" fmla="*/ 1355974 h 2053176"/>
              <a:gd name="connsiteX9394" fmla="*/ 1826490 w 12188965"/>
              <a:gd name="connsiteY9394" fmla="*/ 1330315 h 2053176"/>
              <a:gd name="connsiteX9395" fmla="*/ 1762285 w 12188965"/>
              <a:gd name="connsiteY9395" fmla="*/ 1330315 h 2053176"/>
              <a:gd name="connsiteX9396" fmla="*/ 1787944 w 12188965"/>
              <a:gd name="connsiteY9396" fmla="*/ 1355974 h 2053176"/>
              <a:gd name="connsiteX9397" fmla="*/ 1762285 w 12188965"/>
              <a:gd name="connsiteY9397" fmla="*/ 1381633 h 2053176"/>
              <a:gd name="connsiteX9398" fmla="*/ 1736626 w 12188965"/>
              <a:gd name="connsiteY9398" fmla="*/ 1355974 h 2053176"/>
              <a:gd name="connsiteX9399" fmla="*/ 1762285 w 12188965"/>
              <a:gd name="connsiteY9399" fmla="*/ 1330315 h 2053176"/>
              <a:gd name="connsiteX9400" fmla="*/ 1569669 w 12188965"/>
              <a:gd name="connsiteY9400" fmla="*/ 1330315 h 2053176"/>
              <a:gd name="connsiteX9401" fmla="*/ 1595328 w 12188965"/>
              <a:gd name="connsiteY9401" fmla="*/ 1355974 h 2053176"/>
              <a:gd name="connsiteX9402" fmla="*/ 1569669 w 12188965"/>
              <a:gd name="connsiteY9402" fmla="*/ 1381633 h 2053176"/>
              <a:gd name="connsiteX9403" fmla="*/ 1544010 w 12188965"/>
              <a:gd name="connsiteY9403" fmla="*/ 1355974 h 2053176"/>
              <a:gd name="connsiteX9404" fmla="*/ 1569669 w 12188965"/>
              <a:gd name="connsiteY9404" fmla="*/ 1330315 h 2053176"/>
              <a:gd name="connsiteX9405" fmla="*/ 1505464 w 12188965"/>
              <a:gd name="connsiteY9405" fmla="*/ 1330315 h 2053176"/>
              <a:gd name="connsiteX9406" fmla="*/ 1531123 w 12188965"/>
              <a:gd name="connsiteY9406" fmla="*/ 1355974 h 2053176"/>
              <a:gd name="connsiteX9407" fmla="*/ 1505464 w 12188965"/>
              <a:gd name="connsiteY9407" fmla="*/ 1381633 h 2053176"/>
              <a:gd name="connsiteX9408" fmla="*/ 1479806 w 12188965"/>
              <a:gd name="connsiteY9408" fmla="*/ 1355974 h 2053176"/>
              <a:gd name="connsiteX9409" fmla="*/ 1505464 w 12188965"/>
              <a:gd name="connsiteY9409" fmla="*/ 1330315 h 2053176"/>
              <a:gd name="connsiteX9410" fmla="*/ 1441258 w 12188965"/>
              <a:gd name="connsiteY9410" fmla="*/ 1330315 h 2053176"/>
              <a:gd name="connsiteX9411" fmla="*/ 1466917 w 12188965"/>
              <a:gd name="connsiteY9411" fmla="*/ 1355974 h 2053176"/>
              <a:gd name="connsiteX9412" fmla="*/ 1441258 w 12188965"/>
              <a:gd name="connsiteY9412" fmla="*/ 1381633 h 2053176"/>
              <a:gd name="connsiteX9413" fmla="*/ 1415599 w 12188965"/>
              <a:gd name="connsiteY9413" fmla="*/ 1355974 h 2053176"/>
              <a:gd name="connsiteX9414" fmla="*/ 1441258 w 12188965"/>
              <a:gd name="connsiteY9414" fmla="*/ 1330315 h 2053176"/>
              <a:gd name="connsiteX9415" fmla="*/ 1377053 w 12188965"/>
              <a:gd name="connsiteY9415" fmla="*/ 1330315 h 2053176"/>
              <a:gd name="connsiteX9416" fmla="*/ 1402712 w 12188965"/>
              <a:gd name="connsiteY9416" fmla="*/ 1355974 h 2053176"/>
              <a:gd name="connsiteX9417" fmla="*/ 1377053 w 12188965"/>
              <a:gd name="connsiteY9417" fmla="*/ 1381633 h 2053176"/>
              <a:gd name="connsiteX9418" fmla="*/ 1351395 w 12188965"/>
              <a:gd name="connsiteY9418" fmla="*/ 1355974 h 2053176"/>
              <a:gd name="connsiteX9419" fmla="*/ 1377053 w 12188965"/>
              <a:gd name="connsiteY9419" fmla="*/ 1330315 h 2053176"/>
              <a:gd name="connsiteX9420" fmla="*/ 1184437 w 12188965"/>
              <a:gd name="connsiteY9420" fmla="*/ 1330315 h 2053176"/>
              <a:gd name="connsiteX9421" fmla="*/ 1210096 w 12188965"/>
              <a:gd name="connsiteY9421" fmla="*/ 1355974 h 2053176"/>
              <a:gd name="connsiteX9422" fmla="*/ 1184437 w 12188965"/>
              <a:gd name="connsiteY9422" fmla="*/ 1381633 h 2053176"/>
              <a:gd name="connsiteX9423" fmla="*/ 1158780 w 12188965"/>
              <a:gd name="connsiteY9423" fmla="*/ 1355974 h 2053176"/>
              <a:gd name="connsiteX9424" fmla="*/ 1184437 w 12188965"/>
              <a:gd name="connsiteY9424" fmla="*/ 1330315 h 2053176"/>
              <a:gd name="connsiteX9425" fmla="*/ 1056027 w 12188965"/>
              <a:gd name="connsiteY9425" fmla="*/ 1330315 h 2053176"/>
              <a:gd name="connsiteX9426" fmla="*/ 1081685 w 12188965"/>
              <a:gd name="connsiteY9426" fmla="*/ 1355974 h 2053176"/>
              <a:gd name="connsiteX9427" fmla="*/ 1056027 w 12188965"/>
              <a:gd name="connsiteY9427" fmla="*/ 1381633 h 2053176"/>
              <a:gd name="connsiteX9428" fmla="*/ 1030369 w 12188965"/>
              <a:gd name="connsiteY9428" fmla="*/ 1355974 h 2053176"/>
              <a:gd name="connsiteX9429" fmla="*/ 1056027 w 12188965"/>
              <a:gd name="connsiteY9429" fmla="*/ 1330315 h 2053176"/>
              <a:gd name="connsiteX9430" fmla="*/ 991823 w 12188965"/>
              <a:gd name="connsiteY9430" fmla="*/ 1330315 h 2053176"/>
              <a:gd name="connsiteX9431" fmla="*/ 1017481 w 12188965"/>
              <a:gd name="connsiteY9431" fmla="*/ 1355974 h 2053176"/>
              <a:gd name="connsiteX9432" fmla="*/ 991823 w 12188965"/>
              <a:gd name="connsiteY9432" fmla="*/ 1381633 h 2053176"/>
              <a:gd name="connsiteX9433" fmla="*/ 966162 w 12188965"/>
              <a:gd name="connsiteY9433" fmla="*/ 1355974 h 2053176"/>
              <a:gd name="connsiteX9434" fmla="*/ 991823 w 12188965"/>
              <a:gd name="connsiteY9434" fmla="*/ 1330315 h 2053176"/>
              <a:gd name="connsiteX9435" fmla="*/ 927616 w 12188965"/>
              <a:gd name="connsiteY9435" fmla="*/ 1330315 h 2053176"/>
              <a:gd name="connsiteX9436" fmla="*/ 953275 w 12188965"/>
              <a:gd name="connsiteY9436" fmla="*/ 1355974 h 2053176"/>
              <a:gd name="connsiteX9437" fmla="*/ 927616 w 12188965"/>
              <a:gd name="connsiteY9437" fmla="*/ 1381633 h 2053176"/>
              <a:gd name="connsiteX9438" fmla="*/ 901957 w 12188965"/>
              <a:gd name="connsiteY9438" fmla="*/ 1355974 h 2053176"/>
              <a:gd name="connsiteX9439" fmla="*/ 927616 w 12188965"/>
              <a:gd name="connsiteY9439" fmla="*/ 1330315 h 2053176"/>
              <a:gd name="connsiteX9440" fmla="*/ 863411 w 12188965"/>
              <a:gd name="connsiteY9440" fmla="*/ 1330315 h 2053176"/>
              <a:gd name="connsiteX9441" fmla="*/ 889071 w 12188965"/>
              <a:gd name="connsiteY9441" fmla="*/ 1355974 h 2053176"/>
              <a:gd name="connsiteX9442" fmla="*/ 863411 w 12188965"/>
              <a:gd name="connsiteY9442" fmla="*/ 1381633 h 2053176"/>
              <a:gd name="connsiteX9443" fmla="*/ 837752 w 12188965"/>
              <a:gd name="connsiteY9443" fmla="*/ 1355974 h 2053176"/>
              <a:gd name="connsiteX9444" fmla="*/ 863411 w 12188965"/>
              <a:gd name="connsiteY9444" fmla="*/ 1330315 h 2053176"/>
              <a:gd name="connsiteX9445" fmla="*/ 606475 w 12188965"/>
              <a:gd name="connsiteY9445" fmla="*/ 1330315 h 2053176"/>
              <a:gd name="connsiteX9446" fmla="*/ 632134 w 12188965"/>
              <a:gd name="connsiteY9446" fmla="*/ 1355974 h 2053176"/>
              <a:gd name="connsiteX9447" fmla="*/ 606475 w 12188965"/>
              <a:gd name="connsiteY9447" fmla="*/ 1381633 h 2053176"/>
              <a:gd name="connsiteX9448" fmla="*/ 580815 w 12188965"/>
              <a:gd name="connsiteY9448" fmla="*/ 1355974 h 2053176"/>
              <a:gd name="connsiteX9449" fmla="*/ 606475 w 12188965"/>
              <a:gd name="connsiteY9449" fmla="*/ 1330315 h 2053176"/>
              <a:gd name="connsiteX9450" fmla="*/ 542268 w 12188965"/>
              <a:gd name="connsiteY9450" fmla="*/ 1330315 h 2053176"/>
              <a:gd name="connsiteX9451" fmla="*/ 567927 w 12188965"/>
              <a:gd name="connsiteY9451" fmla="*/ 1355974 h 2053176"/>
              <a:gd name="connsiteX9452" fmla="*/ 542268 w 12188965"/>
              <a:gd name="connsiteY9452" fmla="*/ 1381633 h 2053176"/>
              <a:gd name="connsiteX9453" fmla="*/ 516610 w 12188965"/>
              <a:gd name="connsiteY9453" fmla="*/ 1355974 h 2053176"/>
              <a:gd name="connsiteX9454" fmla="*/ 542268 w 12188965"/>
              <a:gd name="connsiteY9454" fmla="*/ 1330315 h 2053176"/>
              <a:gd name="connsiteX9455" fmla="*/ 478063 w 12188965"/>
              <a:gd name="connsiteY9455" fmla="*/ 1330315 h 2053176"/>
              <a:gd name="connsiteX9456" fmla="*/ 503724 w 12188965"/>
              <a:gd name="connsiteY9456" fmla="*/ 1355974 h 2053176"/>
              <a:gd name="connsiteX9457" fmla="*/ 478063 w 12188965"/>
              <a:gd name="connsiteY9457" fmla="*/ 1381633 h 2053176"/>
              <a:gd name="connsiteX9458" fmla="*/ 452404 w 12188965"/>
              <a:gd name="connsiteY9458" fmla="*/ 1355974 h 2053176"/>
              <a:gd name="connsiteX9459" fmla="*/ 478063 w 12188965"/>
              <a:gd name="connsiteY9459" fmla="*/ 1330315 h 2053176"/>
              <a:gd name="connsiteX9460" fmla="*/ 413858 w 12188965"/>
              <a:gd name="connsiteY9460" fmla="*/ 1330315 h 2053176"/>
              <a:gd name="connsiteX9461" fmla="*/ 439517 w 12188965"/>
              <a:gd name="connsiteY9461" fmla="*/ 1355974 h 2053176"/>
              <a:gd name="connsiteX9462" fmla="*/ 413858 w 12188965"/>
              <a:gd name="connsiteY9462" fmla="*/ 1381633 h 2053176"/>
              <a:gd name="connsiteX9463" fmla="*/ 388200 w 12188965"/>
              <a:gd name="connsiteY9463" fmla="*/ 1355974 h 2053176"/>
              <a:gd name="connsiteX9464" fmla="*/ 413858 w 12188965"/>
              <a:gd name="connsiteY9464" fmla="*/ 1330315 h 2053176"/>
              <a:gd name="connsiteX9465" fmla="*/ 346686 w 12188965"/>
              <a:gd name="connsiteY9465" fmla="*/ 1330315 h 2053176"/>
              <a:gd name="connsiteX9466" fmla="*/ 372344 w 12188965"/>
              <a:gd name="connsiteY9466" fmla="*/ 1355974 h 2053176"/>
              <a:gd name="connsiteX9467" fmla="*/ 346686 w 12188965"/>
              <a:gd name="connsiteY9467" fmla="*/ 1381633 h 2053176"/>
              <a:gd name="connsiteX9468" fmla="*/ 321027 w 12188965"/>
              <a:gd name="connsiteY9468" fmla="*/ 1355974 h 2053176"/>
              <a:gd name="connsiteX9469" fmla="*/ 346686 w 12188965"/>
              <a:gd name="connsiteY9469" fmla="*/ 1330315 h 2053176"/>
              <a:gd name="connsiteX9470" fmla="*/ 218274 w 12188965"/>
              <a:gd name="connsiteY9470" fmla="*/ 1330315 h 2053176"/>
              <a:gd name="connsiteX9471" fmla="*/ 243932 w 12188965"/>
              <a:gd name="connsiteY9471" fmla="*/ 1355974 h 2053176"/>
              <a:gd name="connsiteX9472" fmla="*/ 218274 w 12188965"/>
              <a:gd name="connsiteY9472" fmla="*/ 1381633 h 2053176"/>
              <a:gd name="connsiteX9473" fmla="*/ 192615 w 12188965"/>
              <a:gd name="connsiteY9473" fmla="*/ 1355974 h 2053176"/>
              <a:gd name="connsiteX9474" fmla="*/ 218274 w 12188965"/>
              <a:gd name="connsiteY9474" fmla="*/ 1330315 h 2053176"/>
              <a:gd name="connsiteX9475" fmla="*/ 25659 w 12188965"/>
              <a:gd name="connsiteY9475" fmla="*/ 1330315 h 2053176"/>
              <a:gd name="connsiteX9476" fmla="*/ 51317 w 12188965"/>
              <a:gd name="connsiteY9476" fmla="*/ 1355974 h 2053176"/>
              <a:gd name="connsiteX9477" fmla="*/ 25659 w 12188965"/>
              <a:gd name="connsiteY9477" fmla="*/ 1381633 h 2053176"/>
              <a:gd name="connsiteX9478" fmla="*/ 0 w 12188965"/>
              <a:gd name="connsiteY9478" fmla="*/ 1355974 h 2053176"/>
              <a:gd name="connsiteX9479" fmla="*/ 25659 w 12188965"/>
              <a:gd name="connsiteY9479" fmla="*/ 1330315 h 2053176"/>
              <a:gd name="connsiteX9480" fmla="*/ 11646697 w 12188965"/>
              <a:gd name="connsiteY9480" fmla="*/ 1275862 h 2053176"/>
              <a:gd name="connsiteX9481" fmla="*/ 11659583 w 12188965"/>
              <a:gd name="connsiteY9481" fmla="*/ 1288750 h 2053176"/>
              <a:gd name="connsiteX9482" fmla="*/ 11646697 w 12188965"/>
              <a:gd name="connsiteY9482" fmla="*/ 1301638 h 2053176"/>
              <a:gd name="connsiteX9483" fmla="*/ 11633809 w 12188965"/>
              <a:gd name="connsiteY9483" fmla="*/ 1288750 h 2053176"/>
              <a:gd name="connsiteX9484" fmla="*/ 11646697 w 12188965"/>
              <a:gd name="connsiteY9484" fmla="*/ 1275862 h 2053176"/>
              <a:gd name="connsiteX9485" fmla="*/ 11068848 w 12188965"/>
              <a:gd name="connsiteY9485" fmla="*/ 1275862 h 2053176"/>
              <a:gd name="connsiteX9486" fmla="*/ 11081736 w 12188965"/>
              <a:gd name="connsiteY9486" fmla="*/ 1288750 h 2053176"/>
              <a:gd name="connsiteX9487" fmla="*/ 11068848 w 12188965"/>
              <a:gd name="connsiteY9487" fmla="*/ 1301638 h 2053176"/>
              <a:gd name="connsiteX9488" fmla="*/ 11055962 w 12188965"/>
              <a:gd name="connsiteY9488" fmla="*/ 1288750 h 2053176"/>
              <a:gd name="connsiteX9489" fmla="*/ 11068848 w 12188965"/>
              <a:gd name="connsiteY9489" fmla="*/ 1275862 h 2053176"/>
              <a:gd name="connsiteX9490" fmla="*/ 10811912 w 12188965"/>
              <a:gd name="connsiteY9490" fmla="*/ 1275862 h 2053176"/>
              <a:gd name="connsiteX9491" fmla="*/ 10824798 w 12188965"/>
              <a:gd name="connsiteY9491" fmla="*/ 1288750 h 2053176"/>
              <a:gd name="connsiteX9492" fmla="*/ 10811912 w 12188965"/>
              <a:gd name="connsiteY9492" fmla="*/ 1301638 h 2053176"/>
              <a:gd name="connsiteX9493" fmla="*/ 10799024 w 12188965"/>
              <a:gd name="connsiteY9493" fmla="*/ 1288750 h 2053176"/>
              <a:gd name="connsiteX9494" fmla="*/ 10811912 w 12188965"/>
              <a:gd name="connsiteY9494" fmla="*/ 1275862 h 2053176"/>
              <a:gd name="connsiteX9495" fmla="*/ 10747708 w 12188965"/>
              <a:gd name="connsiteY9495" fmla="*/ 1275862 h 2053176"/>
              <a:gd name="connsiteX9496" fmla="*/ 10760593 w 12188965"/>
              <a:gd name="connsiteY9496" fmla="*/ 1288750 h 2053176"/>
              <a:gd name="connsiteX9497" fmla="*/ 10747708 w 12188965"/>
              <a:gd name="connsiteY9497" fmla="*/ 1301638 h 2053176"/>
              <a:gd name="connsiteX9498" fmla="*/ 10734820 w 12188965"/>
              <a:gd name="connsiteY9498" fmla="*/ 1288750 h 2053176"/>
              <a:gd name="connsiteX9499" fmla="*/ 10747708 w 12188965"/>
              <a:gd name="connsiteY9499" fmla="*/ 1275862 h 2053176"/>
              <a:gd name="connsiteX9500" fmla="*/ 9912920 w 12188965"/>
              <a:gd name="connsiteY9500" fmla="*/ 1275862 h 2053176"/>
              <a:gd name="connsiteX9501" fmla="*/ 9925808 w 12188965"/>
              <a:gd name="connsiteY9501" fmla="*/ 1288750 h 2053176"/>
              <a:gd name="connsiteX9502" fmla="*/ 9912920 w 12188965"/>
              <a:gd name="connsiteY9502" fmla="*/ 1301638 h 2053176"/>
              <a:gd name="connsiteX9503" fmla="*/ 9900035 w 12188965"/>
              <a:gd name="connsiteY9503" fmla="*/ 1288750 h 2053176"/>
              <a:gd name="connsiteX9504" fmla="*/ 9912920 w 12188965"/>
              <a:gd name="connsiteY9504" fmla="*/ 1275862 h 2053176"/>
              <a:gd name="connsiteX9505" fmla="*/ 9784512 w 12188965"/>
              <a:gd name="connsiteY9505" fmla="*/ 1275862 h 2053176"/>
              <a:gd name="connsiteX9506" fmla="*/ 9797400 w 12188965"/>
              <a:gd name="connsiteY9506" fmla="*/ 1288750 h 2053176"/>
              <a:gd name="connsiteX9507" fmla="*/ 9784512 w 12188965"/>
              <a:gd name="connsiteY9507" fmla="*/ 1301638 h 2053176"/>
              <a:gd name="connsiteX9508" fmla="*/ 9771624 w 12188965"/>
              <a:gd name="connsiteY9508" fmla="*/ 1288750 h 2053176"/>
              <a:gd name="connsiteX9509" fmla="*/ 9784512 w 12188965"/>
              <a:gd name="connsiteY9509" fmla="*/ 1275862 h 2053176"/>
              <a:gd name="connsiteX9510" fmla="*/ 8307675 w 12188965"/>
              <a:gd name="connsiteY9510" fmla="*/ 1275862 h 2053176"/>
              <a:gd name="connsiteX9511" fmla="*/ 8320560 w 12188965"/>
              <a:gd name="connsiteY9511" fmla="*/ 1288750 h 2053176"/>
              <a:gd name="connsiteX9512" fmla="*/ 8307675 w 12188965"/>
              <a:gd name="connsiteY9512" fmla="*/ 1301638 h 2053176"/>
              <a:gd name="connsiteX9513" fmla="*/ 8294787 w 12188965"/>
              <a:gd name="connsiteY9513" fmla="*/ 1288750 h 2053176"/>
              <a:gd name="connsiteX9514" fmla="*/ 8307675 w 12188965"/>
              <a:gd name="connsiteY9514" fmla="*/ 1275862 h 2053176"/>
              <a:gd name="connsiteX9515" fmla="*/ 7344479 w 12188965"/>
              <a:gd name="connsiteY9515" fmla="*/ 1275862 h 2053176"/>
              <a:gd name="connsiteX9516" fmla="*/ 7357367 w 12188965"/>
              <a:gd name="connsiteY9516" fmla="*/ 1288750 h 2053176"/>
              <a:gd name="connsiteX9517" fmla="*/ 7344479 w 12188965"/>
              <a:gd name="connsiteY9517" fmla="*/ 1301638 h 2053176"/>
              <a:gd name="connsiteX9518" fmla="*/ 7331591 w 12188965"/>
              <a:gd name="connsiteY9518" fmla="*/ 1288750 h 2053176"/>
              <a:gd name="connsiteX9519" fmla="*/ 7344479 w 12188965"/>
              <a:gd name="connsiteY9519" fmla="*/ 1275862 h 2053176"/>
              <a:gd name="connsiteX9520" fmla="*/ 7280274 w 12188965"/>
              <a:gd name="connsiteY9520" fmla="*/ 1275862 h 2053176"/>
              <a:gd name="connsiteX9521" fmla="*/ 7293160 w 12188965"/>
              <a:gd name="connsiteY9521" fmla="*/ 1288750 h 2053176"/>
              <a:gd name="connsiteX9522" fmla="*/ 7280274 w 12188965"/>
              <a:gd name="connsiteY9522" fmla="*/ 1301638 h 2053176"/>
              <a:gd name="connsiteX9523" fmla="*/ 7267386 w 12188965"/>
              <a:gd name="connsiteY9523" fmla="*/ 1288750 h 2053176"/>
              <a:gd name="connsiteX9524" fmla="*/ 7280274 w 12188965"/>
              <a:gd name="connsiteY9524" fmla="*/ 1275862 h 2053176"/>
              <a:gd name="connsiteX9525" fmla="*/ 6830836 w 12188965"/>
              <a:gd name="connsiteY9525" fmla="*/ 1275862 h 2053176"/>
              <a:gd name="connsiteX9526" fmla="*/ 6843724 w 12188965"/>
              <a:gd name="connsiteY9526" fmla="*/ 1288750 h 2053176"/>
              <a:gd name="connsiteX9527" fmla="*/ 6830836 w 12188965"/>
              <a:gd name="connsiteY9527" fmla="*/ 1301638 h 2053176"/>
              <a:gd name="connsiteX9528" fmla="*/ 6817948 w 12188965"/>
              <a:gd name="connsiteY9528" fmla="*/ 1288750 h 2053176"/>
              <a:gd name="connsiteX9529" fmla="*/ 6830836 w 12188965"/>
              <a:gd name="connsiteY9529" fmla="*/ 1275862 h 2053176"/>
              <a:gd name="connsiteX9530" fmla="*/ 6766631 w 12188965"/>
              <a:gd name="connsiteY9530" fmla="*/ 1275862 h 2053176"/>
              <a:gd name="connsiteX9531" fmla="*/ 6779519 w 12188965"/>
              <a:gd name="connsiteY9531" fmla="*/ 1288750 h 2053176"/>
              <a:gd name="connsiteX9532" fmla="*/ 6766631 w 12188965"/>
              <a:gd name="connsiteY9532" fmla="*/ 1301638 h 2053176"/>
              <a:gd name="connsiteX9533" fmla="*/ 6753743 w 12188965"/>
              <a:gd name="connsiteY9533" fmla="*/ 1288750 h 2053176"/>
              <a:gd name="connsiteX9534" fmla="*/ 6766631 w 12188965"/>
              <a:gd name="connsiteY9534" fmla="*/ 1275862 h 2053176"/>
              <a:gd name="connsiteX9535" fmla="*/ 6573900 w 12188965"/>
              <a:gd name="connsiteY9535" fmla="*/ 1275862 h 2053176"/>
              <a:gd name="connsiteX9536" fmla="*/ 6586788 w 12188965"/>
              <a:gd name="connsiteY9536" fmla="*/ 1288750 h 2053176"/>
              <a:gd name="connsiteX9537" fmla="*/ 6573900 w 12188965"/>
              <a:gd name="connsiteY9537" fmla="*/ 1301638 h 2053176"/>
              <a:gd name="connsiteX9538" fmla="*/ 6561013 w 12188965"/>
              <a:gd name="connsiteY9538" fmla="*/ 1288750 h 2053176"/>
              <a:gd name="connsiteX9539" fmla="*/ 6573900 w 12188965"/>
              <a:gd name="connsiteY9539" fmla="*/ 1275862 h 2053176"/>
              <a:gd name="connsiteX9540" fmla="*/ 5936092 w 12188965"/>
              <a:gd name="connsiteY9540" fmla="*/ 1275862 h 2053176"/>
              <a:gd name="connsiteX9541" fmla="*/ 5948981 w 12188965"/>
              <a:gd name="connsiteY9541" fmla="*/ 1288750 h 2053176"/>
              <a:gd name="connsiteX9542" fmla="*/ 5936092 w 12188965"/>
              <a:gd name="connsiteY9542" fmla="*/ 1301638 h 2053176"/>
              <a:gd name="connsiteX9543" fmla="*/ 5923204 w 12188965"/>
              <a:gd name="connsiteY9543" fmla="*/ 1288750 h 2053176"/>
              <a:gd name="connsiteX9544" fmla="*/ 5936092 w 12188965"/>
              <a:gd name="connsiteY9544" fmla="*/ 1275862 h 2053176"/>
              <a:gd name="connsiteX9545" fmla="*/ 5358245 w 12188965"/>
              <a:gd name="connsiteY9545" fmla="*/ 1275862 h 2053176"/>
              <a:gd name="connsiteX9546" fmla="*/ 5371133 w 12188965"/>
              <a:gd name="connsiteY9546" fmla="*/ 1288750 h 2053176"/>
              <a:gd name="connsiteX9547" fmla="*/ 5358245 w 12188965"/>
              <a:gd name="connsiteY9547" fmla="*/ 1301638 h 2053176"/>
              <a:gd name="connsiteX9548" fmla="*/ 5345357 w 12188965"/>
              <a:gd name="connsiteY9548" fmla="*/ 1288750 h 2053176"/>
              <a:gd name="connsiteX9549" fmla="*/ 5358245 w 12188965"/>
              <a:gd name="connsiteY9549" fmla="*/ 1275862 h 2053176"/>
              <a:gd name="connsiteX9550" fmla="*/ 5101308 w 12188965"/>
              <a:gd name="connsiteY9550" fmla="*/ 1275862 h 2053176"/>
              <a:gd name="connsiteX9551" fmla="*/ 5114194 w 12188965"/>
              <a:gd name="connsiteY9551" fmla="*/ 1288750 h 2053176"/>
              <a:gd name="connsiteX9552" fmla="*/ 5101308 w 12188965"/>
              <a:gd name="connsiteY9552" fmla="*/ 1301638 h 2053176"/>
              <a:gd name="connsiteX9553" fmla="*/ 5088421 w 12188965"/>
              <a:gd name="connsiteY9553" fmla="*/ 1288750 h 2053176"/>
              <a:gd name="connsiteX9554" fmla="*/ 5101308 w 12188965"/>
              <a:gd name="connsiteY9554" fmla="*/ 1275862 h 2053176"/>
              <a:gd name="connsiteX9555" fmla="*/ 5037104 w 12188965"/>
              <a:gd name="connsiteY9555" fmla="*/ 1275862 h 2053176"/>
              <a:gd name="connsiteX9556" fmla="*/ 5049991 w 12188965"/>
              <a:gd name="connsiteY9556" fmla="*/ 1288750 h 2053176"/>
              <a:gd name="connsiteX9557" fmla="*/ 5037104 w 12188965"/>
              <a:gd name="connsiteY9557" fmla="*/ 1301638 h 2053176"/>
              <a:gd name="connsiteX9558" fmla="*/ 5024216 w 12188965"/>
              <a:gd name="connsiteY9558" fmla="*/ 1288750 h 2053176"/>
              <a:gd name="connsiteX9559" fmla="*/ 5037104 w 12188965"/>
              <a:gd name="connsiteY9559" fmla="*/ 1275862 h 2053176"/>
              <a:gd name="connsiteX9560" fmla="*/ 4202317 w 12188965"/>
              <a:gd name="connsiteY9560" fmla="*/ 1275862 h 2053176"/>
              <a:gd name="connsiteX9561" fmla="*/ 4215205 w 12188965"/>
              <a:gd name="connsiteY9561" fmla="*/ 1288750 h 2053176"/>
              <a:gd name="connsiteX9562" fmla="*/ 4202317 w 12188965"/>
              <a:gd name="connsiteY9562" fmla="*/ 1301638 h 2053176"/>
              <a:gd name="connsiteX9563" fmla="*/ 4189431 w 12188965"/>
              <a:gd name="connsiteY9563" fmla="*/ 1288750 h 2053176"/>
              <a:gd name="connsiteX9564" fmla="*/ 4202317 w 12188965"/>
              <a:gd name="connsiteY9564" fmla="*/ 1275862 h 2053176"/>
              <a:gd name="connsiteX9565" fmla="*/ 4073908 w 12188965"/>
              <a:gd name="connsiteY9565" fmla="*/ 1275862 h 2053176"/>
              <a:gd name="connsiteX9566" fmla="*/ 4086795 w 12188965"/>
              <a:gd name="connsiteY9566" fmla="*/ 1288750 h 2053176"/>
              <a:gd name="connsiteX9567" fmla="*/ 4073908 w 12188965"/>
              <a:gd name="connsiteY9567" fmla="*/ 1301638 h 2053176"/>
              <a:gd name="connsiteX9568" fmla="*/ 4061020 w 12188965"/>
              <a:gd name="connsiteY9568" fmla="*/ 1288750 h 2053176"/>
              <a:gd name="connsiteX9569" fmla="*/ 4073908 w 12188965"/>
              <a:gd name="connsiteY9569" fmla="*/ 1275862 h 2053176"/>
              <a:gd name="connsiteX9570" fmla="*/ 2597069 w 12188965"/>
              <a:gd name="connsiteY9570" fmla="*/ 1275862 h 2053176"/>
              <a:gd name="connsiteX9571" fmla="*/ 2609957 w 12188965"/>
              <a:gd name="connsiteY9571" fmla="*/ 1288750 h 2053176"/>
              <a:gd name="connsiteX9572" fmla="*/ 2597069 w 12188965"/>
              <a:gd name="connsiteY9572" fmla="*/ 1301638 h 2053176"/>
              <a:gd name="connsiteX9573" fmla="*/ 2584182 w 12188965"/>
              <a:gd name="connsiteY9573" fmla="*/ 1288750 h 2053176"/>
              <a:gd name="connsiteX9574" fmla="*/ 2597069 w 12188965"/>
              <a:gd name="connsiteY9574" fmla="*/ 1275862 h 2053176"/>
              <a:gd name="connsiteX9575" fmla="*/ 1633875 w 12188965"/>
              <a:gd name="connsiteY9575" fmla="*/ 1275862 h 2053176"/>
              <a:gd name="connsiteX9576" fmla="*/ 1646762 w 12188965"/>
              <a:gd name="connsiteY9576" fmla="*/ 1288750 h 2053176"/>
              <a:gd name="connsiteX9577" fmla="*/ 1633875 w 12188965"/>
              <a:gd name="connsiteY9577" fmla="*/ 1301638 h 2053176"/>
              <a:gd name="connsiteX9578" fmla="*/ 1620987 w 12188965"/>
              <a:gd name="connsiteY9578" fmla="*/ 1288750 h 2053176"/>
              <a:gd name="connsiteX9579" fmla="*/ 1633875 w 12188965"/>
              <a:gd name="connsiteY9579" fmla="*/ 1275862 h 2053176"/>
              <a:gd name="connsiteX9580" fmla="*/ 1569669 w 12188965"/>
              <a:gd name="connsiteY9580" fmla="*/ 1275862 h 2053176"/>
              <a:gd name="connsiteX9581" fmla="*/ 1582557 w 12188965"/>
              <a:gd name="connsiteY9581" fmla="*/ 1288750 h 2053176"/>
              <a:gd name="connsiteX9582" fmla="*/ 1569669 w 12188965"/>
              <a:gd name="connsiteY9582" fmla="*/ 1301638 h 2053176"/>
              <a:gd name="connsiteX9583" fmla="*/ 1556782 w 12188965"/>
              <a:gd name="connsiteY9583" fmla="*/ 1288750 h 2053176"/>
              <a:gd name="connsiteX9584" fmla="*/ 1569669 w 12188965"/>
              <a:gd name="connsiteY9584" fmla="*/ 1275862 h 2053176"/>
              <a:gd name="connsiteX9585" fmla="*/ 1120233 w 12188965"/>
              <a:gd name="connsiteY9585" fmla="*/ 1275862 h 2053176"/>
              <a:gd name="connsiteX9586" fmla="*/ 1133121 w 12188965"/>
              <a:gd name="connsiteY9586" fmla="*/ 1288750 h 2053176"/>
              <a:gd name="connsiteX9587" fmla="*/ 1120233 w 12188965"/>
              <a:gd name="connsiteY9587" fmla="*/ 1301638 h 2053176"/>
              <a:gd name="connsiteX9588" fmla="*/ 1107345 w 12188965"/>
              <a:gd name="connsiteY9588" fmla="*/ 1288750 h 2053176"/>
              <a:gd name="connsiteX9589" fmla="*/ 1120233 w 12188965"/>
              <a:gd name="connsiteY9589" fmla="*/ 1275862 h 2053176"/>
              <a:gd name="connsiteX9590" fmla="*/ 1056027 w 12188965"/>
              <a:gd name="connsiteY9590" fmla="*/ 1275862 h 2053176"/>
              <a:gd name="connsiteX9591" fmla="*/ 1068914 w 12188965"/>
              <a:gd name="connsiteY9591" fmla="*/ 1288750 h 2053176"/>
              <a:gd name="connsiteX9592" fmla="*/ 1056027 w 12188965"/>
              <a:gd name="connsiteY9592" fmla="*/ 1301638 h 2053176"/>
              <a:gd name="connsiteX9593" fmla="*/ 1043139 w 12188965"/>
              <a:gd name="connsiteY9593" fmla="*/ 1288750 h 2053176"/>
              <a:gd name="connsiteX9594" fmla="*/ 1056027 w 12188965"/>
              <a:gd name="connsiteY9594" fmla="*/ 1275862 h 2053176"/>
              <a:gd name="connsiteX9595" fmla="*/ 863296 w 12188965"/>
              <a:gd name="connsiteY9595" fmla="*/ 1275862 h 2053176"/>
              <a:gd name="connsiteX9596" fmla="*/ 876184 w 12188965"/>
              <a:gd name="connsiteY9596" fmla="*/ 1288750 h 2053176"/>
              <a:gd name="connsiteX9597" fmla="*/ 863296 w 12188965"/>
              <a:gd name="connsiteY9597" fmla="*/ 1301638 h 2053176"/>
              <a:gd name="connsiteX9598" fmla="*/ 850407 w 12188965"/>
              <a:gd name="connsiteY9598" fmla="*/ 1288750 h 2053176"/>
              <a:gd name="connsiteX9599" fmla="*/ 863296 w 12188965"/>
              <a:gd name="connsiteY9599" fmla="*/ 1275862 h 2053176"/>
              <a:gd name="connsiteX9600" fmla="*/ 218274 w 12188965"/>
              <a:gd name="connsiteY9600" fmla="*/ 1275862 h 2053176"/>
              <a:gd name="connsiteX9601" fmla="*/ 231162 w 12188965"/>
              <a:gd name="connsiteY9601" fmla="*/ 1288750 h 2053176"/>
              <a:gd name="connsiteX9602" fmla="*/ 218274 w 12188965"/>
              <a:gd name="connsiteY9602" fmla="*/ 1301638 h 2053176"/>
              <a:gd name="connsiteX9603" fmla="*/ 205386 w 12188965"/>
              <a:gd name="connsiteY9603" fmla="*/ 1288750 h 2053176"/>
              <a:gd name="connsiteX9604" fmla="*/ 218274 w 12188965"/>
              <a:gd name="connsiteY9604" fmla="*/ 1275862 h 2053176"/>
              <a:gd name="connsiteX9605" fmla="*/ 12034897 w 12188965"/>
              <a:gd name="connsiteY9605" fmla="*/ 1263091 h 2053176"/>
              <a:gd name="connsiteX9606" fmla="*/ 12060557 w 12188965"/>
              <a:gd name="connsiteY9606" fmla="*/ 1288750 h 2053176"/>
              <a:gd name="connsiteX9607" fmla="*/ 12034897 w 12188965"/>
              <a:gd name="connsiteY9607" fmla="*/ 1314409 h 2053176"/>
              <a:gd name="connsiteX9608" fmla="*/ 12009237 w 12188965"/>
              <a:gd name="connsiteY9608" fmla="*/ 1288750 h 2053176"/>
              <a:gd name="connsiteX9609" fmla="*/ 12034897 w 12188965"/>
              <a:gd name="connsiteY9609" fmla="*/ 1263091 h 2053176"/>
              <a:gd name="connsiteX9610" fmla="*/ 11970691 w 12188965"/>
              <a:gd name="connsiteY9610" fmla="*/ 1263091 h 2053176"/>
              <a:gd name="connsiteX9611" fmla="*/ 11996349 w 12188965"/>
              <a:gd name="connsiteY9611" fmla="*/ 1288750 h 2053176"/>
              <a:gd name="connsiteX9612" fmla="*/ 11970691 w 12188965"/>
              <a:gd name="connsiteY9612" fmla="*/ 1314409 h 2053176"/>
              <a:gd name="connsiteX9613" fmla="*/ 11945033 w 12188965"/>
              <a:gd name="connsiteY9613" fmla="*/ 1288750 h 2053176"/>
              <a:gd name="connsiteX9614" fmla="*/ 11970691 w 12188965"/>
              <a:gd name="connsiteY9614" fmla="*/ 1263091 h 2053176"/>
              <a:gd name="connsiteX9615" fmla="*/ 11906483 w 12188965"/>
              <a:gd name="connsiteY9615" fmla="*/ 1263091 h 2053176"/>
              <a:gd name="connsiteX9616" fmla="*/ 11932145 w 12188965"/>
              <a:gd name="connsiteY9616" fmla="*/ 1288750 h 2053176"/>
              <a:gd name="connsiteX9617" fmla="*/ 11906483 w 12188965"/>
              <a:gd name="connsiteY9617" fmla="*/ 1314409 h 2053176"/>
              <a:gd name="connsiteX9618" fmla="*/ 11880825 w 12188965"/>
              <a:gd name="connsiteY9618" fmla="*/ 1288750 h 2053176"/>
              <a:gd name="connsiteX9619" fmla="*/ 11906483 w 12188965"/>
              <a:gd name="connsiteY9619" fmla="*/ 1263091 h 2053176"/>
              <a:gd name="connsiteX9620" fmla="*/ 11842279 w 12188965"/>
              <a:gd name="connsiteY9620" fmla="*/ 1263091 h 2053176"/>
              <a:gd name="connsiteX9621" fmla="*/ 11867941 w 12188965"/>
              <a:gd name="connsiteY9621" fmla="*/ 1288750 h 2053176"/>
              <a:gd name="connsiteX9622" fmla="*/ 11842279 w 12188965"/>
              <a:gd name="connsiteY9622" fmla="*/ 1314409 h 2053176"/>
              <a:gd name="connsiteX9623" fmla="*/ 11816621 w 12188965"/>
              <a:gd name="connsiteY9623" fmla="*/ 1288750 h 2053176"/>
              <a:gd name="connsiteX9624" fmla="*/ 11842279 w 12188965"/>
              <a:gd name="connsiteY9624" fmla="*/ 1263091 h 2053176"/>
              <a:gd name="connsiteX9625" fmla="*/ 11775107 w 12188965"/>
              <a:gd name="connsiteY9625" fmla="*/ 1263091 h 2053176"/>
              <a:gd name="connsiteX9626" fmla="*/ 11800767 w 12188965"/>
              <a:gd name="connsiteY9626" fmla="*/ 1288750 h 2053176"/>
              <a:gd name="connsiteX9627" fmla="*/ 11775107 w 12188965"/>
              <a:gd name="connsiteY9627" fmla="*/ 1314409 h 2053176"/>
              <a:gd name="connsiteX9628" fmla="*/ 11749449 w 12188965"/>
              <a:gd name="connsiteY9628" fmla="*/ 1288750 h 2053176"/>
              <a:gd name="connsiteX9629" fmla="*/ 11775107 w 12188965"/>
              <a:gd name="connsiteY9629" fmla="*/ 1263091 h 2053176"/>
              <a:gd name="connsiteX9630" fmla="*/ 11454081 w 12188965"/>
              <a:gd name="connsiteY9630" fmla="*/ 1263091 h 2053176"/>
              <a:gd name="connsiteX9631" fmla="*/ 11479739 w 12188965"/>
              <a:gd name="connsiteY9631" fmla="*/ 1288750 h 2053176"/>
              <a:gd name="connsiteX9632" fmla="*/ 11454081 w 12188965"/>
              <a:gd name="connsiteY9632" fmla="*/ 1314409 h 2053176"/>
              <a:gd name="connsiteX9633" fmla="*/ 11428421 w 12188965"/>
              <a:gd name="connsiteY9633" fmla="*/ 1288750 h 2053176"/>
              <a:gd name="connsiteX9634" fmla="*/ 11454081 w 12188965"/>
              <a:gd name="connsiteY9634" fmla="*/ 1263091 h 2053176"/>
              <a:gd name="connsiteX9635" fmla="*/ 11389875 w 12188965"/>
              <a:gd name="connsiteY9635" fmla="*/ 1263091 h 2053176"/>
              <a:gd name="connsiteX9636" fmla="*/ 11415533 w 12188965"/>
              <a:gd name="connsiteY9636" fmla="*/ 1288750 h 2053176"/>
              <a:gd name="connsiteX9637" fmla="*/ 11389875 w 12188965"/>
              <a:gd name="connsiteY9637" fmla="*/ 1314409 h 2053176"/>
              <a:gd name="connsiteX9638" fmla="*/ 11364217 w 12188965"/>
              <a:gd name="connsiteY9638" fmla="*/ 1288750 h 2053176"/>
              <a:gd name="connsiteX9639" fmla="*/ 11389875 w 12188965"/>
              <a:gd name="connsiteY9639" fmla="*/ 1263091 h 2053176"/>
              <a:gd name="connsiteX9640" fmla="*/ 11325670 w 12188965"/>
              <a:gd name="connsiteY9640" fmla="*/ 1263091 h 2053176"/>
              <a:gd name="connsiteX9641" fmla="*/ 11351329 w 12188965"/>
              <a:gd name="connsiteY9641" fmla="*/ 1288750 h 2053176"/>
              <a:gd name="connsiteX9642" fmla="*/ 11325670 w 12188965"/>
              <a:gd name="connsiteY9642" fmla="*/ 1314409 h 2053176"/>
              <a:gd name="connsiteX9643" fmla="*/ 11300012 w 12188965"/>
              <a:gd name="connsiteY9643" fmla="*/ 1288750 h 2053176"/>
              <a:gd name="connsiteX9644" fmla="*/ 11325670 w 12188965"/>
              <a:gd name="connsiteY9644" fmla="*/ 1263091 h 2053176"/>
              <a:gd name="connsiteX9645" fmla="*/ 11197259 w 12188965"/>
              <a:gd name="connsiteY9645" fmla="*/ 1263091 h 2053176"/>
              <a:gd name="connsiteX9646" fmla="*/ 11222917 w 12188965"/>
              <a:gd name="connsiteY9646" fmla="*/ 1288750 h 2053176"/>
              <a:gd name="connsiteX9647" fmla="*/ 11197259 w 12188965"/>
              <a:gd name="connsiteY9647" fmla="*/ 1314409 h 2053176"/>
              <a:gd name="connsiteX9648" fmla="*/ 11171601 w 12188965"/>
              <a:gd name="connsiteY9648" fmla="*/ 1288750 h 2053176"/>
              <a:gd name="connsiteX9649" fmla="*/ 11197259 w 12188965"/>
              <a:gd name="connsiteY9649" fmla="*/ 1263091 h 2053176"/>
              <a:gd name="connsiteX9650" fmla="*/ 11133055 w 12188965"/>
              <a:gd name="connsiteY9650" fmla="*/ 1263091 h 2053176"/>
              <a:gd name="connsiteX9651" fmla="*/ 11158713 w 12188965"/>
              <a:gd name="connsiteY9651" fmla="*/ 1288750 h 2053176"/>
              <a:gd name="connsiteX9652" fmla="*/ 11133055 w 12188965"/>
              <a:gd name="connsiteY9652" fmla="*/ 1314409 h 2053176"/>
              <a:gd name="connsiteX9653" fmla="*/ 11107396 w 12188965"/>
              <a:gd name="connsiteY9653" fmla="*/ 1288750 h 2053176"/>
              <a:gd name="connsiteX9654" fmla="*/ 11133055 w 12188965"/>
              <a:gd name="connsiteY9654" fmla="*/ 1263091 h 2053176"/>
              <a:gd name="connsiteX9655" fmla="*/ 10940321 w 12188965"/>
              <a:gd name="connsiteY9655" fmla="*/ 1263091 h 2053176"/>
              <a:gd name="connsiteX9656" fmla="*/ 10965982 w 12188965"/>
              <a:gd name="connsiteY9656" fmla="*/ 1288750 h 2053176"/>
              <a:gd name="connsiteX9657" fmla="*/ 10940321 w 12188965"/>
              <a:gd name="connsiteY9657" fmla="*/ 1314409 h 2053176"/>
              <a:gd name="connsiteX9658" fmla="*/ 10914663 w 12188965"/>
              <a:gd name="connsiteY9658" fmla="*/ 1288750 h 2053176"/>
              <a:gd name="connsiteX9659" fmla="*/ 10940321 w 12188965"/>
              <a:gd name="connsiteY9659" fmla="*/ 1263091 h 2053176"/>
              <a:gd name="connsiteX9660" fmla="*/ 10683501 w 12188965"/>
              <a:gd name="connsiteY9660" fmla="*/ 1263091 h 2053176"/>
              <a:gd name="connsiteX9661" fmla="*/ 10709159 w 12188965"/>
              <a:gd name="connsiteY9661" fmla="*/ 1288750 h 2053176"/>
              <a:gd name="connsiteX9662" fmla="*/ 10683501 w 12188965"/>
              <a:gd name="connsiteY9662" fmla="*/ 1314409 h 2053176"/>
              <a:gd name="connsiteX9663" fmla="*/ 10657843 w 12188965"/>
              <a:gd name="connsiteY9663" fmla="*/ 1288750 h 2053176"/>
              <a:gd name="connsiteX9664" fmla="*/ 10683501 w 12188965"/>
              <a:gd name="connsiteY9664" fmla="*/ 1263091 h 2053176"/>
              <a:gd name="connsiteX9665" fmla="*/ 10619297 w 12188965"/>
              <a:gd name="connsiteY9665" fmla="*/ 1263091 h 2053176"/>
              <a:gd name="connsiteX9666" fmla="*/ 10644955 w 12188965"/>
              <a:gd name="connsiteY9666" fmla="*/ 1288750 h 2053176"/>
              <a:gd name="connsiteX9667" fmla="*/ 10619297 w 12188965"/>
              <a:gd name="connsiteY9667" fmla="*/ 1314409 h 2053176"/>
              <a:gd name="connsiteX9668" fmla="*/ 10593639 w 12188965"/>
              <a:gd name="connsiteY9668" fmla="*/ 1288750 h 2053176"/>
              <a:gd name="connsiteX9669" fmla="*/ 10619297 w 12188965"/>
              <a:gd name="connsiteY9669" fmla="*/ 1263091 h 2053176"/>
              <a:gd name="connsiteX9670" fmla="*/ 10555092 w 12188965"/>
              <a:gd name="connsiteY9670" fmla="*/ 1263091 h 2053176"/>
              <a:gd name="connsiteX9671" fmla="*/ 10580751 w 12188965"/>
              <a:gd name="connsiteY9671" fmla="*/ 1288750 h 2053176"/>
              <a:gd name="connsiteX9672" fmla="*/ 10555092 w 12188965"/>
              <a:gd name="connsiteY9672" fmla="*/ 1314409 h 2053176"/>
              <a:gd name="connsiteX9673" fmla="*/ 10529432 w 12188965"/>
              <a:gd name="connsiteY9673" fmla="*/ 1288750 h 2053176"/>
              <a:gd name="connsiteX9674" fmla="*/ 10555092 w 12188965"/>
              <a:gd name="connsiteY9674" fmla="*/ 1263091 h 2053176"/>
              <a:gd name="connsiteX9675" fmla="*/ 10490885 w 12188965"/>
              <a:gd name="connsiteY9675" fmla="*/ 1263091 h 2053176"/>
              <a:gd name="connsiteX9676" fmla="*/ 10516544 w 12188965"/>
              <a:gd name="connsiteY9676" fmla="*/ 1288750 h 2053176"/>
              <a:gd name="connsiteX9677" fmla="*/ 10490885 w 12188965"/>
              <a:gd name="connsiteY9677" fmla="*/ 1314409 h 2053176"/>
              <a:gd name="connsiteX9678" fmla="*/ 10465227 w 12188965"/>
              <a:gd name="connsiteY9678" fmla="*/ 1288750 h 2053176"/>
              <a:gd name="connsiteX9679" fmla="*/ 10490885 w 12188965"/>
              <a:gd name="connsiteY9679" fmla="*/ 1263091 h 2053176"/>
              <a:gd name="connsiteX9680" fmla="*/ 10362474 w 12188965"/>
              <a:gd name="connsiteY9680" fmla="*/ 1263091 h 2053176"/>
              <a:gd name="connsiteX9681" fmla="*/ 10388135 w 12188965"/>
              <a:gd name="connsiteY9681" fmla="*/ 1288750 h 2053176"/>
              <a:gd name="connsiteX9682" fmla="*/ 10362474 w 12188965"/>
              <a:gd name="connsiteY9682" fmla="*/ 1314409 h 2053176"/>
              <a:gd name="connsiteX9683" fmla="*/ 10336816 w 12188965"/>
              <a:gd name="connsiteY9683" fmla="*/ 1288750 h 2053176"/>
              <a:gd name="connsiteX9684" fmla="*/ 10362474 w 12188965"/>
              <a:gd name="connsiteY9684" fmla="*/ 1263091 h 2053176"/>
              <a:gd name="connsiteX9685" fmla="*/ 10298270 w 12188965"/>
              <a:gd name="connsiteY9685" fmla="*/ 1263091 h 2053176"/>
              <a:gd name="connsiteX9686" fmla="*/ 10323928 w 12188965"/>
              <a:gd name="connsiteY9686" fmla="*/ 1288750 h 2053176"/>
              <a:gd name="connsiteX9687" fmla="*/ 10298270 w 12188965"/>
              <a:gd name="connsiteY9687" fmla="*/ 1314409 h 2053176"/>
              <a:gd name="connsiteX9688" fmla="*/ 10272611 w 12188965"/>
              <a:gd name="connsiteY9688" fmla="*/ 1288750 h 2053176"/>
              <a:gd name="connsiteX9689" fmla="*/ 10298270 w 12188965"/>
              <a:gd name="connsiteY9689" fmla="*/ 1263091 h 2053176"/>
              <a:gd name="connsiteX9690" fmla="*/ 10234065 w 12188965"/>
              <a:gd name="connsiteY9690" fmla="*/ 1263091 h 2053176"/>
              <a:gd name="connsiteX9691" fmla="*/ 10259723 w 12188965"/>
              <a:gd name="connsiteY9691" fmla="*/ 1288750 h 2053176"/>
              <a:gd name="connsiteX9692" fmla="*/ 10234065 w 12188965"/>
              <a:gd name="connsiteY9692" fmla="*/ 1314409 h 2053176"/>
              <a:gd name="connsiteX9693" fmla="*/ 10208404 w 12188965"/>
              <a:gd name="connsiteY9693" fmla="*/ 1288750 h 2053176"/>
              <a:gd name="connsiteX9694" fmla="*/ 10234065 w 12188965"/>
              <a:gd name="connsiteY9694" fmla="*/ 1263091 h 2053176"/>
              <a:gd name="connsiteX9695" fmla="*/ 10105654 w 12188965"/>
              <a:gd name="connsiteY9695" fmla="*/ 1263091 h 2053176"/>
              <a:gd name="connsiteX9696" fmla="*/ 10131312 w 12188965"/>
              <a:gd name="connsiteY9696" fmla="*/ 1288750 h 2053176"/>
              <a:gd name="connsiteX9697" fmla="*/ 10105654 w 12188965"/>
              <a:gd name="connsiteY9697" fmla="*/ 1314409 h 2053176"/>
              <a:gd name="connsiteX9698" fmla="*/ 10079996 w 12188965"/>
              <a:gd name="connsiteY9698" fmla="*/ 1288750 h 2053176"/>
              <a:gd name="connsiteX9699" fmla="*/ 10105654 w 12188965"/>
              <a:gd name="connsiteY9699" fmla="*/ 1263091 h 2053176"/>
              <a:gd name="connsiteX9700" fmla="*/ 9720307 w 12188965"/>
              <a:gd name="connsiteY9700" fmla="*/ 1263091 h 2053176"/>
              <a:gd name="connsiteX9701" fmla="*/ 9745965 w 12188965"/>
              <a:gd name="connsiteY9701" fmla="*/ 1288750 h 2053176"/>
              <a:gd name="connsiteX9702" fmla="*/ 9720307 w 12188965"/>
              <a:gd name="connsiteY9702" fmla="*/ 1314409 h 2053176"/>
              <a:gd name="connsiteX9703" fmla="*/ 9694646 w 12188965"/>
              <a:gd name="connsiteY9703" fmla="*/ 1288750 h 2053176"/>
              <a:gd name="connsiteX9704" fmla="*/ 9720307 w 12188965"/>
              <a:gd name="connsiteY9704" fmla="*/ 1263091 h 2053176"/>
              <a:gd name="connsiteX9705" fmla="*/ 9591896 w 12188965"/>
              <a:gd name="connsiteY9705" fmla="*/ 1263091 h 2053176"/>
              <a:gd name="connsiteX9706" fmla="*/ 9617554 w 12188965"/>
              <a:gd name="connsiteY9706" fmla="*/ 1288750 h 2053176"/>
              <a:gd name="connsiteX9707" fmla="*/ 9591896 w 12188965"/>
              <a:gd name="connsiteY9707" fmla="*/ 1314409 h 2053176"/>
              <a:gd name="connsiteX9708" fmla="*/ 9566238 w 12188965"/>
              <a:gd name="connsiteY9708" fmla="*/ 1288750 h 2053176"/>
              <a:gd name="connsiteX9709" fmla="*/ 9591896 w 12188965"/>
              <a:gd name="connsiteY9709" fmla="*/ 1263091 h 2053176"/>
              <a:gd name="connsiteX9710" fmla="*/ 9527689 w 12188965"/>
              <a:gd name="connsiteY9710" fmla="*/ 1263091 h 2053176"/>
              <a:gd name="connsiteX9711" fmla="*/ 9553350 w 12188965"/>
              <a:gd name="connsiteY9711" fmla="*/ 1288750 h 2053176"/>
              <a:gd name="connsiteX9712" fmla="*/ 9527689 w 12188965"/>
              <a:gd name="connsiteY9712" fmla="*/ 1314409 h 2053176"/>
              <a:gd name="connsiteX9713" fmla="*/ 9502031 w 12188965"/>
              <a:gd name="connsiteY9713" fmla="*/ 1288750 h 2053176"/>
              <a:gd name="connsiteX9714" fmla="*/ 9527689 w 12188965"/>
              <a:gd name="connsiteY9714" fmla="*/ 1263091 h 2053176"/>
              <a:gd name="connsiteX9715" fmla="*/ 9463485 w 12188965"/>
              <a:gd name="connsiteY9715" fmla="*/ 1263091 h 2053176"/>
              <a:gd name="connsiteX9716" fmla="*/ 9489143 w 12188965"/>
              <a:gd name="connsiteY9716" fmla="*/ 1288750 h 2053176"/>
              <a:gd name="connsiteX9717" fmla="*/ 9463485 w 12188965"/>
              <a:gd name="connsiteY9717" fmla="*/ 1314409 h 2053176"/>
              <a:gd name="connsiteX9718" fmla="*/ 9437826 w 12188965"/>
              <a:gd name="connsiteY9718" fmla="*/ 1288750 h 2053176"/>
              <a:gd name="connsiteX9719" fmla="*/ 9463485 w 12188965"/>
              <a:gd name="connsiteY9719" fmla="*/ 1263091 h 2053176"/>
              <a:gd name="connsiteX9720" fmla="*/ 9335073 w 12188965"/>
              <a:gd name="connsiteY9720" fmla="*/ 1263091 h 2053176"/>
              <a:gd name="connsiteX9721" fmla="*/ 9360734 w 12188965"/>
              <a:gd name="connsiteY9721" fmla="*/ 1288750 h 2053176"/>
              <a:gd name="connsiteX9722" fmla="*/ 9335073 w 12188965"/>
              <a:gd name="connsiteY9722" fmla="*/ 1314409 h 2053176"/>
              <a:gd name="connsiteX9723" fmla="*/ 9309415 w 12188965"/>
              <a:gd name="connsiteY9723" fmla="*/ 1288750 h 2053176"/>
              <a:gd name="connsiteX9724" fmla="*/ 9335073 w 12188965"/>
              <a:gd name="connsiteY9724" fmla="*/ 1263091 h 2053176"/>
              <a:gd name="connsiteX9725" fmla="*/ 9078253 w 12188965"/>
              <a:gd name="connsiteY9725" fmla="*/ 1263091 h 2053176"/>
              <a:gd name="connsiteX9726" fmla="*/ 9103911 w 12188965"/>
              <a:gd name="connsiteY9726" fmla="*/ 1288750 h 2053176"/>
              <a:gd name="connsiteX9727" fmla="*/ 9078253 w 12188965"/>
              <a:gd name="connsiteY9727" fmla="*/ 1314409 h 2053176"/>
              <a:gd name="connsiteX9728" fmla="*/ 9052595 w 12188965"/>
              <a:gd name="connsiteY9728" fmla="*/ 1288750 h 2053176"/>
              <a:gd name="connsiteX9729" fmla="*/ 9078253 w 12188965"/>
              <a:gd name="connsiteY9729" fmla="*/ 1263091 h 2053176"/>
              <a:gd name="connsiteX9730" fmla="*/ 9014049 w 12188965"/>
              <a:gd name="connsiteY9730" fmla="*/ 1263091 h 2053176"/>
              <a:gd name="connsiteX9731" fmla="*/ 9039707 w 12188965"/>
              <a:gd name="connsiteY9731" fmla="*/ 1288750 h 2053176"/>
              <a:gd name="connsiteX9732" fmla="*/ 9014049 w 12188965"/>
              <a:gd name="connsiteY9732" fmla="*/ 1314409 h 2053176"/>
              <a:gd name="connsiteX9733" fmla="*/ 8988388 w 12188965"/>
              <a:gd name="connsiteY9733" fmla="*/ 1288750 h 2053176"/>
              <a:gd name="connsiteX9734" fmla="*/ 9014049 w 12188965"/>
              <a:gd name="connsiteY9734" fmla="*/ 1263091 h 2053176"/>
              <a:gd name="connsiteX9735" fmla="*/ 8821433 w 12188965"/>
              <a:gd name="connsiteY9735" fmla="*/ 1263091 h 2053176"/>
              <a:gd name="connsiteX9736" fmla="*/ 8847091 w 12188965"/>
              <a:gd name="connsiteY9736" fmla="*/ 1288750 h 2053176"/>
              <a:gd name="connsiteX9737" fmla="*/ 8821433 w 12188965"/>
              <a:gd name="connsiteY9737" fmla="*/ 1314409 h 2053176"/>
              <a:gd name="connsiteX9738" fmla="*/ 8795772 w 12188965"/>
              <a:gd name="connsiteY9738" fmla="*/ 1288750 h 2053176"/>
              <a:gd name="connsiteX9739" fmla="*/ 8821433 w 12188965"/>
              <a:gd name="connsiteY9739" fmla="*/ 1263091 h 2053176"/>
              <a:gd name="connsiteX9740" fmla="*/ 8757226 w 12188965"/>
              <a:gd name="connsiteY9740" fmla="*/ 1263091 h 2053176"/>
              <a:gd name="connsiteX9741" fmla="*/ 8782887 w 12188965"/>
              <a:gd name="connsiteY9741" fmla="*/ 1288750 h 2053176"/>
              <a:gd name="connsiteX9742" fmla="*/ 8757226 w 12188965"/>
              <a:gd name="connsiteY9742" fmla="*/ 1314409 h 2053176"/>
              <a:gd name="connsiteX9743" fmla="*/ 8731568 w 12188965"/>
              <a:gd name="connsiteY9743" fmla="*/ 1288750 h 2053176"/>
              <a:gd name="connsiteX9744" fmla="*/ 8757226 w 12188965"/>
              <a:gd name="connsiteY9744" fmla="*/ 1263091 h 2053176"/>
              <a:gd name="connsiteX9745" fmla="*/ 8692904 w 12188965"/>
              <a:gd name="connsiteY9745" fmla="*/ 1263091 h 2053176"/>
              <a:gd name="connsiteX9746" fmla="*/ 8718565 w 12188965"/>
              <a:gd name="connsiteY9746" fmla="*/ 1288750 h 2053176"/>
              <a:gd name="connsiteX9747" fmla="*/ 8692904 w 12188965"/>
              <a:gd name="connsiteY9747" fmla="*/ 1314409 h 2053176"/>
              <a:gd name="connsiteX9748" fmla="*/ 8667246 w 12188965"/>
              <a:gd name="connsiteY9748" fmla="*/ 1288750 h 2053176"/>
              <a:gd name="connsiteX9749" fmla="*/ 8692904 w 12188965"/>
              <a:gd name="connsiteY9749" fmla="*/ 1263091 h 2053176"/>
              <a:gd name="connsiteX9750" fmla="*/ 8564495 w 12188965"/>
              <a:gd name="connsiteY9750" fmla="*/ 1263091 h 2053176"/>
              <a:gd name="connsiteX9751" fmla="*/ 8590153 w 12188965"/>
              <a:gd name="connsiteY9751" fmla="*/ 1288750 h 2053176"/>
              <a:gd name="connsiteX9752" fmla="*/ 8564495 w 12188965"/>
              <a:gd name="connsiteY9752" fmla="*/ 1314409 h 2053176"/>
              <a:gd name="connsiteX9753" fmla="*/ 8538837 w 12188965"/>
              <a:gd name="connsiteY9753" fmla="*/ 1288750 h 2053176"/>
              <a:gd name="connsiteX9754" fmla="*/ 8564495 w 12188965"/>
              <a:gd name="connsiteY9754" fmla="*/ 1263091 h 2053176"/>
              <a:gd name="connsiteX9755" fmla="*/ 8500288 w 12188965"/>
              <a:gd name="connsiteY9755" fmla="*/ 1263091 h 2053176"/>
              <a:gd name="connsiteX9756" fmla="*/ 8525949 w 12188965"/>
              <a:gd name="connsiteY9756" fmla="*/ 1288750 h 2053176"/>
              <a:gd name="connsiteX9757" fmla="*/ 8500288 w 12188965"/>
              <a:gd name="connsiteY9757" fmla="*/ 1314409 h 2053176"/>
              <a:gd name="connsiteX9758" fmla="*/ 8474630 w 12188965"/>
              <a:gd name="connsiteY9758" fmla="*/ 1288750 h 2053176"/>
              <a:gd name="connsiteX9759" fmla="*/ 8500288 w 12188965"/>
              <a:gd name="connsiteY9759" fmla="*/ 1263091 h 2053176"/>
              <a:gd name="connsiteX9760" fmla="*/ 8115057 w 12188965"/>
              <a:gd name="connsiteY9760" fmla="*/ 1263091 h 2053176"/>
              <a:gd name="connsiteX9761" fmla="*/ 8140717 w 12188965"/>
              <a:gd name="connsiteY9761" fmla="*/ 1288750 h 2053176"/>
              <a:gd name="connsiteX9762" fmla="*/ 8115057 w 12188965"/>
              <a:gd name="connsiteY9762" fmla="*/ 1314409 h 2053176"/>
              <a:gd name="connsiteX9763" fmla="*/ 8089398 w 12188965"/>
              <a:gd name="connsiteY9763" fmla="*/ 1288750 h 2053176"/>
              <a:gd name="connsiteX9764" fmla="*/ 8115057 w 12188965"/>
              <a:gd name="connsiteY9764" fmla="*/ 1263091 h 2053176"/>
              <a:gd name="connsiteX9765" fmla="*/ 8050852 w 12188965"/>
              <a:gd name="connsiteY9765" fmla="*/ 1263091 h 2053176"/>
              <a:gd name="connsiteX9766" fmla="*/ 8076510 w 12188965"/>
              <a:gd name="connsiteY9766" fmla="*/ 1288750 h 2053176"/>
              <a:gd name="connsiteX9767" fmla="*/ 8050852 w 12188965"/>
              <a:gd name="connsiteY9767" fmla="*/ 1314409 h 2053176"/>
              <a:gd name="connsiteX9768" fmla="*/ 8025194 w 12188965"/>
              <a:gd name="connsiteY9768" fmla="*/ 1288750 h 2053176"/>
              <a:gd name="connsiteX9769" fmla="*/ 8050852 w 12188965"/>
              <a:gd name="connsiteY9769" fmla="*/ 1263091 h 2053176"/>
              <a:gd name="connsiteX9770" fmla="*/ 7986648 w 12188965"/>
              <a:gd name="connsiteY9770" fmla="*/ 1263091 h 2053176"/>
              <a:gd name="connsiteX9771" fmla="*/ 8012306 w 12188965"/>
              <a:gd name="connsiteY9771" fmla="*/ 1288750 h 2053176"/>
              <a:gd name="connsiteX9772" fmla="*/ 7986648 w 12188965"/>
              <a:gd name="connsiteY9772" fmla="*/ 1314409 h 2053176"/>
              <a:gd name="connsiteX9773" fmla="*/ 7960990 w 12188965"/>
              <a:gd name="connsiteY9773" fmla="*/ 1288750 h 2053176"/>
              <a:gd name="connsiteX9774" fmla="*/ 7986648 w 12188965"/>
              <a:gd name="connsiteY9774" fmla="*/ 1263091 h 2053176"/>
              <a:gd name="connsiteX9775" fmla="*/ 7922444 w 12188965"/>
              <a:gd name="connsiteY9775" fmla="*/ 1263091 h 2053176"/>
              <a:gd name="connsiteX9776" fmla="*/ 7948102 w 12188965"/>
              <a:gd name="connsiteY9776" fmla="*/ 1288750 h 2053176"/>
              <a:gd name="connsiteX9777" fmla="*/ 7922444 w 12188965"/>
              <a:gd name="connsiteY9777" fmla="*/ 1314409 h 2053176"/>
              <a:gd name="connsiteX9778" fmla="*/ 7896783 w 12188965"/>
              <a:gd name="connsiteY9778" fmla="*/ 1288750 h 2053176"/>
              <a:gd name="connsiteX9779" fmla="*/ 7922444 w 12188965"/>
              <a:gd name="connsiteY9779" fmla="*/ 1263091 h 2053176"/>
              <a:gd name="connsiteX9780" fmla="*/ 7858237 w 12188965"/>
              <a:gd name="connsiteY9780" fmla="*/ 1263091 h 2053176"/>
              <a:gd name="connsiteX9781" fmla="*/ 7883895 w 12188965"/>
              <a:gd name="connsiteY9781" fmla="*/ 1288750 h 2053176"/>
              <a:gd name="connsiteX9782" fmla="*/ 7858237 w 12188965"/>
              <a:gd name="connsiteY9782" fmla="*/ 1314409 h 2053176"/>
              <a:gd name="connsiteX9783" fmla="*/ 7832578 w 12188965"/>
              <a:gd name="connsiteY9783" fmla="*/ 1288750 h 2053176"/>
              <a:gd name="connsiteX9784" fmla="*/ 7858237 w 12188965"/>
              <a:gd name="connsiteY9784" fmla="*/ 1263091 h 2053176"/>
              <a:gd name="connsiteX9785" fmla="*/ 7794032 w 12188965"/>
              <a:gd name="connsiteY9785" fmla="*/ 1263091 h 2053176"/>
              <a:gd name="connsiteX9786" fmla="*/ 7819690 w 12188965"/>
              <a:gd name="connsiteY9786" fmla="*/ 1288750 h 2053176"/>
              <a:gd name="connsiteX9787" fmla="*/ 7794032 w 12188965"/>
              <a:gd name="connsiteY9787" fmla="*/ 1314409 h 2053176"/>
              <a:gd name="connsiteX9788" fmla="*/ 7768371 w 12188965"/>
              <a:gd name="connsiteY9788" fmla="*/ 1288750 h 2053176"/>
              <a:gd name="connsiteX9789" fmla="*/ 7794032 w 12188965"/>
              <a:gd name="connsiteY9789" fmla="*/ 1263091 h 2053176"/>
              <a:gd name="connsiteX9790" fmla="*/ 7729825 w 12188965"/>
              <a:gd name="connsiteY9790" fmla="*/ 1263091 h 2053176"/>
              <a:gd name="connsiteX9791" fmla="*/ 7755486 w 12188965"/>
              <a:gd name="connsiteY9791" fmla="*/ 1288750 h 2053176"/>
              <a:gd name="connsiteX9792" fmla="*/ 7729825 w 12188965"/>
              <a:gd name="connsiteY9792" fmla="*/ 1314409 h 2053176"/>
              <a:gd name="connsiteX9793" fmla="*/ 7704167 w 12188965"/>
              <a:gd name="connsiteY9793" fmla="*/ 1288750 h 2053176"/>
              <a:gd name="connsiteX9794" fmla="*/ 7729825 w 12188965"/>
              <a:gd name="connsiteY9794" fmla="*/ 1263091 h 2053176"/>
              <a:gd name="connsiteX9795" fmla="*/ 7665621 w 12188965"/>
              <a:gd name="connsiteY9795" fmla="*/ 1263091 h 2053176"/>
              <a:gd name="connsiteX9796" fmla="*/ 7691279 w 12188965"/>
              <a:gd name="connsiteY9796" fmla="*/ 1288750 h 2053176"/>
              <a:gd name="connsiteX9797" fmla="*/ 7665621 w 12188965"/>
              <a:gd name="connsiteY9797" fmla="*/ 1314409 h 2053176"/>
              <a:gd name="connsiteX9798" fmla="*/ 7639963 w 12188965"/>
              <a:gd name="connsiteY9798" fmla="*/ 1288750 h 2053176"/>
              <a:gd name="connsiteX9799" fmla="*/ 7665621 w 12188965"/>
              <a:gd name="connsiteY9799" fmla="*/ 1263091 h 2053176"/>
              <a:gd name="connsiteX9800" fmla="*/ 7601299 w 12188965"/>
              <a:gd name="connsiteY9800" fmla="*/ 1263091 h 2053176"/>
              <a:gd name="connsiteX9801" fmla="*/ 7626959 w 12188965"/>
              <a:gd name="connsiteY9801" fmla="*/ 1288750 h 2053176"/>
              <a:gd name="connsiteX9802" fmla="*/ 7601299 w 12188965"/>
              <a:gd name="connsiteY9802" fmla="*/ 1314409 h 2053176"/>
              <a:gd name="connsiteX9803" fmla="*/ 7575640 w 12188965"/>
              <a:gd name="connsiteY9803" fmla="*/ 1288750 h 2053176"/>
              <a:gd name="connsiteX9804" fmla="*/ 7601299 w 12188965"/>
              <a:gd name="connsiteY9804" fmla="*/ 1263091 h 2053176"/>
              <a:gd name="connsiteX9805" fmla="*/ 7537094 w 12188965"/>
              <a:gd name="connsiteY9805" fmla="*/ 1263091 h 2053176"/>
              <a:gd name="connsiteX9806" fmla="*/ 7562752 w 12188965"/>
              <a:gd name="connsiteY9806" fmla="*/ 1288750 h 2053176"/>
              <a:gd name="connsiteX9807" fmla="*/ 7537094 w 12188965"/>
              <a:gd name="connsiteY9807" fmla="*/ 1314409 h 2053176"/>
              <a:gd name="connsiteX9808" fmla="*/ 7511436 w 12188965"/>
              <a:gd name="connsiteY9808" fmla="*/ 1288750 h 2053176"/>
              <a:gd name="connsiteX9809" fmla="*/ 7537094 w 12188965"/>
              <a:gd name="connsiteY9809" fmla="*/ 1263091 h 2053176"/>
              <a:gd name="connsiteX9810" fmla="*/ 7472890 w 12188965"/>
              <a:gd name="connsiteY9810" fmla="*/ 1263091 h 2053176"/>
              <a:gd name="connsiteX9811" fmla="*/ 7498548 w 12188965"/>
              <a:gd name="connsiteY9811" fmla="*/ 1288750 h 2053176"/>
              <a:gd name="connsiteX9812" fmla="*/ 7472890 w 12188965"/>
              <a:gd name="connsiteY9812" fmla="*/ 1314409 h 2053176"/>
              <a:gd name="connsiteX9813" fmla="*/ 7447229 w 12188965"/>
              <a:gd name="connsiteY9813" fmla="*/ 1288750 h 2053176"/>
              <a:gd name="connsiteX9814" fmla="*/ 7472890 w 12188965"/>
              <a:gd name="connsiteY9814" fmla="*/ 1263091 h 2053176"/>
              <a:gd name="connsiteX9815" fmla="*/ 7216067 w 12188965"/>
              <a:gd name="connsiteY9815" fmla="*/ 1263091 h 2053176"/>
              <a:gd name="connsiteX9816" fmla="*/ 7241725 w 12188965"/>
              <a:gd name="connsiteY9816" fmla="*/ 1288750 h 2053176"/>
              <a:gd name="connsiteX9817" fmla="*/ 7216067 w 12188965"/>
              <a:gd name="connsiteY9817" fmla="*/ 1314409 h 2053176"/>
              <a:gd name="connsiteX9818" fmla="*/ 7190409 w 12188965"/>
              <a:gd name="connsiteY9818" fmla="*/ 1288750 h 2053176"/>
              <a:gd name="connsiteX9819" fmla="*/ 7216067 w 12188965"/>
              <a:gd name="connsiteY9819" fmla="*/ 1263091 h 2053176"/>
              <a:gd name="connsiteX9820" fmla="*/ 7151863 w 12188965"/>
              <a:gd name="connsiteY9820" fmla="*/ 1263091 h 2053176"/>
              <a:gd name="connsiteX9821" fmla="*/ 7177521 w 12188965"/>
              <a:gd name="connsiteY9821" fmla="*/ 1288750 h 2053176"/>
              <a:gd name="connsiteX9822" fmla="*/ 7151863 w 12188965"/>
              <a:gd name="connsiteY9822" fmla="*/ 1314409 h 2053176"/>
              <a:gd name="connsiteX9823" fmla="*/ 7126205 w 12188965"/>
              <a:gd name="connsiteY9823" fmla="*/ 1288750 h 2053176"/>
              <a:gd name="connsiteX9824" fmla="*/ 7151863 w 12188965"/>
              <a:gd name="connsiteY9824" fmla="*/ 1263091 h 2053176"/>
              <a:gd name="connsiteX9825" fmla="*/ 7087658 w 12188965"/>
              <a:gd name="connsiteY9825" fmla="*/ 1263091 h 2053176"/>
              <a:gd name="connsiteX9826" fmla="*/ 7113317 w 12188965"/>
              <a:gd name="connsiteY9826" fmla="*/ 1288750 h 2053176"/>
              <a:gd name="connsiteX9827" fmla="*/ 7087658 w 12188965"/>
              <a:gd name="connsiteY9827" fmla="*/ 1314409 h 2053176"/>
              <a:gd name="connsiteX9828" fmla="*/ 7061998 w 12188965"/>
              <a:gd name="connsiteY9828" fmla="*/ 1288750 h 2053176"/>
              <a:gd name="connsiteX9829" fmla="*/ 7087658 w 12188965"/>
              <a:gd name="connsiteY9829" fmla="*/ 1263091 h 2053176"/>
              <a:gd name="connsiteX9830" fmla="*/ 6895043 w 12188965"/>
              <a:gd name="connsiteY9830" fmla="*/ 1263091 h 2053176"/>
              <a:gd name="connsiteX9831" fmla="*/ 6920701 w 12188965"/>
              <a:gd name="connsiteY9831" fmla="*/ 1288750 h 2053176"/>
              <a:gd name="connsiteX9832" fmla="*/ 6895043 w 12188965"/>
              <a:gd name="connsiteY9832" fmla="*/ 1314409 h 2053176"/>
              <a:gd name="connsiteX9833" fmla="*/ 6869382 w 12188965"/>
              <a:gd name="connsiteY9833" fmla="*/ 1288750 h 2053176"/>
              <a:gd name="connsiteX9834" fmla="*/ 6895043 w 12188965"/>
              <a:gd name="connsiteY9834" fmla="*/ 1263091 h 2053176"/>
              <a:gd name="connsiteX9835" fmla="*/ 6702427 w 12188965"/>
              <a:gd name="connsiteY9835" fmla="*/ 1263091 h 2053176"/>
              <a:gd name="connsiteX9836" fmla="*/ 6728085 w 12188965"/>
              <a:gd name="connsiteY9836" fmla="*/ 1288750 h 2053176"/>
              <a:gd name="connsiteX9837" fmla="*/ 6702427 w 12188965"/>
              <a:gd name="connsiteY9837" fmla="*/ 1314409 h 2053176"/>
              <a:gd name="connsiteX9838" fmla="*/ 6676766 w 12188965"/>
              <a:gd name="connsiteY9838" fmla="*/ 1288750 h 2053176"/>
              <a:gd name="connsiteX9839" fmla="*/ 6702427 w 12188965"/>
              <a:gd name="connsiteY9839" fmla="*/ 1263091 h 2053176"/>
              <a:gd name="connsiteX9840" fmla="*/ 6638220 w 12188965"/>
              <a:gd name="connsiteY9840" fmla="*/ 1263091 h 2053176"/>
              <a:gd name="connsiteX9841" fmla="*/ 6663881 w 12188965"/>
              <a:gd name="connsiteY9841" fmla="*/ 1288750 h 2053176"/>
              <a:gd name="connsiteX9842" fmla="*/ 6638220 w 12188965"/>
              <a:gd name="connsiteY9842" fmla="*/ 1314409 h 2053176"/>
              <a:gd name="connsiteX9843" fmla="*/ 6612562 w 12188965"/>
              <a:gd name="connsiteY9843" fmla="*/ 1288750 h 2053176"/>
              <a:gd name="connsiteX9844" fmla="*/ 6638220 w 12188965"/>
              <a:gd name="connsiteY9844" fmla="*/ 1263091 h 2053176"/>
              <a:gd name="connsiteX9845" fmla="*/ 6317078 w 12188965"/>
              <a:gd name="connsiteY9845" fmla="*/ 1263091 h 2053176"/>
              <a:gd name="connsiteX9846" fmla="*/ 6342736 w 12188965"/>
              <a:gd name="connsiteY9846" fmla="*/ 1288750 h 2053176"/>
              <a:gd name="connsiteX9847" fmla="*/ 6317078 w 12188965"/>
              <a:gd name="connsiteY9847" fmla="*/ 1314409 h 2053176"/>
              <a:gd name="connsiteX9848" fmla="*/ 6291420 w 12188965"/>
              <a:gd name="connsiteY9848" fmla="*/ 1288750 h 2053176"/>
              <a:gd name="connsiteX9849" fmla="*/ 6317078 w 12188965"/>
              <a:gd name="connsiteY9849" fmla="*/ 1263091 h 2053176"/>
              <a:gd name="connsiteX9850" fmla="*/ 6252873 w 12188965"/>
              <a:gd name="connsiteY9850" fmla="*/ 1263091 h 2053176"/>
              <a:gd name="connsiteX9851" fmla="*/ 6278532 w 12188965"/>
              <a:gd name="connsiteY9851" fmla="*/ 1288750 h 2053176"/>
              <a:gd name="connsiteX9852" fmla="*/ 6252873 w 12188965"/>
              <a:gd name="connsiteY9852" fmla="*/ 1314409 h 2053176"/>
              <a:gd name="connsiteX9853" fmla="*/ 6227213 w 12188965"/>
              <a:gd name="connsiteY9853" fmla="*/ 1288750 h 2053176"/>
              <a:gd name="connsiteX9854" fmla="*/ 6252873 w 12188965"/>
              <a:gd name="connsiteY9854" fmla="*/ 1263091 h 2053176"/>
              <a:gd name="connsiteX9855" fmla="*/ 6188666 w 12188965"/>
              <a:gd name="connsiteY9855" fmla="*/ 1263091 h 2053176"/>
              <a:gd name="connsiteX9856" fmla="*/ 6214327 w 12188965"/>
              <a:gd name="connsiteY9856" fmla="*/ 1288750 h 2053176"/>
              <a:gd name="connsiteX9857" fmla="*/ 6188666 w 12188965"/>
              <a:gd name="connsiteY9857" fmla="*/ 1314409 h 2053176"/>
              <a:gd name="connsiteX9858" fmla="*/ 6163008 w 12188965"/>
              <a:gd name="connsiteY9858" fmla="*/ 1288750 h 2053176"/>
              <a:gd name="connsiteX9859" fmla="*/ 6188666 w 12188965"/>
              <a:gd name="connsiteY9859" fmla="*/ 1263091 h 2053176"/>
              <a:gd name="connsiteX9860" fmla="*/ 6124462 w 12188965"/>
              <a:gd name="connsiteY9860" fmla="*/ 1263091 h 2053176"/>
              <a:gd name="connsiteX9861" fmla="*/ 6150123 w 12188965"/>
              <a:gd name="connsiteY9861" fmla="*/ 1288750 h 2053176"/>
              <a:gd name="connsiteX9862" fmla="*/ 6124462 w 12188965"/>
              <a:gd name="connsiteY9862" fmla="*/ 1314409 h 2053176"/>
              <a:gd name="connsiteX9863" fmla="*/ 6098804 w 12188965"/>
              <a:gd name="connsiteY9863" fmla="*/ 1288750 h 2053176"/>
              <a:gd name="connsiteX9864" fmla="*/ 6124462 w 12188965"/>
              <a:gd name="connsiteY9864" fmla="*/ 1263091 h 2053176"/>
              <a:gd name="connsiteX9865" fmla="*/ 6064505 w 12188965"/>
              <a:gd name="connsiteY9865" fmla="*/ 1263091 h 2053176"/>
              <a:gd name="connsiteX9866" fmla="*/ 6090163 w 12188965"/>
              <a:gd name="connsiteY9866" fmla="*/ 1288750 h 2053176"/>
              <a:gd name="connsiteX9867" fmla="*/ 6064505 w 12188965"/>
              <a:gd name="connsiteY9867" fmla="*/ 1314409 h 2053176"/>
              <a:gd name="connsiteX9868" fmla="*/ 6038844 w 12188965"/>
              <a:gd name="connsiteY9868" fmla="*/ 1288750 h 2053176"/>
              <a:gd name="connsiteX9869" fmla="*/ 6064505 w 12188965"/>
              <a:gd name="connsiteY9869" fmla="*/ 1263091 h 2053176"/>
              <a:gd name="connsiteX9870" fmla="*/ 5743477 w 12188965"/>
              <a:gd name="connsiteY9870" fmla="*/ 1263091 h 2053176"/>
              <a:gd name="connsiteX9871" fmla="*/ 5769136 w 12188965"/>
              <a:gd name="connsiteY9871" fmla="*/ 1288750 h 2053176"/>
              <a:gd name="connsiteX9872" fmla="*/ 5743477 w 12188965"/>
              <a:gd name="connsiteY9872" fmla="*/ 1314409 h 2053176"/>
              <a:gd name="connsiteX9873" fmla="*/ 5717818 w 12188965"/>
              <a:gd name="connsiteY9873" fmla="*/ 1288750 h 2053176"/>
              <a:gd name="connsiteX9874" fmla="*/ 5743477 w 12188965"/>
              <a:gd name="connsiteY9874" fmla="*/ 1263091 h 2053176"/>
              <a:gd name="connsiteX9875" fmla="*/ 5679272 w 12188965"/>
              <a:gd name="connsiteY9875" fmla="*/ 1263091 h 2053176"/>
              <a:gd name="connsiteX9876" fmla="*/ 5704930 w 12188965"/>
              <a:gd name="connsiteY9876" fmla="*/ 1288750 h 2053176"/>
              <a:gd name="connsiteX9877" fmla="*/ 5679272 w 12188965"/>
              <a:gd name="connsiteY9877" fmla="*/ 1314409 h 2053176"/>
              <a:gd name="connsiteX9878" fmla="*/ 5653614 w 12188965"/>
              <a:gd name="connsiteY9878" fmla="*/ 1288750 h 2053176"/>
              <a:gd name="connsiteX9879" fmla="*/ 5679272 w 12188965"/>
              <a:gd name="connsiteY9879" fmla="*/ 1263091 h 2053176"/>
              <a:gd name="connsiteX9880" fmla="*/ 5615066 w 12188965"/>
              <a:gd name="connsiteY9880" fmla="*/ 1263091 h 2053176"/>
              <a:gd name="connsiteX9881" fmla="*/ 5640726 w 12188965"/>
              <a:gd name="connsiteY9881" fmla="*/ 1288750 h 2053176"/>
              <a:gd name="connsiteX9882" fmla="*/ 5615066 w 12188965"/>
              <a:gd name="connsiteY9882" fmla="*/ 1314409 h 2053176"/>
              <a:gd name="connsiteX9883" fmla="*/ 5589407 w 12188965"/>
              <a:gd name="connsiteY9883" fmla="*/ 1288750 h 2053176"/>
              <a:gd name="connsiteX9884" fmla="*/ 5615066 w 12188965"/>
              <a:gd name="connsiteY9884" fmla="*/ 1263091 h 2053176"/>
              <a:gd name="connsiteX9885" fmla="*/ 5486655 w 12188965"/>
              <a:gd name="connsiteY9885" fmla="*/ 1263091 h 2053176"/>
              <a:gd name="connsiteX9886" fmla="*/ 5512316 w 12188965"/>
              <a:gd name="connsiteY9886" fmla="*/ 1288750 h 2053176"/>
              <a:gd name="connsiteX9887" fmla="*/ 5486655 w 12188965"/>
              <a:gd name="connsiteY9887" fmla="*/ 1314409 h 2053176"/>
              <a:gd name="connsiteX9888" fmla="*/ 5460997 w 12188965"/>
              <a:gd name="connsiteY9888" fmla="*/ 1288750 h 2053176"/>
              <a:gd name="connsiteX9889" fmla="*/ 5486655 w 12188965"/>
              <a:gd name="connsiteY9889" fmla="*/ 1263091 h 2053176"/>
              <a:gd name="connsiteX9890" fmla="*/ 5422451 w 12188965"/>
              <a:gd name="connsiteY9890" fmla="*/ 1263091 h 2053176"/>
              <a:gd name="connsiteX9891" fmla="*/ 5448109 w 12188965"/>
              <a:gd name="connsiteY9891" fmla="*/ 1288750 h 2053176"/>
              <a:gd name="connsiteX9892" fmla="*/ 5422451 w 12188965"/>
              <a:gd name="connsiteY9892" fmla="*/ 1314409 h 2053176"/>
              <a:gd name="connsiteX9893" fmla="*/ 5396791 w 12188965"/>
              <a:gd name="connsiteY9893" fmla="*/ 1288750 h 2053176"/>
              <a:gd name="connsiteX9894" fmla="*/ 5422451 w 12188965"/>
              <a:gd name="connsiteY9894" fmla="*/ 1263091 h 2053176"/>
              <a:gd name="connsiteX9895" fmla="*/ 5229719 w 12188965"/>
              <a:gd name="connsiteY9895" fmla="*/ 1263091 h 2053176"/>
              <a:gd name="connsiteX9896" fmla="*/ 5255377 w 12188965"/>
              <a:gd name="connsiteY9896" fmla="*/ 1288750 h 2053176"/>
              <a:gd name="connsiteX9897" fmla="*/ 5229719 w 12188965"/>
              <a:gd name="connsiteY9897" fmla="*/ 1314409 h 2053176"/>
              <a:gd name="connsiteX9898" fmla="*/ 5204058 w 12188965"/>
              <a:gd name="connsiteY9898" fmla="*/ 1288750 h 2053176"/>
              <a:gd name="connsiteX9899" fmla="*/ 5229719 w 12188965"/>
              <a:gd name="connsiteY9899" fmla="*/ 1263091 h 2053176"/>
              <a:gd name="connsiteX9900" fmla="*/ 4972896 w 12188965"/>
              <a:gd name="connsiteY9900" fmla="*/ 1263091 h 2053176"/>
              <a:gd name="connsiteX9901" fmla="*/ 4998557 w 12188965"/>
              <a:gd name="connsiteY9901" fmla="*/ 1288750 h 2053176"/>
              <a:gd name="connsiteX9902" fmla="*/ 4972896 w 12188965"/>
              <a:gd name="connsiteY9902" fmla="*/ 1314409 h 2053176"/>
              <a:gd name="connsiteX9903" fmla="*/ 4947240 w 12188965"/>
              <a:gd name="connsiteY9903" fmla="*/ 1288750 h 2053176"/>
              <a:gd name="connsiteX9904" fmla="*/ 4972896 w 12188965"/>
              <a:gd name="connsiteY9904" fmla="*/ 1263091 h 2053176"/>
              <a:gd name="connsiteX9905" fmla="*/ 4908693 w 12188965"/>
              <a:gd name="connsiteY9905" fmla="*/ 1263091 h 2053176"/>
              <a:gd name="connsiteX9906" fmla="*/ 4934352 w 12188965"/>
              <a:gd name="connsiteY9906" fmla="*/ 1288750 h 2053176"/>
              <a:gd name="connsiteX9907" fmla="*/ 4908693 w 12188965"/>
              <a:gd name="connsiteY9907" fmla="*/ 1314409 h 2053176"/>
              <a:gd name="connsiteX9908" fmla="*/ 4883033 w 12188965"/>
              <a:gd name="connsiteY9908" fmla="*/ 1288750 h 2053176"/>
              <a:gd name="connsiteX9909" fmla="*/ 4908693 w 12188965"/>
              <a:gd name="connsiteY9909" fmla="*/ 1263091 h 2053176"/>
              <a:gd name="connsiteX9910" fmla="*/ 4844487 w 12188965"/>
              <a:gd name="connsiteY9910" fmla="*/ 1263091 h 2053176"/>
              <a:gd name="connsiteX9911" fmla="*/ 4870146 w 12188965"/>
              <a:gd name="connsiteY9911" fmla="*/ 1288750 h 2053176"/>
              <a:gd name="connsiteX9912" fmla="*/ 4844487 w 12188965"/>
              <a:gd name="connsiteY9912" fmla="*/ 1314409 h 2053176"/>
              <a:gd name="connsiteX9913" fmla="*/ 4818828 w 12188965"/>
              <a:gd name="connsiteY9913" fmla="*/ 1288750 h 2053176"/>
              <a:gd name="connsiteX9914" fmla="*/ 4844487 w 12188965"/>
              <a:gd name="connsiteY9914" fmla="*/ 1263091 h 2053176"/>
              <a:gd name="connsiteX9915" fmla="*/ 4780282 w 12188965"/>
              <a:gd name="connsiteY9915" fmla="*/ 1263091 h 2053176"/>
              <a:gd name="connsiteX9916" fmla="*/ 4805941 w 12188965"/>
              <a:gd name="connsiteY9916" fmla="*/ 1288750 h 2053176"/>
              <a:gd name="connsiteX9917" fmla="*/ 4780282 w 12188965"/>
              <a:gd name="connsiteY9917" fmla="*/ 1314409 h 2053176"/>
              <a:gd name="connsiteX9918" fmla="*/ 4754622 w 12188965"/>
              <a:gd name="connsiteY9918" fmla="*/ 1288750 h 2053176"/>
              <a:gd name="connsiteX9919" fmla="*/ 4780282 w 12188965"/>
              <a:gd name="connsiteY9919" fmla="*/ 1263091 h 2053176"/>
              <a:gd name="connsiteX9920" fmla="*/ 4651872 w 12188965"/>
              <a:gd name="connsiteY9920" fmla="*/ 1263091 h 2053176"/>
              <a:gd name="connsiteX9921" fmla="*/ 4677531 w 12188965"/>
              <a:gd name="connsiteY9921" fmla="*/ 1288750 h 2053176"/>
              <a:gd name="connsiteX9922" fmla="*/ 4651872 w 12188965"/>
              <a:gd name="connsiteY9922" fmla="*/ 1314409 h 2053176"/>
              <a:gd name="connsiteX9923" fmla="*/ 4626213 w 12188965"/>
              <a:gd name="connsiteY9923" fmla="*/ 1288750 h 2053176"/>
              <a:gd name="connsiteX9924" fmla="*/ 4651872 w 12188965"/>
              <a:gd name="connsiteY9924" fmla="*/ 1263091 h 2053176"/>
              <a:gd name="connsiteX9925" fmla="*/ 4587666 w 12188965"/>
              <a:gd name="connsiteY9925" fmla="*/ 1263091 h 2053176"/>
              <a:gd name="connsiteX9926" fmla="*/ 4613324 w 12188965"/>
              <a:gd name="connsiteY9926" fmla="*/ 1288750 h 2053176"/>
              <a:gd name="connsiteX9927" fmla="*/ 4587666 w 12188965"/>
              <a:gd name="connsiteY9927" fmla="*/ 1314409 h 2053176"/>
              <a:gd name="connsiteX9928" fmla="*/ 4562007 w 12188965"/>
              <a:gd name="connsiteY9928" fmla="*/ 1288750 h 2053176"/>
              <a:gd name="connsiteX9929" fmla="*/ 4587666 w 12188965"/>
              <a:gd name="connsiteY9929" fmla="*/ 1263091 h 2053176"/>
              <a:gd name="connsiteX9930" fmla="*/ 4523461 w 12188965"/>
              <a:gd name="connsiteY9930" fmla="*/ 1263091 h 2053176"/>
              <a:gd name="connsiteX9931" fmla="*/ 4549121 w 12188965"/>
              <a:gd name="connsiteY9931" fmla="*/ 1288750 h 2053176"/>
              <a:gd name="connsiteX9932" fmla="*/ 4523461 w 12188965"/>
              <a:gd name="connsiteY9932" fmla="*/ 1314409 h 2053176"/>
              <a:gd name="connsiteX9933" fmla="*/ 4497802 w 12188965"/>
              <a:gd name="connsiteY9933" fmla="*/ 1288750 h 2053176"/>
              <a:gd name="connsiteX9934" fmla="*/ 4523461 w 12188965"/>
              <a:gd name="connsiteY9934" fmla="*/ 1263091 h 2053176"/>
              <a:gd name="connsiteX9935" fmla="*/ 4395050 w 12188965"/>
              <a:gd name="connsiteY9935" fmla="*/ 1263091 h 2053176"/>
              <a:gd name="connsiteX9936" fmla="*/ 4420710 w 12188965"/>
              <a:gd name="connsiteY9936" fmla="*/ 1288750 h 2053176"/>
              <a:gd name="connsiteX9937" fmla="*/ 4395050 w 12188965"/>
              <a:gd name="connsiteY9937" fmla="*/ 1314409 h 2053176"/>
              <a:gd name="connsiteX9938" fmla="*/ 4369391 w 12188965"/>
              <a:gd name="connsiteY9938" fmla="*/ 1288750 h 2053176"/>
              <a:gd name="connsiteX9939" fmla="*/ 4395050 w 12188965"/>
              <a:gd name="connsiteY9939" fmla="*/ 1263091 h 2053176"/>
              <a:gd name="connsiteX9940" fmla="*/ 4009702 w 12188965"/>
              <a:gd name="connsiteY9940" fmla="*/ 1263091 h 2053176"/>
              <a:gd name="connsiteX9941" fmla="*/ 4035362 w 12188965"/>
              <a:gd name="connsiteY9941" fmla="*/ 1288750 h 2053176"/>
              <a:gd name="connsiteX9942" fmla="*/ 4009702 w 12188965"/>
              <a:gd name="connsiteY9942" fmla="*/ 1314409 h 2053176"/>
              <a:gd name="connsiteX9943" fmla="*/ 3984043 w 12188965"/>
              <a:gd name="connsiteY9943" fmla="*/ 1288750 h 2053176"/>
              <a:gd name="connsiteX9944" fmla="*/ 4009702 w 12188965"/>
              <a:gd name="connsiteY9944" fmla="*/ 1263091 h 2053176"/>
              <a:gd name="connsiteX9945" fmla="*/ 3881291 w 12188965"/>
              <a:gd name="connsiteY9945" fmla="*/ 1263091 h 2053176"/>
              <a:gd name="connsiteX9946" fmla="*/ 3906950 w 12188965"/>
              <a:gd name="connsiteY9946" fmla="*/ 1288750 h 2053176"/>
              <a:gd name="connsiteX9947" fmla="*/ 3881291 w 12188965"/>
              <a:gd name="connsiteY9947" fmla="*/ 1314409 h 2053176"/>
              <a:gd name="connsiteX9948" fmla="*/ 3855633 w 12188965"/>
              <a:gd name="connsiteY9948" fmla="*/ 1288750 h 2053176"/>
              <a:gd name="connsiteX9949" fmla="*/ 3881291 w 12188965"/>
              <a:gd name="connsiteY9949" fmla="*/ 1263091 h 2053176"/>
              <a:gd name="connsiteX9950" fmla="*/ 3817085 w 12188965"/>
              <a:gd name="connsiteY9950" fmla="*/ 1263091 h 2053176"/>
              <a:gd name="connsiteX9951" fmla="*/ 3842745 w 12188965"/>
              <a:gd name="connsiteY9951" fmla="*/ 1288750 h 2053176"/>
              <a:gd name="connsiteX9952" fmla="*/ 3817085 w 12188965"/>
              <a:gd name="connsiteY9952" fmla="*/ 1314409 h 2053176"/>
              <a:gd name="connsiteX9953" fmla="*/ 3791427 w 12188965"/>
              <a:gd name="connsiteY9953" fmla="*/ 1288750 h 2053176"/>
              <a:gd name="connsiteX9954" fmla="*/ 3817085 w 12188965"/>
              <a:gd name="connsiteY9954" fmla="*/ 1263091 h 2053176"/>
              <a:gd name="connsiteX9955" fmla="*/ 3752882 w 12188965"/>
              <a:gd name="connsiteY9955" fmla="*/ 1263091 h 2053176"/>
              <a:gd name="connsiteX9956" fmla="*/ 3778539 w 12188965"/>
              <a:gd name="connsiteY9956" fmla="*/ 1288750 h 2053176"/>
              <a:gd name="connsiteX9957" fmla="*/ 3752882 w 12188965"/>
              <a:gd name="connsiteY9957" fmla="*/ 1314409 h 2053176"/>
              <a:gd name="connsiteX9958" fmla="*/ 3727221 w 12188965"/>
              <a:gd name="connsiteY9958" fmla="*/ 1288750 h 2053176"/>
              <a:gd name="connsiteX9959" fmla="*/ 3752882 w 12188965"/>
              <a:gd name="connsiteY9959" fmla="*/ 1263091 h 2053176"/>
              <a:gd name="connsiteX9960" fmla="*/ 3624472 w 12188965"/>
              <a:gd name="connsiteY9960" fmla="*/ 1263091 h 2053176"/>
              <a:gd name="connsiteX9961" fmla="*/ 3650129 w 12188965"/>
              <a:gd name="connsiteY9961" fmla="*/ 1288750 h 2053176"/>
              <a:gd name="connsiteX9962" fmla="*/ 3624472 w 12188965"/>
              <a:gd name="connsiteY9962" fmla="*/ 1314409 h 2053176"/>
              <a:gd name="connsiteX9963" fmla="*/ 3598810 w 12188965"/>
              <a:gd name="connsiteY9963" fmla="*/ 1288750 h 2053176"/>
              <a:gd name="connsiteX9964" fmla="*/ 3624472 w 12188965"/>
              <a:gd name="connsiteY9964" fmla="*/ 1263091 h 2053176"/>
              <a:gd name="connsiteX9965" fmla="*/ 3367649 w 12188965"/>
              <a:gd name="connsiteY9965" fmla="*/ 1263091 h 2053176"/>
              <a:gd name="connsiteX9966" fmla="*/ 3393308 w 12188965"/>
              <a:gd name="connsiteY9966" fmla="*/ 1288750 h 2053176"/>
              <a:gd name="connsiteX9967" fmla="*/ 3367649 w 12188965"/>
              <a:gd name="connsiteY9967" fmla="*/ 1314409 h 2053176"/>
              <a:gd name="connsiteX9968" fmla="*/ 3341990 w 12188965"/>
              <a:gd name="connsiteY9968" fmla="*/ 1288750 h 2053176"/>
              <a:gd name="connsiteX9969" fmla="*/ 3367649 w 12188965"/>
              <a:gd name="connsiteY9969" fmla="*/ 1263091 h 2053176"/>
              <a:gd name="connsiteX9970" fmla="*/ 3303444 w 12188965"/>
              <a:gd name="connsiteY9970" fmla="*/ 1263091 h 2053176"/>
              <a:gd name="connsiteX9971" fmla="*/ 3329102 w 12188965"/>
              <a:gd name="connsiteY9971" fmla="*/ 1288750 h 2053176"/>
              <a:gd name="connsiteX9972" fmla="*/ 3303444 w 12188965"/>
              <a:gd name="connsiteY9972" fmla="*/ 1314409 h 2053176"/>
              <a:gd name="connsiteX9973" fmla="*/ 3277785 w 12188965"/>
              <a:gd name="connsiteY9973" fmla="*/ 1288750 h 2053176"/>
              <a:gd name="connsiteX9974" fmla="*/ 3303444 w 12188965"/>
              <a:gd name="connsiteY9974" fmla="*/ 1263091 h 2053176"/>
              <a:gd name="connsiteX9975" fmla="*/ 3110828 w 12188965"/>
              <a:gd name="connsiteY9975" fmla="*/ 1263091 h 2053176"/>
              <a:gd name="connsiteX9976" fmla="*/ 3136487 w 12188965"/>
              <a:gd name="connsiteY9976" fmla="*/ 1288750 h 2053176"/>
              <a:gd name="connsiteX9977" fmla="*/ 3110828 w 12188965"/>
              <a:gd name="connsiteY9977" fmla="*/ 1314409 h 2053176"/>
              <a:gd name="connsiteX9978" fmla="*/ 3085170 w 12188965"/>
              <a:gd name="connsiteY9978" fmla="*/ 1288750 h 2053176"/>
              <a:gd name="connsiteX9979" fmla="*/ 3110828 w 12188965"/>
              <a:gd name="connsiteY9979" fmla="*/ 1263091 h 2053176"/>
              <a:gd name="connsiteX9980" fmla="*/ 3046623 w 12188965"/>
              <a:gd name="connsiteY9980" fmla="*/ 1263091 h 2053176"/>
              <a:gd name="connsiteX9981" fmla="*/ 3072282 w 12188965"/>
              <a:gd name="connsiteY9981" fmla="*/ 1288750 h 2053176"/>
              <a:gd name="connsiteX9982" fmla="*/ 3046623 w 12188965"/>
              <a:gd name="connsiteY9982" fmla="*/ 1314409 h 2053176"/>
              <a:gd name="connsiteX9983" fmla="*/ 3020964 w 12188965"/>
              <a:gd name="connsiteY9983" fmla="*/ 1288750 h 2053176"/>
              <a:gd name="connsiteX9984" fmla="*/ 3046623 w 12188965"/>
              <a:gd name="connsiteY9984" fmla="*/ 1263091 h 2053176"/>
              <a:gd name="connsiteX9985" fmla="*/ 2982301 w 12188965"/>
              <a:gd name="connsiteY9985" fmla="*/ 1263091 h 2053176"/>
              <a:gd name="connsiteX9986" fmla="*/ 3007960 w 12188965"/>
              <a:gd name="connsiteY9986" fmla="*/ 1288750 h 2053176"/>
              <a:gd name="connsiteX9987" fmla="*/ 2982301 w 12188965"/>
              <a:gd name="connsiteY9987" fmla="*/ 1314409 h 2053176"/>
              <a:gd name="connsiteX9988" fmla="*/ 2956642 w 12188965"/>
              <a:gd name="connsiteY9988" fmla="*/ 1288750 h 2053176"/>
              <a:gd name="connsiteX9989" fmla="*/ 2982301 w 12188965"/>
              <a:gd name="connsiteY9989" fmla="*/ 1263091 h 2053176"/>
              <a:gd name="connsiteX9990" fmla="*/ 2853890 w 12188965"/>
              <a:gd name="connsiteY9990" fmla="*/ 1263091 h 2053176"/>
              <a:gd name="connsiteX9991" fmla="*/ 2879550 w 12188965"/>
              <a:gd name="connsiteY9991" fmla="*/ 1288750 h 2053176"/>
              <a:gd name="connsiteX9992" fmla="*/ 2853890 w 12188965"/>
              <a:gd name="connsiteY9992" fmla="*/ 1314409 h 2053176"/>
              <a:gd name="connsiteX9993" fmla="*/ 2828231 w 12188965"/>
              <a:gd name="connsiteY9993" fmla="*/ 1288750 h 2053176"/>
              <a:gd name="connsiteX9994" fmla="*/ 2853890 w 12188965"/>
              <a:gd name="connsiteY9994" fmla="*/ 1263091 h 2053176"/>
              <a:gd name="connsiteX9995" fmla="*/ 2789686 w 12188965"/>
              <a:gd name="connsiteY9995" fmla="*/ 1263091 h 2053176"/>
              <a:gd name="connsiteX9996" fmla="*/ 2815344 w 12188965"/>
              <a:gd name="connsiteY9996" fmla="*/ 1288750 h 2053176"/>
              <a:gd name="connsiteX9997" fmla="*/ 2789686 w 12188965"/>
              <a:gd name="connsiteY9997" fmla="*/ 1314409 h 2053176"/>
              <a:gd name="connsiteX9998" fmla="*/ 2764027 w 12188965"/>
              <a:gd name="connsiteY9998" fmla="*/ 1288750 h 2053176"/>
              <a:gd name="connsiteX9999" fmla="*/ 2789686 w 12188965"/>
              <a:gd name="connsiteY9999" fmla="*/ 1263091 h 2053176"/>
              <a:gd name="connsiteX10000" fmla="*/ 2404454 w 12188965"/>
              <a:gd name="connsiteY10000" fmla="*/ 1263091 h 2053176"/>
              <a:gd name="connsiteX10001" fmla="*/ 2430112 w 12188965"/>
              <a:gd name="connsiteY10001" fmla="*/ 1288750 h 2053176"/>
              <a:gd name="connsiteX10002" fmla="*/ 2404454 w 12188965"/>
              <a:gd name="connsiteY10002" fmla="*/ 1314409 h 2053176"/>
              <a:gd name="connsiteX10003" fmla="*/ 2378795 w 12188965"/>
              <a:gd name="connsiteY10003" fmla="*/ 1288750 h 2053176"/>
              <a:gd name="connsiteX10004" fmla="*/ 2404454 w 12188965"/>
              <a:gd name="connsiteY10004" fmla="*/ 1263091 h 2053176"/>
              <a:gd name="connsiteX10005" fmla="*/ 2340249 w 12188965"/>
              <a:gd name="connsiteY10005" fmla="*/ 1263091 h 2053176"/>
              <a:gd name="connsiteX10006" fmla="*/ 2365908 w 12188965"/>
              <a:gd name="connsiteY10006" fmla="*/ 1288750 h 2053176"/>
              <a:gd name="connsiteX10007" fmla="*/ 2340249 w 12188965"/>
              <a:gd name="connsiteY10007" fmla="*/ 1314409 h 2053176"/>
              <a:gd name="connsiteX10008" fmla="*/ 2314590 w 12188965"/>
              <a:gd name="connsiteY10008" fmla="*/ 1288750 h 2053176"/>
              <a:gd name="connsiteX10009" fmla="*/ 2340249 w 12188965"/>
              <a:gd name="connsiteY10009" fmla="*/ 1263091 h 2053176"/>
              <a:gd name="connsiteX10010" fmla="*/ 2276044 w 12188965"/>
              <a:gd name="connsiteY10010" fmla="*/ 1263091 h 2053176"/>
              <a:gd name="connsiteX10011" fmla="*/ 2301702 w 12188965"/>
              <a:gd name="connsiteY10011" fmla="*/ 1288750 h 2053176"/>
              <a:gd name="connsiteX10012" fmla="*/ 2276044 w 12188965"/>
              <a:gd name="connsiteY10012" fmla="*/ 1314409 h 2053176"/>
              <a:gd name="connsiteX10013" fmla="*/ 2250385 w 12188965"/>
              <a:gd name="connsiteY10013" fmla="*/ 1288750 h 2053176"/>
              <a:gd name="connsiteX10014" fmla="*/ 2276044 w 12188965"/>
              <a:gd name="connsiteY10014" fmla="*/ 1263091 h 2053176"/>
              <a:gd name="connsiteX10015" fmla="*/ 2211838 w 12188965"/>
              <a:gd name="connsiteY10015" fmla="*/ 1263091 h 2053176"/>
              <a:gd name="connsiteX10016" fmla="*/ 2237497 w 12188965"/>
              <a:gd name="connsiteY10016" fmla="*/ 1288750 h 2053176"/>
              <a:gd name="connsiteX10017" fmla="*/ 2211838 w 12188965"/>
              <a:gd name="connsiteY10017" fmla="*/ 1314409 h 2053176"/>
              <a:gd name="connsiteX10018" fmla="*/ 2186178 w 12188965"/>
              <a:gd name="connsiteY10018" fmla="*/ 1288750 h 2053176"/>
              <a:gd name="connsiteX10019" fmla="*/ 2211838 w 12188965"/>
              <a:gd name="connsiteY10019" fmla="*/ 1263091 h 2053176"/>
              <a:gd name="connsiteX10020" fmla="*/ 2147633 w 12188965"/>
              <a:gd name="connsiteY10020" fmla="*/ 1263091 h 2053176"/>
              <a:gd name="connsiteX10021" fmla="*/ 2173293 w 12188965"/>
              <a:gd name="connsiteY10021" fmla="*/ 1288750 h 2053176"/>
              <a:gd name="connsiteX10022" fmla="*/ 2147633 w 12188965"/>
              <a:gd name="connsiteY10022" fmla="*/ 1314409 h 2053176"/>
              <a:gd name="connsiteX10023" fmla="*/ 2121975 w 12188965"/>
              <a:gd name="connsiteY10023" fmla="*/ 1288750 h 2053176"/>
              <a:gd name="connsiteX10024" fmla="*/ 2147633 w 12188965"/>
              <a:gd name="connsiteY10024" fmla="*/ 1263091 h 2053176"/>
              <a:gd name="connsiteX10025" fmla="*/ 2083427 w 12188965"/>
              <a:gd name="connsiteY10025" fmla="*/ 1263091 h 2053176"/>
              <a:gd name="connsiteX10026" fmla="*/ 2109087 w 12188965"/>
              <a:gd name="connsiteY10026" fmla="*/ 1288750 h 2053176"/>
              <a:gd name="connsiteX10027" fmla="*/ 2083427 w 12188965"/>
              <a:gd name="connsiteY10027" fmla="*/ 1314409 h 2053176"/>
              <a:gd name="connsiteX10028" fmla="*/ 2057768 w 12188965"/>
              <a:gd name="connsiteY10028" fmla="*/ 1288750 h 2053176"/>
              <a:gd name="connsiteX10029" fmla="*/ 2083427 w 12188965"/>
              <a:gd name="connsiteY10029" fmla="*/ 1263091 h 2053176"/>
              <a:gd name="connsiteX10030" fmla="*/ 2019222 w 12188965"/>
              <a:gd name="connsiteY10030" fmla="*/ 1263091 h 2053176"/>
              <a:gd name="connsiteX10031" fmla="*/ 2044880 w 12188965"/>
              <a:gd name="connsiteY10031" fmla="*/ 1288750 h 2053176"/>
              <a:gd name="connsiteX10032" fmla="*/ 2019222 w 12188965"/>
              <a:gd name="connsiteY10032" fmla="*/ 1314409 h 2053176"/>
              <a:gd name="connsiteX10033" fmla="*/ 1993563 w 12188965"/>
              <a:gd name="connsiteY10033" fmla="*/ 1288750 h 2053176"/>
              <a:gd name="connsiteX10034" fmla="*/ 2019222 w 12188965"/>
              <a:gd name="connsiteY10034" fmla="*/ 1263091 h 2053176"/>
              <a:gd name="connsiteX10035" fmla="*/ 1955016 w 12188965"/>
              <a:gd name="connsiteY10035" fmla="*/ 1263091 h 2053176"/>
              <a:gd name="connsiteX10036" fmla="*/ 1980676 w 12188965"/>
              <a:gd name="connsiteY10036" fmla="*/ 1288750 h 2053176"/>
              <a:gd name="connsiteX10037" fmla="*/ 1955016 w 12188965"/>
              <a:gd name="connsiteY10037" fmla="*/ 1314409 h 2053176"/>
              <a:gd name="connsiteX10038" fmla="*/ 1929358 w 12188965"/>
              <a:gd name="connsiteY10038" fmla="*/ 1288750 h 2053176"/>
              <a:gd name="connsiteX10039" fmla="*/ 1955016 w 12188965"/>
              <a:gd name="connsiteY10039" fmla="*/ 1263091 h 2053176"/>
              <a:gd name="connsiteX10040" fmla="*/ 1890696 w 12188965"/>
              <a:gd name="connsiteY10040" fmla="*/ 1263091 h 2053176"/>
              <a:gd name="connsiteX10041" fmla="*/ 1916355 w 12188965"/>
              <a:gd name="connsiteY10041" fmla="*/ 1288750 h 2053176"/>
              <a:gd name="connsiteX10042" fmla="*/ 1890696 w 12188965"/>
              <a:gd name="connsiteY10042" fmla="*/ 1314409 h 2053176"/>
              <a:gd name="connsiteX10043" fmla="*/ 1865037 w 12188965"/>
              <a:gd name="connsiteY10043" fmla="*/ 1288750 h 2053176"/>
              <a:gd name="connsiteX10044" fmla="*/ 1890696 w 12188965"/>
              <a:gd name="connsiteY10044" fmla="*/ 1263091 h 2053176"/>
              <a:gd name="connsiteX10045" fmla="*/ 1826490 w 12188965"/>
              <a:gd name="connsiteY10045" fmla="*/ 1263091 h 2053176"/>
              <a:gd name="connsiteX10046" fmla="*/ 1852149 w 12188965"/>
              <a:gd name="connsiteY10046" fmla="*/ 1288750 h 2053176"/>
              <a:gd name="connsiteX10047" fmla="*/ 1826490 w 12188965"/>
              <a:gd name="connsiteY10047" fmla="*/ 1314409 h 2053176"/>
              <a:gd name="connsiteX10048" fmla="*/ 1800830 w 12188965"/>
              <a:gd name="connsiteY10048" fmla="*/ 1288750 h 2053176"/>
              <a:gd name="connsiteX10049" fmla="*/ 1826490 w 12188965"/>
              <a:gd name="connsiteY10049" fmla="*/ 1263091 h 2053176"/>
              <a:gd name="connsiteX10050" fmla="*/ 1762285 w 12188965"/>
              <a:gd name="connsiteY10050" fmla="*/ 1263091 h 2053176"/>
              <a:gd name="connsiteX10051" fmla="*/ 1787944 w 12188965"/>
              <a:gd name="connsiteY10051" fmla="*/ 1288750 h 2053176"/>
              <a:gd name="connsiteX10052" fmla="*/ 1762285 w 12188965"/>
              <a:gd name="connsiteY10052" fmla="*/ 1314409 h 2053176"/>
              <a:gd name="connsiteX10053" fmla="*/ 1736626 w 12188965"/>
              <a:gd name="connsiteY10053" fmla="*/ 1288750 h 2053176"/>
              <a:gd name="connsiteX10054" fmla="*/ 1762285 w 12188965"/>
              <a:gd name="connsiteY10054" fmla="*/ 1263091 h 2053176"/>
              <a:gd name="connsiteX10055" fmla="*/ 1505464 w 12188965"/>
              <a:gd name="connsiteY10055" fmla="*/ 1263091 h 2053176"/>
              <a:gd name="connsiteX10056" fmla="*/ 1531123 w 12188965"/>
              <a:gd name="connsiteY10056" fmla="*/ 1288750 h 2053176"/>
              <a:gd name="connsiteX10057" fmla="*/ 1505464 w 12188965"/>
              <a:gd name="connsiteY10057" fmla="*/ 1314409 h 2053176"/>
              <a:gd name="connsiteX10058" fmla="*/ 1479806 w 12188965"/>
              <a:gd name="connsiteY10058" fmla="*/ 1288750 h 2053176"/>
              <a:gd name="connsiteX10059" fmla="*/ 1505464 w 12188965"/>
              <a:gd name="connsiteY10059" fmla="*/ 1263091 h 2053176"/>
              <a:gd name="connsiteX10060" fmla="*/ 1441258 w 12188965"/>
              <a:gd name="connsiteY10060" fmla="*/ 1263091 h 2053176"/>
              <a:gd name="connsiteX10061" fmla="*/ 1466917 w 12188965"/>
              <a:gd name="connsiteY10061" fmla="*/ 1288750 h 2053176"/>
              <a:gd name="connsiteX10062" fmla="*/ 1441258 w 12188965"/>
              <a:gd name="connsiteY10062" fmla="*/ 1314409 h 2053176"/>
              <a:gd name="connsiteX10063" fmla="*/ 1415599 w 12188965"/>
              <a:gd name="connsiteY10063" fmla="*/ 1288750 h 2053176"/>
              <a:gd name="connsiteX10064" fmla="*/ 1441258 w 12188965"/>
              <a:gd name="connsiteY10064" fmla="*/ 1263091 h 2053176"/>
              <a:gd name="connsiteX10065" fmla="*/ 1377053 w 12188965"/>
              <a:gd name="connsiteY10065" fmla="*/ 1263091 h 2053176"/>
              <a:gd name="connsiteX10066" fmla="*/ 1402712 w 12188965"/>
              <a:gd name="connsiteY10066" fmla="*/ 1288750 h 2053176"/>
              <a:gd name="connsiteX10067" fmla="*/ 1377053 w 12188965"/>
              <a:gd name="connsiteY10067" fmla="*/ 1314409 h 2053176"/>
              <a:gd name="connsiteX10068" fmla="*/ 1351395 w 12188965"/>
              <a:gd name="connsiteY10068" fmla="*/ 1288750 h 2053176"/>
              <a:gd name="connsiteX10069" fmla="*/ 1377053 w 12188965"/>
              <a:gd name="connsiteY10069" fmla="*/ 1263091 h 2053176"/>
              <a:gd name="connsiteX10070" fmla="*/ 1184437 w 12188965"/>
              <a:gd name="connsiteY10070" fmla="*/ 1263091 h 2053176"/>
              <a:gd name="connsiteX10071" fmla="*/ 1210096 w 12188965"/>
              <a:gd name="connsiteY10071" fmla="*/ 1288750 h 2053176"/>
              <a:gd name="connsiteX10072" fmla="*/ 1184437 w 12188965"/>
              <a:gd name="connsiteY10072" fmla="*/ 1314409 h 2053176"/>
              <a:gd name="connsiteX10073" fmla="*/ 1158780 w 12188965"/>
              <a:gd name="connsiteY10073" fmla="*/ 1288750 h 2053176"/>
              <a:gd name="connsiteX10074" fmla="*/ 1184437 w 12188965"/>
              <a:gd name="connsiteY10074" fmla="*/ 1263091 h 2053176"/>
              <a:gd name="connsiteX10075" fmla="*/ 991823 w 12188965"/>
              <a:gd name="connsiteY10075" fmla="*/ 1263091 h 2053176"/>
              <a:gd name="connsiteX10076" fmla="*/ 1017481 w 12188965"/>
              <a:gd name="connsiteY10076" fmla="*/ 1288750 h 2053176"/>
              <a:gd name="connsiteX10077" fmla="*/ 991823 w 12188965"/>
              <a:gd name="connsiteY10077" fmla="*/ 1314409 h 2053176"/>
              <a:gd name="connsiteX10078" fmla="*/ 966162 w 12188965"/>
              <a:gd name="connsiteY10078" fmla="*/ 1288750 h 2053176"/>
              <a:gd name="connsiteX10079" fmla="*/ 991823 w 12188965"/>
              <a:gd name="connsiteY10079" fmla="*/ 1263091 h 2053176"/>
              <a:gd name="connsiteX10080" fmla="*/ 927616 w 12188965"/>
              <a:gd name="connsiteY10080" fmla="*/ 1263091 h 2053176"/>
              <a:gd name="connsiteX10081" fmla="*/ 953275 w 12188965"/>
              <a:gd name="connsiteY10081" fmla="*/ 1288750 h 2053176"/>
              <a:gd name="connsiteX10082" fmla="*/ 927616 w 12188965"/>
              <a:gd name="connsiteY10082" fmla="*/ 1314409 h 2053176"/>
              <a:gd name="connsiteX10083" fmla="*/ 901957 w 12188965"/>
              <a:gd name="connsiteY10083" fmla="*/ 1288750 h 2053176"/>
              <a:gd name="connsiteX10084" fmla="*/ 927616 w 12188965"/>
              <a:gd name="connsiteY10084" fmla="*/ 1263091 h 2053176"/>
              <a:gd name="connsiteX10085" fmla="*/ 606475 w 12188965"/>
              <a:gd name="connsiteY10085" fmla="*/ 1263091 h 2053176"/>
              <a:gd name="connsiteX10086" fmla="*/ 632134 w 12188965"/>
              <a:gd name="connsiteY10086" fmla="*/ 1288750 h 2053176"/>
              <a:gd name="connsiteX10087" fmla="*/ 606475 w 12188965"/>
              <a:gd name="connsiteY10087" fmla="*/ 1314409 h 2053176"/>
              <a:gd name="connsiteX10088" fmla="*/ 580815 w 12188965"/>
              <a:gd name="connsiteY10088" fmla="*/ 1288750 h 2053176"/>
              <a:gd name="connsiteX10089" fmla="*/ 606475 w 12188965"/>
              <a:gd name="connsiteY10089" fmla="*/ 1263091 h 2053176"/>
              <a:gd name="connsiteX10090" fmla="*/ 542268 w 12188965"/>
              <a:gd name="connsiteY10090" fmla="*/ 1263091 h 2053176"/>
              <a:gd name="connsiteX10091" fmla="*/ 567927 w 12188965"/>
              <a:gd name="connsiteY10091" fmla="*/ 1288750 h 2053176"/>
              <a:gd name="connsiteX10092" fmla="*/ 542268 w 12188965"/>
              <a:gd name="connsiteY10092" fmla="*/ 1314409 h 2053176"/>
              <a:gd name="connsiteX10093" fmla="*/ 516610 w 12188965"/>
              <a:gd name="connsiteY10093" fmla="*/ 1288750 h 2053176"/>
              <a:gd name="connsiteX10094" fmla="*/ 542268 w 12188965"/>
              <a:gd name="connsiteY10094" fmla="*/ 1263091 h 2053176"/>
              <a:gd name="connsiteX10095" fmla="*/ 478063 w 12188965"/>
              <a:gd name="connsiteY10095" fmla="*/ 1263091 h 2053176"/>
              <a:gd name="connsiteX10096" fmla="*/ 503724 w 12188965"/>
              <a:gd name="connsiteY10096" fmla="*/ 1288750 h 2053176"/>
              <a:gd name="connsiteX10097" fmla="*/ 478063 w 12188965"/>
              <a:gd name="connsiteY10097" fmla="*/ 1314409 h 2053176"/>
              <a:gd name="connsiteX10098" fmla="*/ 452404 w 12188965"/>
              <a:gd name="connsiteY10098" fmla="*/ 1288750 h 2053176"/>
              <a:gd name="connsiteX10099" fmla="*/ 478063 w 12188965"/>
              <a:gd name="connsiteY10099" fmla="*/ 1263091 h 2053176"/>
              <a:gd name="connsiteX10100" fmla="*/ 413858 w 12188965"/>
              <a:gd name="connsiteY10100" fmla="*/ 1263091 h 2053176"/>
              <a:gd name="connsiteX10101" fmla="*/ 439517 w 12188965"/>
              <a:gd name="connsiteY10101" fmla="*/ 1288750 h 2053176"/>
              <a:gd name="connsiteX10102" fmla="*/ 413858 w 12188965"/>
              <a:gd name="connsiteY10102" fmla="*/ 1314409 h 2053176"/>
              <a:gd name="connsiteX10103" fmla="*/ 388200 w 12188965"/>
              <a:gd name="connsiteY10103" fmla="*/ 1288750 h 2053176"/>
              <a:gd name="connsiteX10104" fmla="*/ 413858 w 12188965"/>
              <a:gd name="connsiteY10104" fmla="*/ 1263091 h 2053176"/>
              <a:gd name="connsiteX10105" fmla="*/ 346686 w 12188965"/>
              <a:gd name="connsiteY10105" fmla="*/ 1263091 h 2053176"/>
              <a:gd name="connsiteX10106" fmla="*/ 372344 w 12188965"/>
              <a:gd name="connsiteY10106" fmla="*/ 1288750 h 2053176"/>
              <a:gd name="connsiteX10107" fmla="*/ 346686 w 12188965"/>
              <a:gd name="connsiteY10107" fmla="*/ 1314409 h 2053176"/>
              <a:gd name="connsiteX10108" fmla="*/ 321027 w 12188965"/>
              <a:gd name="connsiteY10108" fmla="*/ 1288750 h 2053176"/>
              <a:gd name="connsiteX10109" fmla="*/ 346686 w 12188965"/>
              <a:gd name="connsiteY10109" fmla="*/ 1263091 h 2053176"/>
              <a:gd name="connsiteX10110" fmla="*/ 25659 w 12188965"/>
              <a:gd name="connsiteY10110" fmla="*/ 1263091 h 2053176"/>
              <a:gd name="connsiteX10111" fmla="*/ 51317 w 12188965"/>
              <a:gd name="connsiteY10111" fmla="*/ 1288750 h 2053176"/>
              <a:gd name="connsiteX10112" fmla="*/ 25659 w 12188965"/>
              <a:gd name="connsiteY10112" fmla="*/ 1314409 h 2053176"/>
              <a:gd name="connsiteX10113" fmla="*/ 0 w 12188965"/>
              <a:gd name="connsiteY10113" fmla="*/ 1288750 h 2053176"/>
              <a:gd name="connsiteX10114" fmla="*/ 25659 w 12188965"/>
              <a:gd name="connsiteY10114" fmla="*/ 1263091 h 2053176"/>
              <a:gd name="connsiteX10115" fmla="*/ 11646697 w 12188965"/>
              <a:gd name="connsiteY10115" fmla="*/ 1208755 h 2053176"/>
              <a:gd name="connsiteX10116" fmla="*/ 11659583 w 12188965"/>
              <a:gd name="connsiteY10116" fmla="*/ 1221642 h 2053176"/>
              <a:gd name="connsiteX10117" fmla="*/ 11646697 w 12188965"/>
              <a:gd name="connsiteY10117" fmla="*/ 1234529 h 2053176"/>
              <a:gd name="connsiteX10118" fmla="*/ 11633809 w 12188965"/>
              <a:gd name="connsiteY10118" fmla="*/ 1221642 h 2053176"/>
              <a:gd name="connsiteX10119" fmla="*/ 11646697 w 12188965"/>
              <a:gd name="connsiteY10119" fmla="*/ 1208755 h 2053176"/>
              <a:gd name="connsiteX10120" fmla="*/ 11389875 w 12188965"/>
              <a:gd name="connsiteY10120" fmla="*/ 1208755 h 2053176"/>
              <a:gd name="connsiteX10121" fmla="*/ 11402763 w 12188965"/>
              <a:gd name="connsiteY10121" fmla="*/ 1221642 h 2053176"/>
              <a:gd name="connsiteX10122" fmla="*/ 11389875 w 12188965"/>
              <a:gd name="connsiteY10122" fmla="*/ 1234529 h 2053176"/>
              <a:gd name="connsiteX10123" fmla="*/ 11376989 w 12188965"/>
              <a:gd name="connsiteY10123" fmla="*/ 1221642 h 2053176"/>
              <a:gd name="connsiteX10124" fmla="*/ 11389875 w 12188965"/>
              <a:gd name="connsiteY10124" fmla="*/ 1208755 h 2053176"/>
              <a:gd name="connsiteX10125" fmla="*/ 11068848 w 12188965"/>
              <a:gd name="connsiteY10125" fmla="*/ 1208755 h 2053176"/>
              <a:gd name="connsiteX10126" fmla="*/ 11081736 w 12188965"/>
              <a:gd name="connsiteY10126" fmla="*/ 1221642 h 2053176"/>
              <a:gd name="connsiteX10127" fmla="*/ 11068848 w 12188965"/>
              <a:gd name="connsiteY10127" fmla="*/ 1234529 h 2053176"/>
              <a:gd name="connsiteX10128" fmla="*/ 11055962 w 12188965"/>
              <a:gd name="connsiteY10128" fmla="*/ 1221642 h 2053176"/>
              <a:gd name="connsiteX10129" fmla="*/ 11068848 w 12188965"/>
              <a:gd name="connsiteY10129" fmla="*/ 1208755 h 2053176"/>
              <a:gd name="connsiteX10130" fmla="*/ 10811912 w 12188965"/>
              <a:gd name="connsiteY10130" fmla="*/ 1208755 h 2053176"/>
              <a:gd name="connsiteX10131" fmla="*/ 10824798 w 12188965"/>
              <a:gd name="connsiteY10131" fmla="*/ 1221642 h 2053176"/>
              <a:gd name="connsiteX10132" fmla="*/ 10811912 w 12188965"/>
              <a:gd name="connsiteY10132" fmla="*/ 1234529 h 2053176"/>
              <a:gd name="connsiteX10133" fmla="*/ 10799024 w 12188965"/>
              <a:gd name="connsiteY10133" fmla="*/ 1221642 h 2053176"/>
              <a:gd name="connsiteX10134" fmla="*/ 10811912 w 12188965"/>
              <a:gd name="connsiteY10134" fmla="*/ 1208755 h 2053176"/>
              <a:gd name="connsiteX10135" fmla="*/ 10747708 w 12188965"/>
              <a:gd name="connsiteY10135" fmla="*/ 1208755 h 2053176"/>
              <a:gd name="connsiteX10136" fmla="*/ 10760593 w 12188965"/>
              <a:gd name="connsiteY10136" fmla="*/ 1221642 h 2053176"/>
              <a:gd name="connsiteX10137" fmla="*/ 10747708 w 12188965"/>
              <a:gd name="connsiteY10137" fmla="*/ 1234529 h 2053176"/>
              <a:gd name="connsiteX10138" fmla="*/ 10734820 w 12188965"/>
              <a:gd name="connsiteY10138" fmla="*/ 1221642 h 2053176"/>
              <a:gd name="connsiteX10139" fmla="*/ 10747708 w 12188965"/>
              <a:gd name="connsiteY10139" fmla="*/ 1208755 h 2053176"/>
              <a:gd name="connsiteX10140" fmla="*/ 10490885 w 12188965"/>
              <a:gd name="connsiteY10140" fmla="*/ 1208755 h 2053176"/>
              <a:gd name="connsiteX10141" fmla="*/ 10503773 w 12188965"/>
              <a:gd name="connsiteY10141" fmla="*/ 1221642 h 2053176"/>
              <a:gd name="connsiteX10142" fmla="*/ 10490885 w 12188965"/>
              <a:gd name="connsiteY10142" fmla="*/ 1234529 h 2053176"/>
              <a:gd name="connsiteX10143" fmla="*/ 10477997 w 12188965"/>
              <a:gd name="connsiteY10143" fmla="*/ 1221642 h 2053176"/>
              <a:gd name="connsiteX10144" fmla="*/ 10490885 w 12188965"/>
              <a:gd name="connsiteY10144" fmla="*/ 1208755 h 2053176"/>
              <a:gd name="connsiteX10145" fmla="*/ 9912920 w 12188965"/>
              <a:gd name="connsiteY10145" fmla="*/ 1208755 h 2053176"/>
              <a:gd name="connsiteX10146" fmla="*/ 9925808 w 12188965"/>
              <a:gd name="connsiteY10146" fmla="*/ 1221642 h 2053176"/>
              <a:gd name="connsiteX10147" fmla="*/ 9912920 w 12188965"/>
              <a:gd name="connsiteY10147" fmla="*/ 1234529 h 2053176"/>
              <a:gd name="connsiteX10148" fmla="*/ 9900035 w 12188965"/>
              <a:gd name="connsiteY10148" fmla="*/ 1221642 h 2053176"/>
              <a:gd name="connsiteX10149" fmla="*/ 9912920 w 12188965"/>
              <a:gd name="connsiteY10149" fmla="*/ 1208755 h 2053176"/>
              <a:gd name="connsiteX10150" fmla="*/ 8821315 w 12188965"/>
              <a:gd name="connsiteY10150" fmla="*/ 1208755 h 2053176"/>
              <a:gd name="connsiteX10151" fmla="*/ 8834203 w 12188965"/>
              <a:gd name="connsiteY10151" fmla="*/ 1221642 h 2053176"/>
              <a:gd name="connsiteX10152" fmla="*/ 8821315 w 12188965"/>
              <a:gd name="connsiteY10152" fmla="*/ 1234529 h 2053176"/>
              <a:gd name="connsiteX10153" fmla="*/ 8808427 w 12188965"/>
              <a:gd name="connsiteY10153" fmla="*/ 1221642 h 2053176"/>
              <a:gd name="connsiteX10154" fmla="*/ 8821315 w 12188965"/>
              <a:gd name="connsiteY10154" fmla="*/ 1208755 h 2053176"/>
              <a:gd name="connsiteX10155" fmla="*/ 8692906 w 12188965"/>
              <a:gd name="connsiteY10155" fmla="*/ 1208755 h 2053176"/>
              <a:gd name="connsiteX10156" fmla="*/ 8705792 w 12188965"/>
              <a:gd name="connsiteY10156" fmla="*/ 1221642 h 2053176"/>
              <a:gd name="connsiteX10157" fmla="*/ 8692906 w 12188965"/>
              <a:gd name="connsiteY10157" fmla="*/ 1234529 h 2053176"/>
              <a:gd name="connsiteX10158" fmla="*/ 8680018 w 12188965"/>
              <a:gd name="connsiteY10158" fmla="*/ 1221642 h 2053176"/>
              <a:gd name="connsiteX10159" fmla="*/ 8692906 w 12188965"/>
              <a:gd name="connsiteY10159" fmla="*/ 1208755 h 2053176"/>
              <a:gd name="connsiteX10160" fmla="*/ 8307675 w 12188965"/>
              <a:gd name="connsiteY10160" fmla="*/ 1208755 h 2053176"/>
              <a:gd name="connsiteX10161" fmla="*/ 8320560 w 12188965"/>
              <a:gd name="connsiteY10161" fmla="*/ 1221642 h 2053176"/>
              <a:gd name="connsiteX10162" fmla="*/ 8307675 w 12188965"/>
              <a:gd name="connsiteY10162" fmla="*/ 1234529 h 2053176"/>
              <a:gd name="connsiteX10163" fmla="*/ 8294787 w 12188965"/>
              <a:gd name="connsiteY10163" fmla="*/ 1221642 h 2053176"/>
              <a:gd name="connsiteX10164" fmla="*/ 8307675 w 12188965"/>
              <a:gd name="connsiteY10164" fmla="*/ 1208755 h 2053176"/>
              <a:gd name="connsiteX10165" fmla="*/ 7280274 w 12188965"/>
              <a:gd name="connsiteY10165" fmla="*/ 1208755 h 2053176"/>
              <a:gd name="connsiteX10166" fmla="*/ 7293160 w 12188965"/>
              <a:gd name="connsiteY10166" fmla="*/ 1221642 h 2053176"/>
              <a:gd name="connsiteX10167" fmla="*/ 7280274 w 12188965"/>
              <a:gd name="connsiteY10167" fmla="*/ 1234529 h 2053176"/>
              <a:gd name="connsiteX10168" fmla="*/ 7267386 w 12188965"/>
              <a:gd name="connsiteY10168" fmla="*/ 1221642 h 2053176"/>
              <a:gd name="connsiteX10169" fmla="*/ 7280274 w 12188965"/>
              <a:gd name="connsiteY10169" fmla="*/ 1208755 h 2053176"/>
              <a:gd name="connsiteX10170" fmla="*/ 6830836 w 12188965"/>
              <a:gd name="connsiteY10170" fmla="*/ 1208755 h 2053176"/>
              <a:gd name="connsiteX10171" fmla="*/ 6843724 w 12188965"/>
              <a:gd name="connsiteY10171" fmla="*/ 1221642 h 2053176"/>
              <a:gd name="connsiteX10172" fmla="*/ 6830836 w 12188965"/>
              <a:gd name="connsiteY10172" fmla="*/ 1234529 h 2053176"/>
              <a:gd name="connsiteX10173" fmla="*/ 6817948 w 12188965"/>
              <a:gd name="connsiteY10173" fmla="*/ 1221642 h 2053176"/>
              <a:gd name="connsiteX10174" fmla="*/ 6830836 w 12188965"/>
              <a:gd name="connsiteY10174" fmla="*/ 1208755 h 2053176"/>
              <a:gd name="connsiteX10175" fmla="*/ 6766631 w 12188965"/>
              <a:gd name="connsiteY10175" fmla="*/ 1208755 h 2053176"/>
              <a:gd name="connsiteX10176" fmla="*/ 6779519 w 12188965"/>
              <a:gd name="connsiteY10176" fmla="*/ 1221642 h 2053176"/>
              <a:gd name="connsiteX10177" fmla="*/ 6766631 w 12188965"/>
              <a:gd name="connsiteY10177" fmla="*/ 1234529 h 2053176"/>
              <a:gd name="connsiteX10178" fmla="*/ 6753743 w 12188965"/>
              <a:gd name="connsiteY10178" fmla="*/ 1221642 h 2053176"/>
              <a:gd name="connsiteX10179" fmla="*/ 6766631 w 12188965"/>
              <a:gd name="connsiteY10179" fmla="*/ 1208755 h 2053176"/>
              <a:gd name="connsiteX10180" fmla="*/ 6702427 w 12188965"/>
              <a:gd name="connsiteY10180" fmla="*/ 1208755 h 2053176"/>
              <a:gd name="connsiteX10181" fmla="*/ 6715312 w 12188965"/>
              <a:gd name="connsiteY10181" fmla="*/ 1221642 h 2053176"/>
              <a:gd name="connsiteX10182" fmla="*/ 6702427 w 12188965"/>
              <a:gd name="connsiteY10182" fmla="*/ 1234529 h 2053176"/>
              <a:gd name="connsiteX10183" fmla="*/ 6689539 w 12188965"/>
              <a:gd name="connsiteY10183" fmla="*/ 1221642 h 2053176"/>
              <a:gd name="connsiteX10184" fmla="*/ 6702427 w 12188965"/>
              <a:gd name="connsiteY10184" fmla="*/ 1208755 h 2053176"/>
              <a:gd name="connsiteX10185" fmla="*/ 6573900 w 12188965"/>
              <a:gd name="connsiteY10185" fmla="*/ 1208755 h 2053176"/>
              <a:gd name="connsiteX10186" fmla="*/ 6586788 w 12188965"/>
              <a:gd name="connsiteY10186" fmla="*/ 1221642 h 2053176"/>
              <a:gd name="connsiteX10187" fmla="*/ 6573900 w 12188965"/>
              <a:gd name="connsiteY10187" fmla="*/ 1234529 h 2053176"/>
              <a:gd name="connsiteX10188" fmla="*/ 6561013 w 12188965"/>
              <a:gd name="connsiteY10188" fmla="*/ 1221642 h 2053176"/>
              <a:gd name="connsiteX10189" fmla="*/ 6573900 w 12188965"/>
              <a:gd name="connsiteY10189" fmla="*/ 1208755 h 2053176"/>
              <a:gd name="connsiteX10190" fmla="*/ 5936092 w 12188965"/>
              <a:gd name="connsiteY10190" fmla="*/ 1208755 h 2053176"/>
              <a:gd name="connsiteX10191" fmla="*/ 5948981 w 12188965"/>
              <a:gd name="connsiteY10191" fmla="*/ 1221642 h 2053176"/>
              <a:gd name="connsiteX10192" fmla="*/ 5936092 w 12188965"/>
              <a:gd name="connsiteY10192" fmla="*/ 1234529 h 2053176"/>
              <a:gd name="connsiteX10193" fmla="*/ 5923204 w 12188965"/>
              <a:gd name="connsiteY10193" fmla="*/ 1221642 h 2053176"/>
              <a:gd name="connsiteX10194" fmla="*/ 5936092 w 12188965"/>
              <a:gd name="connsiteY10194" fmla="*/ 1208755 h 2053176"/>
              <a:gd name="connsiteX10195" fmla="*/ 5679272 w 12188965"/>
              <a:gd name="connsiteY10195" fmla="*/ 1208755 h 2053176"/>
              <a:gd name="connsiteX10196" fmla="*/ 5692160 w 12188965"/>
              <a:gd name="connsiteY10196" fmla="*/ 1221642 h 2053176"/>
              <a:gd name="connsiteX10197" fmla="*/ 5679272 w 12188965"/>
              <a:gd name="connsiteY10197" fmla="*/ 1234529 h 2053176"/>
              <a:gd name="connsiteX10198" fmla="*/ 5666385 w 12188965"/>
              <a:gd name="connsiteY10198" fmla="*/ 1221642 h 2053176"/>
              <a:gd name="connsiteX10199" fmla="*/ 5679272 w 12188965"/>
              <a:gd name="connsiteY10199" fmla="*/ 1208755 h 2053176"/>
              <a:gd name="connsiteX10200" fmla="*/ 5358245 w 12188965"/>
              <a:gd name="connsiteY10200" fmla="*/ 1208755 h 2053176"/>
              <a:gd name="connsiteX10201" fmla="*/ 5371133 w 12188965"/>
              <a:gd name="connsiteY10201" fmla="*/ 1221642 h 2053176"/>
              <a:gd name="connsiteX10202" fmla="*/ 5358245 w 12188965"/>
              <a:gd name="connsiteY10202" fmla="*/ 1234529 h 2053176"/>
              <a:gd name="connsiteX10203" fmla="*/ 5345357 w 12188965"/>
              <a:gd name="connsiteY10203" fmla="*/ 1221642 h 2053176"/>
              <a:gd name="connsiteX10204" fmla="*/ 5358245 w 12188965"/>
              <a:gd name="connsiteY10204" fmla="*/ 1208755 h 2053176"/>
              <a:gd name="connsiteX10205" fmla="*/ 5101308 w 12188965"/>
              <a:gd name="connsiteY10205" fmla="*/ 1208755 h 2053176"/>
              <a:gd name="connsiteX10206" fmla="*/ 5114194 w 12188965"/>
              <a:gd name="connsiteY10206" fmla="*/ 1221642 h 2053176"/>
              <a:gd name="connsiteX10207" fmla="*/ 5101308 w 12188965"/>
              <a:gd name="connsiteY10207" fmla="*/ 1234529 h 2053176"/>
              <a:gd name="connsiteX10208" fmla="*/ 5088421 w 12188965"/>
              <a:gd name="connsiteY10208" fmla="*/ 1221642 h 2053176"/>
              <a:gd name="connsiteX10209" fmla="*/ 5101308 w 12188965"/>
              <a:gd name="connsiteY10209" fmla="*/ 1208755 h 2053176"/>
              <a:gd name="connsiteX10210" fmla="*/ 5037104 w 12188965"/>
              <a:gd name="connsiteY10210" fmla="*/ 1208755 h 2053176"/>
              <a:gd name="connsiteX10211" fmla="*/ 5049991 w 12188965"/>
              <a:gd name="connsiteY10211" fmla="*/ 1221642 h 2053176"/>
              <a:gd name="connsiteX10212" fmla="*/ 5037104 w 12188965"/>
              <a:gd name="connsiteY10212" fmla="*/ 1234529 h 2053176"/>
              <a:gd name="connsiteX10213" fmla="*/ 5024216 w 12188965"/>
              <a:gd name="connsiteY10213" fmla="*/ 1221642 h 2053176"/>
              <a:gd name="connsiteX10214" fmla="*/ 5037104 w 12188965"/>
              <a:gd name="connsiteY10214" fmla="*/ 1208755 h 2053176"/>
              <a:gd name="connsiteX10215" fmla="*/ 4780282 w 12188965"/>
              <a:gd name="connsiteY10215" fmla="*/ 1208755 h 2053176"/>
              <a:gd name="connsiteX10216" fmla="*/ 4793170 w 12188965"/>
              <a:gd name="connsiteY10216" fmla="*/ 1221642 h 2053176"/>
              <a:gd name="connsiteX10217" fmla="*/ 4780282 w 12188965"/>
              <a:gd name="connsiteY10217" fmla="*/ 1234529 h 2053176"/>
              <a:gd name="connsiteX10218" fmla="*/ 4767394 w 12188965"/>
              <a:gd name="connsiteY10218" fmla="*/ 1221642 h 2053176"/>
              <a:gd name="connsiteX10219" fmla="*/ 4780282 w 12188965"/>
              <a:gd name="connsiteY10219" fmla="*/ 1208755 h 2053176"/>
              <a:gd name="connsiteX10220" fmla="*/ 4202317 w 12188965"/>
              <a:gd name="connsiteY10220" fmla="*/ 1208755 h 2053176"/>
              <a:gd name="connsiteX10221" fmla="*/ 4215205 w 12188965"/>
              <a:gd name="connsiteY10221" fmla="*/ 1221642 h 2053176"/>
              <a:gd name="connsiteX10222" fmla="*/ 4202317 w 12188965"/>
              <a:gd name="connsiteY10222" fmla="*/ 1234529 h 2053176"/>
              <a:gd name="connsiteX10223" fmla="*/ 4189431 w 12188965"/>
              <a:gd name="connsiteY10223" fmla="*/ 1221642 h 2053176"/>
              <a:gd name="connsiteX10224" fmla="*/ 4202317 w 12188965"/>
              <a:gd name="connsiteY10224" fmla="*/ 1208755 h 2053176"/>
              <a:gd name="connsiteX10225" fmla="*/ 3110712 w 12188965"/>
              <a:gd name="connsiteY10225" fmla="*/ 1208755 h 2053176"/>
              <a:gd name="connsiteX10226" fmla="*/ 3123600 w 12188965"/>
              <a:gd name="connsiteY10226" fmla="*/ 1221642 h 2053176"/>
              <a:gd name="connsiteX10227" fmla="*/ 3110712 w 12188965"/>
              <a:gd name="connsiteY10227" fmla="*/ 1234529 h 2053176"/>
              <a:gd name="connsiteX10228" fmla="*/ 3097824 w 12188965"/>
              <a:gd name="connsiteY10228" fmla="*/ 1221642 h 2053176"/>
              <a:gd name="connsiteX10229" fmla="*/ 3110712 w 12188965"/>
              <a:gd name="connsiteY10229" fmla="*/ 1208755 h 2053176"/>
              <a:gd name="connsiteX10230" fmla="*/ 2982301 w 12188965"/>
              <a:gd name="connsiteY10230" fmla="*/ 1208755 h 2053176"/>
              <a:gd name="connsiteX10231" fmla="*/ 2995190 w 12188965"/>
              <a:gd name="connsiteY10231" fmla="*/ 1221642 h 2053176"/>
              <a:gd name="connsiteX10232" fmla="*/ 2982301 w 12188965"/>
              <a:gd name="connsiteY10232" fmla="*/ 1234529 h 2053176"/>
              <a:gd name="connsiteX10233" fmla="*/ 2969414 w 12188965"/>
              <a:gd name="connsiteY10233" fmla="*/ 1221642 h 2053176"/>
              <a:gd name="connsiteX10234" fmla="*/ 2982301 w 12188965"/>
              <a:gd name="connsiteY10234" fmla="*/ 1208755 h 2053176"/>
              <a:gd name="connsiteX10235" fmla="*/ 2597069 w 12188965"/>
              <a:gd name="connsiteY10235" fmla="*/ 1208755 h 2053176"/>
              <a:gd name="connsiteX10236" fmla="*/ 2609957 w 12188965"/>
              <a:gd name="connsiteY10236" fmla="*/ 1221642 h 2053176"/>
              <a:gd name="connsiteX10237" fmla="*/ 2597069 w 12188965"/>
              <a:gd name="connsiteY10237" fmla="*/ 1234529 h 2053176"/>
              <a:gd name="connsiteX10238" fmla="*/ 2584182 w 12188965"/>
              <a:gd name="connsiteY10238" fmla="*/ 1221642 h 2053176"/>
              <a:gd name="connsiteX10239" fmla="*/ 2597069 w 12188965"/>
              <a:gd name="connsiteY10239" fmla="*/ 1208755 h 2053176"/>
              <a:gd name="connsiteX10240" fmla="*/ 1569669 w 12188965"/>
              <a:gd name="connsiteY10240" fmla="*/ 1208755 h 2053176"/>
              <a:gd name="connsiteX10241" fmla="*/ 1582557 w 12188965"/>
              <a:gd name="connsiteY10241" fmla="*/ 1221642 h 2053176"/>
              <a:gd name="connsiteX10242" fmla="*/ 1569669 w 12188965"/>
              <a:gd name="connsiteY10242" fmla="*/ 1234529 h 2053176"/>
              <a:gd name="connsiteX10243" fmla="*/ 1556782 w 12188965"/>
              <a:gd name="connsiteY10243" fmla="*/ 1221642 h 2053176"/>
              <a:gd name="connsiteX10244" fmla="*/ 1569669 w 12188965"/>
              <a:gd name="connsiteY10244" fmla="*/ 1208755 h 2053176"/>
              <a:gd name="connsiteX10245" fmla="*/ 1120233 w 12188965"/>
              <a:gd name="connsiteY10245" fmla="*/ 1208755 h 2053176"/>
              <a:gd name="connsiteX10246" fmla="*/ 1133121 w 12188965"/>
              <a:gd name="connsiteY10246" fmla="*/ 1221642 h 2053176"/>
              <a:gd name="connsiteX10247" fmla="*/ 1120233 w 12188965"/>
              <a:gd name="connsiteY10247" fmla="*/ 1234529 h 2053176"/>
              <a:gd name="connsiteX10248" fmla="*/ 1107345 w 12188965"/>
              <a:gd name="connsiteY10248" fmla="*/ 1221642 h 2053176"/>
              <a:gd name="connsiteX10249" fmla="*/ 1120233 w 12188965"/>
              <a:gd name="connsiteY10249" fmla="*/ 1208755 h 2053176"/>
              <a:gd name="connsiteX10250" fmla="*/ 1056027 w 12188965"/>
              <a:gd name="connsiteY10250" fmla="*/ 1208755 h 2053176"/>
              <a:gd name="connsiteX10251" fmla="*/ 1068914 w 12188965"/>
              <a:gd name="connsiteY10251" fmla="*/ 1221642 h 2053176"/>
              <a:gd name="connsiteX10252" fmla="*/ 1056027 w 12188965"/>
              <a:gd name="connsiteY10252" fmla="*/ 1234529 h 2053176"/>
              <a:gd name="connsiteX10253" fmla="*/ 1043139 w 12188965"/>
              <a:gd name="connsiteY10253" fmla="*/ 1221642 h 2053176"/>
              <a:gd name="connsiteX10254" fmla="*/ 1056027 w 12188965"/>
              <a:gd name="connsiteY10254" fmla="*/ 1208755 h 2053176"/>
              <a:gd name="connsiteX10255" fmla="*/ 991824 w 12188965"/>
              <a:gd name="connsiteY10255" fmla="*/ 1208755 h 2053176"/>
              <a:gd name="connsiteX10256" fmla="*/ 1004709 w 12188965"/>
              <a:gd name="connsiteY10256" fmla="*/ 1221642 h 2053176"/>
              <a:gd name="connsiteX10257" fmla="*/ 991824 w 12188965"/>
              <a:gd name="connsiteY10257" fmla="*/ 1234529 h 2053176"/>
              <a:gd name="connsiteX10258" fmla="*/ 978935 w 12188965"/>
              <a:gd name="connsiteY10258" fmla="*/ 1221642 h 2053176"/>
              <a:gd name="connsiteX10259" fmla="*/ 991824 w 12188965"/>
              <a:gd name="connsiteY10259" fmla="*/ 1208755 h 2053176"/>
              <a:gd name="connsiteX10260" fmla="*/ 863296 w 12188965"/>
              <a:gd name="connsiteY10260" fmla="*/ 1208755 h 2053176"/>
              <a:gd name="connsiteX10261" fmla="*/ 876184 w 12188965"/>
              <a:gd name="connsiteY10261" fmla="*/ 1221642 h 2053176"/>
              <a:gd name="connsiteX10262" fmla="*/ 863296 w 12188965"/>
              <a:gd name="connsiteY10262" fmla="*/ 1234529 h 2053176"/>
              <a:gd name="connsiteX10263" fmla="*/ 850407 w 12188965"/>
              <a:gd name="connsiteY10263" fmla="*/ 1221642 h 2053176"/>
              <a:gd name="connsiteX10264" fmla="*/ 863296 w 12188965"/>
              <a:gd name="connsiteY10264" fmla="*/ 1208755 h 2053176"/>
              <a:gd name="connsiteX10265" fmla="*/ 218274 w 12188965"/>
              <a:gd name="connsiteY10265" fmla="*/ 1208755 h 2053176"/>
              <a:gd name="connsiteX10266" fmla="*/ 231162 w 12188965"/>
              <a:gd name="connsiteY10266" fmla="*/ 1221642 h 2053176"/>
              <a:gd name="connsiteX10267" fmla="*/ 218274 w 12188965"/>
              <a:gd name="connsiteY10267" fmla="*/ 1234529 h 2053176"/>
              <a:gd name="connsiteX10268" fmla="*/ 205386 w 12188965"/>
              <a:gd name="connsiteY10268" fmla="*/ 1221642 h 2053176"/>
              <a:gd name="connsiteX10269" fmla="*/ 218274 w 12188965"/>
              <a:gd name="connsiteY10269" fmla="*/ 1208755 h 2053176"/>
              <a:gd name="connsiteX10270" fmla="*/ 12034897 w 12188965"/>
              <a:gd name="connsiteY10270" fmla="*/ 1195983 h 2053176"/>
              <a:gd name="connsiteX10271" fmla="*/ 12060557 w 12188965"/>
              <a:gd name="connsiteY10271" fmla="*/ 1221641 h 2053176"/>
              <a:gd name="connsiteX10272" fmla="*/ 12034897 w 12188965"/>
              <a:gd name="connsiteY10272" fmla="*/ 1247301 h 2053176"/>
              <a:gd name="connsiteX10273" fmla="*/ 12009237 w 12188965"/>
              <a:gd name="connsiteY10273" fmla="*/ 1221641 h 2053176"/>
              <a:gd name="connsiteX10274" fmla="*/ 12034897 w 12188965"/>
              <a:gd name="connsiteY10274" fmla="*/ 1195983 h 2053176"/>
              <a:gd name="connsiteX10275" fmla="*/ 11970691 w 12188965"/>
              <a:gd name="connsiteY10275" fmla="*/ 1195983 h 2053176"/>
              <a:gd name="connsiteX10276" fmla="*/ 11996349 w 12188965"/>
              <a:gd name="connsiteY10276" fmla="*/ 1221641 h 2053176"/>
              <a:gd name="connsiteX10277" fmla="*/ 11970691 w 12188965"/>
              <a:gd name="connsiteY10277" fmla="*/ 1247301 h 2053176"/>
              <a:gd name="connsiteX10278" fmla="*/ 11945033 w 12188965"/>
              <a:gd name="connsiteY10278" fmla="*/ 1221641 h 2053176"/>
              <a:gd name="connsiteX10279" fmla="*/ 11970691 w 12188965"/>
              <a:gd name="connsiteY10279" fmla="*/ 1195983 h 2053176"/>
              <a:gd name="connsiteX10280" fmla="*/ 11842279 w 12188965"/>
              <a:gd name="connsiteY10280" fmla="*/ 1195983 h 2053176"/>
              <a:gd name="connsiteX10281" fmla="*/ 11867941 w 12188965"/>
              <a:gd name="connsiteY10281" fmla="*/ 1221641 h 2053176"/>
              <a:gd name="connsiteX10282" fmla="*/ 11842279 w 12188965"/>
              <a:gd name="connsiteY10282" fmla="*/ 1247301 h 2053176"/>
              <a:gd name="connsiteX10283" fmla="*/ 11816621 w 12188965"/>
              <a:gd name="connsiteY10283" fmla="*/ 1221641 h 2053176"/>
              <a:gd name="connsiteX10284" fmla="*/ 11842279 w 12188965"/>
              <a:gd name="connsiteY10284" fmla="*/ 1195983 h 2053176"/>
              <a:gd name="connsiteX10285" fmla="*/ 11775107 w 12188965"/>
              <a:gd name="connsiteY10285" fmla="*/ 1195983 h 2053176"/>
              <a:gd name="connsiteX10286" fmla="*/ 11800767 w 12188965"/>
              <a:gd name="connsiteY10286" fmla="*/ 1221641 h 2053176"/>
              <a:gd name="connsiteX10287" fmla="*/ 11775107 w 12188965"/>
              <a:gd name="connsiteY10287" fmla="*/ 1247301 h 2053176"/>
              <a:gd name="connsiteX10288" fmla="*/ 11749449 w 12188965"/>
              <a:gd name="connsiteY10288" fmla="*/ 1221641 h 2053176"/>
              <a:gd name="connsiteX10289" fmla="*/ 11775107 w 12188965"/>
              <a:gd name="connsiteY10289" fmla="*/ 1195983 h 2053176"/>
              <a:gd name="connsiteX10290" fmla="*/ 11454081 w 12188965"/>
              <a:gd name="connsiteY10290" fmla="*/ 1195983 h 2053176"/>
              <a:gd name="connsiteX10291" fmla="*/ 11479739 w 12188965"/>
              <a:gd name="connsiteY10291" fmla="*/ 1221641 h 2053176"/>
              <a:gd name="connsiteX10292" fmla="*/ 11454081 w 12188965"/>
              <a:gd name="connsiteY10292" fmla="*/ 1247301 h 2053176"/>
              <a:gd name="connsiteX10293" fmla="*/ 11428421 w 12188965"/>
              <a:gd name="connsiteY10293" fmla="*/ 1221641 h 2053176"/>
              <a:gd name="connsiteX10294" fmla="*/ 11454081 w 12188965"/>
              <a:gd name="connsiteY10294" fmla="*/ 1195983 h 2053176"/>
              <a:gd name="connsiteX10295" fmla="*/ 11325670 w 12188965"/>
              <a:gd name="connsiteY10295" fmla="*/ 1195983 h 2053176"/>
              <a:gd name="connsiteX10296" fmla="*/ 11351329 w 12188965"/>
              <a:gd name="connsiteY10296" fmla="*/ 1221641 h 2053176"/>
              <a:gd name="connsiteX10297" fmla="*/ 11325670 w 12188965"/>
              <a:gd name="connsiteY10297" fmla="*/ 1247301 h 2053176"/>
              <a:gd name="connsiteX10298" fmla="*/ 11300012 w 12188965"/>
              <a:gd name="connsiteY10298" fmla="*/ 1221641 h 2053176"/>
              <a:gd name="connsiteX10299" fmla="*/ 11325670 w 12188965"/>
              <a:gd name="connsiteY10299" fmla="*/ 1195983 h 2053176"/>
              <a:gd name="connsiteX10300" fmla="*/ 11197259 w 12188965"/>
              <a:gd name="connsiteY10300" fmla="*/ 1195983 h 2053176"/>
              <a:gd name="connsiteX10301" fmla="*/ 11222917 w 12188965"/>
              <a:gd name="connsiteY10301" fmla="*/ 1221641 h 2053176"/>
              <a:gd name="connsiteX10302" fmla="*/ 11197259 w 12188965"/>
              <a:gd name="connsiteY10302" fmla="*/ 1247301 h 2053176"/>
              <a:gd name="connsiteX10303" fmla="*/ 11171601 w 12188965"/>
              <a:gd name="connsiteY10303" fmla="*/ 1221641 h 2053176"/>
              <a:gd name="connsiteX10304" fmla="*/ 11197259 w 12188965"/>
              <a:gd name="connsiteY10304" fmla="*/ 1195983 h 2053176"/>
              <a:gd name="connsiteX10305" fmla="*/ 11133055 w 12188965"/>
              <a:gd name="connsiteY10305" fmla="*/ 1195983 h 2053176"/>
              <a:gd name="connsiteX10306" fmla="*/ 11158713 w 12188965"/>
              <a:gd name="connsiteY10306" fmla="*/ 1221641 h 2053176"/>
              <a:gd name="connsiteX10307" fmla="*/ 11133055 w 12188965"/>
              <a:gd name="connsiteY10307" fmla="*/ 1247301 h 2053176"/>
              <a:gd name="connsiteX10308" fmla="*/ 11107396 w 12188965"/>
              <a:gd name="connsiteY10308" fmla="*/ 1221641 h 2053176"/>
              <a:gd name="connsiteX10309" fmla="*/ 11133055 w 12188965"/>
              <a:gd name="connsiteY10309" fmla="*/ 1195983 h 2053176"/>
              <a:gd name="connsiteX10310" fmla="*/ 10940321 w 12188965"/>
              <a:gd name="connsiteY10310" fmla="*/ 1195983 h 2053176"/>
              <a:gd name="connsiteX10311" fmla="*/ 10965982 w 12188965"/>
              <a:gd name="connsiteY10311" fmla="*/ 1221641 h 2053176"/>
              <a:gd name="connsiteX10312" fmla="*/ 10940321 w 12188965"/>
              <a:gd name="connsiteY10312" fmla="*/ 1247301 h 2053176"/>
              <a:gd name="connsiteX10313" fmla="*/ 10914663 w 12188965"/>
              <a:gd name="connsiteY10313" fmla="*/ 1221641 h 2053176"/>
              <a:gd name="connsiteX10314" fmla="*/ 10940321 w 12188965"/>
              <a:gd name="connsiteY10314" fmla="*/ 1195983 h 2053176"/>
              <a:gd name="connsiteX10315" fmla="*/ 10683501 w 12188965"/>
              <a:gd name="connsiteY10315" fmla="*/ 1195983 h 2053176"/>
              <a:gd name="connsiteX10316" fmla="*/ 10709159 w 12188965"/>
              <a:gd name="connsiteY10316" fmla="*/ 1221641 h 2053176"/>
              <a:gd name="connsiteX10317" fmla="*/ 10683501 w 12188965"/>
              <a:gd name="connsiteY10317" fmla="*/ 1247301 h 2053176"/>
              <a:gd name="connsiteX10318" fmla="*/ 10657843 w 12188965"/>
              <a:gd name="connsiteY10318" fmla="*/ 1221641 h 2053176"/>
              <a:gd name="connsiteX10319" fmla="*/ 10683501 w 12188965"/>
              <a:gd name="connsiteY10319" fmla="*/ 1195983 h 2053176"/>
              <a:gd name="connsiteX10320" fmla="*/ 10619297 w 12188965"/>
              <a:gd name="connsiteY10320" fmla="*/ 1195983 h 2053176"/>
              <a:gd name="connsiteX10321" fmla="*/ 10644955 w 12188965"/>
              <a:gd name="connsiteY10321" fmla="*/ 1221641 h 2053176"/>
              <a:gd name="connsiteX10322" fmla="*/ 10619297 w 12188965"/>
              <a:gd name="connsiteY10322" fmla="*/ 1247301 h 2053176"/>
              <a:gd name="connsiteX10323" fmla="*/ 10593639 w 12188965"/>
              <a:gd name="connsiteY10323" fmla="*/ 1221641 h 2053176"/>
              <a:gd name="connsiteX10324" fmla="*/ 10619297 w 12188965"/>
              <a:gd name="connsiteY10324" fmla="*/ 1195983 h 2053176"/>
              <a:gd name="connsiteX10325" fmla="*/ 10555092 w 12188965"/>
              <a:gd name="connsiteY10325" fmla="*/ 1195983 h 2053176"/>
              <a:gd name="connsiteX10326" fmla="*/ 10580751 w 12188965"/>
              <a:gd name="connsiteY10326" fmla="*/ 1221641 h 2053176"/>
              <a:gd name="connsiteX10327" fmla="*/ 10555092 w 12188965"/>
              <a:gd name="connsiteY10327" fmla="*/ 1247301 h 2053176"/>
              <a:gd name="connsiteX10328" fmla="*/ 10529432 w 12188965"/>
              <a:gd name="connsiteY10328" fmla="*/ 1221641 h 2053176"/>
              <a:gd name="connsiteX10329" fmla="*/ 10555092 w 12188965"/>
              <a:gd name="connsiteY10329" fmla="*/ 1195983 h 2053176"/>
              <a:gd name="connsiteX10330" fmla="*/ 10362474 w 12188965"/>
              <a:gd name="connsiteY10330" fmla="*/ 1195983 h 2053176"/>
              <a:gd name="connsiteX10331" fmla="*/ 10388135 w 12188965"/>
              <a:gd name="connsiteY10331" fmla="*/ 1221641 h 2053176"/>
              <a:gd name="connsiteX10332" fmla="*/ 10362474 w 12188965"/>
              <a:gd name="connsiteY10332" fmla="*/ 1247301 h 2053176"/>
              <a:gd name="connsiteX10333" fmla="*/ 10336816 w 12188965"/>
              <a:gd name="connsiteY10333" fmla="*/ 1221641 h 2053176"/>
              <a:gd name="connsiteX10334" fmla="*/ 10362474 w 12188965"/>
              <a:gd name="connsiteY10334" fmla="*/ 1195983 h 2053176"/>
              <a:gd name="connsiteX10335" fmla="*/ 10298270 w 12188965"/>
              <a:gd name="connsiteY10335" fmla="*/ 1195983 h 2053176"/>
              <a:gd name="connsiteX10336" fmla="*/ 10323928 w 12188965"/>
              <a:gd name="connsiteY10336" fmla="*/ 1221641 h 2053176"/>
              <a:gd name="connsiteX10337" fmla="*/ 10298270 w 12188965"/>
              <a:gd name="connsiteY10337" fmla="*/ 1247301 h 2053176"/>
              <a:gd name="connsiteX10338" fmla="*/ 10272611 w 12188965"/>
              <a:gd name="connsiteY10338" fmla="*/ 1221641 h 2053176"/>
              <a:gd name="connsiteX10339" fmla="*/ 10298270 w 12188965"/>
              <a:gd name="connsiteY10339" fmla="*/ 1195983 h 2053176"/>
              <a:gd name="connsiteX10340" fmla="*/ 10234065 w 12188965"/>
              <a:gd name="connsiteY10340" fmla="*/ 1195983 h 2053176"/>
              <a:gd name="connsiteX10341" fmla="*/ 10259723 w 12188965"/>
              <a:gd name="connsiteY10341" fmla="*/ 1221641 h 2053176"/>
              <a:gd name="connsiteX10342" fmla="*/ 10234065 w 12188965"/>
              <a:gd name="connsiteY10342" fmla="*/ 1247301 h 2053176"/>
              <a:gd name="connsiteX10343" fmla="*/ 10208404 w 12188965"/>
              <a:gd name="connsiteY10343" fmla="*/ 1221641 h 2053176"/>
              <a:gd name="connsiteX10344" fmla="*/ 10234065 w 12188965"/>
              <a:gd name="connsiteY10344" fmla="*/ 1195983 h 2053176"/>
              <a:gd name="connsiteX10345" fmla="*/ 10105654 w 12188965"/>
              <a:gd name="connsiteY10345" fmla="*/ 1195983 h 2053176"/>
              <a:gd name="connsiteX10346" fmla="*/ 10131312 w 12188965"/>
              <a:gd name="connsiteY10346" fmla="*/ 1221641 h 2053176"/>
              <a:gd name="connsiteX10347" fmla="*/ 10105654 w 12188965"/>
              <a:gd name="connsiteY10347" fmla="*/ 1247301 h 2053176"/>
              <a:gd name="connsiteX10348" fmla="*/ 10079996 w 12188965"/>
              <a:gd name="connsiteY10348" fmla="*/ 1221641 h 2053176"/>
              <a:gd name="connsiteX10349" fmla="*/ 10105654 w 12188965"/>
              <a:gd name="connsiteY10349" fmla="*/ 1195983 h 2053176"/>
              <a:gd name="connsiteX10350" fmla="*/ 9720307 w 12188965"/>
              <a:gd name="connsiteY10350" fmla="*/ 1195983 h 2053176"/>
              <a:gd name="connsiteX10351" fmla="*/ 9745965 w 12188965"/>
              <a:gd name="connsiteY10351" fmla="*/ 1221641 h 2053176"/>
              <a:gd name="connsiteX10352" fmla="*/ 9720307 w 12188965"/>
              <a:gd name="connsiteY10352" fmla="*/ 1247301 h 2053176"/>
              <a:gd name="connsiteX10353" fmla="*/ 9694646 w 12188965"/>
              <a:gd name="connsiteY10353" fmla="*/ 1221641 h 2053176"/>
              <a:gd name="connsiteX10354" fmla="*/ 9720307 w 12188965"/>
              <a:gd name="connsiteY10354" fmla="*/ 1195983 h 2053176"/>
              <a:gd name="connsiteX10355" fmla="*/ 9591896 w 12188965"/>
              <a:gd name="connsiteY10355" fmla="*/ 1195983 h 2053176"/>
              <a:gd name="connsiteX10356" fmla="*/ 9617554 w 12188965"/>
              <a:gd name="connsiteY10356" fmla="*/ 1221641 h 2053176"/>
              <a:gd name="connsiteX10357" fmla="*/ 9591896 w 12188965"/>
              <a:gd name="connsiteY10357" fmla="*/ 1247301 h 2053176"/>
              <a:gd name="connsiteX10358" fmla="*/ 9566238 w 12188965"/>
              <a:gd name="connsiteY10358" fmla="*/ 1221641 h 2053176"/>
              <a:gd name="connsiteX10359" fmla="*/ 9591896 w 12188965"/>
              <a:gd name="connsiteY10359" fmla="*/ 1195983 h 2053176"/>
              <a:gd name="connsiteX10360" fmla="*/ 9527689 w 12188965"/>
              <a:gd name="connsiteY10360" fmla="*/ 1195983 h 2053176"/>
              <a:gd name="connsiteX10361" fmla="*/ 9553350 w 12188965"/>
              <a:gd name="connsiteY10361" fmla="*/ 1221641 h 2053176"/>
              <a:gd name="connsiteX10362" fmla="*/ 9527689 w 12188965"/>
              <a:gd name="connsiteY10362" fmla="*/ 1247301 h 2053176"/>
              <a:gd name="connsiteX10363" fmla="*/ 9502031 w 12188965"/>
              <a:gd name="connsiteY10363" fmla="*/ 1221641 h 2053176"/>
              <a:gd name="connsiteX10364" fmla="*/ 9527689 w 12188965"/>
              <a:gd name="connsiteY10364" fmla="*/ 1195983 h 2053176"/>
              <a:gd name="connsiteX10365" fmla="*/ 9463485 w 12188965"/>
              <a:gd name="connsiteY10365" fmla="*/ 1195983 h 2053176"/>
              <a:gd name="connsiteX10366" fmla="*/ 9489143 w 12188965"/>
              <a:gd name="connsiteY10366" fmla="*/ 1221641 h 2053176"/>
              <a:gd name="connsiteX10367" fmla="*/ 9463485 w 12188965"/>
              <a:gd name="connsiteY10367" fmla="*/ 1247301 h 2053176"/>
              <a:gd name="connsiteX10368" fmla="*/ 9437826 w 12188965"/>
              <a:gd name="connsiteY10368" fmla="*/ 1221641 h 2053176"/>
              <a:gd name="connsiteX10369" fmla="*/ 9463485 w 12188965"/>
              <a:gd name="connsiteY10369" fmla="*/ 1195983 h 2053176"/>
              <a:gd name="connsiteX10370" fmla="*/ 9335073 w 12188965"/>
              <a:gd name="connsiteY10370" fmla="*/ 1195983 h 2053176"/>
              <a:gd name="connsiteX10371" fmla="*/ 9360734 w 12188965"/>
              <a:gd name="connsiteY10371" fmla="*/ 1221641 h 2053176"/>
              <a:gd name="connsiteX10372" fmla="*/ 9335073 w 12188965"/>
              <a:gd name="connsiteY10372" fmla="*/ 1247301 h 2053176"/>
              <a:gd name="connsiteX10373" fmla="*/ 9309415 w 12188965"/>
              <a:gd name="connsiteY10373" fmla="*/ 1221641 h 2053176"/>
              <a:gd name="connsiteX10374" fmla="*/ 9335073 w 12188965"/>
              <a:gd name="connsiteY10374" fmla="*/ 1195983 h 2053176"/>
              <a:gd name="connsiteX10375" fmla="*/ 9078253 w 12188965"/>
              <a:gd name="connsiteY10375" fmla="*/ 1195983 h 2053176"/>
              <a:gd name="connsiteX10376" fmla="*/ 9103911 w 12188965"/>
              <a:gd name="connsiteY10376" fmla="*/ 1221641 h 2053176"/>
              <a:gd name="connsiteX10377" fmla="*/ 9078253 w 12188965"/>
              <a:gd name="connsiteY10377" fmla="*/ 1247301 h 2053176"/>
              <a:gd name="connsiteX10378" fmla="*/ 9052595 w 12188965"/>
              <a:gd name="connsiteY10378" fmla="*/ 1221641 h 2053176"/>
              <a:gd name="connsiteX10379" fmla="*/ 9078253 w 12188965"/>
              <a:gd name="connsiteY10379" fmla="*/ 1195983 h 2053176"/>
              <a:gd name="connsiteX10380" fmla="*/ 9014049 w 12188965"/>
              <a:gd name="connsiteY10380" fmla="*/ 1195983 h 2053176"/>
              <a:gd name="connsiteX10381" fmla="*/ 9039707 w 12188965"/>
              <a:gd name="connsiteY10381" fmla="*/ 1221641 h 2053176"/>
              <a:gd name="connsiteX10382" fmla="*/ 9014049 w 12188965"/>
              <a:gd name="connsiteY10382" fmla="*/ 1247301 h 2053176"/>
              <a:gd name="connsiteX10383" fmla="*/ 8988388 w 12188965"/>
              <a:gd name="connsiteY10383" fmla="*/ 1221641 h 2053176"/>
              <a:gd name="connsiteX10384" fmla="*/ 9014049 w 12188965"/>
              <a:gd name="connsiteY10384" fmla="*/ 1195983 h 2053176"/>
              <a:gd name="connsiteX10385" fmla="*/ 8564495 w 12188965"/>
              <a:gd name="connsiteY10385" fmla="*/ 1195983 h 2053176"/>
              <a:gd name="connsiteX10386" fmla="*/ 8590153 w 12188965"/>
              <a:gd name="connsiteY10386" fmla="*/ 1221641 h 2053176"/>
              <a:gd name="connsiteX10387" fmla="*/ 8564495 w 12188965"/>
              <a:gd name="connsiteY10387" fmla="*/ 1247301 h 2053176"/>
              <a:gd name="connsiteX10388" fmla="*/ 8538837 w 12188965"/>
              <a:gd name="connsiteY10388" fmla="*/ 1221641 h 2053176"/>
              <a:gd name="connsiteX10389" fmla="*/ 8564495 w 12188965"/>
              <a:gd name="connsiteY10389" fmla="*/ 1195983 h 2053176"/>
              <a:gd name="connsiteX10390" fmla="*/ 8500288 w 12188965"/>
              <a:gd name="connsiteY10390" fmla="*/ 1195983 h 2053176"/>
              <a:gd name="connsiteX10391" fmla="*/ 8525949 w 12188965"/>
              <a:gd name="connsiteY10391" fmla="*/ 1221641 h 2053176"/>
              <a:gd name="connsiteX10392" fmla="*/ 8500288 w 12188965"/>
              <a:gd name="connsiteY10392" fmla="*/ 1247301 h 2053176"/>
              <a:gd name="connsiteX10393" fmla="*/ 8474630 w 12188965"/>
              <a:gd name="connsiteY10393" fmla="*/ 1221641 h 2053176"/>
              <a:gd name="connsiteX10394" fmla="*/ 8500288 w 12188965"/>
              <a:gd name="connsiteY10394" fmla="*/ 1195983 h 2053176"/>
              <a:gd name="connsiteX10395" fmla="*/ 8115057 w 12188965"/>
              <a:gd name="connsiteY10395" fmla="*/ 1195983 h 2053176"/>
              <a:gd name="connsiteX10396" fmla="*/ 8140717 w 12188965"/>
              <a:gd name="connsiteY10396" fmla="*/ 1221641 h 2053176"/>
              <a:gd name="connsiteX10397" fmla="*/ 8115057 w 12188965"/>
              <a:gd name="connsiteY10397" fmla="*/ 1247301 h 2053176"/>
              <a:gd name="connsiteX10398" fmla="*/ 8089398 w 12188965"/>
              <a:gd name="connsiteY10398" fmla="*/ 1221641 h 2053176"/>
              <a:gd name="connsiteX10399" fmla="*/ 8115057 w 12188965"/>
              <a:gd name="connsiteY10399" fmla="*/ 1195983 h 2053176"/>
              <a:gd name="connsiteX10400" fmla="*/ 8050852 w 12188965"/>
              <a:gd name="connsiteY10400" fmla="*/ 1195983 h 2053176"/>
              <a:gd name="connsiteX10401" fmla="*/ 8076510 w 12188965"/>
              <a:gd name="connsiteY10401" fmla="*/ 1221641 h 2053176"/>
              <a:gd name="connsiteX10402" fmla="*/ 8050852 w 12188965"/>
              <a:gd name="connsiteY10402" fmla="*/ 1247301 h 2053176"/>
              <a:gd name="connsiteX10403" fmla="*/ 8025194 w 12188965"/>
              <a:gd name="connsiteY10403" fmla="*/ 1221641 h 2053176"/>
              <a:gd name="connsiteX10404" fmla="*/ 8050852 w 12188965"/>
              <a:gd name="connsiteY10404" fmla="*/ 1195983 h 2053176"/>
              <a:gd name="connsiteX10405" fmla="*/ 7986648 w 12188965"/>
              <a:gd name="connsiteY10405" fmla="*/ 1195983 h 2053176"/>
              <a:gd name="connsiteX10406" fmla="*/ 8012306 w 12188965"/>
              <a:gd name="connsiteY10406" fmla="*/ 1221641 h 2053176"/>
              <a:gd name="connsiteX10407" fmla="*/ 7986648 w 12188965"/>
              <a:gd name="connsiteY10407" fmla="*/ 1247301 h 2053176"/>
              <a:gd name="connsiteX10408" fmla="*/ 7960990 w 12188965"/>
              <a:gd name="connsiteY10408" fmla="*/ 1221641 h 2053176"/>
              <a:gd name="connsiteX10409" fmla="*/ 7986648 w 12188965"/>
              <a:gd name="connsiteY10409" fmla="*/ 1195983 h 2053176"/>
              <a:gd name="connsiteX10410" fmla="*/ 7922444 w 12188965"/>
              <a:gd name="connsiteY10410" fmla="*/ 1195983 h 2053176"/>
              <a:gd name="connsiteX10411" fmla="*/ 7948102 w 12188965"/>
              <a:gd name="connsiteY10411" fmla="*/ 1221641 h 2053176"/>
              <a:gd name="connsiteX10412" fmla="*/ 7922444 w 12188965"/>
              <a:gd name="connsiteY10412" fmla="*/ 1247301 h 2053176"/>
              <a:gd name="connsiteX10413" fmla="*/ 7896783 w 12188965"/>
              <a:gd name="connsiteY10413" fmla="*/ 1221641 h 2053176"/>
              <a:gd name="connsiteX10414" fmla="*/ 7922444 w 12188965"/>
              <a:gd name="connsiteY10414" fmla="*/ 1195983 h 2053176"/>
              <a:gd name="connsiteX10415" fmla="*/ 7858237 w 12188965"/>
              <a:gd name="connsiteY10415" fmla="*/ 1195983 h 2053176"/>
              <a:gd name="connsiteX10416" fmla="*/ 7883895 w 12188965"/>
              <a:gd name="connsiteY10416" fmla="*/ 1221641 h 2053176"/>
              <a:gd name="connsiteX10417" fmla="*/ 7858237 w 12188965"/>
              <a:gd name="connsiteY10417" fmla="*/ 1247301 h 2053176"/>
              <a:gd name="connsiteX10418" fmla="*/ 7832578 w 12188965"/>
              <a:gd name="connsiteY10418" fmla="*/ 1221641 h 2053176"/>
              <a:gd name="connsiteX10419" fmla="*/ 7858237 w 12188965"/>
              <a:gd name="connsiteY10419" fmla="*/ 1195983 h 2053176"/>
              <a:gd name="connsiteX10420" fmla="*/ 7794032 w 12188965"/>
              <a:gd name="connsiteY10420" fmla="*/ 1195983 h 2053176"/>
              <a:gd name="connsiteX10421" fmla="*/ 7819690 w 12188965"/>
              <a:gd name="connsiteY10421" fmla="*/ 1221641 h 2053176"/>
              <a:gd name="connsiteX10422" fmla="*/ 7794032 w 12188965"/>
              <a:gd name="connsiteY10422" fmla="*/ 1247301 h 2053176"/>
              <a:gd name="connsiteX10423" fmla="*/ 7768371 w 12188965"/>
              <a:gd name="connsiteY10423" fmla="*/ 1221641 h 2053176"/>
              <a:gd name="connsiteX10424" fmla="*/ 7794032 w 12188965"/>
              <a:gd name="connsiteY10424" fmla="*/ 1195983 h 2053176"/>
              <a:gd name="connsiteX10425" fmla="*/ 7729825 w 12188965"/>
              <a:gd name="connsiteY10425" fmla="*/ 1195983 h 2053176"/>
              <a:gd name="connsiteX10426" fmla="*/ 7755486 w 12188965"/>
              <a:gd name="connsiteY10426" fmla="*/ 1221641 h 2053176"/>
              <a:gd name="connsiteX10427" fmla="*/ 7729825 w 12188965"/>
              <a:gd name="connsiteY10427" fmla="*/ 1247301 h 2053176"/>
              <a:gd name="connsiteX10428" fmla="*/ 7704167 w 12188965"/>
              <a:gd name="connsiteY10428" fmla="*/ 1221641 h 2053176"/>
              <a:gd name="connsiteX10429" fmla="*/ 7729825 w 12188965"/>
              <a:gd name="connsiteY10429" fmla="*/ 1195983 h 2053176"/>
              <a:gd name="connsiteX10430" fmla="*/ 7665621 w 12188965"/>
              <a:gd name="connsiteY10430" fmla="*/ 1195983 h 2053176"/>
              <a:gd name="connsiteX10431" fmla="*/ 7691279 w 12188965"/>
              <a:gd name="connsiteY10431" fmla="*/ 1221641 h 2053176"/>
              <a:gd name="connsiteX10432" fmla="*/ 7665621 w 12188965"/>
              <a:gd name="connsiteY10432" fmla="*/ 1247301 h 2053176"/>
              <a:gd name="connsiteX10433" fmla="*/ 7639963 w 12188965"/>
              <a:gd name="connsiteY10433" fmla="*/ 1221641 h 2053176"/>
              <a:gd name="connsiteX10434" fmla="*/ 7665621 w 12188965"/>
              <a:gd name="connsiteY10434" fmla="*/ 1195983 h 2053176"/>
              <a:gd name="connsiteX10435" fmla="*/ 7601299 w 12188965"/>
              <a:gd name="connsiteY10435" fmla="*/ 1195983 h 2053176"/>
              <a:gd name="connsiteX10436" fmla="*/ 7626959 w 12188965"/>
              <a:gd name="connsiteY10436" fmla="*/ 1221641 h 2053176"/>
              <a:gd name="connsiteX10437" fmla="*/ 7601299 w 12188965"/>
              <a:gd name="connsiteY10437" fmla="*/ 1247301 h 2053176"/>
              <a:gd name="connsiteX10438" fmla="*/ 7575640 w 12188965"/>
              <a:gd name="connsiteY10438" fmla="*/ 1221641 h 2053176"/>
              <a:gd name="connsiteX10439" fmla="*/ 7601299 w 12188965"/>
              <a:gd name="connsiteY10439" fmla="*/ 1195983 h 2053176"/>
              <a:gd name="connsiteX10440" fmla="*/ 7537094 w 12188965"/>
              <a:gd name="connsiteY10440" fmla="*/ 1195983 h 2053176"/>
              <a:gd name="connsiteX10441" fmla="*/ 7562752 w 12188965"/>
              <a:gd name="connsiteY10441" fmla="*/ 1221641 h 2053176"/>
              <a:gd name="connsiteX10442" fmla="*/ 7537094 w 12188965"/>
              <a:gd name="connsiteY10442" fmla="*/ 1247301 h 2053176"/>
              <a:gd name="connsiteX10443" fmla="*/ 7511436 w 12188965"/>
              <a:gd name="connsiteY10443" fmla="*/ 1221641 h 2053176"/>
              <a:gd name="connsiteX10444" fmla="*/ 7537094 w 12188965"/>
              <a:gd name="connsiteY10444" fmla="*/ 1195983 h 2053176"/>
              <a:gd name="connsiteX10445" fmla="*/ 7472890 w 12188965"/>
              <a:gd name="connsiteY10445" fmla="*/ 1195983 h 2053176"/>
              <a:gd name="connsiteX10446" fmla="*/ 7498548 w 12188965"/>
              <a:gd name="connsiteY10446" fmla="*/ 1221641 h 2053176"/>
              <a:gd name="connsiteX10447" fmla="*/ 7472890 w 12188965"/>
              <a:gd name="connsiteY10447" fmla="*/ 1247301 h 2053176"/>
              <a:gd name="connsiteX10448" fmla="*/ 7447229 w 12188965"/>
              <a:gd name="connsiteY10448" fmla="*/ 1221641 h 2053176"/>
              <a:gd name="connsiteX10449" fmla="*/ 7472890 w 12188965"/>
              <a:gd name="connsiteY10449" fmla="*/ 1195983 h 2053176"/>
              <a:gd name="connsiteX10450" fmla="*/ 7216067 w 12188965"/>
              <a:gd name="connsiteY10450" fmla="*/ 1195983 h 2053176"/>
              <a:gd name="connsiteX10451" fmla="*/ 7241725 w 12188965"/>
              <a:gd name="connsiteY10451" fmla="*/ 1221641 h 2053176"/>
              <a:gd name="connsiteX10452" fmla="*/ 7216067 w 12188965"/>
              <a:gd name="connsiteY10452" fmla="*/ 1247301 h 2053176"/>
              <a:gd name="connsiteX10453" fmla="*/ 7190409 w 12188965"/>
              <a:gd name="connsiteY10453" fmla="*/ 1221641 h 2053176"/>
              <a:gd name="connsiteX10454" fmla="*/ 7216067 w 12188965"/>
              <a:gd name="connsiteY10454" fmla="*/ 1195983 h 2053176"/>
              <a:gd name="connsiteX10455" fmla="*/ 7151863 w 12188965"/>
              <a:gd name="connsiteY10455" fmla="*/ 1195983 h 2053176"/>
              <a:gd name="connsiteX10456" fmla="*/ 7177521 w 12188965"/>
              <a:gd name="connsiteY10456" fmla="*/ 1221641 h 2053176"/>
              <a:gd name="connsiteX10457" fmla="*/ 7151863 w 12188965"/>
              <a:gd name="connsiteY10457" fmla="*/ 1247301 h 2053176"/>
              <a:gd name="connsiteX10458" fmla="*/ 7126205 w 12188965"/>
              <a:gd name="connsiteY10458" fmla="*/ 1221641 h 2053176"/>
              <a:gd name="connsiteX10459" fmla="*/ 7151863 w 12188965"/>
              <a:gd name="connsiteY10459" fmla="*/ 1195983 h 2053176"/>
              <a:gd name="connsiteX10460" fmla="*/ 7087658 w 12188965"/>
              <a:gd name="connsiteY10460" fmla="*/ 1195983 h 2053176"/>
              <a:gd name="connsiteX10461" fmla="*/ 7113317 w 12188965"/>
              <a:gd name="connsiteY10461" fmla="*/ 1221641 h 2053176"/>
              <a:gd name="connsiteX10462" fmla="*/ 7087658 w 12188965"/>
              <a:gd name="connsiteY10462" fmla="*/ 1247301 h 2053176"/>
              <a:gd name="connsiteX10463" fmla="*/ 7061998 w 12188965"/>
              <a:gd name="connsiteY10463" fmla="*/ 1221641 h 2053176"/>
              <a:gd name="connsiteX10464" fmla="*/ 7087658 w 12188965"/>
              <a:gd name="connsiteY10464" fmla="*/ 1195983 h 2053176"/>
              <a:gd name="connsiteX10465" fmla="*/ 6895043 w 12188965"/>
              <a:gd name="connsiteY10465" fmla="*/ 1195983 h 2053176"/>
              <a:gd name="connsiteX10466" fmla="*/ 6920701 w 12188965"/>
              <a:gd name="connsiteY10466" fmla="*/ 1221641 h 2053176"/>
              <a:gd name="connsiteX10467" fmla="*/ 6895043 w 12188965"/>
              <a:gd name="connsiteY10467" fmla="*/ 1247301 h 2053176"/>
              <a:gd name="connsiteX10468" fmla="*/ 6869382 w 12188965"/>
              <a:gd name="connsiteY10468" fmla="*/ 1221641 h 2053176"/>
              <a:gd name="connsiteX10469" fmla="*/ 6895043 w 12188965"/>
              <a:gd name="connsiteY10469" fmla="*/ 1195983 h 2053176"/>
              <a:gd name="connsiteX10470" fmla="*/ 6638220 w 12188965"/>
              <a:gd name="connsiteY10470" fmla="*/ 1195983 h 2053176"/>
              <a:gd name="connsiteX10471" fmla="*/ 6663881 w 12188965"/>
              <a:gd name="connsiteY10471" fmla="*/ 1221641 h 2053176"/>
              <a:gd name="connsiteX10472" fmla="*/ 6638220 w 12188965"/>
              <a:gd name="connsiteY10472" fmla="*/ 1247301 h 2053176"/>
              <a:gd name="connsiteX10473" fmla="*/ 6612562 w 12188965"/>
              <a:gd name="connsiteY10473" fmla="*/ 1221641 h 2053176"/>
              <a:gd name="connsiteX10474" fmla="*/ 6638220 w 12188965"/>
              <a:gd name="connsiteY10474" fmla="*/ 1195983 h 2053176"/>
              <a:gd name="connsiteX10475" fmla="*/ 6317078 w 12188965"/>
              <a:gd name="connsiteY10475" fmla="*/ 1195983 h 2053176"/>
              <a:gd name="connsiteX10476" fmla="*/ 6342736 w 12188965"/>
              <a:gd name="connsiteY10476" fmla="*/ 1221641 h 2053176"/>
              <a:gd name="connsiteX10477" fmla="*/ 6317078 w 12188965"/>
              <a:gd name="connsiteY10477" fmla="*/ 1247301 h 2053176"/>
              <a:gd name="connsiteX10478" fmla="*/ 6291420 w 12188965"/>
              <a:gd name="connsiteY10478" fmla="*/ 1221641 h 2053176"/>
              <a:gd name="connsiteX10479" fmla="*/ 6317078 w 12188965"/>
              <a:gd name="connsiteY10479" fmla="*/ 1195983 h 2053176"/>
              <a:gd name="connsiteX10480" fmla="*/ 6252873 w 12188965"/>
              <a:gd name="connsiteY10480" fmla="*/ 1195983 h 2053176"/>
              <a:gd name="connsiteX10481" fmla="*/ 6278532 w 12188965"/>
              <a:gd name="connsiteY10481" fmla="*/ 1221641 h 2053176"/>
              <a:gd name="connsiteX10482" fmla="*/ 6252873 w 12188965"/>
              <a:gd name="connsiteY10482" fmla="*/ 1247301 h 2053176"/>
              <a:gd name="connsiteX10483" fmla="*/ 6227213 w 12188965"/>
              <a:gd name="connsiteY10483" fmla="*/ 1221641 h 2053176"/>
              <a:gd name="connsiteX10484" fmla="*/ 6252873 w 12188965"/>
              <a:gd name="connsiteY10484" fmla="*/ 1195983 h 2053176"/>
              <a:gd name="connsiteX10485" fmla="*/ 6124462 w 12188965"/>
              <a:gd name="connsiteY10485" fmla="*/ 1195983 h 2053176"/>
              <a:gd name="connsiteX10486" fmla="*/ 6150123 w 12188965"/>
              <a:gd name="connsiteY10486" fmla="*/ 1221641 h 2053176"/>
              <a:gd name="connsiteX10487" fmla="*/ 6124462 w 12188965"/>
              <a:gd name="connsiteY10487" fmla="*/ 1247301 h 2053176"/>
              <a:gd name="connsiteX10488" fmla="*/ 6098804 w 12188965"/>
              <a:gd name="connsiteY10488" fmla="*/ 1221641 h 2053176"/>
              <a:gd name="connsiteX10489" fmla="*/ 6124462 w 12188965"/>
              <a:gd name="connsiteY10489" fmla="*/ 1195983 h 2053176"/>
              <a:gd name="connsiteX10490" fmla="*/ 6064505 w 12188965"/>
              <a:gd name="connsiteY10490" fmla="*/ 1195983 h 2053176"/>
              <a:gd name="connsiteX10491" fmla="*/ 6090163 w 12188965"/>
              <a:gd name="connsiteY10491" fmla="*/ 1221641 h 2053176"/>
              <a:gd name="connsiteX10492" fmla="*/ 6064505 w 12188965"/>
              <a:gd name="connsiteY10492" fmla="*/ 1247301 h 2053176"/>
              <a:gd name="connsiteX10493" fmla="*/ 6038844 w 12188965"/>
              <a:gd name="connsiteY10493" fmla="*/ 1221641 h 2053176"/>
              <a:gd name="connsiteX10494" fmla="*/ 6064505 w 12188965"/>
              <a:gd name="connsiteY10494" fmla="*/ 1195983 h 2053176"/>
              <a:gd name="connsiteX10495" fmla="*/ 5743477 w 12188965"/>
              <a:gd name="connsiteY10495" fmla="*/ 1195983 h 2053176"/>
              <a:gd name="connsiteX10496" fmla="*/ 5769136 w 12188965"/>
              <a:gd name="connsiteY10496" fmla="*/ 1221641 h 2053176"/>
              <a:gd name="connsiteX10497" fmla="*/ 5743477 w 12188965"/>
              <a:gd name="connsiteY10497" fmla="*/ 1247301 h 2053176"/>
              <a:gd name="connsiteX10498" fmla="*/ 5717818 w 12188965"/>
              <a:gd name="connsiteY10498" fmla="*/ 1221641 h 2053176"/>
              <a:gd name="connsiteX10499" fmla="*/ 5743477 w 12188965"/>
              <a:gd name="connsiteY10499" fmla="*/ 1195983 h 2053176"/>
              <a:gd name="connsiteX10500" fmla="*/ 5615066 w 12188965"/>
              <a:gd name="connsiteY10500" fmla="*/ 1195983 h 2053176"/>
              <a:gd name="connsiteX10501" fmla="*/ 5640726 w 12188965"/>
              <a:gd name="connsiteY10501" fmla="*/ 1221641 h 2053176"/>
              <a:gd name="connsiteX10502" fmla="*/ 5615066 w 12188965"/>
              <a:gd name="connsiteY10502" fmla="*/ 1247301 h 2053176"/>
              <a:gd name="connsiteX10503" fmla="*/ 5589407 w 12188965"/>
              <a:gd name="connsiteY10503" fmla="*/ 1221641 h 2053176"/>
              <a:gd name="connsiteX10504" fmla="*/ 5615066 w 12188965"/>
              <a:gd name="connsiteY10504" fmla="*/ 1195983 h 2053176"/>
              <a:gd name="connsiteX10505" fmla="*/ 5486655 w 12188965"/>
              <a:gd name="connsiteY10505" fmla="*/ 1195983 h 2053176"/>
              <a:gd name="connsiteX10506" fmla="*/ 5512316 w 12188965"/>
              <a:gd name="connsiteY10506" fmla="*/ 1221641 h 2053176"/>
              <a:gd name="connsiteX10507" fmla="*/ 5486655 w 12188965"/>
              <a:gd name="connsiteY10507" fmla="*/ 1247301 h 2053176"/>
              <a:gd name="connsiteX10508" fmla="*/ 5460997 w 12188965"/>
              <a:gd name="connsiteY10508" fmla="*/ 1221641 h 2053176"/>
              <a:gd name="connsiteX10509" fmla="*/ 5486655 w 12188965"/>
              <a:gd name="connsiteY10509" fmla="*/ 1195983 h 2053176"/>
              <a:gd name="connsiteX10510" fmla="*/ 5422451 w 12188965"/>
              <a:gd name="connsiteY10510" fmla="*/ 1195983 h 2053176"/>
              <a:gd name="connsiteX10511" fmla="*/ 5448109 w 12188965"/>
              <a:gd name="connsiteY10511" fmla="*/ 1221641 h 2053176"/>
              <a:gd name="connsiteX10512" fmla="*/ 5422451 w 12188965"/>
              <a:gd name="connsiteY10512" fmla="*/ 1247301 h 2053176"/>
              <a:gd name="connsiteX10513" fmla="*/ 5396791 w 12188965"/>
              <a:gd name="connsiteY10513" fmla="*/ 1221641 h 2053176"/>
              <a:gd name="connsiteX10514" fmla="*/ 5422451 w 12188965"/>
              <a:gd name="connsiteY10514" fmla="*/ 1195983 h 2053176"/>
              <a:gd name="connsiteX10515" fmla="*/ 5229719 w 12188965"/>
              <a:gd name="connsiteY10515" fmla="*/ 1195983 h 2053176"/>
              <a:gd name="connsiteX10516" fmla="*/ 5255377 w 12188965"/>
              <a:gd name="connsiteY10516" fmla="*/ 1221641 h 2053176"/>
              <a:gd name="connsiteX10517" fmla="*/ 5229719 w 12188965"/>
              <a:gd name="connsiteY10517" fmla="*/ 1247301 h 2053176"/>
              <a:gd name="connsiteX10518" fmla="*/ 5204058 w 12188965"/>
              <a:gd name="connsiteY10518" fmla="*/ 1221641 h 2053176"/>
              <a:gd name="connsiteX10519" fmla="*/ 5229719 w 12188965"/>
              <a:gd name="connsiteY10519" fmla="*/ 1195983 h 2053176"/>
              <a:gd name="connsiteX10520" fmla="*/ 4972896 w 12188965"/>
              <a:gd name="connsiteY10520" fmla="*/ 1195983 h 2053176"/>
              <a:gd name="connsiteX10521" fmla="*/ 4998557 w 12188965"/>
              <a:gd name="connsiteY10521" fmla="*/ 1221641 h 2053176"/>
              <a:gd name="connsiteX10522" fmla="*/ 4972896 w 12188965"/>
              <a:gd name="connsiteY10522" fmla="*/ 1247301 h 2053176"/>
              <a:gd name="connsiteX10523" fmla="*/ 4947240 w 12188965"/>
              <a:gd name="connsiteY10523" fmla="*/ 1221641 h 2053176"/>
              <a:gd name="connsiteX10524" fmla="*/ 4972896 w 12188965"/>
              <a:gd name="connsiteY10524" fmla="*/ 1195983 h 2053176"/>
              <a:gd name="connsiteX10525" fmla="*/ 4908693 w 12188965"/>
              <a:gd name="connsiteY10525" fmla="*/ 1195983 h 2053176"/>
              <a:gd name="connsiteX10526" fmla="*/ 4934352 w 12188965"/>
              <a:gd name="connsiteY10526" fmla="*/ 1221641 h 2053176"/>
              <a:gd name="connsiteX10527" fmla="*/ 4908693 w 12188965"/>
              <a:gd name="connsiteY10527" fmla="*/ 1247301 h 2053176"/>
              <a:gd name="connsiteX10528" fmla="*/ 4883033 w 12188965"/>
              <a:gd name="connsiteY10528" fmla="*/ 1221641 h 2053176"/>
              <a:gd name="connsiteX10529" fmla="*/ 4908693 w 12188965"/>
              <a:gd name="connsiteY10529" fmla="*/ 1195983 h 2053176"/>
              <a:gd name="connsiteX10530" fmla="*/ 4844487 w 12188965"/>
              <a:gd name="connsiteY10530" fmla="*/ 1195983 h 2053176"/>
              <a:gd name="connsiteX10531" fmla="*/ 4870146 w 12188965"/>
              <a:gd name="connsiteY10531" fmla="*/ 1221641 h 2053176"/>
              <a:gd name="connsiteX10532" fmla="*/ 4844487 w 12188965"/>
              <a:gd name="connsiteY10532" fmla="*/ 1247301 h 2053176"/>
              <a:gd name="connsiteX10533" fmla="*/ 4818828 w 12188965"/>
              <a:gd name="connsiteY10533" fmla="*/ 1221641 h 2053176"/>
              <a:gd name="connsiteX10534" fmla="*/ 4844487 w 12188965"/>
              <a:gd name="connsiteY10534" fmla="*/ 1195983 h 2053176"/>
              <a:gd name="connsiteX10535" fmla="*/ 4651872 w 12188965"/>
              <a:gd name="connsiteY10535" fmla="*/ 1195983 h 2053176"/>
              <a:gd name="connsiteX10536" fmla="*/ 4677531 w 12188965"/>
              <a:gd name="connsiteY10536" fmla="*/ 1221641 h 2053176"/>
              <a:gd name="connsiteX10537" fmla="*/ 4651872 w 12188965"/>
              <a:gd name="connsiteY10537" fmla="*/ 1247301 h 2053176"/>
              <a:gd name="connsiteX10538" fmla="*/ 4626213 w 12188965"/>
              <a:gd name="connsiteY10538" fmla="*/ 1221641 h 2053176"/>
              <a:gd name="connsiteX10539" fmla="*/ 4651872 w 12188965"/>
              <a:gd name="connsiteY10539" fmla="*/ 1195983 h 2053176"/>
              <a:gd name="connsiteX10540" fmla="*/ 4587666 w 12188965"/>
              <a:gd name="connsiteY10540" fmla="*/ 1195983 h 2053176"/>
              <a:gd name="connsiteX10541" fmla="*/ 4613324 w 12188965"/>
              <a:gd name="connsiteY10541" fmla="*/ 1221641 h 2053176"/>
              <a:gd name="connsiteX10542" fmla="*/ 4587666 w 12188965"/>
              <a:gd name="connsiteY10542" fmla="*/ 1247301 h 2053176"/>
              <a:gd name="connsiteX10543" fmla="*/ 4562007 w 12188965"/>
              <a:gd name="connsiteY10543" fmla="*/ 1221641 h 2053176"/>
              <a:gd name="connsiteX10544" fmla="*/ 4587666 w 12188965"/>
              <a:gd name="connsiteY10544" fmla="*/ 1195983 h 2053176"/>
              <a:gd name="connsiteX10545" fmla="*/ 4523461 w 12188965"/>
              <a:gd name="connsiteY10545" fmla="*/ 1195983 h 2053176"/>
              <a:gd name="connsiteX10546" fmla="*/ 4549121 w 12188965"/>
              <a:gd name="connsiteY10546" fmla="*/ 1221641 h 2053176"/>
              <a:gd name="connsiteX10547" fmla="*/ 4523461 w 12188965"/>
              <a:gd name="connsiteY10547" fmla="*/ 1247301 h 2053176"/>
              <a:gd name="connsiteX10548" fmla="*/ 4497802 w 12188965"/>
              <a:gd name="connsiteY10548" fmla="*/ 1221641 h 2053176"/>
              <a:gd name="connsiteX10549" fmla="*/ 4523461 w 12188965"/>
              <a:gd name="connsiteY10549" fmla="*/ 1195983 h 2053176"/>
              <a:gd name="connsiteX10550" fmla="*/ 4395050 w 12188965"/>
              <a:gd name="connsiteY10550" fmla="*/ 1195983 h 2053176"/>
              <a:gd name="connsiteX10551" fmla="*/ 4420710 w 12188965"/>
              <a:gd name="connsiteY10551" fmla="*/ 1221641 h 2053176"/>
              <a:gd name="connsiteX10552" fmla="*/ 4395050 w 12188965"/>
              <a:gd name="connsiteY10552" fmla="*/ 1247301 h 2053176"/>
              <a:gd name="connsiteX10553" fmla="*/ 4369391 w 12188965"/>
              <a:gd name="connsiteY10553" fmla="*/ 1221641 h 2053176"/>
              <a:gd name="connsiteX10554" fmla="*/ 4395050 w 12188965"/>
              <a:gd name="connsiteY10554" fmla="*/ 1195983 h 2053176"/>
              <a:gd name="connsiteX10555" fmla="*/ 4009702 w 12188965"/>
              <a:gd name="connsiteY10555" fmla="*/ 1195983 h 2053176"/>
              <a:gd name="connsiteX10556" fmla="*/ 4035362 w 12188965"/>
              <a:gd name="connsiteY10556" fmla="*/ 1221641 h 2053176"/>
              <a:gd name="connsiteX10557" fmla="*/ 4009702 w 12188965"/>
              <a:gd name="connsiteY10557" fmla="*/ 1247301 h 2053176"/>
              <a:gd name="connsiteX10558" fmla="*/ 3984043 w 12188965"/>
              <a:gd name="connsiteY10558" fmla="*/ 1221641 h 2053176"/>
              <a:gd name="connsiteX10559" fmla="*/ 4009702 w 12188965"/>
              <a:gd name="connsiteY10559" fmla="*/ 1195983 h 2053176"/>
              <a:gd name="connsiteX10560" fmla="*/ 3881291 w 12188965"/>
              <a:gd name="connsiteY10560" fmla="*/ 1195983 h 2053176"/>
              <a:gd name="connsiteX10561" fmla="*/ 3906950 w 12188965"/>
              <a:gd name="connsiteY10561" fmla="*/ 1221641 h 2053176"/>
              <a:gd name="connsiteX10562" fmla="*/ 3881291 w 12188965"/>
              <a:gd name="connsiteY10562" fmla="*/ 1247301 h 2053176"/>
              <a:gd name="connsiteX10563" fmla="*/ 3855633 w 12188965"/>
              <a:gd name="connsiteY10563" fmla="*/ 1221641 h 2053176"/>
              <a:gd name="connsiteX10564" fmla="*/ 3881291 w 12188965"/>
              <a:gd name="connsiteY10564" fmla="*/ 1195983 h 2053176"/>
              <a:gd name="connsiteX10565" fmla="*/ 3817085 w 12188965"/>
              <a:gd name="connsiteY10565" fmla="*/ 1195983 h 2053176"/>
              <a:gd name="connsiteX10566" fmla="*/ 3842745 w 12188965"/>
              <a:gd name="connsiteY10566" fmla="*/ 1221641 h 2053176"/>
              <a:gd name="connsiteX10567" fmla="*/ 3817085 w 12188965"/>
              <a:gd name="connsiteY10567" fmla="*/ 1247301 h 2053176"/>
              <a:gd name="connsiteX10568" fmla="*/ 3791427 w 12188965"/>
              <a:gd name="connsiteY10568" fmla="*/ 1221641 h 2053176"/>
              <a:gd name="connsiteX10569" fmla="*/ 3817085 w 12188965"/>
              <a:gd name="connsiteY10569" fmla="*/ 1195983 h 2053176"/>
              <a:gd name="connsiteX10570" fmla="*/ 3752882 w 12188965"/>
              <a:gd name="connsiteY10570" fmla="*/ 1195983 h 2053176"/>
              <a:gd name="connsiteX10571" fmla="*/ 3778539 w 12188965"/>
              <a:gd name="connsiteY10571" fmla="*/ 1221641 h 2053176"/>
              <a:gd name="connsiteX10572" fmla="*/ 3752882 w 12188965"/>
              <a:gd name="connsiteY10572" fmla="*/ 1247301 h 2053176"/>
              <a:gd name="connsiteX10573" fmla="*/ 3727221 w 12188965"/>
              <a:gd name="connsiteY10573" fmla="*/ 1221641 h 2053176"/>
              <a:gd name="connsiteX10574" fmla="*/ 3752882 w 12188965"/>
              <a:gd name="connsiteY10574" fmla="*/ 1195983 h 2053176"/>
              <a:gd name="connsiteX10575" fmla="*/ 3624472 w 12188965"/>
              <a:gd name="connsiteY10575" fmla="*/ 1195983 h 2053176"/>
              <a:gd name="connsiteX10576" fmla="*/ 3650129 w 12188965"/>
              <a:gd name="connsiteY10576" fmla="*/ 1221641 h 2053176"/>
              <a:gd name="connsiteX10577" fmla="*/ 3624472 w 12188965"/>
              <a:gd name="connsiteY10577" fmla="*/ 1247301 h 2053176"/>
              <a:gd name="connsiteX10578" fmla="*/ 3598810 w 12188965"/>
              <a:gd name="connsiteY10578" fmla="*/ 1221641 h 2053176"/>
              <a:gd name="connsiteX10579" fmla="*/ 3624472 w 12188965"/>
              <a:gd name="connsiteY10579" fmla="*/ 1195983 h 2053176"/>
              <a:gd name="connsiteX10580" fmla="*/ 3367649 w 12188965"/>
              <a:gd name="connsiteY10580" fmla="*/ 1195983 h 2053176"/>
              <a:gd name="connsiteX10581" fmla="*/ 3393308 w 12188965"/>
              <a:gd name="connsiteY10581" fmla="*/ 1221641 h 2053176"/>
              <a:gd name="connsiteX10582" fmla="*/ 3367649 w 12188965"/>
              <a:gd name="connsiteY10582" fmla="*/ 1247301 h 2053176"/>
              <a:gd name="connsiteX10583" fmla="*/ 3341990 w 12188965"/>
              <a:gd name="connsiteY10583" fmla="*/ 1221641 h 2053176"/>
              <a:gd name="connsiteX10584" fmla="*/ 3367649 w 12188965"/>
              <a:gd name="connsiteY10584" fmla="*/ 1195983 h 2053176"/>
              <a:gd name="connsiteX10585" fmla="*/ 3303444 w 12188965"/>
              <a:gd name="connsiteY10585" fmla="*/ 1195983 h 2053176"/>
              <a:gd name="connsiteX10586" fmla="*/ 3329102 w 12188965"/>
              <a:gd name="connsiteY10586" fmla="*/ 1221641 h 2053176"/>
              <a:gd name="connsiteX10587" fmla="*/ 3303444 w 12188965"/>
              <a:gd name="connsiteY10587" fmla="*/ 1247301 h 2053176"/>
              <a:gd name="connsiteX10588" fmla="*/ 3277785 w 12188965"/>
              <a:gd name="connsiteY10588" fmla="*/ 1221641 h 2053176"/>
              <a:gd name="connsiteX10589" fmla="*/ 3303444 w 12188965"/>
              <a:gd name="connsiteY10589" fmla="*/ 1195983 h 2053176"/>
              <a:gd name="connsiteX10590" fmla="*/ 2853890 w 12188965"/>
              <a:gd name="connsiteY10590" fmla="*/ 1195983 h 2053176"/>
              <a:gd name="connsiteX10591" fmla="*/ 2879550 w 12188965"/>
              <a:gd name="connsiteY10591" fmla="*/ 1221641 h 2053176"/>
              <a:gd name="connsiteX10592" fmla="*/ 2853890 w 12188965"/>
              <a:gd name="connsiteY10592" fmla="*/ 1247301 h 2053176"/>
              <a:gd name="connsiteX10593" fmla="*/ 2828231 w 12188965"/>
              <a:gd name="connsiteY10593" fmla="*/ 1221641 h 2053176"/>
              <a:gd name="connsiteX10594" fmla="*/ 2853890 w 12188965"/>
              <a:gd name="connsiteY10594" fmla="*/ 1195983 h 2053176"/>
              <a:gd name="connsiteX10595" fmla="*/ 2789686 w 12188965"/>
              <a:gd name="connsiteY10595" fmla="*/ 1195983 h 2053176"/>
              <a:gd name="connsiteX10596" fmla="*/ 2815344 w 12188965"/>
              <a:gd name="connsiteY10596" fmla="*/ 1221641 h 2053176"/>
              <a:gd name="connsiteX10597" fmla="*/ 2789686 w 12188965"/>
              <a:gd name="connsiteY10597" fmla="*/ 1247301 h 2053176"/>
              <a:gd name="connsiteX10598" fmla="*/ 2764027 w 12188965"/>
              <a:gd name="connsiteY10598" fmla="*/ 1221641 h 2053176"/>
              <a:gd name="connsiteX10599" fmla="*/ 2789686 w 12188965"/>
              <a:gd name="connsiteY10599" fmla="*/ 1195983 h 2053176"/>
              <a:gd name="connsiteX10600" fmla="*/ 2404454 w 12188965"/>
              <a:gd name="connsiteY10600" fmla="*/ 1195983 h 2053176"/>
              <a:gd name="connsiteX10601" fmla="*/ 2430112 w 12188965"/>
              <a:gd name="connsiteY10601" fmla="*/ 1221641 h 2053176"/>
              <a:gd name="connsiteX10602" fmla="*/ 2404454 w 12188965"/>
              <a:gd name="connsiteY10602" fmla="*/ 1247301 h 2053176"/>
              <a:gd name="connsiteX10603" fmla="*/ 2378795 w 12188965"/>
              <a:gd name="connsiteY10603" fmla="*/ 1221641 h 2053176"/>
              <a:gd name="connsiteX10604" fmla="*/ 2404454 w 12188965"/>
              <a:gd name="connsiteY10604" fmla="*/ 1195983 h 2053176"/>
              <a:gd name="connsiteX10605" fmla="*/ 2340249 w 12188965"/>
              <a:gd name="connsiteY10605" fmla="*/ 1195983 h 2053176"/>
              <a:gd name="connsiteX10606" fmla="*/ 2365908 w 12188965"/>
              <a:gd name="connsiteY10606" fmla="*/ 1221641 h 2053176"/>
              <a:gd name="connsiteX10607" fmla="*/ 2340249 w 12188965"/>
              <a:gd name="connsiteY10607" fmla="*/ 1247301 h 2053176"/>
              <a:gd name="connsiteX10608" fmla="*/ 2314590 w 12188965"/>
              <a:gd name="connsiteY10608" fmla="*/ 1221641 h 2053176"/>
              <a:gd name="connsiteX10609" fmla="*/ 2340249 w 12188965"/>
              <a:gd name="connsiteY10609" fmla="*/ 1195983 h 2053176"/>
              <a:gd name="connsiteX10610" fmla="*/ 2276044 w 12188965"/>
              <a:gd name="connsiteY10610" fmla="*/ 1195983 h 2053176"/>
              <a:gd name="connsiteX10611" fmla="*/ 2301702 w 12188965"/>
              <a:gd name="connsiteY10611" fmla="*/ 1221641 h 2053176"/>
              <a:gd name="connsiteX10612" fmla="*/ 2276044 w 12188965"/>
              <a:gd name="connsiteY10612" fmla="*/ 1247301 h 2053176"/>
              <a:gd name="connsiteX10613" fmla="*/ 2250385 w 12188965"/>
              <a:gd name="connsiteY10613" fmla="*/ 1221641 h 2053176"/>
              <a:gd name="connsiteX10614" fmla="*/ 2276044 w 12188965"/>
              <a:gd name="connsiteY10614" fmla="*/ 1195983 h 2053176"/>
              <a:gd name="connsiteX10615" fmla="*/ 2211838 w 12188965"/>
              <a:gd name="connsiteY10615" fmla="*/ 1195983 h 2053176"/>
              <a:gd name="connsiteX10616" fmla="*/ 2237497 w 12188965"/>
              <a:gd name="connsiteY10616" fmla="*/ 1221641 h 2053176"/>
              <a:gd name="connsiteX10617" fmla="*/ 2211838 w 12188965"/>
              <a:gd name="connsiteY10617" fmla="*/ 1247301 h 2053176"/>
              <a:gd name="connsiteX10618" fmla="*/ 2186178 w 12188965"/>
              <a:gd name="connsiteY10618" fmla="*/ 1221641 h 2053176"/>
              <a:gd name="connsiteX10619" fmla="*/ 2211838 w 12188965"/>
              <a:gd name="connsiteY10619" fmla="*/ 1195983 h 2053176"/>
              <a:gd name="connsiteX10620" fmla="*/ 2147633 w 12188965"/>
              <a:gd name="connsiteY10620" fmla="*/ 1195983 h 2053176"/>
              <a:gd name="connsiteX10621" fmla="*/ 2173293 w 12188965"/>
              <a:gd name="connsiteY10621" fmla="*/ 1221641 h 2053176"/>
              <a:gd name="connsiteX10622" fmla="*/ 2147633 w 12188965"/>
              <a:gd name="connsiteY10622" fmla="*/ 1247301 h 2053176"/>
              <a:gd name="connsiteX10623" fmla="*/ 2121975 w 12188965"/>
              <a:gd name="connsiteY10623" fmla="*/ 1221641 h 2053176"/>
              <a:gd name="connsiteX10624" fmla="*/ 2147633 w 12188965"/>
              <a:gd name="connsiteY10624" fmla="*/ 1195983 h 2053176"/>
              <a:gd name="connsiteX10625" fmla="*/ 2083427 w 12188965"/>
              <a:gd name="connsiteY10625" fmla="*/ 1195983 h 2053176"/>
              <a:gd name="connsiteX10626" fmla="*/ 2109087 w 12188965"/>
              <a:gd name="connsiteY10626" fmla="*/ 1221641 h 2053176"/>
              <a:gd name="connsiteX10627" fmla="*/ 2083427 w 12188965"/>
              <a:gd name="connsiteY10627" fmla="*/ 1247301 h 2053176"/>
              <a:gd name="connsiteX10628" fmla="*/ 2057768 w 12188965"/>
              <a:gd name="connsiteY10628" fmla="*/ 1221641 h 2053176"/>
              <a:gd name="connsiteX10629" fmla="*/ 2083427 w 12188965"/>
              <a:gd name="connsiteY10629" fmla="*/ 1195983 h 2053176"/>
              <a:gd name="connsiteX10630" fmla="*/ 2019222 w 12188965"/>
              <a:gd name="connsiteY10630" fmla="*/ 1195983 h 2053176"/>
              <a:gd name="connsiteX10631" fmla="*/ 2044880 w 12188965"/>
              <a:gd name="connsiteY10631" fmla="*/ 1221641 h 2053176"/>
              <a:gd name="connsiteX10632" fmla="*/ 2019222 w 12188965"/>
              <a:gd name="connsiteY10632" fmla="*/ 1247301 h 2053176"/>
              <a:gd name="connsiteX10633" fmla="*/ 1993563 w 12188965"/>
              <a:gd name="connsiteY10633" fmla="*/ 1221641 h 2053176"/>
              <a:gd name="connsiteX10634" fmla="*/ 2019222 w 12188965"/>
              <a:gd name="connsiteY10634" fmla="*/ 1195983 h 2053176"/>
              <a:gd name="connsiteX10635" fmla="*/ 1955016 w 12188965"/>
              <a:gd name="connsiteY10635" fmla="*/ 1195983 h 2053176"/>
              <a:gd name="connsiteX10636" fmla="*/ 1980676 w 12188965"/>
              <a:gd name="connsiteY10636" fmla="*/ 1221641 h 2053176"/>
              <a:gd name="connsiteX10637" fmla="*/ 1955016 w 12188965"/>
              <a:gd name="connsiteY10637" fmla="*/ 1247301 h 2053176"/>
              <a:gd name="connsiteX10638" fmla="*/ 1929358 w 12188965"/>
              <a:gd name="connsiteY10638" fmla="*/ 1221641 h 2053176"/>
              <a:gd name="connsiteX10639" fmla="*/ 1955016 w 12188965"/>
              <a:gd name="connsiteY10639" fmla="*/ 1195983 h 2053176"/>
              <a:gd name="connsiteX10640" fmla="*/ 1890696 w 12188965"/>
              <a:gd name="connsiteY10640" fmla="*/ 1195983 h 2053176"/>
              <a:gd name="connsiteX10641" fmla="*/ 1916355 w 12188965"/>
              <a:gd name="connsiteY10641" fmla="*/ 1221641 h 2053176"/>
              <a:gd name="connsiteX10642" fmla="*/ 1890696 w 12188965"/>
              <a:gd name="connsiteY10642" fmla="*/ 1247301 h 2053176"/>
              <a:gd name="connsiteX10643" fmla="*/ 1865037 w 12188965"/>
              <a:gd name="connsiteY10643" fmla="*/ 1221641 h 2053176"/>
              <a:gd name="connsiteX10644" fmla="*/ 1890696 w 12188965"/>
              <a:gd name="connsiteY10644" fmla="*/ 1195983 h 2053176"/>
              <a:gd name="connsiteX10645" fmla="*/ 1826490 w 12188965"/>
              <a:gd name="connsiteY10645" fmla="*/ 1195983 h 2053176"/>
              <a:gd name="connsiteX10646" fmla="*/ 1852149 w 12188965"/>
              <a:gd name="connsiteY10646" fmla="*/ 1221641 h 2053176"/>
              <a:gd name="connsiteX10647" fmla="*/ 1826490 w 12188965"/>
              <a:gd name="connsiteY10647" fmla="*/ 1247301 h 2053176"/>
              <a:gd name="connsiteX10648" fmla="*/ 1800830 w 12188965"/>
              <a:gd name="connsiteY10648" fmla="*/ 1221641 h 2053176"/>
              <a:gd name="connsiteX10649" fmla="*/ 1826490 w 12188965"/>
              <a:gd name="connsiteY10649" fmla="*/ 1195983 h 2053176"/>
              <a:gd name="connsiteX10650" fmla="*/ 1762285 w 12188965"/>
              <a:gd name="connsiteY10650" fmla="*/ 1195983 h 2053176"/>
              <a:gd name="connsiteX10651" fmla="*/ 1787944 w 12188965"/>
              <a:gd name="connsiteY10651" fmla="*/ 1221641 h 2053176"/>
              <a:gd name="connsiteX10652" fmla="*/ 1762285 w 12188965"/>
              <a:gd name="connsiteY10652" fmla="*/ 1247301 h 2053176"/>
              <a:gd name="connsiteX10653" fmla="*/ 1736626 w 12188965"/>
              <a:gd name="connsiteY10653" fmla="*/ 1221641 h 2053176"/>
              <a:gd name="connsiteX10654" fmla="*/ 1762285 w 12188965"/>
              <a:gd name="connsiteY10654" fmla="*/ 1195983 h 2053176"/>
              <a:gd name="connsiteX10655" fmla="*/ 1505464 w 12188965"/>
              <a:gd name="connsiteY10655" fmla="*/ 1195983 h 2053176"/>
              <a:gd name="connsiteX10656" fmla="*/ 1531123 w 12188965"/>
              <a:gd name="connsiteY10656" fmla="*/ 1221641 h 2053176"/>
              <a:gd name="connsiteX10657" fmla="*/ 1505464 w 12188965"/>
              <a:gd name="connsiteY10657" fmla="*/ 1247301 h 2053176"/>
              <a:gd name="connsiteX10658" fmla="*/ 1479806 w 12188965"/>
              <a:gd name="connsiteY10658" fmla="*/ 1221641 h 2053176"/>
              <a:gd name="connsiteX10659" fmla="*/ 1505464 w 12188965"/>
              <a:gd name="connsiteY10659" fmla="*/ 1195983 h 2053176"/>
              <a:gd name="connsiteX10660" fmla="*/ 1441258 w 12188965"/>
              <a:gd name="connsiteY10660" fmla="*/ 1195983 h 2053176"/>
              <a:gd name="connsiteX10661" fmla="*/ 1466917 w 12188965"/>
              <a:gd name="connsiteY10661" fmla="*/ 1221641 h 2053176"/>
              <a:gd name="connsiteX10662" fmla="*/ 1441258 w 12188965"/>
              <a:gd name="connsiteY10662" fmla="*/ 1247301 h 2053176"/>
              <a:gd name="connsiteX10663" fmla="*/ 1415599 w 12188965"/>
              <a:gd name="connsiteY10663" fmla="*/ 1221641 h 2053176"/>
              <a:gd name="connsiteX10664" fmla="*/ 1441258 w 12188965"/>
              <a:gd name="connsiteY10664" fmla="*/ 1195983 h 2053176"/>
              <a:gd name="connsiteX10665" fmla="*/ 1377053 w 12188965"/>
              <a:gd name="connsiteY10665" fmla="*/ 1195983 h 2053176"/>
              <a:gd name="connsiteX10666" fmla="*/ 1402712 w 12188965"/>
              <a:gd name="connsiteY10666" fmla="*/ 1221641 h 2053176"/>
              <a:gd name="connsiteX10667" fmla="*/ 1377053 w 12188965"/>
              <a:gd name="connsiteY10667" fmla="*/ 1247301 h 2053176"/>
              <a:gd name="connsiteX10668" fmla="*/ 1351395 w 12188965"/>
              <a:gd name="connsiteY10668" fmla="*/ 1221641 h 2053176"/>
              <a:gd name="connsiteX10669" fmla="*/ 1377053 w 12188965"/>
              <a:gd name="connsiteY10669" fmla="*/ 1195983 h 2053176"/>
              <a:gd name="connsiteX10670" fmla="*/ 1184437 w 12188965"/>
              <a:gd name="connsiteY10670" fmla="*/ 1195983 h 2053176"/>
              <a:gd name="connsiteX10671" fmla="*/ 1210096 w 12188965"/>
              <a:gd name="connsiteY10671" fmla="*/ 1221641 h 2053176"/>
              <a:gd name="connsiteX10672" fmla="*/ 1184437 w 12188965"/>
              <a:gd name="connsiteY10672" fmla="*/ 1247301 h 2053176"/>
              <a:gd name="connsiteX10673" fmla="*/ 1158780 w 12188965"/>
              <a:gd name="connsiteY10673" fmla="*/ 1221641 h 2053176"/>
              <a:gd name="connsiteX10674" fmla="*/ 1184437 w 12188965"/>
              <a:gd name="connsiteY10674" fmla="*/ 1195983 h 2053176"/>
              <a:gd name="connsiteX10675" fmla="*/ 927616 w 12188965"/>
              <a:gd name="connsiteY10675" fmla="*/ 1195983 h 2053176"/>
              <a:gd name="connsiteX10676" fmla="*/ 953275 w 12188965"/>
              <a:gd name="connsiteY10676" fmla="*/ 1221641 h 2053176"/>
              <a:gd name="connsiteX10677" fmla="*/ 927616 w 12188965"/>
              <a:gd name="connsiteY10677" fmla="*/ 1247301 h 2053176"/>
              <a:gd name="connsiteX10678" fmla="*/ 901957 w 12188965"/>
              <a:gd name="connsiteY10678" fmla="*/ 1221641 h 2053176"/>
              <a:gd name="connsiteX10679" fmla="*/ 927616 w 12188965"/>
              <a:gd name="connsiteY10679" fmla="*/ 1195983 h 2053176"/>
              <a:gd name="connsiteX10680" fmla="*/ 606475 w 12188965"/>
              <a:gd name="connsiteY10680" fmla="*/ 1195983 h 2053176"/>
              <a:gd name="connsiteX10681" fmla="*/ 632134 w 12188965"/>
              <a:gd name="connsiteY10681" fmla="*/ 1221641 h 2053176"/>
              <a:gd name="connsiteX10682" fmla="*/ 606475 w 12188965"/>
              <a:gd name="connsiteY10682" fmla="*/ 1247301 h 2053176"/>
              <a:gd name="connsiteX10683" fmla="*/ 580815 w 12188965"/>
              <a:gd name="connsiteY10683" fmla="*/ 1221641 h 2053176"/>
              <a:gd name="connsiteX10684" fmla="*/ 606475 w 12188965"/>
              <a:gd name="connsiteY10684" fmla="*/ 1195983 h 2053176"/>
              <a:gd name="connsiteX10685" fmla="*/ 542268 w 12188965"/>
              <a:gd name="connsiteY10685" fmla="*/ 1195983 h 2053176"/>
              <a:gd name="connsiteX10686" fmla="*/ 567927 w 12188965"/>
              <a:gd name="connsiteY10686" fmla="*/ 1221641 h 2053176"/>
              <a:gd name="connsiteX10687" fmla="*/ 542268 w 12188965"/>
              <a:gd name="connsiteY10687" fmla="*/ 1247301 h 2053176"/>
              <a:gd name="connsiteX10688" fmla="*/ 516610 w 12188965"/>
              <a:gd name="connsiteY10688" fmla="*/ 1221641 h 2053176"/>
              <a:gd name="connsiteX10689" fmla="*/ 542268 w 12188965"/>
              <a:gd name="connsiteY10689" fmla="*/ 1195983 h 2053176"/>
              <a:gd name="connsiteX10690" fmla="*/ 413858 w 12188965"/>
              <a:gd name="connsiteY10690" fmla="*/ 1195983 h 2053176"/>
              <a:gd name="connsiteX10691" fmla="*/ 439517 w 12188965"/>
              <a:gd name="connsiteY10691" fmla="*/ 1221641 h 2053176"/>
              <a:gd name="connsiteX10692" fmla="*/ 413858 w 12188965"/>
              <a:gd name="connsiteY10692" fmla="*/ 1247301 h 2053176"/>
              <a:gd name="connsiteX10693" fmla="*/ 388200 w 12188965"/>
              <a:gd name="connsiteY10693" fmla="*/ 1221641 h 2053176"/>
              <a:gd name="connsiteX10694" fmla="*/ 413858 w 12188965"/>
              <a:gd name="connsiteY10694" fmla="*/ 1195983 h 2053176"/>
              <a:gd name="connsiteX10695" fmla="*/ 346686 w 12188965"/>
              <a:gd name="connsiteY10695" fmla="*/ 1195983 h 2053176"/>
              <a:gd name="connsiteX10696" fmla="*/ 372344 w 12188965"/>
              <a:gd name="connsiteY10696" fmla="*/ 1221641 h 2053176"/>
              <a:gd name="connsiteX10697" fmla="*/ 346686 w 12188965"/>
              <a:gd name="connsiteY10697" fmla="*/ 1247301 h 2053176"/>
              <a:gd name="connsiteX10698" fmla="*/ 321027 w 12188965"/>
              <a:gd name="connsiteY10698" fmla="*/ 1221641 h 2053176"/>
              <a:gd name="connsiteX10699" fmla="*/ 346686 w 12188965"/>
              <a:gd name="connsiteY10699" fmla="*/ 1195983 h 2053176"/>
              <a:gd name="connsiteX10700" fmla="*/ 25659 w 12188965"/>
              <a:gd name="connsiteY10700" fmla="*/ 1195983 h 2053176"/>
              <a:gd name="connsiteX10701" fmla="*/ 51317 w 12188965"/>
              <a:gd name="connsiteY10701" fmla="*/ 1221641 h 2053176"/>
              <a:gd name="connsiteX10702" fmla="*/ 25659 w 12188965"/>
              <a:gd name="connsiteY10702" fmla="*/ 1247301 h 2053176"/>
              <a:gd name="connsiteX10703" fmla="*/ 0 w 12188965"/>
              <a:gd name="connsiteY10703" fmla="*/ 1221641 h 2053176"/>
              <a:gd name="connsiteX10704" fmla="*/ 25659 w 12188965"/>
              <a:gd name="connsiteY10704" fmla="*/ 1195983 h 2053176"/>
              <a:gd name="connsiteX10705" fmla="*/ 11775107 w 12188965"/>
              <a:gd name="connsiteY10705" fmla="*/ 1141531 h 2053176"/>
              <a:gd name="connsiteX10706" fmla="*/ 11787995 w 12188965"/>
              <a:gd name="connsiteY10706" fmla="*/ 1154418 h 2053176"/>
              <a:gd name="connsiteX10707" fmla="*/ 11775107 w 12188965"/>
              <a:gd name="connsiteY10707" fmla="*/ 1167305 h 2053176"/>
              <a:gd name="connsiteX10708" fmla="*/ 11762221 w 12188965"/>
              <a:gd name="connsiteY10708" fmla="*/ 1154418 h 2053176"/>
              <a:gd name="connsiteX10709" fmla="*/ 11775107 w 12188965"/>
              <a:gd name="connsiteY10709" fmla="*/ 1141531 h 2053176"/>
              <a:gd name="connsiteX10710" fmla="*/ 11646697 w 12188965"/>
              <a:gd name="connsiteY10710" fmla="*/ 1141531 h 2053176"/>
              <a:gd name="connsiteX10711" fmla="*/ 11659583 w 12188965"/>
              <a:gd name="connsiteY10711" fmla="*/ 1154418 h 2053176"/>
              <a:gd name="connsiteX10712" fmla="*/ 11646697 w 12188965"/>
              <a:gd name="connsiteY10712" fmla="*/ 1167305 h 2053176"/>
              <a:gd name="connsiteX10713" fmla="*/ 11633809 w 12188965"/>
              <a:gd name="connsiteY10713" fmla="*/ 1154418 h 2053176"/>
              <a:gd name="connsiteX10714" fmla="*/ 11646697 w 12188965"/>
              <a:gd name="connsiteY10714" fmla="*/ 1141531 h 2053176"/>
              <a:gd name="connsiteX10715" fmla="*/ 11389875 w 12188965"/>
              <a:gd name="connsiteY10715" fmla="*/ 1141531 h 2053176"/>
              <a:gd name="connsiteX10716" fmla="*/ 11402763 w 12188965"/>
              <a:gd name="connsiteY10716" fmla="*/ 1154418 h 2053176"/>
              <a:gd name="connsiteX10717" fmla="*/ 11389875 w 12188965"/>
              <a:gd name="connsiteY10717" fmla="*/ 1167305 h 2053176"/>
              <a:gd name="connsiteX10718" fmla="*/ 11376989 w 12188965"/>
              <a:gd name="connsiteY10718" fmla="*/ 1154418 h 2053176"/>
              <a:gd name="connsiteX10719" fmla="*/ 11389875 w 12188965"/>
              <a:gd name="connsiteY10719" fmla="*/ 1141531 h 2053176"/>
              <a:gd name="connsiteX10720" fmla="*/ 11068848 w 12188965"/>
              <a:gd name="connsiteY10720" fmla="*/ 1141531 h 2053176"/>
              <a:gd name="connsiteX10721" fmla="*/ 11081736 w 12188965"/>
              <a:gd name="connsiteY10721" fmla="*/ 1154418 h 2053176"/>
              <a:gd name="connsiteX10722" fmla="*/ 11068848 w 12188965"/>
              <a:gd name="connsiteY10722" fmla="*/ 1167305 h 2053176"/>
              <a:gd name="connsiteX10723" fmla="*/ 11055962 w 12188965"/>
              <a:gd name="connsiteY10723" fmla="*/ 1154418 h 2053176"/>
              <a:gd name="connsiteX10724" fmla="*/ 11068848 w 12188965"/>
              <a:gd name="connsiteY10724" fmla="*/ 1141531 h 2053176"/>
              <a:gd name="connsiteX10725" fmla="*/ 10811912 w 12188965"/>
              <a:gd name="connsiteY10725" fmla="*/ 1141531 h 2053176"/>
              <a:gd name="connsiteX10726" fmla="*/ 10824798 w 12188965"/>
              <a:gd name="connsiteY10726" fmla="*/ 1154418 h 2053176"/>
              <a:gd name="connsiteX10727" fmla="*/ 10811912 w 12188965"/>
              <a:gd name="connsiteY10727" fmla="*/ 1167305 h 2053176"/>
              <a:gd name="connsiteX10728" fmla="*/ 10799024 w 12188965"/>
              <a:gd name="connsiteY10728" fmla="*/ 1154418 h 2053176"/>
              <a:gd name="connsiteX10729" fmla="*/ 10811912 w 12188965"/>
              <a:gd name="connsiteY10729" fmla="*/ 1141531 h 2053176"/>
              <a:gd name="connsiteX10730" fmla="*/ 10747708 w 12188965"/>
              <a:gd name="connsiteY10730" fmla="*/ 1141531 h 2053176"/>
              <a:gd name="connsiteX10731" fmla="*/ 10760593 w 12188965"/>
              <a:gd name="connsiteY10731" fmla="*/ 1154418 h 2053176"/>
              <a:gd name="connsiteX10732" fmla="*/ 10747708 w 12188965"/>
              <a:gd name="connsiteY10732" fmla="*/ 1167305 h 2053176"/>
              <a:gd name="connsiteX10733" fmla="*/ 10734820 w 12188965"/>
              <a:gd name="connsiteY10733" fmla="*/ 1154418 h 2053176"/>
              <a:gd name="connsiteX10734" fmla="*/ 10747708 w 12188965"/>
              <a:gd name="connsiteY10734" fmla="*/ 1141531 h 2053176"/>
              <a:gd name="connsiteX10735" fmla="*/ 10490885 w 12188965"/>
              <a:gd name="connsiteY10735" fmla="*/ 1141531 h 2053176"/>
              <a:gd name="connsiteX10736" fmla="*/ 10503773 w 12188965"/>
              <a:gd name="connsiteY10736" fmla="*/ 1154418 h 2053176"/>
              <a:gd name="connsiteX10737" fmla="*/ 10490885 w 12188965"/>
              <a:gd name="connsiteY10737" fmla="*/ 1167305 h 2053176"/>
              <a:gd name="connsiteX10738" fmla="*/ 10477997 w 12188965"/>
              <a:gd name="connsiteY10738" fmla="*/ 1154418 h 2053176"/>
              <a:gd name="connsiteX10739" fmla="*/ 10490885 w 12188965"/>
              <a:gd name="connsiteY10739" fmla="*/ 1141531 h 2053176"/>
              <a:gd name="connsiteX10740" fmla="*/ 9912920 w 12188965"/>
              <a:gd name="connsiteY10740" fmla="*/ 1141531 h 2053176"/>
              <a:gd name="connsiteX10741" fmla="*/ 9925808 w 12188965"/>
              <a:gd name="connsiteY10741" fmla="*/ 1154418 h 2053176"/>
              <a:gd name="connsiteX10742" fmla="*/ 9912920 w 12188965"/>
              <a:gd name="connsiteY10742" fmla="*/ 1167305 h 2053176"/>
              <a:gd name="connsiteX10743" fmla="*/ 9900035 w 12188965"/>
              <a:gd name="connsiteY10743" fmla="*/ 1154418 h 2053176"/>
              <a:gd name="connsiteX10744" fmla="*/ 9912920 w 12188965"/>
              <a:gd name="connsiteY10744" fmla="*/ 1141531 h 2053176"/>
              <a:gd name="connsiteX10745" fmla="*/ 9527689 w 12188965"/>
              <a:gd name="connsiteY10745" fmla="*/ 1141531 h 2053176"/>
              <a:gd name="connsiteX10746" fmla="*/ 9540577 w 12188965"/>
              <a:gd name="connsiteY10746" fmla="*/ 1154418 h 2053176"/>
              <a:gd name="connsiteX10747" fmla="*/ 9527689 w 12188965"/>
              <a:gd name="connsiteY10747" fmla="*/ 1167305 h 2053176"/>
              <a:gd name="connsiteX10748" fmla="*/ 9514804 w 12188965"/>
              <a:gd name="connsiteY10748" fmla="*/ 1154418 h 2053176"/>
              <a:gd name="connsiteX10749" fmla="*/ 9527689 w 12188965"/>
              <a:gd name="connsiteY10749" fmla="*/ 1141531 h 2053176"/>
              <a:gd name="connsiteX10750" fmla="*/ 8821315 w 12188965"/>
              <a:gd name="connsiteY10750" fmla="*/ 1141531 h 2053176"/>
              <a:gd name="connsiteX10751" fmla="*/ 8834203 w 12188965"/>
              <a:gd name="connsiteY10751" fmla="*/ 1154418 h 2053176"/>
              <a:gd name="connsiteX10752" fmla="*/ 8821315 w 12188965"/>
              <a:gd name="connsiteY10752" fmla="*/ 1167305 h 2053176"/>
              <a:gd name="connsiteX10753" fmla="*/ 8808427 w 12188965"/>
              <a:gd name="connsiteY10753" fmla="*/ 1154418 h 2053176"/>
              <a:gd name="connsiteX10754" fmla="*/ 8821315 w 12188965"/>
              <a:gd name="connsiteY10754" fmla="*/ 1141531 h 2053176"/>
              <a:gd name="connsiteX10755" fmla="*/ 8692906 w 12188965"/>
              <a:gd name="connsiteY10755" fmla="*/ 1141531 h 2053176"/>
              <a:gd name="connsiteX10756" fmla="*/ 8705792 w 12188965"/>
              <a:gd name="connsiteY10756" fmla="*/ 1154418 h 2053176"/>
              <a:gd name="connsiteX10757" fmla="*/ 8692906 w 12188965"/>
              <a:gd name="connsiteY10757" fmla="*/ 1167305 h 2053176"/>
              <a:gd name="connsiteX10758" fmla="*/ 8680018 w 12188965"/>
              <a:gd name="connsiteY10758" fmla="*/ 1154418 h 2053176"/>
              <a:gd name="connsiteX10759" fmla="*/ 8692906 w 12188965"/>
              <a:gd name="connsiteY10759" fmla="*/ 1141531 h 2053176"/>
              <a:gd name="connsiteX10760" fmla="*/ 8307675 w 12188965"/>
              <a:gd name="connsiteY10760" fmla="*/ 1141531 h 2053176"/>
              <a:gd name="connsiteX10761" fmla="*/ 8320560 w 12188965"/>
              <a:gd name="connsiteY10761" fmla="*/ 1154418 h 2053176"/>
              <a:gd name="connsiteX10762" fmla="*/ 8307675 w 12188965"/>
              <a:gd name="connsiteY10762" fmla="*/ 1167305 h 2053176"/>
              <a:gd name="connsiteX10763" fmla="*/ 8294787 w 12188965"/>
              <a:gd name="connsiteY10763" fmla="*/ 1154418 h 2053176"/>
              <a:gd name="connsiteX10764" fmla="*/ 8307675 w 12188965"/>
              <a:gd name="connsiteY10764" fmla="*/ 1141531 h 2053176"/>
              <a:gd name="connsiteX10765" fmla="*/ 7280274 w 12188965"/>
              <a:gd name="connsiteY10765" fmla="*/ 1141531 h 2053176"/>
              <a:gd name="connsiteX10766" fmla="*/ 7293160 w 12188965"/>
              <a:gd name="connsiteY10766" fmla="*/ 1154418 h 2053176"/>
              <a:gd name="connsiteX10767" fmla="*/ 7280274 w 12188965"/>
              <a:gd name="connsiteY10767" fmla="*/ 1167305 h 2053176"/>
              <a:gd name="connsiteX10768" fmla="*/ 7267386 w 12188965"/>
              <a:gd name="connsiteY10768" fmla="*/ 1154418 h 2053176"/>
              <a:gd name="connsiteX10769" fmla="*/ 7280274 w 12188965"/>
              <a:gd name="connsiteY10769" fmla="*/ 1141531 h 2053176"/>
              <a:gd name="connsiteX10770" fmla="*/ 7087658 w 12188965"/>
              <a:gd name="connsiteY10770" fmla="*/ 1141531 h 2053176"/>
              <a:gd name="connsiteX10771" fmla="*/ 7100544 w 12188965"/>
              <a:gd name="connsiteY10771" fmla="*/ 1154418 h 2053176"/>
              <a:gd name="connsiteX10772" fmla="*/ 7087658 w 12188965"/>
              <a:gd name="connsiteY10772" fmla="*/ 1167305 h 2053176"/>
              <a:gd name="connsiteX10773" fmla="*/ 7074770 w 12188965"/>
              <a:gd name="connsiteY10773" fmla="*/ 1154418 h 2053176"/>
              <a:gd name="connsiteX10774" fmla="*/ 7087658 w 12188965"/>
              <a:gd name="connsiteY10774" fmla="*/ 1141531 h 2053176"/>
              <a:gd name="connsiteX10775" fmla="*/ 6766631 w 12188965"/>
              <a:gd name="connsiteY10775" fmla="*/ 1141531 h 2053176"/>
              <a:gd name="connsiteX10776" fmla="*/ 6779519 w 12188965"/>
              <a:gd name="connsiteY10776" fmla="*/ 1154418 h 2053176"/>
              <a:gd name="connsiteX10777" fmla="*/ 6766631 w 12188965"/>
              <a:gd name="connsiteY10777" fmla="*/ 1167305 h 2053176"/>
              <a:gd name="connsiteX10778" fmla="*/ 6753743 w 12188965"/>
              <a:gd name="connsiteY10778" fmla="*/ 1154418 h 2053176"/>
              <a:gd name="connsiteX10779" fmla="*/ 6766631 w 12188965"/>
              <a:gd name="connsiteY10779" fmla="*/ 1141531 h 2053176"/>
              <a:gd name="connsiteX10780" fmla="*/ 6702427 w 12188965"/>
              <a:gd name="connsiteY10780" fmla="*/ 1141531 h 2053176"/>
              <a:gd name="connsiteX10781" fmla="*/ 6715312 w 12188965"/>
              <a:gd name="connsiteY10781" fmla="*/ 1154418 h 2053176"/>
              <a:gd name="connsiteX10782" fmla="*/ 6702427 w 12188965"/>
              <a:gd name="connsiteY10782" fmla="*/ 1167305 h 2053176"/>
              <a:gd name="connsiteX10783" fmla="*/ 6689539 w 12188965"/>
              <a:gd name="connsiteY10783" fmla="*/ 1154418 h 2053176"/>
              <a:gd name="connsiteX10784" fmla="*/ 6702427 w 12188965"/>
              <a:gd name="connsiteY10784" fmla="*/ 1141531 h 2053176"/>
              <a:gd name="connsiteX10785" fmla="*/ 6573900 w 12188965"/>
              <a:gd name="connsiteY10785" fmla="*/ 1141531 h 2053176"/>
              <a:gd name="connsiteX10786" fmla="*/ 6586788 w 12188965"/>
              <a:gd name="connsiteY10786" fmla="*/ 1154418 h 2053176"/>
              <a:gd name="connsiteX10787" fmla="*/ 6573900 w 12188965"/>
              <a:gd name="connsiteY10787" fmla="*/ 1167305 h 2053176"/>
              <a:gd name="connsiteX10788" fmla="*/ 6561013 w 12188965"/>
              <a:gd name="connsiteY10788" fmla="*/ 1154418 h 2053176"/>
              <a:gd name="connsiteX10789" fmla="*/ 6573900 w 12188965"/>
              <a:gd name="connsiteY10789" fmla="*/ 1141531 h 2053176"/>
              <a:gd name="connsiteX10790" fmla="*/ 6064505 w 12188965"/>
              <a:gd name="connsiteY10790" fmla="*/ 1141531 h 2053176"/>
              <a:gd name="connsiteX10791" fmla="*/ 6077390 w 12188965"/>
              <a:gd name="connsiteY10791" fmla="*/ 1154418 h 2053176"/>
              <a:gd name="connsiteX10792" fmla="*/ 6064505 w 12188965"/>
              <a:gd name="connsiteY10792" fmla="*/ 1167305 h 2053176"/>
              <a:gd name="connsiteX10793" fmla="*/ 6051617 w 12188965"/>
              <a:gd name="connsiteY10793" fmla="*/ 1154418 h 2053176"/>
              <a:gd name="connsiteX10794" fmla="*/ 6064505 w 12188965"/>
              <a:gd name="connsiteY10794" fmla="*/ 1141531 h 2053176"/>
              <a:gd name="connsiteX10795" fmla="*/ 5936092 w 12188965"/>
              <a:gd name="connsiteY10795" fmla="*/ 1141531 h 2053176"/>
              <a:gd name="connsiteX10796" fmla="*/ 5948981 w 12188965"/>
              <a:gd name="connsiteY10796" fmla="*/ 1154418 h 2053176"/>
              <a:gd name="connsiteX10797" fmla="*/ 5936092 w 12188965"/>
              <a:gd name="connsiteY10797" fmla="*/ 1167305 h 2053176"/>
              <a:gd name="connsiteX10798" fmla="*/ 5923204 w 12188965"/>
              <a:gd name="connsiteY10798" fmla="*/ 1154418 h 2053176"/>
              <a:gd name="connsiteX10799" fmla="*/ 5936092 w 12188965"/>
              <a:gd name="connsiteY10799" fmla="*/ 1141531 h 2053176"/>
              <a:gd name="connsiteX10800" fmla="*/ 5679272 w 12188965"/>
              <a:gd name="connsiteY10800" fmla="*/ 1141531 h 2053176"/>
              <a:gd name="connsiteX10801" fmla="*/ 5692160 w 12188965"/>
              <a:gd name="connsiteY10801" fmla="*/ 1154418 h 2053176"/>
              <a:gd name="connsiteX10802" fmla="*/ 5679272 w 12188965"/>
              <a:gd name="connsiteY10802" fmla="*/ 1167305 h 2053176"/>
              <a:gd name="connsiteX10803" fmla="*/ 5666385 w 12188965"/>
              <a:gd name="connsiteY10803" fmla="*/ 1154418 h 2053176"/>
              <a:gd name="connsiteX10804" fmla="*/ 5679272 w 12188965"/>
              <a:gd name="connsiteY10804" fmla="*/ 1141531 h 2053176"/>
              <a:gd name="connsiteX10805" fmla="*/ 5358245 w 12188965"/>
              <a:gd name="connsiteY10805" fmla="*/ 1141531 h 2053176"/>
              <a:gd name="connsiteX10806" fmla="*/ 5371133 w 12188965"/>
              <a:gd name="connsiteY10806" fmla="*/ 1154418 h 2053176"/>
              <a:gd name="connsiteX10807" fmla="*/ 5358245 w 12188965"/>
              <a:gd name="connsiteY10807" fmla="*/ 1167305 h 2053176"/>
              <a:gd name="connsiteX10808" fmla="*/ 5345357 w 12188965"/>
              <a:gd name="connsiteY10808" fmla="*/ 1154418 h 2053176"/>
              <a:gd name="connsiteX10809" fmla="*/ 5358245 w 12188965"/>
              <a:gd name="connsiteY10809" fmla="*/ 1141531 h 2053176"/>
              <a:gd name="connsiteX10810" fmla="*/ 5101308 w 12188965"/>
              <a:gd name="connsiteY10810" fmla="*/ 1141531 h 2053176"/>
              <a:gd name="connsiteX10811" fmla="*/ 5114194 w 12188965"/>
              <a:gd name="connsiteY10811" fmla="*/ 1154418 h 2053176"/>
              <a:gd name="connsiteX10812" fmla="*/ 5101308 w 12188965"/>
              <a:gd name="connsiteY10812" fmla="*/ 1167305 h 2053176"/>
              <a:gd name="connsiteX10813" fmla="*/ 5088421 w 12188965"/>
              <a:gd name="connsiteY10813" fmla="*/ 1154418 h 2053176"/>
              <a:gd name="connsiteX10814" fmla="*/ 5101308 w 12188965"/>
              <a:gd name="connsiteY10814" fmla="*/ 1141531 h 2053176"/>
              <a:gd name="connsiteX10815" fmla="*/ 5037104 w 12188965"/>
              <a:gd name="connsiteY10815" fmla="*/ 1141531 h 2053176"/>
              <a:gd name="connsiteX10816" fmla="*/ 5049991 w 12188965"/>
              <a:gd name="connsiteY10816" fmla="*/ 1154418 h 2053176"/>
              <a:gd name="connsiteX10817" fmla="*/ 5037104 w 12188965"/>
              <a:gd name="connsiteY10817" fmla="*/ 1167305 h 2053176"/>
              <a:gd name="connsiteX10818" fmla="*/ 5024216 w 12188965"/>
              <a:gd name="connsiteY10818" fmla="*/ 1154418 h 2053176"/>
              <a:gd name="connsiteX10819" fmla="*/ 5037104 w 12188965"/>
              <a:gd name="connsiteY10819" fmla="*/ 1141531 h 2053176"/>
              <a:gd name="connsiteX10820" fmla="*/ 4780282 w 12188965"/>
              <a:gd name="connsiteY10820" fmla="*/ 1141531 h 2053176"/>
              <a:gd name="connsiteX10821" fmla="*/ 4793170 w 12188965"/>
              <a:gd name="connsiteY10821" fmla="*/ 1154418 h 2053176"/>
              <a:gd name="connsiteX10822" fmla="*/ 4780282 w 12188965"/>
              <a:gd name="connsiteY10822" fmla="*/ 1167305 h 2053176"/>
              <a:gd name="connsiteX10823" fmla="*/ 4767394 w 12188965"/>
              <a:gd name="connsiteY10823" fmla="*/ 1154418 h 2053176"/>
              <a:gd name="connsiteX10824" fmla="*/ 4780282 w 12188965"/>
              <a:gd name="connsiteY10824" fmla="*/ 1141531 h 2053176"/>
              <a:gd name="connsiteX10825" fmla="*/ 4202317 w 12188965"/>
              <a:gd name="connsiteY10825" fmla="*/ 1141531 h 2053176"/>
              <a:gd name="connsiteX10826" fmla="*/ 4215205 w 12188965"/>
              <a:gd name="connsiteY10826" fmla="*/ 1154418 h 2053176"/>
              <a:gd name="connsiteX10827" fmla="*/ 4202317 w 12188965"/>
              <a:gd name="connsiteY10827" fmla="*/ 1167305 h 2053176"/>
              <a:gd name="connsiteX10828" fmla="*/ 4189431 w 12188965"/>
              <a:gd name="connsiteY10828" fmla="*/ 1154418 h 2053176"/>
              <a:gd name="connsiteX10829" fmla="*/ 4202317 w 12188965"/>
              <a:gd name="connsiteY10829" fmla="*/ 1141531 h 2053176"/>
              <a:gd name="connsiteX10830" fmla="*/ 3817086 w 12188965"/>
              <a:gd name="connsiteY10830" fmla="*/ 1141531 h 2053176"/>
              <a:gd name="connsiteX10831" fmla="*/ 3829973 w 12188965"/>
              <a:gd name="connsiteY10831" fmla="*/ 1154418 h 2053176"/>
              <a:gd name="connsiteX10832" fmla="*/ 3817086 w 12188965"/>
              <a:gd name="connsiteY10832" fmla="*/ 1167305 h 2053176"/>
              <a:gd name="connsiteX10833" fmla="*/ 3804199 w 12188965"/>
              <a:gd name="connsiteY10833" fmla="*/ 1154418 h 2053176"/>
              <a:gd name="connsiteX10834" fmla="*/ 3817086 w 12188965"/>
              <a:gd name="connsiteY10834" fmla="*/ 1141531 h 2053176"/>
              <a:gd name="connsiteX10835" fmla="*/ 3110712 w 12188965"/>
              <a:gd name="connsiteY10835" fmla="*/ 1141531 h 2053176"/>
              <a:gd name="connsiteX10836" fmla="*/ 3123600 w 12188965"/>
              <a:gd name="connsiteY10836" fmla="*/ 1154418 h 2053176"/>
              <a:gd name="connsiteX10837" fmla="*/ 3110712 w 12188965"/>
              <a:gd name="connsiteY10837" fmla="*/ 1167305 h 2053176"/>
              <a:gd name="connsiteX10838" fmla="*/ 3097824 w 12188965"/>
              <a:gd name="connsiteY10838" fmla="*/ 1154418 h 2053176"/>
              <a:gd name="connsiteX10839" fmla="*/ 3110712 w 12188965"/>
              <a:gd name="connsiteY10839" fmla="*/ 1141531 h 2053176"/>
              <a:gd name="connsiteX10840" fmla="*/ 2982301 w 12188965"/>
              <a:gd name="connsiteY10840" fmla="*/ 1141531 h 2053176"/>
              <a:gd name="connsiteX10841" fmla="*/ 2995190 w 12188965"/>
              <a:gd name="connsiteY10841" fmla="*/ 1154418 h 2053176"/>
              <a:gd name="connsiteX10842" fmla="*/ 2982301 w 12188965"/>
              <a:gd name="connsiteY10842" fmla="*/ 1167305 h 2053176"/>
              <a:gd name="connsiteX10843" fmla="*/ 2969414 w 12188965"/>
              <a:gd name="connsiteY10843" fmla="*/ 1154418 h 2053176"/>
              <a:gd name="connsiteX10844" fmla="*/ 2982301 w 12188965"/>
              <a:gd name="connsiteY10844" fmla="*/ 1141531 h 2053176"/>
              <a:gd name="connsiteX10845" fmla="*/ 2597069 w 12188965"/>
              <a:gd name="connsiteY10845" fmla="*/ 1141531 h 2053176"/>
              <a:gd name="connsiteX10846" fmla="*/ 2609957 w 12188965"/>
              <a:gd name="connsiteY10846" fmla="*/ 1154418 h 2053176"/>
              <a:gd name="connsiteX10847" fmla="*/ 2597069 w 12188965"/>
              <a:gd name="connsiteY10847" fmla="*/ 1167305 h 2053176"/>
              <a:gd name="connsiteX10848" fmla="*/ 2584182 w 12188965"/>
              <a:gd name="connsiteY10848" fmla="*/ 1154418 h 2053176"/>
              <a:gd name="connsiteX10849" fmla="*/ 2597069 w 12188965"/>
              <a:gd name="connsiteY10849" fmla="*/ 1141531 h 2053176"/>
              <a:gd name="connsiteX10850" fmla="*/ 1569669 w 12188965"/>
              <a:gd name="connsiteY10850" fmla="*/ 1141531 h 2053176"/>
              <a:gd name="connsiteX10851" fmla="*/ 1582557 w 12188965"/>
              <a:gd name="connsiteY10851" fmla="*/ 1154418 h 2053176"/>
              <a:gd name="connsiteX10852" fmla="*/ 1569669 w 12188965"/>
              <a:gd name="connsiteY10852" fmla="*/ 1167305 h 2053176"/>
              <a:gd name="connsiteX10853" fmla="*/ 1556782 w 12188965"/>
              <a:gd name="connsiteY10853" fmla="*/ 1154418 h 2053176"/>
              <a:gd name="connsiteX10854" fmla="*/ 1569669 w 12188965"/>
              <a:gd name="connsiteY10854" fmla="*/ 1141531 h 2053176"/>
              <a:gd name="connsiteX10855" fmla="*/ 1377055 w 12188965"/>
              <a:gd name="connsiteY10855" fmla="*/ 1141531 h 2053176"/>
              <a:gd name="connsiteX10856" fmla="*/ 1389941 w 12188965"/>
              <a:gd name="connsiteY10856" fmla="*/ 1154418 h 2053176"/>
              <a:gd name="connsiteX10857" fmla="*/ 1377055 w 12188965"/>
              <a:gd name="connsiteY10857" fmla="*/ 1167305 h 2053176"/>
              <a:gd name="connsiteX10858" fmla="*/ 1364167 w 12188965"/>
              <a:gd name="connsiteY10858" fmla="*/ 1154418 h 2053176"/>
              <a:gd name="connsiteX10859" fmla="*/ 1377055 w 12188965"/>
              <a:gd name="connsiteY10859" fmla="*/ 1141531 h 2053176"/>
              <a:gd name="connsiteX10860" fmla="*/ 1056027 w 12188965"/>
              <a:gd name="connsiteY10860" fmla="*/ 1141531 h 2053176"/>
              <a:gd name="connsiteX10861" fmla="*/ 1068914 w 12188965"/>
              <a:gd name="connsiteY10861" fmla="*/ 1154418 h 2053176"/>
              <a:gd name="connsiteX10862" fmla="*/ 1056027 w 12188965"/>
              <a:gd name="connsiteY10862" fmla="*/ 1167305 h 2053176"/>
              <a:gd name="connsiteX10863" fmla="*/ 1043139 w 12188965"/>
              <a:gd name="connsiteY10863" fmla="*/ 1154418 h 2053176"/>
              <a:gd name="connsiteX10864" fmla="*/ 1056027 w 12188965"/>
              <a:gd name="connsiteY10864" fmla="*/ 1141531 h 2053176"/>
              <a:gd name="connsiteX10865" fmla="*/ 991824 w 12188965"/>
              <a:gd name="connsiteY10865" fmla="*/ 1141531 h 2053176"/>
              <a:gd name="connsiteX10866" fmla="*/ 1004709 w 12188965"/>
              <a:gd name="connsiteY10866" fmla="*/ 1154418 h 2053176"/>
              <a:gd name="connsiteX10867" fmla="*/ 991824 w 12188965"/>
              <a:gd name="connsiteY10867" fmla="*/ 1167305 h 2053176"/>
              <a:gd name="connsiteX10868" fmla="*/ 978935 w 12188965"/>
              <a:gd name="connsiteY10868" fmla="*/ 1154418 h 2053176"/>
              <a:gd name="connsiteX10869" fmla="*/ 991824 w 12188965"/>
              <a:gd name="connsiteY10869" fmla="*/ 1141531 h 2053176"/>
              <a:gd name="connsiteX10870" fmla="*/ 863296 w 12188965"/>
              <a:gd name="connsiteY10870" fmla="*/ 1141531 h 2053176"/>
              <a:gd name="connsiteX10871" fmla="*/ 876184 w 12188965"/>
              <a:gd name="connsiteY10871" fmla="*/ 1154418 h 2053176"/>
              <a:gd name="connsiteX10872" fmla="*/ 863296 w 12188965"/>
              <a:gd name="connsiteY10872" fmla="*/ 1167305 h 2053176"/>
              <a:gd name="connsiteX10873" fmla="*/ 850407 w 12188965"/>
              <a:gd name="connsiteY10873" fmla="*/ 1154418 h 2053176"/>
              <a:gd name="connsiteX10874" fmla="*/ 863296 w 12188965"/>
              <a:gd name="connsiteY10874" fmla="*/ 1141531 h 2053176"/>
              <a:gd name="connsiteX10875" fmla="*/ 346686 w 12188965"/>
              <a:gd name="connsiteY10875" fmla="*/ 1141531 h 2053176"/>
              <a:gd name="connsiteX10876" fmla="*/ 359572 w 12188965"/>
              <a:gd name="connsiteY10876" fmla="*/ 1154418 h 2053176"/>
              <a:gd name="connsiteX10877" fmla="*/ 346686 w 12188965"/>
              <a:gd name="connsiteY10877" fmla="*/ 1167305 h 2053176"/>
              <a:gd name="connsiteX10878" fmla="*/ 333799 w 12188965"/>
              <a:gd name="connsiteY10878" fmla="*/ 1154418 h 2053176"/>
              <a:gd name="connsiteX10879" fmla="*/ 346686 w 12188965"/>
              <a:gd name="connsiteY10879" fmla="*/ 1141531 h 2053176"/>
              <a:gd name="connsiteX10880" fmla="*/ 218274 w 12188965"/>
              <a:gd name="connsiteY10880" fmla="*/ 1141531 h 2053176"/>
              <a:gd name="connsiteX10881" fmla="*/ 231162 w 12188965"/>
              <a:gd name="connsiteY10881" fmla="*/ 1154418 h 2053176"/>
              <a:gd name="connsiteX10882" fmla="*/ 218274 w 12188965"/>
              <a:gd name="connsiteY10882" fmla="*/ 1167305 h 2053176"/>
              <a:gd name="connsiteX10883" fmla="*/ 205386 w 12188965"/>
              <a:gd name="connsiteY10883" fmla="*/ 1154418 h 2053176"/>
              <a:gd name="connsiteX10884" fmla="*/ 218274 w 12188965"/>
              <a:gd name="connsiteY10884" fmla="*/ 1141531 h 2053176"/>
              <a:gd name="connsiteX10885" fmla="*/ 12034897 w 12188965"/>
              <a:gd name="connsiteY10885" fmla="*/ 1128760 h 2053176"/>
              <a:gd name="connsiteX10886" fmla="*/ 12060557 w 12188965"/>
              <a:gd name="connsiteY10886" fmla="*/ 1154418 h 2053176"/>
              <a:gd name="connsiteX10887" fmla="*/ 12034897 w 12188965"/>
              <a:gd name="connsiteY10887" fmla="*/ 1180077 h 2053176"/>
              <a:gd name="connsiteX10888" fmla="*/ 12009237 w 12188965"/>
              <a:gd name="connsiteY10888" fmla="*/ 1154418 h 2053176"/>
              <a:gd name="connsiteX10889" fmla="*/ 12034897 w 12188965"/>
              <a:gd name="connsiteY10889" fmla="*/ 1128760 h 2053176"/>
              <a:gd name="connsiteX10890" fmla="*/ 11970691 w 12188965"/>
              <a:gd name="connsiteY10890" fmla="*/ 1128760 h 2053176"/>
              <a:gd name="connsiteX10891" fmla="*/ 11996349 w 12188965"/>
              <a:gd name="connsiteY10891" fmla="*/ 1154418 h 2053176"/>
              <a:gd name="connsiteX10892" fmla="*/ 11970691 w 12188965"/>
              <a:gd name="connsiteY10892" fmla="*/ 1180077 h 2053176"/>
              <a:gd name="connsiteX10893" fmla="*/ 11945033 w 12188965"/>
              <a:gd name="connsiteY10893" fmla="*/ 1154418 h 2053176"/>
              <a:gd name="connsiteX10894" fmla="*/ 11970691 w 12188965"/>
              <a:gd name="connsiteY10894" fmla="*/ 1128760 h 2053176"/>
              <a:gd name="connsiteX10895" fmla="*/ 11842279 w 12188965"/>
              <a:gd name="connsiteY10895" fmla="*/ 1128760 h 2053176"/>
              <a:gd name="connsiteX10896" fmla="*/ 11867941 w 12188965"/>
              <a:gd name="connsiteY10896" fmla="*/ 1154418 h 2053176"/>
              <a:gd name="connsiteX10897" fmla="*/ 11842279 w 12188965"/>
              <a:gd name="connsiteY10897" fmla="*/ 1180077 h 2053176"/>
              <a:gd name="connsiteX10898" fmla="*/ 11816621 w 12188965"/>
              <a:gd name="connsiteY10898" fmla="*/ 1154418 h 2053176"/>
              <a:gd name="connsiteX10899" fmla="*/ 11842279 w 12188965"/>
              <a:gd name="connsiteY10899" fmla="*/ 1128760 h 2053176"/>
              <a:gd name="connsiteX10900" fmla="*/ 11454081 w 12188965"/>
              <a:gd name="connsiteY10900" fmla="*/ 1128760 h 2053176"/>
              <a:gd name="connsiteX10901" fmla="*/ 11479739 w 12188965"/>
              <a:gd name="connsiteY10901" fmla="*/ 1154418 h 2053176"/>
              <a:gd name="connsiteX10902" fmla="*/ 11454081 w 12188965"/>
              <a:gd name="connsiteY10902" fmla="*/ 1180077 h 2053176"/>
              <a:gd name="connsiteX10903" fmla="*/ 11428421 w 12188965"/>
              <a:gd name="connsiteY10903" fmla="*/ 1154418 h 2053176"/>
              <a:gd name="connsiteX10904" fmla="*/ 11454081 w 12188965"/>
              <a:gd name="connsiteY10904" fmla="*/ 1128760 h 2053176"/>
              <a:gd name="connsiteX10905" fmla="*/ 11325670 w 12188965"/>
              <a:gd name="connsiteY10905" fmla="*/ 1128760 h 2053176"/>
              <a:gd name="connsiteX10906" fmla="*/ 11351329 w 12188965"/>
              <a:gd name="connsiteY10906" fmla="*/ 1154418 h 2053176"/>
              <a:gd name="connsiteX10907" fmla="*/ 11325670 w 12188965"/>
              <a:gd name="connsiteY10907" fmla="*/ 1180077 h 2053176"/>
              <a:gd name="connsiteX10908" fmla="*/ 11300012 w 12188965"/>
              <a:gd name="connsiteY10908" fmla="*/ 1154418 h 2053176"/>
              <a:gd name="connsiteX10909" fmla="*/ 11325670 w 12188965"/>
              <a:gd name="connsiteY10909" fmla="*/ 1128760 h 2053176"/>
              <a:gd name="connsiteX10910" fmla="*/ 11197259 w 12188965"/>
              <a:gd name="connsiteY10910" fmla="*/ 1128760 h 2053176"/>
              <a:gd name="connsiteX10911" fmla="*/ 11222917 w 12188965"/>
              <a:gd name="connsiteY10911" fmla="*/ 1154418 h 2053176"/>
              <a:gd name="connsiteX10912" fmla="*/ 11197259 w 12188965"/>
              <a:gd name="connsiteY10912" fmla="*/ 1180077 h 2053176"/>
              <a:gd name="connsiteX10913" fmla="*/ 11171601 w 12188965"/>
              <a:gd name="connsiteY10913" fmla="*/ 1154418 h 2053176"/>
              <a:gd name="connsiteX10914" fmla="*/ 11197259 w 12188965"/>
              <a:gd name="connsiteY10914" fmla="*/ 1128760 h 2053176"/>
              <a:gd name="connsiteX10915" fmla="*/ 11133055 w 12188965"/>
              <a:gd name="connsiteY10915" fmla="*/ 1128760 h 2053176"/>
              <a:gd name="connsiteX10916" fmla="*/ 11158713 w 12188965"/>
              <a:gd name="connsiteY10916" fmla="*/ 1154418 h 2053176"/>
              <a:gd name="connsiteX10917" fmla="*/ 11133055 w 12188965"/>
              <a:gd name="connsiteY10917" fmla="*/ 1180077 h 2053176"/>
              <a:gd name="connsiteX10918" fmla="*/ 11107396 w 12188965"/>
              <a:gd name="connsiteY10918" fmla="*/ 1154418 h 2053176"/>
              <a:gd name="connsiteX10919" fmla="*/ 11133055 w 12188965"/>
              <a:gd name="connsiteY10919" fmla="*/ 1128760 h 2053176"/>
              <a:gd name="connsiteX10920" fmla="*/ 10940321 w 12188965"/>
              <a:gd name="connsiteY10920" fmla="*/ 1128760 h 2053176"/>
              <a:gd name="connsiteX10921" fmla="*/ 10965982 w 12188965"/>
              <a:gd name="connsiteY10921" fmla="*/ 1154418 h 2053176"/>
              <a:gd name="connsiteX10922" fmla="*/ 10940321 w 12188965"/>
              <a:gd name="connsiteY10922" fmla="*/ 1180077 h 2053176"/>
              <a:gd name="connsiteX10923" fmla="*/ 10914663 w 12188965"/>
              <a:gd name="connsiteY10923" fmla="*/ 1154418 h 2053176"/>
              <a:gd name="connsiteX10924" fmla="*/ 10940321 w 12188965"/>
              <a:gd name="connsiteY10924" fmla="*/ 1128760 h 2053176"/>
              <a:gd name="connsiteX10925" fmla="*/ 10683501 w 12188965"/>
              <a:gd name="connsiteY10925" fmla="*/ 1128760 h 2053176"/>
              <a:gd name="connsiteX10926" fmla="*/ 10709159 w 12188965"/>
              <a:gd name="connsiteY10926" fmla="*/ 1154418 h 2053176"/>
              <a:gd name="connsiteX10927" fmla="*/ 10683501 w 12188965"/>
              <a:gd name="connsiteY10927" fmla="*/ 1180077 h 2053176"/>
              <a:gd name="connsiteX10928" fmla="*/ 10657843 w 12188965"/>
              <a:gd name="connsiteY10928" fmla="*/ 1154418 h 2053176"/>
              <a:gd name="connsiteX10929" fmla="*/ 10683501 w 12188965"/>
              <a:gd name="connsiteY10929" fmla="*/ 1128760 h 2053176"/>
              <a:gd name="connsiteX10930" fmla="*/ 10619297 w 12188965"/>
              <a:gd name="connsiteY10930" fmla="*/ 1128760 h 2053176"/>
              <a:gd name="connsiteX10931" fmla="*/ 10644955 w 12188965"/>
              <a:gd name="connsiteY10931" fmla="*/ 1154418 h 2053176"/>
              <a:gd name="connsiteX10932" fmla="*/ 10619297 w 12188965"/>
              <a:gd name="connsiteY10932" fmla="*/ 1180077 h 2053176"/>
              <a:gd name="connsiteX10933" fmla="*/ 10593639 w 12188965"/>
              <a:gd name="connsiteY10933" fmla="*/ 1154418 h 2053176"/>
              <a:gd name="connsiteX10934" fmla="*/ 10619297 w 12188965"/>
              <a:gd name="connsiteY10934" fmla="*/ 1128760 h 2053176"/>
              <a:gd name="connsiteX10935" fmla="*/ 10555092 w 12188965"/>
              <a:gd name="connsiteY10935" fmla="*/ 1128760 h 2053176"/>
              <a:gd name="connsiteX10936" fmla="*/ 10580751 w 12188965"/>
              <a:gd name="connsiteY10936" fmla="*/ 1154418 h 2053176"/>
              <a:gd name="connsiteX10937" fmla="*/ 10555092 w 12188965"/>
              <a:gd name="connsiteY10937" fmla="*/ 1180077 h 2053176"/>
              <a:gd name="connsiteX10938" fmla="*/ 10529432 w 12188965"/>
              <a:gd name="connsiteY10938" fmla="*/ 1154418 h 2053176"/>
              <a:gd name="connsiteX10939" fmla="*/ 10555092 w 12188965"/>
              <a:gd name="connsiteY10939" fmla="*/ 1128760 h 2053176"/>
              <a:gd name="connsiteX10940" fmla="*/ 10362474 w 12188965"/>
              <a:gd name="connsiteY10940" fmla="*/ 1128760 h 2053176"/>
              <a:gd name="connsiteX10941" fmla="*/ 10388135 w 12188965"/>
              <a:gd name="connsiteY10941" fmla="*/ 1154418 h 2053176"/>
              <a:gd name="connsiteX10942" fmla="*/ 10362474 w 12188965"/>
              <a:gd name="connsiteY10942" fmla="*/ 1180077 h 2053176"/>
              <a:gd name="connsiteX10943" fmla="*/ 10336816 w 12188965"/>
              <a:gd name="connsiteY10943" fmla="*/ 1154418 h 2053176"/>
              <a:gd name="connsiteX10944" fmla="*/ 10362474 w 12188965"/>
              <a:gd name="connsiteY10944" fmla="*/ 1128760 h 2053176"/>
              <a:gd name="connsiteX10945" fmla="*/ 10298270 w 12188965"/>
              <a:gd name="connsiteY10945" fmla="*/ 1128760 h 2053176"/>
              <a:gd name="connsiteX10946" fmla="*/ 10323928 w 12188965"/>
              <a:gd name="connsiteY10946" fmla="*/ 1154418 h 2053176"/>
              <a:gd name="connsiteX10947" fmla="*/ 10298270 w 12188965"/>
              <a:gd name="connsiteY10947" fmla="*/ 1180077 h 2053176"/>
              <a:gd name="connsiteX10948" fmla="*/ 10272611 w 12188965"/>
              <a:gd name="connsiteY10948" fmla="*/ 1154418 h 2053176"/>
              <a:gd name="connsiteX10949" fmla="*/ 10298270 w 12188965"/>
              <a:gd name="connsiteY10949" fmla="*/ 1128760 h 2053176"/>
              <a:gd name="connsiteX10950" fmla="*/ 10234065 w 12188965"/>
              <a:gd name="connsiteY10950" fmla="*/ 1128760 h 2053176"/>
              <a:gd name="connsiteX10951" fmla="*/ 10259723 w 12188965"/>
              <a:gd name="connsiteY10951" fmla="*/ 1154418 h 2053176"/>
              <a:gd name="connsiteX10952" fmla="*/ 10234065 w 12188965"/>
              <a:gd name="connsiteY10952" fmla="*/ 1180077 h 2053176"/>
              <a:gd name="connsiteX10953" fmla="*/ 10208404 w 12188965"/>
              <a:gd name="connsiteY10953" fmla="*/ 1154418 h 2053176"/>
              <a:gd name="connsiteX10954" fmla="*/ 10234065 w 12188965"/>
              <a:gd name="connsiteY10954" fmla="*/ 1128760 h 2053176"/>
              <a:gd name="connsiteX10955" fmla="*/ 10105654 w 12188965"/>
              <a:gd name="connsiteY10955" fmla="*/ 1128760 h 2053176"/>
              <a:gd name="connsiteX10956" fmla="*/ 10131312 w 12188965"/>
              <a:gd name="connsiteY10956" fmla="*/ 1154418 h 2053176"/>
              <a:gd name="connsiteX10957" fmla="*/ 10105654 w 12188965"/>
              <a:gd name="connsiteY10957" fmla="*/ 1180077 h 2053176"/>
              <a:gd name="connsiteX10958" fmla="*/ 10079996 w 12188965"/>
              <a:gd name="connsiteY10958" fmla="*/ 1154418 h 2053176"/>
              <a:gd name="connsiteX10959" fmla="*/ 10105654 w 12188965"/>
              <a:gd name="connsiteY10959" fmla="*/ 1128760 h 2053176"/>
              <a:gd name="connsiteX10960" fmla="*/ 9720307 w 12188965"/>
              <a:gd name="connsiteY10960" fmla="*/ 1128760 h 2053176"/>
              <a:gd name="connsiteX10961" fmla="*/ 9745965 w 12188965"/>
              <a:gd name="connsiteY10961" fmla="*/ 1154418 h 2053176"/>
              <a:gd name="connsiteX10962" fmla="*/ 9720307 w 12188965"/>
              <a:gd name="connsiteY10962" fmla="*/ 1180077 h 2053176"/>
              <a:gd name="connsiteX10963" fmla="*/ 9694646 w 12188965"/>
              <a:gd name="connsiteY10963" fmla="*/ 1154418 h 2053176"/>
              <a:gd name="connsiteX10964" fmla="*/ 9720307 w 12188965"/>
              <a:gd name="connsiteY10964" fmla="*/ 1128760 h 2053176"/>
              <a:gd name="connsiteX10965" fmla="*/ 9463485 w 12188965"/>
              <a:gd name="connsiteY10965" fmla="*/ 1128760 h 2053176"/>
              <a:gd name="connsiteX10966" fmla="*/ 9489143 w 12188965"/>
              <a:gd name="connsiteY10966" fmla="*/ 1154418 h 2053176"/>
              <a:gd name="connsiteX10967" fmla="*/ 9463485 w 12188965"/>
              <a:gd name="connsiteY10967" fmla="*/ 1180077 h 2053176"/>
              <a:gd name="connsiteX10968" fmla="*/ 9437826 w 12188965"/>
              <a:gd name="connsiteY10968" fmla="*/ 1154418 h 2053176"/>
              <a:gd name="connsiteX10969" fmla="*/ 9463485 w 12188965"/>
              <a:gd name="connsiteY10969" fmla="*/ 1128760 h 2053176"/>
              <a:gd name="connsiteX10970" fmla="*/ 9335073 w 12188965"/>
              <a:gd name="connsiteY10970" fmla="*/ 1128760 h 2053176"/>
              <a:gd name="connsiteX10971" fmla="*/ 9360734 w 12188965"/>
              <a:gd name="connsiteY10971" fmla="*/ 1154418 h 2053176"/>
              <a:gd name="connsiteX10972" fmla="*/ 9335073 w 12188965"/>
              <a:gd name="connsiteY10972" fmla="*/ 1180077 h 2053176"/>
              <a:gd name="connsiteX10973" fmla="*/ 9309415 w 12188965"/>
              <a:gd name="connsiteY10973" fmla="*/ 1154418 h 2053176"/>
              <a:gd name="connsiteX10974" fmla="*/ 9335073 w 12188965"/>
              <a:gd name="connsiteY10974" fmla="*/ 1128760 h 2053176"/>
              <a:gd name="connsiteX10975" fmla="*/ 9078253 w 12188965"/>
              <a:gd name="connsiteY10975" fmla="*/ 1128760 h 2053176"/>
              <a:gd name="connsiteX10976" fmla="*/ 9103911 w 12188965"/>
              <a:gd name="connsiteY10976" fmla="*/ 1154418 h 2053176"/>
              <a:gd name="connsiteX10977" fmla="*/ 9078253 w 12188965"/>
              <a:gd name="connsiteY10977" fmla="*/ 1180077 h 2053176"/>
              <a:gd name="connsiteX10978" fmla="*/ 9052595 w 12188965"/>
              <a:gd name="connsiteY10978" fmla="*/ 1154418 h 2053176"/>
              <a:gd name="connsiteX10979" fmla="*/ 9078253 w 12188965"/>
              <a:gd name="connsiteY10979" fmla="*/ 1128760 h 2053176"/>
              <a:gd name="connsiteX10980" fmla="*/ 9014049 w 12188965"/>
              <a:gd name="connsiteY10980" fmla="*/ 1128760 h 2053176"/>
              <a:gd name="connsiteX10981" fmla="*/ 9039707 w 12188965"/>
              <a:gd name="connsiteY10981" fmla="*/ 1154418 h 2053176"/>
              <a:gd name="connsiteX10982" fmla="*/ 9014049 w 12188965"/>
              <a:gd name="connsiteY10982" fmla="*/ 1180077 h 2053176"/>
              <a:gd name="connsiteX10983" fmla="*/ 8988388 w 12188965"/>
              <a:gd name="connsiteY10983" fmla="*/ 1154418 h 2053176"/>
              <a:gd name="connsiteX10984" fmla="*/ 9014049 w 12188965"/>
              <a:gd name="connsiteY10984" fmla="*/ 1128760 h 2053176"/>
              <a:gd name="connsiteX10985" fmla="*/ 8564495 w 12188965"/>
              <a:gd name="connsiteY10985" fmla="*/ 1128760 h 2053176"/>
              <a:gd name="connsiteX10986" fmla="*/ 8590153 w 12188965"/>
              <a:gd name="connsiteY10986" fmla="*/ 1154418 h 2053176"/>
              <a:gd name="connsiteX10987" fmla="*/ 8564495 w 12188965"/>
              <a:gd name="connsiteY10987" fmla="*/ 1180077 h 2053176"/>
              <a:gd name="connsiteX10988" fmla="*/ 8538837 w 12188965"/>
              <a:gd name="connsiteY10988" fmla="*/ 1154418 h 2053176"/>
              <a:gd name="connsiteX10989" fmla="*/ 8564495 w 12188965"/>
              <a:gd name="connsiteY10989" fmla="*/ 1128760 h 2053176"/>
              <a:gd name="connsiteX10990" fmla="*/ 8500288 w 12188965"/>
              <a:gd name="connsiteY10990" fmla="*/ 1128760 h 2053176"/>
              <a:gd name="connsiteX10991" fmla="*/ 8525949 w 12188965"/>
              <a:gd name="connsiteY10991" fmla="*/ 1154418 h 2053176"/>
              <a:gd name="connsiteX10992" fmla="*/ 8500288 w 12188965"/>
              <a:gd name="connsiteY10992" fmla="*/ 1180077 h 2053176"/>
              <a:gd name="connsiteX10993" fmla="*/ 8474630 w 12188965"/>
              <a:gd name="connsiteY10993" fmla="*/ 1154418 h 2053176"/>
              <a:gd name="connsiteX10994" fmla="*/ 8500288 w 12188965"/>
              <a:gd name="connsiteY10994" fmla="*/ 1128760 h 2053176"/>
              <a:gd name="connsiteX10995" fmla="*/ 8050852 w 12188965"/>
              <a:gd name="connsiteY10995" fmla="*/ 1128760 h 2053176"/>
              <a:gd name="connsiteX10996" fmla="*/ 8076510 w 12188965"/>
              <a:gd name="connsiteY10996" fmla="*/ 1154418 h 2053176"/>
              <a:gd name="connsiteX10997" fmla="*/ 8050852 w 12188965"/>
              <a:gd name="connsiteY10997" fmla="*/ 1180077 h 2053176"/>
              <a:gd name="connsiteX10998" fmla="*/ 8025194 w 12188965"/>
              <a:gd name="connsiteY10998" fmla="*/ 1154418 h 2053176"/>
              <a:gd name="connsiteX10999" fmla="*/ 8050852 w 12188965"/>
              <a:gd name="connsiteY10999" fmla="*/ 1128760 h 2053176"/>
              <a:gd name="connsiteX11000" fmla="*/ 7986648 w 12188965"/>
              <a:gd name="connsiteY11000" fmla="*/ 1128760 h 2053176"/>
              <a:gd name="connsiteX11001" fmla="*/ 8012306 w 12188965"/>
              <a:gd name="connsiteY11001" fmla="*/ 1154418 h 2053176"/>
              <a:gd name="connsiteX11002" fmla="*/ 7986648 w 12188965"/>
              <a:gd name="connsiteY11002" fmla="*/ 1180077 h 2053176"/>
              <a:gd name="connsiteX11003" fmla="*/ 7960990 w 12188965"/>
              <a:gd name="connsiteY11003" fmla="*/ 1154418 h 2053176"/>
              <a:gd name="connsiteX11004" fmla="*/ 7986648 w 12188965"/>
              <a:gd name="connsiteY11004" fmla="*/ 1128760 h 2053176"/>
              <a:gd name="connsiteX11005" fmla="*/ 7858237 w 12188965"/>
              <a:gd name="connsiteY11005" fmla="*/ 1128760 h 2053176"/>
              <a:gd name="connsiteX11006" fmla="*/ 7883895 w 12188965"/>
              <a:gd name="connsiteY11006" fmla="*/ 1154418 h 2053176"/>
              <a:gd name="connsiteX11007" fmla="*/ 7858237 w 12188965"/>
              <a:gd name="connsiteY11007" fmla="*/ 1180077 h 2053176"/>
              <a:gd name="connsiteX11008" fmla="*/ 7832578 w 12188965"/>
              <a:gd name="connsiteY11008" fmla="*/ 1154418 h 2053176"/>
              <a:gd name="connsiteX11009" fmla="*/ 7858237 w 12188965"/>
              <a:gd name="connsiteY11009" fmla="*/ 1128760 h 2053176"/>
              <a:gd name="connsiteX11010" fmla="*/ 7794032 w 12188965"/>
              <a:gd name="connsiteY11010" fmla="*/ 1128760 h 2053176"/>
              <a:gd name="connsiteX11011" fmla="*/ 7819690 w 12188965"/>
              <a:gd name="connsiteY11011" fmla="*/ 1154418 h 2053176"/>
              <a:gd name="connsiteX11012" fmla="*/ 7794032 w 12188965"/>
              <a:gd name="connsiteY11012" fmla="*/ 1180077 h 2053176"/>
              <a:gd name="connsiteX11013" fmla="*/ 7768371 w 12188965"/>
              <a:gd name="connsiteY11013" fmla="*/ 1154418 h 2053176"/>
              <a:gd name="connsiteX11014" fmla="*/ 7794032 w 12188965"/>
              <a:gd name="connsiteY11014" fmla="*/ 1128760 h 2053176"/>
              <a:gd name="connsiteX11015" fmla="*/ 7729825 w 12188965"/>
              <a:gd name="connsiteY11015" fmla="*/ 1128760 h 2053176"/>
              <a:gd name="connsiteX11016" fmla="*/ 7755486 w 12188965"/>
              <a:gd name="connsiteY11016" fmla="*/ 1154418 h 2053176"/>
              <a:gd name="connsiteX11017" fmla="*/ 7729825 w 12188965"/>
              <a:gd name="connsiteY11017" fmla="*/ 1180077 h 2053176"/>
              <a:gd name="connsiteX11018" fmla="*/ 7704167 w 12188965"/>
              <a:gd name="connsiteY11018" fmla="*/ 1154418 h 2053176"/>
              <a:gd name="connsiteX11019" fmla="*/ 7729825 w 12188965"/>
              <a:gd name="connsiteY11019" fmla="*/ 1128760 h 2053176"/>
              <a:gd name="connsiteX11020" fmla="*/ 7665621 w 12188965"/>
              <a:gd name="connsiteY11020" fmla="*/ 1128760 h 2053176"/>
              <a:gd name="connsiteX11021" fmla="*/ 7691279 w 12188965"/>
              <a:gd name="connsiteY11021" fmla="*/ 1154418 h 2053176"/>
              <a:gd name="connsiteX11022" fmla="*/ 7665621 w 12188965"/>
              <a:gd name="connsiteY11022" fmla="*/ 1180077 h 2053176"/>
              <a:gd name="connsiteX11023" fmla="*/ 7639963 w 12188965"/>
              <a:gd name="connsiteY11023" fmla="*/ 1154418 h 2053176"/>
              <a:gd name="connsiteX11024" fmla="*/ 7665621 w 12188965"/>
              <a:gd name="connsiteY11024" fmla="*/ 1128760 h 2053176"/>
              <a:gd name="connsiteX11025" fmla="*/ 7601299 w 12188965"/>
              <a:gd name="connsiteY11025" fmla="*/ 1128760 h 2053176"/>
              <a:gd name="connsiteX11026" fmla="*/ 7626959 w 12188965"/>
              <a:gd name="connsiteY11026" fmla="*/ 1154418 h 2053176"/>
              <a:gd name="connsiteX11027" fmla="*/ 7601299 w 12188965"/>
              <a:gd name="connsiteY11027" fmla="*/ 1180077 h 2053176"/>
              <a:gd name="connsiteX11028" fmla="*/ 7575640 w 12188965"/>
              <a:gd name="connsiteY11028" fmla="*/ 1154418 h 2053176"/>
              <a:gd name="connsiteX11029" fmla="*/ 7601299 w 12188965"/>
              <a:gd name="connsiteY11029" fmla="*/ 1128760 h 2053176"/>
              <a:gd name="connsiteX11030" fmla="*/ 7537094 w 12188965"/>
              <a:gd name="connsiteY11030" fmla="*/ 1128760 h 2053176"/>
              <a:gd name="connsiteX11031" fmla="*/ 7562752 w 12188965"/>
              <a:gd name="connsiteY11031" fmla="*/ 1154418 h 2053176"/>
              <a:gd name="connsiteX11032" fmla="*/ 7537094 w 12188965"/>
              <a:gd name="connsiteY11032" fmla="*/ 1180077 h 2053176"/>
              <a:gd name="connsiteX11033" fmla="*/ 7511436 w 12188965"/>
              <a:gd name="connsiteY11033" fmla="*/ 1154418 h 2053176"/>
              <a:gd name="connsiteX11034" fmla="*/ 7537094 w 12188965"/>
              <a:gd name="connsiteY11034" fmla="*/ 1128760 h 2053176"/>
              <a:gd name="connsiteX11035" fmla="*/ 7472890 w 12188965"/>
              <a:gd name="connsiteY11035" fmla="*/ 1128760 h 2053176"/>
              <a:gd name="connsiteX11036" fmla="*/ 7498548 w 12188965"/>
              <a:gd name="connsiteY11036" fmla="*/ 1154418 h 2053176"/>
              <a:gd name="connsiteX11037" fmla="*/ 7472890 w 12188965"/>
              <a:gd name="connsiteY11037" fmla="*/ 1180077 h 2053176"/>
              <a:gd name="connsiteX11038" fmla="*/ 7447229 w 12188965"/>
              <a:gd name="connsiteY11038" fmla="*/ 1154418 h 2053176"/>
              <a:gd name="connsiteX11039" fmla="*/ 7472890 w 12188965"/>
              <a:gd name="connsiteY11039" fmla="*/ 1128760 h 2053176"/>
              <a:gd name="connsiteX11040" fmla="*/ 7216067 w 12188965"/>
              <a:gd name="connsiteY11040" fmla="*/ 1128760 h 2053176"/>
              <a:gd name="connsiteX11041" fmla="*/ 7241725 w 12188965"/>
              <a:gd name="connsiteY11041" fmla="*/ 1154418 h 2053176"/>
              <a:gd name="connsiteX11042" fmla="*/ 7216067 w 12188965"/>
              <a:gd name="connsiteY11042" fmla="*/ 1180077 h 2053176"/>
              <a:gd name="connsiteX11043" fmla="*/ 7190409 w 12188965"/>
              <a:gd name="connsiteY11043" fmla="*/ 1154418 h 2053176"/>
              <a:gd name="connsiteX11044" fmla="*/ 7216067 w 12188965"/>
              <a:gd name="connsiteY11044" fmla="*/ 1128760 h 2053176"/>
              <a:gd name="connsiteX11045" fmla="*/ 7151863 w 12188965"/>
              <a:gd name="connsiteY11045" fmla="*/ 1128760 h 2053176"/>
              <a:gd name="connsiteX11046" fmla="*/ 7177521 w 12188965"/>
              <a:gd name="connsiteY11046" fmla="*/ 1154418 h 2053176"/>
              <a:gd name="connsiteX11047" fmla="*/ 7151863 w 12188965"/>
              <a:gd name="connsiteY11047" fmla="*/ 1180077 h 2053176"/>
              <a:gd name="connsiteX11048" fmla="*/ 7126205 w 12188965"/>
              <a:gd name="connsiteY11048" fmla="*/ 1154418 h 2053176"/>
              <a:gd name="connsiteX11049" fmla="*/ 7151863 w 12188965"/>
              <a:gd name="connsiteY11049" fmla="*/ 1128760 h 2053176"/>
              <a:gd name="connsiteX11050" fmla="*/ 6895043 w 12188965"/>
              <a:gd name="connsiteY11050" fmla="*/ 1128760 h 2053176"/>
              <a:gd name="connsiteX11051" fmla="*/ 6920701 w 12188965"/>
              <a:gd name="connsiteY11051" fmla="*/ 1154418 h 2053176"/>
              <a:gd name="connsiteX11052" fmla="*/ 6895043 w 12188965"/>
              <a:gd name="connsiteY11052" fmla="*/ 1180077 h 2053176"/>
              <a:gd name="connsiteX11053" fmla="*/ 6869382 w 12188965"/>
              <a:gd name="connsiteY11053" fmla="*/ 1154418 h 2053176"/>
              <a:gd name="connsiteX11054" fmla="*/ 6895043 w 12188965"/>
              <a:gd name="connsiteY11054" fmla="*/ 1128760 h 2053176"/>
              <a:gd name="connsiteX11055" fmla="*/ 6638220 w 12188965"/>
              <a:gd name="connsiteY11055" fmla="*/ 1128760 h 2053176"/>
              <a:gd name="connsiteX11056" fmla="*/ 6663881 w 12188965"/>
              <a:gd name="connsiteY11056" fmla="*/ 1154418 h 2053176"/>
              <a:gd name="connsiteX11057" fmla="*/ 6638220 w 12188965"/>
              <a:gd name="connsiteY11057" fmla="*/ 1180077 h 2053176"/>
              <a:gd name="connsiteX11058" fmla="*/ 6612562 w 12188965"/>
              <a:gd name="connsiteY11058" fmla="*/ 1154418 h 2053176"/>
              <a:gd name="connsiteX11059" fmla="*/ 6638220 w 12188965"/>
              <a:gd name="connsiteY11059" fmla="*/ 1128760 h 2053176"/>
              <a:gd name="connsiteX11060" fmla="*/ 6317078 w 12188965"/>
              <a:gd name="connsiteY11060" fmla="*/ 1128760 h 2053176"/>
              <a:gd name="connsiteX11061" fmla="*/ 6342736 w 12188965"/>
              <a:gd name="connsiteY11061" fmla="*/ 1154418 h 2053176"/>
              <a:gd name="connsiteX11062" fmla="*/ 6317078 w 12188965"/>
              <a:gd name="connsiteY11062" fmla="*/ 1180077 h 2053176"/>
              <a:gd name="connsiteX11063" fmla="*/ 6291420 w 12188965"/>
              <a:gd name="connsiteY11063" fmla="*/ 1154418 h 2053176"/>
              <a:gd name="connsiteX11064" fmla="*/ 6317078 w 12188965"/>
              <a:gd name="connsiteY11064" fmla="*/ 1128760 h 2053176"/>
              <a:gd name="connsiteX11065" fmla="*/ 6252873 w 12188965"/>
              <a:gd name="connsiteY11065" fmla="*/ 1128760 h 2053176"/>
              <a:gd name="connsiteX11066" fmla="*/ 6278532 w 12188965"/>
              <a:gd name="connsiteY11066" fmla="*/ 1154418 h 2053176"/>
              <a:gd name="connsiteX11067" fmla="*/ 6252873 w 12188965"/>
              <a:gd name="connsiteY11067" fmla="*/ 1180077 h 2053176"/>
              <a:gd name="connsiteX11068" fmla="*/ 6227213 w 12188965"/>
              <a:gd name="connsiteY11068" fmla="*/ 1154418 h 2053176"/>
              <a:gd name="connsiteX11069" fmla="*/ 6252873 w 12188965"/>
              <a:gd name="connsiteY11069" fmla="*/ 1128760 h 2053176"/>
              <a:gd name="connsiteX11070" fmla="*/ 6124462 w 12188965"/>
              <a:gd name="connsiteY11070" fmla="*/ 1128760 h 2053176"/>
              <a:gd name="connsiteX11071" fmla="*/ 6150123 w 12188965"/>
              <a:gd name="connsiteY11071" fmla="*/ 1154418 h 2053176"/>
              <a:gd name="connsiteX11072" fmla="*/ 6124462 w 12188965"/>
              <a:gd name="connsiteY11072" fmla="*/ 1180077 h 2053176"/>
              <a:gd name="connsiteX11073" fmla="*/ 6098804 w 12188965"/>
              <a:gd name="connsiteY11073" fmla="*/ 1154418 h 2053176"/>
              <a:gd name="connsiteX11074" fmla="*/ 6124462 w 12188965"/>
              <a:gd name="connsiteY11074" fmla="*/ 1128760 h 2053176"/>
              <a:gd name="connsiteX11075" fmla="*/ 5743477 w 12188965"/>
              <a:gd name="connsiteY11075" fmla="*/ 1128760 h 2053176"/>
              <a:gd name="connsiteX11076" fmla="*/ 5769136 w 12188965"/>
              <a:gd name="connsiteY11076" fmla="*/ 1154418 h 2053176"/>
              <a:gd name="connsiteX11077" fmla="*/ 5743477 w 12188965"/>
              <a:gd name="connsiteY11077" fmla="*/ 1180077 h 2053176"/>
              <a:gd name="connsiteX11078" fmla="*/ 5717818 w 12188965"/>
              <a:gd name="connsiteY11078" fmla="*/ 1154418 h 2053176"/>
              <a:gd name="connsiteX11079" fmla="*/ 5743477 w 12188965"/>
              <a:gd name="connsiteY11079" fmla="*/ 1128760 h 2053176"/>
              <a:gd name="connsiteX11080" fmla="*/ 5615066 w 12188965"/>
              <a:gd name="connsiteY11080" fmla="*/ 1128760 h 2053176"/>
              <a:gd name="connsiteX11081" fmla="*/ 5640726 w 12188965"/>
              <a:gd name="connsiteY11081" fmla="*/ 1154418 h 2053176"/>
              <a:gd name="connsiteX11082" fmla="*/ 5615066 w 12188965"/>
              <a:gd name="connsiteY11082" fmla="*/ 1180077 h 2053176"/>
              <a:gd name="connsiteX11083" fmla="*/ 5589407 w 12188965"/>
              <a:gd name="connsiteY11083" fmla="*/ 1154418 h 2053176"/>
              <a:gd name="connsiteX11084" fmla="*/ 5615066 w 12188965"/>
              <a:gd name="connsiteY11084" fmla="*/ 1128760 h 2053176"/>
              <a:gd name="connsiteX11085" fmla="*/ 5486655 w 12188965"/>
              <a:gd name="connsiteY11085" fmla="*/ 1128760 h 2053176"/>
              <a:gd name="connsiteX11086" fmla="*/ 5512316 w 12188965"/>
              <a:gd name="connsiteY11086" fmla="*/ 1154418 h 2053176"/>
              <a:gd name="connsiteX11087" fmla="*/ 5486655 w 12188965"/>
              <a:gd name="connsiteY11087" fmla="*/ 1180077 h 2053176"/>
              <a:gd name="connsiteX11088" fmla="*/ 5460997 w 12188965"/>
              <a:gd name="connsiteY11088" fmla="*/ 1154418 h 2053176"/>
              <a:gd name="connsiteX11089" fmla="*/ 5486655 w 12188965"/>
              <a:gd name="connsiteY11089" fmla="*/ 1128760 h 2053176"/>
              <a:gd name="connsiteX11090" fmla="*/ 5422451 w 12188965"/>
              <a:gd name="connsiteY11090" fmla="*/ 1128760 h 2053176"/>
              <a:gd name="connsiteX11091" fmla="*/ 5448109 w 12188965"/>
              <a:gd name="connsiteY11091" fmla="*/ 1154418 h 2053176"/>
              <a:gd name="connsiteX11092" fmla="*/ 5422451 w 12188965"/>
              <a:gd name="connsiteY11092" fmla="*/ 1180077 h 2053176"/>
              <a:gd name="connsiteX11093" fmla="*/ 5396791 w 12188965"/>
              <a:gd name="connsiteY11093" fmla="*/ 1154418 h 2053176"/>
              <a:gd name="connsiteX11094" fmla="*/ 5422451 w 12188965"/>
              <a:gd name="connsiteY11094" fmla="*/ 1128760 h 2053176"/>
              <a:gd name="connsiteX11095" fmla="*/ 5229719 w 12188965"/>
              <a:gd name="connsiteY11095" fmla="*/ 1128760 h 2053176"/>
              <a:gd name="connsiteX11096" fmla="*/ 5255377 w 12188965"/>
              <a:gd name="connsiteY11096" fmla="*/ 1154418 h 2053176"/>
              <a:gd name="connsiteX11097" fmla="*/ 5229719 w 12188965"/>
              <a:gd name="connsiteY11097" fmla="*/ 1180077 h 2053176"/>
              <a:gd name="connsiteX11098" fmla="*/ 5204058 w 12188965"/>
              <a:gd name="connsiteY11098" fmla="*/ 1154418 h 2053176"/>
              <a:gd name="connsiteX11099" fmla="*/ 5229719 w 12188965"/>
              <a:gd name="connsiteY11099" fmla="*/ 1128760 h 2053176"/>
              <a:gd name="connsiteX11100" fmla="*/ 4972896 w 12188965"/>
              <a:gd name="connsiteY11100" fmla="*/ 1128760 h 2053176"/>
              <a:gd name="connsiteX11101" fmla="*/ 4998557 w 12188965"/>
              <a:gd name="connsiteY11101" fmla="*/ 1154418 h 2053176"/>
              <a:gd name="connsiteX11102" fmla="*/ 4972896 w 12188965"/>
              <a:gd name="connsiteY11102" fmla="*/ 1180077 h 2053176"/>
              <a:gd name="connsiteX11103" fmla="*/ 4947240 w 12188965"/>
              <a:gd name="connsiteY11103" fmla="*/ 1154418 h 2053176"/>
              <a:gd name="connsiteX11104" fmla="*/ 4972896 w 12188965"/>
              <a:gd name="connsiteY11104" fmla="*/ 1128760 h 2053176"/>
              <a:gd name="connsiteX11105" fmla="*/ 4908693 w 12188965"/>
              <a:gd name="connsiteY11105" fmla="*/ 1128760 h 2053176"/>
              <a:gd name="connsiteX11106" fmla="*/ 4934352 w 12188965"/>
              <a:gd name="connsiteY11106" fmla="*/ 1154418 h 2053176"/>
              <a:gd name="connsiteX11107" fmla="*/ 4908693 w 12188965"/>
              <a:gd name="connsiteY11107" fmla="*/ 1180077 h 2053176"/>
              <a:gd name="connsiteX11108" fmla="*/ 4883033 w 12188965"/>
              <a:gd name="connsiteY11108" fmla="*/ 1154418 h 2053176"/>
              <a:gd name="connsiteX11109" fmla="*/ 4908693 w 12188965"/>
              <a:gd name="connsiteY11109" fmla="*/ 1128760 h 2053176"/>
              <a:gd name="connsiteX11110" fmla="*/ 4844487 w 12188965"/>
              <a:gd name="connsiteY11110" fmla="*/ 1128760 h 2053176"/>
              <a:gd name="connsiteX11111" fmla="*/ 4870146 w 12188965"/>
              <a:gd name="connsiteY11111" fmla="*/ 1154418 h 2053176"/>
              <a:gd name="connsiteX11112" fmla="*/ 4844487 w 12188965"/>
              <a:gd name="connsiteY11112" fmla="*/ 1180077 h 2053176"/>
              <a:gd name="connsiteX11113" fmla="*/ 4818828 w 12188965"/>
              <a:gd name="connsiteY11113" fmla="*/ 1154418 h 2053176"/>
              <a:gd name="connsiteX11114" fmla="*/ 4844487 w 12188965"/>
              <a:gd name="connsiteY11114" fmla="*/ 1128760 h 2053176"/>
              <a:gd name="connsiteX11115" fmla="*/ 4651872 w 12188965"/>
              <a:gd name="connsiteY11115" fmla="*/ 1128760 h 2053176"/>
              <a:gd name="connsiteX11116" fmla="*/ 4677531 w 12188965"/>
              <a:gd name="connsiteY11116" fmla="*/ 1154418 h 2053176"/>
              <a:gd name="connsiteX11117" fmla="*/ 4651872 w 12188965"/>
              <a:gd name="connsiteY11117" fmla="*/ 1180077 h 2053176"/>
              <a:gd name="connsiteX11118" fmla="*/ 4626213 w 12188965"/>
              <a:gd name="connsiteY11118" fmla="*/ 1154418 h 2053176"/>
              <a:gd name="connsiteX11119" fmla="*/ 4651872 w 12188965"/>
              <a:gd name="connsiteY11119" fmla="*/ 1128760 h 2053176"/>
              <a:gd name="connsiteX11120" fmla="*/ 4587666 w 12188965"/>
              <a:gd name="connsiteY11120" fmla="*/ 1128760 h 2053176"/>
              <a:gd name="connsiteX11121" fmla="*/ 4613324 w 12188965"/>
              <a:gd name="connsiteY11121" fmla="*/ 1154418 h 2053176"/>
              <a:gd name="connsiteX11122" fmla="*/ 4587666 w 12188965"/>
              <a:gd name="connsiteY11122" fmla="*/ 1180077 h 2053176"/>
              <a:gd name="connsiteX11123" fmla="*/ 4562007 w 12188965"/>
              <a:gd name="connsiteY11123" fmla="*/ 1154418 h 2053176"/>
              <a:gd name="connsiteX11124" fmla="*/ 4587666 w 12188965"/>
              <a:gd name="connsiteY11124" fmla="*/ 1128760 h 2053176"/>
              <a:gd name="connsiteX11125" fmla="*/ 4523461 w 12188965"/>
              <a:gd name="connsiteY11125" fmla="*/ 1128760 h 2053176"/>
              <a:gd name="connsiteX11126" fmla="*/ 4549121 w 12188965"/>
              <a:gd name="connsiteY11126" fmla="*/ 1154418 h 2053176"/>
              <a:gd name="connsiteX11127" fmla="*/ 4523461 w 12188965"/>
              <a:gd name="connsiteY11127" fmla="*/ 1180077 h 2053176"/>
              <a:gd name="connsiteX11128" fmla="*/ 4497802 w 12188965"/>
              <a:gd name="connsiteY11128" fmla="*/ 1154418 h 2053176"/>
              <a:gd name="connsiteX11129" fmla="*/ 4523461 w 12188965"/>
              <a:gd name="connsiteY11129" fmla="*/ 1128760 h 2053176"/>
              <a:gd name="connsiteX11130" fmla="*/ 4395050 w 12188965"/>
              <a:gd name="connsiteY11130" fmla="*/ 1128760 h 2053176"/>
              <a:gd name="connsiteX11131" fmla="*/ 4420710 w 12188965"/>
              <a:gd name="connsiteY11131" fmla="*/ 1154418 h 2053176"/>
              <a:gd name="connsiteX11132" fmla="*/ 4395050 w 12188965"/>
              <a:gd name="connsiteY11132" fmla="*/ 1180077 h 2053176"/>
              <a:gd name="connsiteX11133" fmla="*/ 4369391 w 12188965"/>
              <a:gd name="connsiteY11133" fmla="*/ 1154418 h 2053176"/>
              <a:gd name="connsiteX11134" fmla="*/ 4395050 w 12188965"/>
              <a:gd name="connsiteY11134" fmla="*/ 1128760 h 2053176"/>
              <a:gd name="connsiteX11135" fmla="*/ 4009702 w 12188965"/>
              <a:gd name="connsiteY11135" fmla="*/ 1128760 h 2053176"/>
              <a:gd name="connsiteX11136" fmla="*/ 4035362 w 12188965"/>
              <a:gd name="connsiteY11136" fmla="*/ 1154418 h 2053176"/>
              <a:gd name="connsiteX11137" fmla="*/ 4009702 w 12188965"/>
              <a:gd name="connsiteY11137" fmla="*/ 1180077 h 2053176"/>
              <a:gd name="connsiteX11138" fmla="*/ 3984043 w 12188965"/>
              <a:gd name="connsiteY11138" fmla="*/ 1154418 h 2053176"/>
              <a:gd name="connsiteX11139" fmla="*/ 4009702 w 12188965"/>
              <a:gd name="connsiteY11139" fmla="*/ 1128760 h 2053176"/>
              <a:gd name="connsiteX11140" fmla="*/ 3752882 w 12188965"/>
              <a:gd name="connsiteY11140" fmla="*/ 1128760 h 2053176"/>
              <a:gd name="connsiteX11141" fmla="*/ 3778539 w 12188965"/>
              <a:gd name="connsiteY11141" fmla="*/ 1154418 h 2053176"/>
              <a:gd name="connsiteX11142" fmla="*/ 3752882 w 12188965"/>
              <a:gd name="connsiteY11142" fmla="*/ 1180077 h 2053176"/>
              <a:gd name="connsiteX11143" fmla="*/ 3727221 w 12188965"/>
              <a:gd name="connsiteY11143" fmla="*/ 1154418 h 2053176"/>
              <a:gd name="connsiteX11144" fmla="*/ 3752882 w 12188965"/>
              <a:gd name="connsiteY11144" fmla="*/ 1128760 h 2053176"/>
              <a:gd name="connsiteX11145" fmla="*/ 3624472 w 12188965"/>
              <a:gd name="connsiteY11145" fmla="*/ 1128760 h 2053176"/>
              <a:gd name="connsiteX11146" fmla="*/ 3650129 w 12188965"/>
              <a:gd name="connsiteY11146" fmla="*/ 1154418 h 2053176"/>
              <a:gd name="connsiteX11147" fmla="*/ 3624472 w 12188965"/>
              <a:gd name="connsiteY11147" fmla="*/ 1180077 h 2053176"/>
              <a:gd name="connsiteX11148" fmla="*/ 3598810 w 12188965"/>
              <a:gd name="connsiteY11148" fmla="*/ 1154418 h 2053176"/>
              <a:gd name="connsiteX11149" fmla="*/ 3624472 w 12188965"/>
              <a:gd name="connsiteY11149" fmla="*/ 1128760 h 2053176"/>
              <a:gd name="connsiteX11150" fmla="*/ 3367649 w 12188965"/>
              <a:gd name="connsiteY11150" fmla="*/ 1128760 h 2053176"/>
              <a:gd name="connsiteX11151" fmla="*/ 3393308 w 12188965"/>
              <a:gd name="connsiteY11151" fmla="*/ 1154418 h 2053176"/>
              <a:gd name="connsiteX11152" fmla="*/ 3367649 w 12188965"/>
              <a:gd name="connsiteY11152" fmla="*/ 1180077 h 2053176"/>
              <a:gd name="connsiteX11153" fmla="*/ 3341990 w 12188965"/>
              <a:gd name="connsiteY11153" fmla="*/ 1154418 h 2053176"/>
              <a:gd name="connsiteX11154" fmla="*/ 3367649 w 12188965"/>
              <a:gd name="connsiteY11154" fmla="*/ 1128760 h 2053176"/>
              <a:gd name="connsiteX11155" fmla="*/ 3303444 w 12188965"/>
              <a:gd name="connsiteY11155" fmla="*/ 1128760 h 2053176"/>
              <a:gd name="connsiteX11156" fmla="*/ 3329102 w 12188965"/>
              <a:gd name="connsiteY11156" fmla="*/ 1154418 h 2053176"/>
              <a:gd name="connsiteX11157" fmla="*/ 3303444 w 12188965"/>
              <a:gd name="connsiteY11157" fmla="*/ 1180077 h 2053176"/>
              <a:gd name="connsiteX11158" fmla="*/ 3277785 w 12188965"/>
              <a:gd name="connsiteY11158" fmla="*/ 1154418 h 2053176"/>
              <a:gd name="connsiteX11159" fmla="*/ 3303444 w 12188965"/>
              <a:gd name="connsiteY11159" fmla="*/ 1128760 h 2053176"/>
              <a:gd name="connsiteX11160" fmla="*/ 2853890 w 12188965"/>
              <a:gd name="connsiteY11160" fmla="*/ 1128760 h 2053176"/>
              <a:gd name="connsiteX11161" fmla="*/ 2879550 w 12188965"/>
              <a:gd name="connsiteY11161" fmla="*/ 1154418 h 2053176"/>
              <a:gd name="connsiteX11162" fmla="*/ 2853890 w 12188965"/>
              <a:gd name="connsiteY11162" fmla="*/ 1180077 h 2053176"/>
              <a:gd name="connsiteX11163" fmla="*/ 2828231 w 12188965"/>
              <a:gd name="connsiteY11163" fmla="*/ 1154418 h 2053176"/>
              <a:gd name="connsiteX11164" fmla="*/ 2853890 w 12188965"/>
              <a:gd name="connsiteY11164" fmla="*/ 1128760 h 2053176"/>
              <a:gd name="connsiteX11165" fmla="*/ 2789686 w 12188965"/>
              <a:gd name="connsiteY11165" fmla="*/ 1128760 h 2053176"/>
              <a:gd name="connsiteX11166" fmla="*/ 2815344 w 12188965"/>
              <a:gd name="connsiteY11166" fmla="*/ 1154418 h 2053176"/>
              <a:gd name="connsiteX11167" fmla="*/ 2789686 w 12188965"/>
              <a:gd name="connsiteY11167" fmla="*/ 1180077 h 2053176"/>
              <a:gd name="connsiteX11168" fmla="*/ 2764027 w 12188965"/>
              <a:gd name="connsiteY11168" fmla="*/ 1154418 h 2053176"/>
              <a:gd name="connsiteX11169" fmla="*/ 2789686 w 12188965"/>
              <a:gd name="connsiteY11169" fmla="*/ 1128760 h 2053176"/>
              <a:gd name="connsiteX11170" fmla="*/ 2340249 w 12188965"/>
              <a:gd name="connsiteY11170" fmla="*/ 1128760 h 2053176"/>
              <a:gd name="connsiteX11171" fmla="*/ 2365908 w 12188965"/>
              <a:gd name="connsiteY11171" fmla="*/ 1154418 h 2053176"/>
              <a:gd name="connsiteX11172" fmla="*/ 2340249 w 12188965"/>
              <a:gd name="connsiteY11172" fmla="*/ 1180077 h 2053176"/>
              <a:gd name="connsiteX11173" fmla="*/ 2314590 w 12188965"/>
              <a:gd name="connsiteY11173" fmla="*/ 1154418 h 2053176"/>
              <a:gd name="connsiteX11174" fmla="*/ 2340249 w 12188965"/>
              <a:gd name="connsiteY11174" fmla="*/ 1128760 h 2053176"/>
              <a:gd name="connsiteX11175" fmla="*/ 2276044 w 12188965"/>
              <a:gd name="connsiteY11175" fmla="*/ 1128760 h 2053176"/>
              <a:gd name="connsiteX11176" fmla="*/ 2301702 w 12188965"/>
              <a:gd name="connsiteY11176" fmla="*/ 1154418 h 2053176"/>
              <a:gd name="connsiteX11177" fmla="*/ 2276044 w 12188965"/>
              <a:gd name="connsiteY11177" fmla="*/ 1180077 h 2053176"/>
              <a:gd name="connsiteX11178" fmla="*/ 2250385 w 12188965"/>
              <a:gd name="connsiteY11178" fmla="*/ 1154418 h 2053176"/>
              <a:gd name="connsiteX11179" fmla="*/ 2276044 w 12188965"/>
              <a:gd name="connsiteY11179" fmla="*/ 1128760 h 2053176"/>
              <a:gd name="connsiteX11180" fmla="*/ 2147633 w 12188965"/>
              <a:gd name="connsiteY11180" fmla="*/ 1128760 h 2053176"/>
              <a:gd name="connsiteX11181" fmla="*/ 2173293 w 12188965"/>
              <a:gd name="connsiteY11181" fmla="*/ 1154418 h 2053176"/>
              <a:gd name="connsiteX11182" fmla="*/ 2147633 w 12188965"/>
              <a:gd name="connsiteY11182" fmla="*/ 1180077 h 2053176"/>
              <a:gd name="connsiteX11183" fmla="*/ 2121975 w 12188965"/>
              <a:gd name="connsiteY11183" fmla="*/ 1154418 h 2053176"/>
              <a:gd name="connsiteX11184" fmla="*/ 2147633 w 12188965"/>
              <a:gd name="connsiteY11184" fmla="*/ 1128760 h 2053176"/>
              <a:gd name="connsiteX11185" fmla="*/ 2083427 w 12188965"/>
              <a:gd name="connsiteY11185" fmla="*/ 1128760 h 2053176"/>
              <a:gd name="connsiteX11186" fmla="*/ 2109087 w 12188965"/>
              <a:gd name="connsiteY11186" fmla="*/ 1154418 h 2053176"/>
              <a:gd name="connsiteX11187" fmla="*/ 2083427 w 12188965"/>
              <a:gd name="connsiteY11187" fmla="*/ 1180077 h 2053176"/>
              <a:gd name="connsiteX11188" fmla="*/ 2057768 w 12188965"/>
              <a:gd name="connsiteY11188" fmla="*/ 1154418 h 2053176"/>
              <a:gd name="connsiteX11189" fmla="*/ 2083427 w 12188965"/>
              <a:gd name="connsiteY11189" fmla="*/ 1128760 h 2053176"/>
              <a:gd name="connsiteX11190" fmla="*/ 2019222 w 12188965"/>
              <a:gd name="connsiteY11190" fmla="*/ 1128760 h 2053176"/>
              <a:gd name="connsiteX11191" fmla="*/ 2044880 w 12188965"/>
              <a:gd name="connsiteY11191" fmla="*/ 1154418 h 2053176"/>
              <a:gd name="connsiteX11192" fmla="*/ 2019222 w 12188965"/>
              <a:gd name="connsiteY11192" fmla="*/ 1180077 h 2053176"/>
              <a:gd name="connsiteX11193" fmla="*/ 1993563 w 12188965"/>
              <a:gd name="connsiteY11193" fmla="*/ 1154418 h 2053176"/>
              <a:gd name="connsiteX11194" fmla="*/ 2019222 w 12188965"/>
              <a:gd name="connsiteY11194" fmla="*/ 1128760 h 2053176"/>
              <a:gd name="connsiteX11195" fmla="*/ 1955016 w 12188965"/>
              <a:gd name="connsiteY11195" fmla="*/ 1128760 h 2053176"/>
              <a:gd name="connsiteX11196" fmla="*/ 1980676 w 12188965"/>
              <a:gd name="connsiteY11196" fmla="*/ 1154418 h 2053176"/>
              <a:gd name="connsiteX11197" fmla="*/ 1955016 w 12188965"/>
              <a:gd name="connsiteY11197" fmla="*/ 1180077 h 2053176"/>
              <a:gd name="connsiteX11198" fmla="*/ 1929358 w 12188965"/>
              <a:gd name="connsiteY11198" fmla="*/ 1154418 h 2053176"/>
              <a:gd name="connsiteX11199" fmla="*/ 1955016 w 12188965"/>
              <a:gd name="connsiteY11199" fmla="*/ 1128760 h 2053176"/>
              <a:gd name="connsiteX11200" fmla="*/ 1890696 w 12188965"/>
              <a:gd name="connsiteY11200" fmla="*/ 1128760 h 2053176"/>
              <a:gd name="connsiteX11201" fmla="*/ 1916355 w 12188965"/>
              <a:gd name="connsiteY11201" fmla="*/ 1154418 h 2053176"/>
              <a:gd name="connsiteX11202" fmla="*/ 1890696 w 12188965"/>
              <a:gd name="connsiteY11202" fmla="*/ 1180077 h 2053176"/>
              <a:gd name="connsiteX11203" fmla="*/ 1865037 w 12188965"/>
              <a:gd name="connsiteY11203" fmla="*/ 1154418 h 2053176"/>
              <a:gd name="connsiteX11204" fmla="*/ 1890696 w 12188965"/>
              <a:gd name="connsiteY11204" fmla="*/ 1128760 h 2053176"/>
              <a:gd name="connsiteX11205" fmla="*/ 1826490 w 12188965"/>
              <a:gd name="connsiteY11205" fmla="*/ 1128760 h 2053176"/>
              <a:gd name="connsiteX11206" fmla="*/ 1852149 w 12188965"/>
              <a:gd name="connsiteY11206" fmla="*/ 1154418 h 2053176"/>
              <a:gd name="connsiteX11207" fmla="*/ 1826490 w 12188965"/>
              <a:gd name="connsiteY11207" fmla="*/ 1180077 h 2053176"/>
              <a:gd name="connsiteX11208" fmla="*/ 1800830 w 12188965"/>
              <a:gd name="connsiteY11208" fmla="*/ 1154418 h 2053176"/>
              <a:gd name="connsiteX11209" fmla="*/ 1826490 w 12188965"/>
              <a:gd name="connsiteY11209" fmla="*/ 1128760 h 2053176"/>
              <a:gd name="connsiteX11210" fmla="*/ 1762285 w 12188965"/>
              <a:gd name="connsiteY11210" fmla="*/ 1128760 h 2053176"/>
              <a:gd name="connsiteX11211" fmla="*/ 1787944 w 12188965"/>
              <a:gd name="connsiteY11211" fmla="*/ 1154418 h 2053176"/>
              <a:gd name="connsiteX11212" fmla="*/ 1762285 w 12188965"/>
              <a:gd name="connsiteY11212" fmla="*/ 1180077 h 2053176"/>
              <a:gd name="connsiteX11213" fmla="*/ 1736626 w 12188965"/>
              <a:gd name="connsiteY11213" fmla="*/ 1154418 h 2053176"/>
              <a:gd name="connsiteX11214" fmla="*/ 1762285 w 12188965"/>
              <a:gd name="connsiteY11214" fmla="*/ 1128760 h 2053176"/>
              <a:gd name="connsiteX11215" fmla="*/ 1505464 w 12188965"/>
              <a:gd name="connsiteY11215" fmla="*/ 1128760 h 2053176"/>
              <a:gd name="connsiteX11216" fmla="*/ 1531123 w 12188965"/>
              <a:gd name="connsiteY11216" fmla="*/ 1154418 h 2053176"/>
              <a:gd name="connsiteX11217" fmla="*/ 1505464 w 12188965"/>
              <a:gd name="connsiteY11217" fmla="*/ 1180077 h 2053176"/>
              <a:gd name="connsiteX11218" fmla="*/ 1479806 w 12188965"/>
              <a:gd name="connsiteY11218" fmla="*/ 1154418 h 2053176"/>
              <a:gd name="connsiteX11219" fmla="*/ 1505464 w 12188965"/>
              <a:gd name="connsiteY11219" fmla="*/ 1128760 h 2053176"/>
              <a:gd name="connsiteX11220" fmla="*/ 1441258 w 12188965"/>
              <a:gd name="connsiteY11220" fmla="*/ 1128760 h 2053176"/>
              <a:gd name="connsiteX11221" fmla="*/ 1466917 w 12188965"/>
              <a:gd name="connsiteY11221" fmla="*/ 1154418 h 2053176"/>
              <a:gd name="connsiteX11222" fmla="*/ 1441258 w 12188965"/>
              <a:gd name="connsiteY11222" fmla="*/ 1180077 h 2053176"/>
              <a:gd name="connsiteX11223" fmla="*/ 1415599 w 12188965"/>
              <a:gd name="connsiteY11223" fmla="*/ 1154418 h 2053176"/>
              <a:gd name="connsiteX11224" fmla="*/ 1441258 w 12188965"/>
              <a:gd name="connsiteY11224" fmla="*/ 1128760 h 2053176"/>
              <a:gd name="connsiteX11225" fmla="*/ 1184437 w 12188965"/>
              <a:gd name="connsiteY11225" fmla="*/ 1128760 h 2053176"/>
              <a:gd name="connsiteX11226" fmla="*/ 1210096 w 12188965"/>
              <a:gd name="connsiteY11226" fmla="*/ 1154418 h 2053176"/>
              <a:gd name="connsiteX11227" fmla="*/ 1184437 w 12188965"/>
              <a:gd name="connsiteY11227" fmla="*/ 1180077 h 2053176"/>
              <a:gd name="connsiteX11228" fmla="*/ 1158780 w 12188965"/>
              <a:gd name="connsiteY11228" fmla="*/ 1154418 h 2053176"/>
              <a:gd name="connsiteX11229" fmla="*/ 1184437 w 12188965"/>
              <a:gd name="connsiteY11229" fmla="*/ 1128760 h 2053176"/>
              <a:gd name="connsiteX11230" fmla="*/ 927616 w 12188965"/>
              <a:gd name="connsiteY11230" fmla="*/ 1128760 h 2053176"/>
              <a:gd name="connsiteX11231" fmla="*/ 953275 w 12188965"/>
              <a:gd name="connsiteY11231" fmla="*/ 1154418 h 2053176"/>
              <a:gd name="connsiteX11232" fmla="*/ 927616 w 12188965"/>
              <a:gd name="connsiteY11232" fmla="*/ 1180077 h 2053176"/>
              <a:gd name="connsiteX11233" fmla="*/ 901957 w 12188965"/>
              <a:gd name="connsiteY11233" fmla="*/ 1154418 h 2053176"/>
              <a:gd name="connsiteX11234" fmla="*/ 927616 w 12188965"/>
              <a:gd name="connsiteY11234" fmla="*/ 1128760 h 2053176"/>
              <a:gd name="connsiteX11235" fmla="*/ 606475 w 12188965"/>
              <a:gd name="connsiteY11235" fmla="*/ 1128760 h 2053176"/>
              <a:gd name="connsiteX11236" fmla="*/ 632134 w 12188965"/>
              <a:gd name="connsiteY11236" fmla="*/ 1154418 h 2053176"/>
              <a:gd name="connsiteX11237" fmla="*/ 606475 w 12188965"/>
              <a:gd name="connsiteY11237" fmla="*/ 1180077 h 2053176"/>
              <a:gd name="connsiteX11238" fmla="*/ 580815 w 12188965"/>
              <a:gd name="connsiteY11238" fmla="*/ 1154418 h 2053176"/>
              <a:gd name="connsiteX11239" fmla="*/ 606475 w 12188965"/>
              <a:gd name="connsiteY11239" fmla="*/ 1128760 h 2053176"/>
              <a:gd name="connsiteX11240" fmla="*/ 542268 w 12188965"/>
              <a:gd name="connsiteY11240" fmla="*/ 1128760 h 2053176"/>
              <a:gd name="connsiteX11241" fmla="*/ 567927 w 12188965"/>
              <a:gd name="connsiteY11241" fmla="*/ 1154418 h 2053176"/>
              <a:gd name="connsiteX11242" fmla="*/ 542268 w 12188965"/>
              <a:gd name="connsiteY11242" fmla="*/ 1180077 h 2053176"/>
              <a:gd name="connsiteX11243" fmla="*/ 516610 w 12188965"/>
              <a:gd name="connsiteY11243" fmla="*/ 1154418 h 2053176"/>
              <a:gd name="connsiteX11244" fmla="*/ 542268 w 12188965"/>
              <a:gd name="connsiteY11244" fmla="*/ 1128760 h 2053176"/>
              <a:gd name="connsiteX11245" fmla="*/ 413858 w 12188965"/>
              <a:gd name="connsiteY11245" fmla="*/ 1128760 h 2053176"/>
              <a:gd name="connsiteX11246" fmla="*/ 439517 w 12188965"/>
              <a:gd name="connsiteY11246" fmla="*/ 1154418 h 2053176"/>
              <a:gd name="connsiteX11247" fmla="*/ 413858 w 12188965"/>
              <a:gd name="connsiteY11247" fmla="*/ 1180077 h 2053176"/>
              <a:gd name="connsiteX11248" fmla="*/ 388200 w 12188965"/>
              <a:gd name="connsiteY11248" fmla="*/ 1154418 h 2053176"/>
              <a:gd name="connsiteX11249" fmla="*/ 413858 w 12188965"/>
              <a:gd name="connsiteY11249" fmla="*/ 1128760 h 2053176"/>
              <a:gd name="connsiteX11250" fmla="*/ 25659 w 12188965"/>
              <a:gd name="connsiteY11250" fmla="*/ 1128760 h 2053176"/>
              <a:gd name="connsiteX11251" fmla="*/ 51317 w 12188965"/>
              <a:gd name="connsiteY11251" fmla="*/ 1154418 h 2053176"/>
              <a:gd name="connsiteX11252" fmla="*/ 25659 w 12188965"/>
              <a:gd name="connsiteY11252" fmla="*/ 1180077 h 2053176"/>
              <a:gd name="connsiteX11253" fmla="*/ 0 w 12188965"/>
              <a:gd name="connsiteY11253" fmla="*/ 1154418 h 2053176"/>
              <a:gd name="connsiteX11254" fmla="*/ 25659 w 12188965"/>
              <a:gd name="connsiteY11254" fmla="*/ 1128760 h 2053176"/>
              <a:gd name="connsiteX11255" fmla="*/ 11775107 w 12188965"/>
              <a:gd name="connsiteY11255" fmla="*/ 1074423 h 2053176"/>
              <a:gd name="connsiteX11256" fmla="*/ 11787995 w 12188965"/>
              <a:gd name="connsiteY11256" fmla="*/ 1087310 h 2053176"/>
              <a:gd name="connsiteX11257" fmla="*/ 11775107 w 12188965"/>
              <a:gd name="connsiteY11257" fmla="*/ 1100198 h 2053176"/>
              <a:gd name="connsiteX11258" fmla="*/ 11762221 w 12188965"/>
              <a:gd name="connsiteY11258" fmla="*/ 1087310 h 2053176"/>
              <a:gd name="connsiteX11259" fmla="*/ 11775107 w 12188965"/>
              <a:gd name="connsiteY11259" fmla="*/ 1074423 h 2053176"/>
              <a:gd name="connsiteX11260" fmla="*/ 11646697 w 12188965"/>
              <a:gd name="connsiteY11260" fmla="*/ 1074423 h 2053176"/>
              <a:gd name="connsiteX11261" fmla="*/ 11659583 w 12188965"/>
              <a:gd name="connsiteY11261" fmla="*/ 1087310 h 2053176"/>
              <a:gd name="connsiteX11262" fmla="*/ 11646697 w 12188965"/>
              <a:gd name="connsiteY11262" fmla="*/ 1100198 h 2053176"/>
              <a:gd name="connsiteX11263" fmla="*/ 11633809 w 12188965"/>
              <a:gd name="connsiteY11263" fmla="*/ 1087310 h 2053176"/>
              <a:gd name="connsiteX11264" fmla="*/ 11646697 w 12188965"/>
              <a:gd name="connsiteY11264" fmla="*/ 1074423 h 2053176"/>
              <a:gd name="connsiteX11265" fmla="*/ 11389875 w 12188965"/>
              <a:gd name="connsiteY11265" fmla="*/ 1074423 h 2053176"/>
              <a:gd name="connsiteX11266" fmla="*/ 11402763 w 12188965"/>
              <a:gd name="connsiteY11266" fmla="*/ 1087310 h 2053176"/>
              <a:gd name="connsiteX11267" fmla="*/ 11389875 w 12188965"/>
              <a:gd name="connsiteY11267" fmla="*/ 1100198 h 2053176"/>
              <a:gd name="connsiteX11268" fmla="*/ 11376989 w 12188965"/>
              <a:gd name="connsiteY11268" fmla="*/ 1087310 h 2053176"/>
              <a:gd name="connsiteX11269" fmla="*/ 11389875 w 12188965"/>
              <a:gd name="connsiteY11269" fmla="*/ 1074423 h 2053176"/>
              <a:gd name="connsiteX11270" fmla="*/ 11068848 w 12188965"/>
              <a:gd name="connsiteY11270" fmla="*/ 1074423 h 2053176"/>
              <a:gd name="connsiteX11271" fmla="*/ 11081736 w 12188965"/>
              <a:gd name="connsiteY11271" fmla="*/ 1087310 h 2053176"/>
              <a:gd name="connsiteX11272" fmla="*/ 11068848 w 12188965"/>
              <a:gd name="connsiteY11272" fmla="*/ 1100198 h 2053176"/>
              <a:gd name="connsiteX11273" fmla="*/ 11055962 w 12188965"/>
              <a:gd name="connsiteY11273" fmla="*/ 1087310 h 2053176"/>
              <a:gd name="connsiteX11274" fmla="*/ 11068848 w 12188965"/>
              <a:gd name="connsiteY11274" fmla="*/ 1074423 h 2053176"/>
              <a:gd name="connsiteX11275" fmla="*/ 10811912 w 12188965"/>
              <a:gd name="connsiteY11275" fmla="*/ 1074423 h 2053176"/>
              <a:gd name="connsiteX11276" fmla="*/ 10824798 w 12188965"/>
              <a:gd name="connsiteY11276" fmla="*/ 1087310 h 2053176"/>
              <a:gd name="connsiteX11277" fmla="*/ 10811912 w 12188965"/>
              <a:gd name="connsiteY11277" fmla="*/ 1100198 h 2053176"/>
              <a:gd name="connsiteX11278" fmla="*/ 10799024 w 12188965"/>
              <a:gd name="connsiteY11278" fmla="*/ 1087310 h 2053176"/>
              <a:gd name="connsiteX11279" fmla="*/ 10811912 w 12188965"/>
              <a:gd name="connsiteY11279" fmla="*/ 1074423 h 2053176"/>
              <a:gd name="connsiteX11280" fmla="*/ 10747708 w 12188965"/>
              <a:gd name="connsiteY11280" fmla="*/ 1074423 h 2053176"/>
              <a:gd name="connsiteX11281" fmla="*/ 10760593 w 12188965"/>
              <a:gd name="connsiteY11281" fmla="*/ 1087310 h 2053176"/>
              <a:gd name="connsiteX11282" fmla="*/ 10747708 w 12188965"/>
              <a:gd name="connsiteY11282" fmla="*/ 1100198 h 2053176"/>
              <a:gd name="connsiteX11283" fmla="*/ 10734820 w 12188965"/>
              <a:gd name="connsiteY11283" fmla="*/ 1087310 h 2053176"/>
              <a:gd name="connsiteX11284" fmla="*/ 10747708 w 12188965"/>
              <a:gd name="connsiteY11284" fmla="*/ 1074423 h 2053176"/>
              <a:gd name="connsiteX11285" fmla="*/ 10490885 w 12188965"/>
              <a:gd name="connsiteY11285" fmla="*/ 1074423 h 2053176"/>
              <a:gd name="connsiteX11286" fmla="*/ 10503773 w 12188965"/>
              <a:gd name="connsiteY11286" fmla="*/ 1087310 h 2053176"/>
              <a:gd name="connsiteX11287" fmla="*/ 10490885 w 12188965"/>
              <a:gd name="connsiteY11287" fmla="*/ 1100198 h 2053176"/>
              <a:gd name="connsiteX11288" fmla="*/ 10477997 w 12188965"/>
              <a:gd name="connsiteY11288" fmla="*/ 1087310 h 2053176"/>
              <a:gd name="connsiteX11289" fmla="*/ 10490885 w 12188965"/>
              <a:gd name="connsiteY11289" fmla="*/ 1074423 h 2053176"/>
              <a:gd name="connsiteX11290" fmla="*/ 9527689 w 12188965"/>
              <a:gd name="connsiteY11290" fmla="*/ 1074423 h 2053176"/>
              <a:gd name="connsiteX11291" fmla="*/ 9540577 w 12188965"/>
              <a:gd name="connsiteY11291" fmla="*/ 1087310 h 2053176"/>
              <a:gd name="connsiteX11292" fmla="*/ 9527689 w 12188965"/>
              <a:gd name="connsiteY11292" fmla="*/ 1100198 h 2053176"/>
              <a:gd name="connsiteX11293" fmla="*/ 9514804 w 12188965"/>
              <a:gd name="connsiteY11293" fmla="*/ 1087310 h 2053176"/>
              <a:gd name="connsiteX11294" fmla="*/ 9527689 w 12188965"/>
              <a:gd name="connsiteY11294" fmla="*/ 1074423 h 2053176"/>
              <a:gd name="connsiteX11295" fmla="*/ 8821315 w 12188965"/>
              <a:gd name="connsiteY11295" fmla="*/ 1074423 h 2053176"/>
              <a:gd name="connsiteX11296" fmla="*/ 8834203 w 12188965"/>
              <a:gd name="connsiteY11296" fmla="*/ 1087310 h 2053176"/>
              <a:gd name="connsiteX11297" fmla="*/ 8821315 w 12188965"/>
              <a:gd name="connsiteY11297" fmla="*/ 1100198 h 2053176"/>
              <a:gd name="connsiteX11298" fmla="*/ 8808427 w 12188965"/>
              <a:gd name="connsiteY11298" fmla="*/ 1087310 h 2053176"/>
              <a:gd name="connsiteX11299" fmla="*/ 8821315 w 12188965"/>
              <a:gd name="connsiteY11299" fmla="*/ 1074423 h 2053176"/>
              <a:gd name="connsiteX11300" fmla="*/ 8692906 w 12188965"/>
              <a:gd name="connsiteY11300" fmla="*/ 1074423 h 2053176"/>
              <a:gd name="connsiteX11301" fmla="*/ 8705792 w 12188965"/>
              <a:gd name="connsiteY11301" fmla="*/ 1087310 h 2053176"/>
              <a:gd name="connsiteX11302" fmla="*/ 8692906 w 12188965"/>
              <a:gd name="connsiteY11302" fmla="*/ 1100198 h 2053176"/>
              <a:gd name="connsiteX11303" fmla="*/ 8680018 w 12188965"/>
              <a:gd name="connsiteY11303" fmla="*/ 1087310 h 2053176"/>
              <a:gd name="connsiteX11304" fmla="*/ 8692906 w 12188965"/>
              <a:gd name="connsiteY11304" fmla="*/ 1074423 h 2053176"/>
              <a:gd name="connsiteX11305" fmla="*/ 7087658 w 12188965"/>
              <a:gd name="connsiteY11305" fmla="*/ 1074423 h 2053176"/>
              <a:gd name="connsiteX11306" fmla="*/ 7100544 w 12188965"/>
              <a:gd name="connsiteY11306" fmla="*/ 1087310 h 2053176"/>
              <a:gd name="connsiteX11307" fmla="*/ 7087658 w 12188965"/>
              <a:gd name="connsiteY11307" fmla="*/ 1100198 h 2053176"/>
              <a:gd name="connsiteX11308" fmla="*/ 7074770 w 12188965"/>
              <a:gd name="connsiteY11308" fmla="*/ 1087310 h 2053176"/>
              <a:gd name="connsiteX11309" fmla="*/ 7087658 w 12188965"/>
              <a:gd name="connsiteY11309" fmla="*/ 1074423 h 2053176"/>
              <a:gd name="connsiteX11310" fmla="*/ 6766631 w 12188965"/>
              <a:gd name="connsiteY11310" fmla="*/ 1074423 h 2053176"/>
              <a:gd name="connsiteX11311" fmla="*/ 6779519 w 12188965"/>
              <a:gd name="connsiteY11311" fmla="*/ 1087310 h 2053176"/>
              <a:gd name="connsiteX11312" fmla="*/ 6766631 w 12188965"/>
              <a:gd name="connsiteY11312" fmla="*/ 1100198 h 2053176"/>
              <a:gd name="connsiteX11313" fmla="*/ 6753743 w 12188965"/>
              <a:gd name="connsiteY11313" fmla="*/ 1087310 h 2053176"/>
              <a:gd name="connsiteX11314" fmla="*/ 6766631 w 12188965"/>
              <a:gd name="connsiteY11314" fmla="*/ 1074423 h 2053176"/>
              <a:gd name="connsiteX11315" fmla="*/ 6702427 w 12188965"/>
              <a:gd name="connsiteY11315" fmla="*/ 1074423 h 2053176"/>
              <a:gd name="connsiteX11316" fmla="*/ 6715312 w 12188965"/>
              <a:gd name="connsiteY11316" fmla="*/ 1087310 h 2053176"/>
              <a:gd name="connsiteX11317" fmla="*/ 6702427 w 12188965"/>
              <a:gd name="connsiteY11317" fmla="*/ 1100198 h 2053176"/>
              <a:gd name="connsiteX11318" fmla="*/ 6689539 w 12188965"/>
              <a:gd name="connsiteY11318" fmla="*/ 1087310 h 2053176"/>
              <a:gd name="connsiteX11319" fmla="*/ 6702427 w 12188965"/>
              <a:gd name="connsiteY11319" fmla="*/ 1074423 h 2053176"/>
              <a:gd name="connsiteX11320" fmla="*/ 6573900 w 12188965"/>
              <a:gd name="connsiteY11320" fmla="*/ 1074423 h 2053176"/>
              <a:gd name="connsiteX11321" fmla="*/ 6586788 w 12188965"/>
              <a:gd name="connsiteY11321" fmla="*/ 1087310 h 2053176"/>
              <a:gd name="connsiteX11322" fmla="*/ 6573900 w 12188965"/>
              <a:gd name="connsiteY11322" fmla="*/ 1100198 h 2053176"/>
              <a:gd name="connsiteX11323" fmla="*/ 6561013 w 12188965"/>
              <a:gd name="connsiteY11323" fmla="*/ 1087310 h 2053176"/>
              <a:gd name="connsiteX11324" fmla="*/ 6573900 w 12188965"/>
              <a:gd name="connsiteY11324" fmla="*/ 1074423 h 2053176"/>
              <a:gd name="connsiteX11325" fmla="*/ 6064505 w 12188965"/>
              <a:gd name="connsiteY11325" fmla="*/ 1074423 h 2053176"/>
              <a:gd name="connsiteX11326" fmla="*/ 6077390 w 12188965"/>
              <a:gd name="connsiteY11326" fmla="*/ 1087310 h 2053176"/>
              <a:gd name="connsiteX11327" fmla="*/ 6064505 w 12188965"/>
              <a:gd name="connsiteY11327" fmla="*/ 1100198 h 2053176"/>
              <a:gd name="connsiteX11328" fmla="*/ 6051617 w 12188965"/>
              <a:gd name="connsiteY11328" fmla="*/ 1087310 h 2053176"/>
              <a:gd name="connsiteX11329" fmla="*/ 6064505 w 12188965"/>
              <a:gd name="connsiteY11329" fmla="*/ 1074423 h 2053176"/>
              <a:gd name="connsiteX11330" fmla="*/ 5936092 w 12188965"/>
              <a:gd name="connsiteY11330" fmla="*/ 1074423 h 2053176"/>
              <a:gd name="connsiteX11331" fmla="*/ 5948981 w 12188965"/>
              <a:gd name="connsiteY11331" fmla="*/ 1087310 h 2053176"/>
              <a:gd name="connsiteX11332" fmla="*/ 5936092 w 12188965"/>
              <a:gd name="connsiteY11332" fmla="*/ 1100198 h 2053176"/>
              <a:gd name="connsiteX11333" fmla="*/ 5923204 w 12188965"/>
              <a:gd name="connsiteY11333" fmla="*/ 1087310 h 2053176"/>
              <a:gd name="connsiteX11334" fmla="*/ 5936092 w 12188965"/>
              <a:gd name="connsiteY11334" fmla="*/ 1074423 h 2053176"/>
              <a:gd name="connsiteX11335" fmla="*/ 5679272 w 12188965"/>
              <a:gd name="connsiteY11335" fmla="*/ 1074423 h 2053176"/>
              <a:gd name="connsiteX11336" fmla="*/ 5692160 w 12188965"/>
              <a:gd name="connsiteY11336" fmla="*/ 1087310 h 2053176"/>
              <a:gd name="connsiteX11337" fmla="*/ 5679272 w 12188965"/>
              <a:gd name="connsiteY11337" fmla="*/ 1100198 h 2053176"/>
              <a:gd name="connsiteX11338" fmla="*/ 5666385 w 12188965"/>
              <a:gd name="connsiteY11338" fmla="*/ 1087310 h 2053176"/>
              <a:gd name="connsiteX11339" fmla="*/ 5679272 w 12188965"/>
              <a:gd name="connsiteY11339" fmla="*/ 1074423 h 2053176"/>
              <a:gd name="connsiteX11340" fmla="*/ 5358245 w 12188965"/>
              <a:gd name="connsiteY11340" fmla="*/ 1074423 h 2053176"/>
              <a:gd name="connsiteX11341" fmla="*/ 5371133 w 12188965"/>
              <a:gd name="connsiteY11341" fmla="*/ 1087310 h 2053176"/>
              <a:gd name="connsiteX11342" fmla="*/ 5358245 w 12188965"/>
              <a:gd name="connsiteY11342" fmla="*/ 1100198 h 2053176"/>
              <a:gd name="connsiteX11343" fmla="*/ 5345357 w 12188965"/>
              <a:gd name="connsiteY11343" fmla="*/ 1087310 h 2053176"/>
              <a:gd name="connsiteX11344" fmla="*/ 5358245 w 12188965"/>
              <a:gd name="connsiteY11344" fmla="*/ 1074423 h 2053176"/>
              <a:gd name="connsiteX11345" fmla="*/ 5101308 w 12188965"/>
              <a:gd name="connsiteY11345" fmla="*/ 1074423 h 2053176"/>
              <a:gd name="connsiteX11346" fmla="*/ 5114194 w 12188965"/>
              <a:gd name="connsiteY11346" fmla="*/ 1087310 h 2053176"/>
              <a:gd name="connsiteX11347" fmla="*/ 5101308 w 12188965"/>
              <a:gd name="connsiteY11347" fmla="*/ 1100198 h 2053176"/>
              <a:gd name="connsiteX11348" fmla="*/ 5088421 w 12188965"/>
              <a:gd name="connsiteY11348" fmla="*/ 1087310 h 2053176"/>
              <a:gd name="connsiteX11349" fmla="*/ 5101308 w 12188965"/>
              <a:gd name="connsiteY11349" fmla="*/ 1074423 h 2053176"/>
              <a:gd name="connsiteX11350" fmla="*/ 5037104 w 12188965"/>
              <a:gd name="connsiteY11350" fmla="*/ 1074423 h 2053176"/>
              <a:gd name="connsiteX11351" fmla="*/ 5049991 w 12188965"/>
              <a:gd name="connsiteY11351" fmla="*/ 1087310 h 2053176"/>
              <a:gd name="connsiteX11352" fmla="*/ 5037104 w 12188965"/>
              <a:gd name="connsiteY11352" fmla="*/ 1100198 h 2053176"/>
              <a:gd name="connsiteX11353" fmla="*/ 5024216 w 12188965"/>
              <a:gd name="connsiteY11353" fmla="*/ 1087310 h 2053176"/>
              <a:gd name="connsiteX11354" fmla="*/ 5037104 w 12188965"/>
              <a:gd name="connsiteY11354" fmla="*/ 1074423 h 2053176"/>
              <a:gd name="connsiteX11355" fmla="*/ 4780282 w 12188965"/>
              <a:gd name="connsiteY11355" fmla="*/ 1074423 h 2053176"/>
              <a:gd name="connsiteX11356" fmla="*/ 4793170 w 12188965"/>
              <a:gd name="connsiteY11356" fmla="*/ 1087310 h 2053176"/>
              <a:gd name="connsiteX11357" fmla="*/ 4780282 w 12188965"/>
              <a:gd name="connsiteY11357" fmla="*/ 1100198 h 2053176"/>
              <a:gd name="connsiteX11358" fmla="*/ 4767394 w 12188965"/>
              <a:gd name="connsiteY11358" fmla="*/ 1087310 h 2053176"/>
              <a:gd name="connsiteX11359" fmla="*/ 4780282 w 12188965"/>
              <a:gd name="connsiteY11359" fmla="*/ 1074423 h 2053176"/>
              <a:gd name="connsiteX11360" fmla="*/ 3817086 w 12188965"/>
              <a:gd name="connsiteY11360" fmla="*/ 1074423 h 2053176"/>
              <a:gd name="connsiteX11361" fmla="*/ 3829973 w 12188965"/>
              <a:gd name="connsiteY11361" fmla="*/ 1087310 h 2053176"/>
              <a:gd name="connsiteX11362" fmla="*/ 3817086 w 12188965"/>
              <a:gd name="connsiteY11362" fmla="*/ 1100198 h 2053176"/>
              <a:gd name="connsiteX11363" fmla="*/ 3804199 w 12188965"/>
              <a:gd name="connsiteY11363" fmla="*/ 1087310 h 2053176"/>
              <a:gd name="connsiteX11364" fmla="*/ 3817086 w 12188965"/>
              <a:gd name="connsiteY11364" fmla="*/ 1074423 h 2053176"/>
              <a:gd name="connsiteX11365" fmla="*/ 3110712 w 12188965"/>
              <a:gd name="connsiteY11365" fmla="*/ 1074423 h 2053176"/>
              <a:gd name="connsiteX11366" fmla="*/ 3123600 w 12188965"/>
              <a:gd name="connsiteY11366" fmla="*/ 1087310 h 2053176"/>
              <a:gd name="connsiteX11367" fmla="*/ 3110712 w 12188965"/>
              <a:gd name="connsiteY11367" fmla="*/ 1100198 h 2053176"/>
              <a:gd name="connsiteX11368" fmla="*/ 3097824 w 12188965"/>
              <a:gd name="connsiteY11368" fmla="*/ 1087310 h 2053176"/>
              <a:gd name="connsiteX11369" fmla="*/ 3110712 w 12188965"/>
              <a:gd name="connsiteY11369" fmla="*/ 1074423 h 2053176"/>
              <a:gd name="connsiteX11370" fmla="*/ 2982301 w 12188965"/>
              <a:gd name="connsiteY11370" fmla="*/ 1074423 h 2053176"/>
              <a:gd name="connsiteX11371" fmla="*/ 2995190 w 12188965"/>
              <a:gd name="connsiteY11371" fmla="*/ 1087310 h 2053176"/>
              <a:gd name="connsiteX11372" fmla="*/ 2982301 w 12188965"/>
              <a:gd name="connsiteY11372" fmla="*/ 1100198 h 2053176"/>
              <a:gd name="connsiteX11373" fmla="*/ 2969414 w 12188965"/>
              <a:gd name="connsiteY11373" fmla="*/ 1087310 h 2053176"/>
              <a:gd name="connsiteX11374" fmla="*/ 2982301 w 12188965"/>
              <a:gd name="connsiteY11374" fmla="*/ 1074423 h 2053176"/>
              <a:gd name="connsiteX11375" fmla="*/ 1377055 w 12188965"/>
              <a:gd name="connsiteY11375" fmla="*/ 1074423 h 2053176"/>
              <a:gd name="connsiteX11376" fmla="*/ 1389941 w 12188965"/>
              <a:gd name="connsiteY11376" fmla="*/ 1087310 h 2053176"/>
              <a:gd name="connsiteX11377" fmla="*/ 1377055 w 12188965"/>
              <a:gd name="connsiteY11377" fmla="*/ 1100198 h 2053176"/>
              <a:gd name="connsiteX11378" fmla="*/ 1364167 w 12188965"/>
              <a:gd name="connsiteY11378" fmla="*/ 1087310 h 2053176"/>
              <a:gd name="connsiteX11379" fmla="*/ 1377055 w 12188965"/>
              <a:gd name="connsiteY11379" fmla="*/ 1074423 h 2053176"/>
              <a:gd name="connsiteX11380" fmla="*/ 1056027 w 12188965"/>
              <a:gd name="connsiteY11380" fmla="*/ 1074423 h 2053176"/>
              <a:gd name="connsiteX11381" fmla="*/ 1068914 w 12188965"/>
              <a:gd name="connsiteY11381" fmla="*/ 1087310 h 2053176"/>
              <a:gd name="connsiteX11382" fmla="*/ 1056027 w 12188965"/>
              <a:gd name="connsiteY11382" fmla="*/ 1100198 h 2053176"/>
              <a:gd name="connsiteX11383" fmla="*/ 1043139 w 12188965"/>
              <a:gd name="connsiteY11383" fmla="*/ 1087310 h 2053176"/>
              <a:gd name="connsiteX11384" fmla="*/ 1056027 w 12188965"/>
              <a:gd name="connsiteY11384" fmla="*/ 1074423 h 2053176"/>
              <a:gd name="connsiteX11385" fmla="*/ 991824 w 12188965"/>
              <a:gd name="connsiteY11385" fmla="*/ 1074423 h 2053176"/>
              <a:gd name="connsiteX11386" fmla="*/ 1004709 w 12188965"/>
              <a:gd name="connsiteY11386" fmla="*/ 1087310 h 2053176"/>
              <a:gd name="connsiteX11387" fmla="*/ 991824 w 12188965"/>
              <a:gd name="connsiteY11387" fmla="*/ 1100198 h 2053176"/>
              <a:gd name="connsiteX11388" fmla="*/ 978935 w 12188965"/>
              <a:gd name="connsiteY11388" fmla="*/ 1087310 h 2053176"/>
              <a:gd name="connsiteX11389" fmla="*/ 991824 w 12188965"/>
              <a:gd name="connsiteY11389" fmla="*/ 1074423 h 2053176"/>
              <a:gd name="connsiteX11390" fmla="*/ 863296 w 12188965"/>
              <a:gd name="connsiteY11390" fmla="*/ 1074423 h 2053176"/>
              <a:gd name="connsiteX11391" fmla="*/ 876184 w 12188965"/>
              <a:gd name="connsiteY11391" fmla="*/ 1087310 h 2053176"/>
              <a:gd name="connsiteX11392" fmla="*/ 863296 w 12188965"/>
              <a:gd name="connsiteY11392" fmla="*/ 1100198 h 2053176"/>
              <a:gd name="connsiteX11393" fmla="*/ 850407 w 12188965"/>
              <a:gd name="connsiteY11393" fmla="*/ 1087310 h 2053176"/>
              <a:gd name="connsiteX11394" fmla="*/ 863296 w 12188965"/>
              <a:gd name="connsiteY11394" fmla="*/ 1074423 h 2053176"/>
              <a:gd name="connsiteX11395" fmla="*/ 346686 w 12188965"/>
              <a:gd name="connsiteY11395" fmla="*/ 1074423 h 2053176"/>
              <a:gd name="connsiteX11396" fmla="*/ 359572 w 12188965"/>
              <a:gd name="connsiteY11396" fmla="*/ 1087310 h 2053176"/>
              <a:gd name="connsiteX11397" fmla="*/ 346686 w 12188965"/>
              <a:gd name="connsiteY11397" fmla="*/ 1100198 h 2053176"/>
              <a:gd name="connsiteX11398" fmla="*/ 333799 w 12188965"/>
              <a:gd name="connsiteY11398" fmla="*/ 1087310 h 2053176"/>
              <a:gd name="connsiteX11399" fmla="*/ 346686 w 12188965"/>
              <a:gd name="connsiteY11399" fmla="*/ 1074423 h 2053176"/>
              <a:gd name="connsiteX11400" fmla="*/ 218274 w 12188965"/>
              <a:gd name="connsiteY11400" fmla="*/ 1074423 h 2053176"/>
              <a:gd name="connsiteX11401" fmla="*/ 231162 w 12188965"/>
              <a:gd name="connsiteY11401" fmla="*/ 1087310 h 2053176"/>
              <a:gd name="connsiteX11402" fmla="*/ 218274 w 12188965"/>
              <a:gd name="connsiteY11402" fmla="*/ 1100198 h 2053176"/>
              <a:gd name="connsiteX11403" fmla="*/ 205386 w 12188965"/>
              <a:gd name="connsiteY11403" fmla="*/ 1087310 h 2053176"/>
              <a:gd name="connsiteX11404" fmla="*/ 218274 w 12188965"/>
              <a:gd name="connsiteY11404" fmla="*/ 1074423 h 2053176"/>
              <a:gd name="connsiteX11405" fmla="*/ 12034897 w 12188965"/>
              <a:gd name="connsiteY11405" fmla="*/ 1061651 h 2053176"/>
              <a:gd name="connsiteX11406" fmla="*/ 12060557 w 12188965"/>
              <a:gd name="connsiteY11406" fmla="*/ 1087310 h 2053176"/>
              <a:gd name="connsiteX11407" fmla="*/ 12034897 w 12188965"/>
              <a:gd name="connsiteY11407" fmla="*/ 1112969 h 2053176"/>
              <a:gd name="connsiteX11408" fmla="*/ 12009237 w 12188965"/>
              <a:gd name="connsiteY11408" fmla="*/ 1087310 h 2053176"/>
              <a:gd name="connsiteX11409" fmla="*/ 12034897 w 12188965"/>
              <a:gd name="connsiteY11409" fmla="*/ 1061651 h 2053176"/>
              <a:gd name="connsiteX11410" fmla="*/ 11970691 w 12188965"/>
              <a:gd name="connsiteY11410" fmla="*/ 1061651 h 2053176"/>
              <a:gd name="connsiteX11411" fmla="*/ 11996349 w 12188965"/>
              <a:gd name="connsiteY11411" fmla="*/ 1087310 h 2053176"/>
              <a:gd name="connsiteX11412" fmla="*/ 11970691 w 12188965"/>
              <a:gd name="connsiteY11412" fmla="*/ 1112969 h 2053176"/>
              <a:gd name="connsiteX11413" fmla="*/ 11945033 w 12188965"/>
              <a:gd name="connsiteY11413" fmla="*/ 1087310 h 2053176"/>
              <a:gd name="connsiteX11414" fmla="*/ 11970691 w 12188965"/>
              <a:gd name="connsiteY11414" fmla="*/ 1061651 h 2053176"/>
              <a:gd name="connsiteX11415" fmla="*/ 11842279 w 12188965"/>
              <a:gd name="connsiteY11415" fmla="*/ 1061651 h 2053176"/>
              <a:gd name="connsiteX11416" fmla="*/ 11867941 w 12188965"/>
              <a:gd name="connsiteY11416" fmla="*/ 1087310 h 2053176"/>
              <a:gd name="connsiteX11417" fmla="*/ 11842279 w 12188965"/>
              <a:gd name="connsiteY11417" fmla="*/ 1112969 h 2053176"/>
              <a:gd name="connsiteX11418" fmla="*/ 11816621 w 12188965"/>
              <a:gd name="connsiteY11418" fmla="*/ 1087310 h 2053176"/>
              <a:gd name="connsiteX11419" fmla="*/ 11842279 w 12188965"/>
              <a:gd name="connsiteY11419" fmla="*/ 1061651 h 2053176"/>
              <a:gd name="connsiteX11420" fmla="*/ 11454081 w 12188965"/>
              <a:gd name="connsiteY11420" fmla="*/ 1061651 h 2053176"/>
              <a:gd name="connsiteX11421" fmla="*/ 11479739 w 12188965"/>
              <a:gd name="connsiteY11421" fmla="*/ 1087310 h 2053176"/>
              <a:gd name="connsiteX11422" fmla="*/ 11454081 w 12188965"/>
              <a:gd name="connsiteY11422" fmla="*/ 1112969 h 2053176"/>
              <a:gd name="connsiteX11423" fmla="*/ 11428421 w 12188965"/>
              <a:gd name="connsiteY11423" fmla="*/ 1087310 h 2053176"/>
              <a:gd name="connsiteX11424" fmla="*/ 11454081 w 12188965"/>
              <a:gd name="connsiteY11424" fmla="*/ 1061651 h 2053176"/>
              <a:gd name="connsiteX11425" fmla="*/ 11325670 w 12188965"/>
              <a:gd name="connsiteY11425" fmla="*/ 1061651 h 2053176"/>
              <a:gd name="connsiteX11426" fmla="*/ 11351329 w 12188965"/>
              <a:gd name="connsiteY11426" fmla="*/ 1087310 h 2053176"/>
              <a:gd name="connsiteX11427" fmla="*/ 11325670 w 12188965"/>
              <a:gd name="connsiteY11427" fmla="*/ 1112969 h 2053176"/>
              <a:gd name="connsiteX11428" fmla="*/ 11300012 w 12188965"/>
              <a:gd name="connsiteY11428" fmla="*/ 1087310 h 2053176"/>
              <a:gd name="connsiteX11429" fmla="*/ 11325670 w 12188965"/>
              <a:gd name="connsiteY11429" fmla="*/ 1061651 h 2053176"/>
              <a:gd name="connsiteX11430" fmla="*/ 11197259 w 12188965"/>
              <a:gd name="connsiteY11430" fmla="*/ 1061651 h 2053176"/>
              <a:gd name="connsiteX11431" fmla="*/ 11222917 w 12188965"/>
              <a:gd name="connsiteY11431" fmla="*/ 1087310 h 2053176"/>
              <a:gd name="connsiteX11432" fmla="*/ 11197259 w 12188965"/>
              <a:gd name="connsiteY11432" fmla="*/ 1112969 h 2053176"/>
              <a:gd name="connsiteX11433" fmla="*/ 11171601 w 12188965"/>
              <a:gd name="connsiteY11433" fmla="*/ 1087310 h 2053176"/>
              <a:gd name="connsiteX11434" fmla="*/ 11197259 w 12188965"/>
              <a:gd name="connsiteY11434" fmla="*/ 1061651 h 2053176"/>
              <a:gd name="connsiteX11435" fmla="*/ 11133055 w 12188965"/>
              <a:gd name="connsiteY11435" fmla="*/ 1061651 h 2053176"/>
              <a:gd name="connsiteX11436" fmla="*/ 11158713 w 12188965"/>
              <a:gd name="connsiteY11436" fmla="*/ 1087310 h 2053176"/>
              <a:gd name="connsiteX11437" fmla="*/ 11133055 w 12188965"/>
              <a:gd name="connsiteY11437" fmla="*/ 1112969 h 2053176"/>
              <a:gd name="connsiteX11438" fmla="*/ 11107396 w 12188965"/>
              <a:gd name="connsiteY11438" fmla="*/ 1087310 h 2053176"/>
              <a:gd name="connsiteX11439" fmla="*/ 11133055 w 12188965"/>
              <a:gd name="connsiteY11439" fmla="*/ 1061651 h 2053176"/>
              <a:gd name="connsiteX11440" fmla="*/ 10940321 w 12188965"/>
              <a:gd name="connsiteY11440" fmla="*/ 1061651 h 2053176"/>
              <a:gd name="connsiteX11441" fmla="*/ 10965982 w 12188965"/>
              <a:gd name="connsiteY11441" fmla="*/ 1087310 h 2053176"/>
              <a:gd name="connsiteX11442" fmla="*/ 10940321 w 12188965"/>
              <a:gd name="connsiteY11442" fmla="*/ 1112969 h 2053176"/>
              <a:gd name="connsiteX11443" fmla="*/ 10914663 w 12188965"/>
              <a:gd name="connsiteY11443" fmla="*/ 1087310 h 2053176"/>
              <a:gd name="connsiteX11444" fmla="*/ 10940321 w 12188965"/>
              <a:gd name="connsiteY11444" fmla="*/ 1061651 h 2053176"/>
              <a:gd name="connsiteX11445" fmla="*/ 10683501 w 12188965"/>
              <a:gd name="connsiteY11445" fmla="*/ 1061651 h 2053176"/>
              <a:gd name="connsiteX11446" fmla="*/ 10709159 w 12188965"/>
              <a:gd name="connsiteY11446" fmla="*/ 1087310 h 2053176"/>
              <a:gd name="connsiteX11447" fmla="*/ 10683501 w 12188965"/>
              <a:gd name="connsiteY11447" fmla="*/ 1112969 h 2053176"/>
              <a:gd name="connsiteX11448" fmla="*/ 10657843 w 12188965"/>
              <a:gd name="connsiteY11448" fmla="*/ 1087310 h 2053176"/>
              <a:gd name="connsiteX11449" fmla="*/ 10683501 w 12188965"/>
              <a:gd name="connsiteY11449" fmla="*/ 1061651 h 2053176"/>
              <a:gd name="connsiteX11450" fmla="*/ 10619297 w 12188965"/>
              <a:gd name="connsiteY11450" fmla="*/ 1061651 h 2053176"/>
              <a:gd name="connsiteX11451" fmla="*/ 10644955 w 12188965"/>
              <a:gd name="connsiteY11451" fmla="*/ 1087310 h 2053176"/>
              <a:gd name="connsiteX11452" fmla="*/ 10619297 w 12188965"/>
              <a:gd name="connsiteY11452" fmla="*/ 1112969 h 2053176"/>
              <a:gd name="connsiteX11453" fmla="*/ 10593639 w 12188965"/>
              <a:gd name="connsiteY11453" fmla="*/ 1087310 h 2053176"/>
              <a:gd name="connsiteX11454" fmla="*/ 10619297 w 12188965"/>
              <a:gd name="connsiteY11454" fmla="*/ 1061651 h 2053176"/>
              <a:gd name="connsiteX11455" fmla="*/ 10555092 w 12188965"/>
              <a:gd name="connsiteY11455" fmla="*/ 1061651 h 2053176"/>
              <a:gd name="connsiteX11456" fmla="*/ 10580751 w 12188965"/>
              <a:gd name="connsiteY11456" fmla="*/ 1087310 h 2053176"/>
              <a:gd name="connsiteX11457" fmla="*/ 10555092 w 12188965"/>
              <a:gd name="connsiteY11457" fmla="*/ 1112969 h 2053176"/>
              <a:gd name="connsiteX11458" fmla="*/ 10529432 w 12188965"/>
              <a:gd name="connsiteY11458" fmla="*/ 1087310 h 2053176"/>
              <a:gd name="connsiteX11459" fmla="*/ 10555092 w 12188965"/>
              <a:gd name="connsiteY11459" fmla="*/ 1061651 h 2053176"/>
              <a:gd name="connsiteX11460" fmla="*/ 10362474 w 12188965"/>
              <a:gd name="connsiteY11460" fmla="*/ 1061651 h 2053176"/>
              <a:gd name="connsiteX11461" fmla="*/ 10388135 w 12188965"/>
              <a:gd name="connsiteY11461" fmla="*/ 1087310 h 2053176"/>
              <a:gd name="connsiteX11462" fmla="*/ 10362474 w 12188965"/>
              <a:gd name="connsiteY11462" fmla="*/ 1112969 h 2053176"/>
              <a:gd name="connsiteX11463" fmla="*/ 10336816 w 12188965"/>
              <a:gd name="connsiteY11463" fmla="*/ 1087310 h 2053176"/>
              <a:gd name="connsiteX11464" fmla="*/ 10362474 w 12188965"/>
              <a:gd name="connsiteY11464" fmla="*/ 1061651 h 2053176"/>
              <a:gd name="connsiteX11465" fmla="*/ 10298270 w 12188965"/>
              <a:gd name="connsiteY11465" fmla="*/ 1061651 h 2053176"/>
              <a:gd name="connsiteX11466" fmla="*/ 10323928 w 12188965"/>
              <a:gd name="connsiteY11466" fmla="*/ 1087310 h 2053176"/>
              <a:gd name="connsiteX11467" fmla="*/ 10298270 w 12188965"/>
              <a:gd name="connsiteY11467" fmla="*/ 1112969 h 2053176"/>
              <a:gd name="connsiteX11468" fmla="*/ 10272611 w 12188965"/>
              <a:gd name="connsiteY11468" fmla="*/ 1087310 h 2053176"/>
              <a:gd name="connsiteX11469" fmla="*/ 10298270 w 12188965"/>
              <a:gd name="connsiteY11469" fmla="*/ 1061651 h 2053176"/>
              <a:gd name="connsiteX11470" fmla="*/ 10234065 w 12188965"/>
              <a:gd name="connsiteY11470" fmla="*/ 1061651 h 2053176"/>
              <a:gd name="connsiteX11471" fmla="*/ 10259723 w 12188965"/>
              <a:gd name="connsiteY11471" fmla="*/ 1087310 h 2053176"/>
              <a:gd name="connsiteX11472" fmla="*/ 10234065 w 12188965"/>
              <a:gd name="connsiteY11472" fmla="*/ 1112969 h 2053176"/>
              <a:gd name="connsiteX11473" fmla="*/ 10208404 w 12188965"/>
              <a:gd name="connsiteY11473" fmla="*/ 1087310 h 2053176"/>
              <a:gd name="connsiteX11474" fmla="*/ 10234065 w 12188965"/>
              <a:gd name="connsiteY11474" fmla="*/ 1061651 h 2053176"/>
              <a:gd name="connsiteX11475" fmla="*/ 10105654 w 12188965"/>
              <a:gd name="connsiteY11475" fmla="*/ 1061651 h 2053176"/>
              <a:gd name="connsiteX11476" fmla="*/ 10131312 w 12188965"/>
              <a:gd name="connsiteY11476" fmla="*/ 1087310 h 2053176"/>
              <a:gd name="connsiteX11477" fmla="*/ 10105654 w 12188965"/>
              <a:gd name="connsiteY11477" fmla="*/ 1112969 h 2053176"/>
              <a:gd name="connsiteX11478" fmla="*/ 10079996 w 12188965"/>
              <a:gd name="connsiteY11478" fmla="*/ 1087310 h 2053176"/>
              <a:gd name="connsiteX11479" fmla="*/ 10105654 w 12188965"/>
              <a:gd name="connsiteY11479" fmla="*/ 1061651 h 2053176"/>
              <a:gd name="connsiteX11480" fmla="*/ 9720307 w 12188965"/>
              <a:gd name="connsiteY11480" fmla="*/ 1061651 h 2053176"/>
              <a:gd name="connsiteX11481" fmla="*/ 9745965 w 12188965"/>
              <a:gd name="connsiteY11481" fmla="*/ 1087310 h 2053176"/>
              <a:gd name="connsiteX11482" fmla="*/ 9720307 w 12188965"/>
              <a:gd name="connsiteY11482" fmla="*/ 1112969 h 2053176"/>
              <a:gd name="connsiteX11483" fmla="*/ 9694646 w 12188965"/>
              <a:gd name="connsiteY11483" fmla="*/ 1087310 h 2053176"/>
              <a:gd name="connsiteX11484" fmla="*/ 9720307 w 12188965"/>
              <a:gd name="connsiteY11484" fmla="*/ 1061651 h 2053176"/>
              <a:gd name="connsiteX11485" fmla="*/ 9463485 w 12188965"/>
              <a:gd name="connsiteY11485" fmla="*/ 1061651 h 2053176"/>
              <a:gd name="connsiteX11486" fmla="*/ 9489143 w 12188965"/>
              <a:gd name="connsiteY11486" fmla="*/ 1087310 h 2053176"/>
              <a:gd name="connsiteX11487" fmla="*/ 9463485 w 12188965"/>
              <a:gd name="connsiteY11487" fmla="*/ 1112969 h 2053176"/>
              <a:gd name="connsiteX11488" fmla="*/ 9437826 w 12188965"/>
              <a:gd name="connsiteY11488" fmla="*/ 1087310 h 2053176"/>
              <a:gd name="connsiteX11489" fmla="*/ 9463485 w 12188965"/>
              <a:gd name="connsiteY11489" fmla="*/ 1061651 h 2053176"/>
              <a:gd name="connsiteX11490" fmla="*/ 9078253 w 12188965"/>
              <a:gd name="connsiteY11490" fmla="*/ 1061651 h 2053176"/>
              <a:gd name="connsiteX11491" fmla="*/ 9103911 w 12188965"/>
              <a:gd name="connsiteY11491" fmla="*/ 1087310 h 2053176"/>
              <a:gd name="connsiteX11492" fmla="*/ 9078253 w 12188965"/>
              <a:gd name="connsiteY11492" fmla="*/ 1112969 h 2053176"/>
              <a:gd name="connsiteX11493" fmla="*/ 9052595 w 12188965"/>
              <a:gd name="connsiteY11493" fmla="*/ 1087310 h 2053176"/>
              <a:gd name="connsiteX11494" fmla="*/ 9078253 w 12188965"/>
              <a:gd name="connsiteY11494" fmla="*/ 1061651 h 2053176"/>
              <a:gd name="connsiteX11495" fmla="*/ 8564495 w 12188965"/>
              <a:gd name="connsiteY11495" fmla="*/ 1061651 h 2053176"/>
              <a:gd name="connsiteX11496" fmla="*/ 8590153 w 12188965"/>
              <a:gd name="connsiteY11496" fmla="*/ 1087310 h 2053176"/>
              <a:gd name="connsiteX11497" fmla="*/ 8564495 w 12188965"/>
              <a:gd name="connsiteY11497" fmla="*/ 1112969 h 2053176"/>
              <a:gd name="connsiteX11498" fmla="*/ 8538837 w 12188965"/>
              <a:gd name="connsiteY11498" fmla="*/ 1087310 h 2053176"/>
              <a:gd name="connsiteX11499" fmla="*/ 8564495 w 12188965"/>
              <a:gd name="connsiteY11499" fmla="*/ 1061651 h 2053176"/>
              <a:gd name="connsiteX11500" fmla="*/ 8050852 w 12188965"/>
              <a:gd name="connsiteY11500" fmla="*/ 1061651 h 2053176"/>
              <a:gd name="connsiteX11501" fmla="*/ 8076510 w 12188965"/>
              <a:gd name="connsiteY11501" fmla="*/ 1087310 h 2053176"/>
              <a:gd name="connsiteX11502" fmla="*/ 8050852 w 12188965"/>
              <a:gd name="connsiteY11502" fmla="*/ 1112969 h 2053176"/>
              <a:gd name="connsiteX11503" fmla="*/ 8025194 w 12188965"/>
              <a:gd name="connsiteY11503" fmla="*/ 1087310 h 2053176"/>
              <a:gd name="connsiteX11504" fmla="*/ 8050852 w 12188965"/>
              <a:gd name="connsiteY11504" fmla="*/ 1061651 h 2053176"/>
              <a:gd name="connsiteX11505" fmla="*/ 7986648 w 12188965"/>
              <a:gd name="connsiteY11505" fmla="*/ 1061651 h 2053176"/>
              <a:gd name="connsiteX11506" fmla="*/ 8012306 w 12188965"/>
              <a:gd name="connsiteY11506" fmla="*/ 1087310 h 2053176"/>
              <a:gd name="connsiteX11507" fmla="*/ 7986648 w 12188965"/>
              <a:gd name="connsiteY11507" fmla="*/ 1112969 h 2053176"/>
              <a:gd name="connsiteX11508" fmla="*/ 7960990 w 12188965"/>
              <a:gd name="connsiteY11508" fmla="*/ 1087310 h 2053176"/>
              <a:gd name="connsiteX11509" fmla="*/ 7986648 w 12188965"/>
              <a:gd name="connsiteY11509" fmla="*/ 1061651 h 2053176"/>
              <a:gd name="connsiteX11510" fmla="*/ 7858237 w 12188965"/>
              <a:gd name="connsiteY11510" fmla="*/ 1061651 h 2053176"/>
              <a:gd name="connsiteX11511" fmla="*/ 7883895 w 12188965"/>
              <a:gd name="connsiteY11511" fmla="*/ 1087310 h 2053176"/>
              <a:gd name="connsiteX11512" fmla="*/ 7858237 w 12188965"/>
              <a:gd name="connsiteY11512" fmla="*/ 1112969 h 2053176"/>
              <a:gd name="connsiteX11513" fmla="*/ 7832578 w 12188965"/>
              <a:gd name="connsiteY11513" fmla="*/ 1087310 h 2053176"/>
              <a:gd name="connsiteX11514" fmla="*/ 7858237 w 12188965"/>
              <a:gd name="connsiteY11514" fmla="*/ 1061651 h 2053176"/>
              <a:gd name="connsiteX11515" fmla="*/ 7794032 w 12188965"/>
              <a:gd name="connsiteY11515" fmla="*/ 1061651 h 2053176"/>
              <a:gd name="connsiteX11516" fmla="*/ 7819690 w 12188965"/>
              <a:gd name="connsiteY11516" fmla="*/ 1087310 h 2053176"/>
              <a:gd name="connsiteX11517" fmla="*/ 7794032 w 12188965"/>
              <a:gd name="connsiteY11517" fmla="*/ 1112969 h 2053176"/>
              <a:gd name="connsiteX11518" fmla="*/ 7768371 w 12188965"/>
              <a:gd name="connsiteY11518" fmla="*/ 1087310 h 2053176"/>
              <a:gd name="connsiteX11519" fmla="*/ 7794032 w 12188965"/>
              <a:gd name="connsiteY11519" fmla="*/ 1061651 h 2053176"/>
              <a:gd name="connsiteX11520" fmla="*/ 7729825 w 12188965"/>
              <a:gd name="connsiteY11520" fmla="*/ 1061651 h 2053176"/>
              <a:gd name="connsiteX11521" fmla="*/ 7755486 w 12188965"/>
              <a:gd name="connsiteY11521" fmla="*/ 1087310 h 2053176"/>
              <a:gd name="connsiteX11522" fmla="*/ 7729825 w 12188965"/>
              <a:gd name="connsiteY11522" fmla="*/ 1112969 h 2053176"/>
              <a:gd name="connsiteX11523" fmla="*/ 7704167 w 12188965"/>
              <a:gd name="connsiteY11523" fmla="*/ 1087310 h 2053176"/>
              <a:gd name="connsiteX11524" fmla="*/ 7729825 w 12188965"/>
              <a:gd name="connsiteY11524" fmla="*/ 1061651 h 2053176"/>
              <a:gd name="connsiteX11525" fmla="*/ 7665621 w 12188965"/>
              <a:gd name="connsiteY11525" fmla="*/ 1061651 h 2053176"/>
              <a:gd name="connsiteX11526" fmla="*/ 7691279 w 12188965"/>
              <a:gd name="connsiteY11526" fmla="*/ 1087310 h 2053176"/>
              <a:gd name="connsiteX11527" fmla="*/ 7665621 w 12188965"/>
              <a:gd name="connsiteY11527" fmla="*/ 1112969 h 2053176"/>
              <a:gd name="connsiteX11528" fmla="*/ 7639963 w 12188965"/>
              <a:gd name="connsiteY11528" fmla="*/ 1087310 h 2053176"/>
              <a:gd name="connsiteX11529" fmla="*/ 7665621 w 12188965"/>
              <a:gd name="connsiteY11529" fmla="*/ 1061651 h 2053176"/>
              <a:gd name="connsiteX11530" fmla="*/ 7601299 w 12188965"/>
              <a:gd name="connsiteY11530" fmla="*/ 1061651 h 2053176"/>
              <a:gd name="connsiteX11531" fmla="*/ 7626959 w 12188965"/>
              <a:gd name="connsiteY11531" fmla="*/ 1087310 h 2053176"/>
              <a:gd name="connsiteX11532" fmla="*/ 7601299 w 12188965"/>
              <a:gd name="connsiteY11532" fmla="*/ 1112969 h 2053176"/>
              <a:gd name="connsiteX11533" fmla="*/ 7575640 w 12188965"/>
              <a:gd name="connsiteY11533" fmla="*/ 1087310 h 2053176"/>
              <a:gd name="connsiteX11534" fmla="*/ 7601299 w 12188965"/>
              <a:gd name="connsiteY11534" fmla="*/ 1061651 h 2053176"/>
              <a:gd name="connsiteX11535" fmla="*/ 7537094 w 12188965"/>
              <a:gd name="connsiteY11535" fmla="*/ 1061651 h 2053176"/>
              <a:gd name="connsiteX11536" fmla="*/ 7562752 w 12188965"/>
              <a:gd name="connsiteY11536" fmla="*/ 1087310 h 2053176"/>
              <a:gd name="connsiteX11537" fmla="*/ 7537094 w 12188965"/>
              <a:gd name="connsiteY11537" fmla="*/ 1112969 h 2053176"/>
              <a:gd name="connsiteX11538" fmla="*/ 7511436 w 12188965"/>
              <a:gd name="connsiteY11538" fmla="*/ 1087310 h 2053176"/>
              <a:gd name="connsiteX11539" fmla="*/ 7537094 w 12188965"/>
              <a:gd name="connsiteY11539" fmla="*/ 1061651 h 2053176"/>
              <a:gd name="connsiteX11540" fmla="*/ 7472890 w 12188965"/>
              <a:gd name="connsiteY11540" fmla="*/ 1061651 h 2053176"/>
              <a:gd name="connsiteX11541" fmla="*/ 7498548 w 12188965"/>
              <a:gd name="connsiteY11541" fmla="*/ 1087310 h 2053176"/>
              <a:gd name="connsiteX11542" fmla="*/ 7472890 w 12188965"/>
              <a:gd name="connsiteY11542" fmla="*/ 1112969 h 2053176"/>
              <a:gd name="connsiteX11543" fmla="*/ 7447229 w 12188965"/>
              <a:gd name="connsiteY11543" fmla="*/ 1087310 h 2053176"/>
              <a:gd name="connsiteX11544" fmla="*/ 7472890 w 12188965"/>
              <a:gd name="connsiteY11544" fmla="*/ 1061651 h 2053176"/>
              <a:gd name="connsiteX11545" fmla="*/ 7216067 w 12188965"/>
              <a:gd name="connsiteY11545" fmla="*/ 1061651 h 2053176"/>
              <a:gd name="connsiteX11546" fmla="*/ 7241725 w 12188965"/>
              <a:gd name="connsiteY11546" fmla="*/ 1087310 h 2053176"/>
              <a:gd name="connsiteX11547" fmla="*/ 7216067 w 12188965"/>
              <a:gd name="connsiteY11547" fmla="*/ 1112969 h 2053176"/>
              <a:gd name="connsiteX11548" fmla="*/ 7190409 w 12188965"/>
              <a:gd name="connsiteY11548" fmla="*/ 1087310 h 2053176"/>
              <a:gd name="connsiteX11549" fmla="*/ 7216067 w 12188965"/>
              <a:gd name="connsiteY11549" fmla="*/ 1061651 h 2053176"/>
              <a:gd name="connsiteX11550" fmla="*/ 7151863 w 12188965"/>
              <a:gd name="connsiteY11550" fmla="*/ 1061651 h 2053176"/>
              <a:gd name="connsiteX11551" fmla="*/ 7177521 w 12188965"/>
              <a:gd name="connsiteY11551" fmla="*/ 1087310 h 2053176"/>
              <a:gd name="connsiteX11552" fmla="*/ 7151863 w 12188965"/>
              <a:gd name="connsiteY11552" fmla="*/ 1112969 h 2053176"/>
              <a:gd name="connsiteX11553" fmla="*/ 7126205 w 12188965"/>
              <a:gd name="connsiteY11553" fmla="*/ 1087310 h 2053176"/>
              <a:gd name="connsiteX11554" fmla="*/ 7151863 w 12188965"/>
              <a:gd name="connsiteY11554" fmla="*/ 1061651 h 2053176"/>
              <a:gd name="connsiteX11555" fmla="*/ 6895043 w 12188965"/>
              <a:gd name="connsiteY11555" fmla="*/ 1061651 h 2053176"/>
              <a:gd name="connsiteX11556" fmla="*/ 6920701 w 12188965"/>
              <a:gd name="connsiteY11556" fmla="*/ 1087310 h 2053176"/>
              <a:gd name="connsiteX11557" fmla="*/ 6895043 w 12188965"/>
              <a:gd name="connsiteY11557" fmla="*/ 1112969 h 2053176"/>
              <a:gd name="connsiteX11558" fmla="*/ 6869382 w 12188965"/>
              <a:gd name="connsiteY11558" fmla="*/ 1087310 h 2053176"/>
              <a:gd name="connsiteX11559" fmla="*/ 6895043 w 12188965"/>
              <a:gd name="connsiteY11559" fmla="*/ 1061651 h 2053176"/>
              <a:gd name="connsiteX11560" fmla="*/ 6638220 w 12188965"/>
              <a:gd name="connsiteY11560" fmla="*/ 1061651 h 2053176"/>
              <a:gd name="connsiteX11561" fmla="*/ 6663881 w 12188965"/>
              <a:gd name="connsiteY11561" fmla="*/ 1087310 h 2053176"/>
              <a:gd name="connsiteX11562" fmla="*/ 6638220 w 12188965"/>
              <a:gd name="connsiteY11562" fmla="*/ 1112969 h 2053176"/>
              <a:gd name="connsiteX11563" fmla="*/ 6612562 w 12188965"/>
              <a:gd name="connsiteY11563" fmla="*/ 1087310 h 2053176"/>
              <a:gd name="connsiteX11564" fmla="*/ 6638220 w 12188965"/>
              <a:gd name="connsiteY11564" fmla="*/ 1061651 h 2053176"/>
              <a:gd name="connsiteX11565" fmla="*/ 6317078 w 12188965"/>
              <a:gd name="connsiteY11565" fmla="*/ 1061651 h 2053176"/>
              <a:gd name="connsiteX11566" fmla="*/ 6342736 w 12188965"/>
              <a:gd name="connsiteY11566" fmla="*/ 1087310 h 2053176"/>
              <a:gd name="connsiteX11567" fmla="*/ 6317078 w 12188965"/>
              <a:gd name="connsiteY11567" fmla="*/ 1112969 h 2053176"/>
              <a:gd name="connsiteX11568" fmla="*/ 6291420 w 12188965"/>
              <a:gd name="connsiteY11568" fmla="*/ 1087310 h 2053176"/>
              <a:gd name="connsiteX11569" fmla="*/ 6317078 w 12188965"/>
              <a:gd name="connsiteY11569" fmla="*/ 1061651 h 2053176"/>
              <a:gd name="connsiteX11570" fmla="*/ 6252873 w 12188965"/>
              <a:gd name="connsiteY11570" fmla="*/ 1061651 h 2053176"/>
              <a:gd name="connsiteX11571" fmla="*/ 6278532 w 12188965"/>
              <a:gd name="connsiteY11571" fmla="*/ 1087310 h 2053176"/>
              <a:gd name="connsiteX11572" fmla="*/ 6252873 w 12188965"/>
              <a:gd name="connsiteY11572" fmla="*/ 1112969 h 2053176"/>
              <a:gd name="connsiteX11573" fmla="*/ 6227213 w 12188965"/>
              <a:gd name="connsiteY11573" fmla="*/ 1087310 h 2053176"/>
              <a:gd name="connsiteX11574" fmla="*/ 6252873 w 12188965"/>
              <a:gd name="connsiteY11574" fmla="*/ 1061651 h 2053176"/>
              <a:gd name="connsiteX11575" fmla="*/ 6124462 w 12188965"/>
              <a:gd name="connsiteY11575" fmla="*/ 1061651 h 2053176"/>
              <a:gd name="connsiteX11576" fmla="*/ 6150123 w 12188965"/>
              <a:gd name="connsiteY11576" fmla="*/ 1087310 h 2053176"/>
              <a:gd name="connsiteX11577" fmla="*/ 6124462 w 12188965"/>
              <a:gd name="connsiteY11577" fmla="*/ 1112969 h 2053176"/>
              <a:gd name="connsiteX11578" fmla="*/ 6098804 w 12188965"/>
              <a:gd name="connsiteY11578" fmla="*/ 1087310 h 2053176"/>
              <a:gd name="connsiteX11579" fmla="*/ 6124462 w 12188965"/>
              <a:gd name="connsiteY11579" fmla="*/ 1061651 h 2053176"/>
              <a:gd name="connsiteX11580" fmla="*/ 5743477 w 12188965"/>
              <a:gd name="connsiteY11580" fmla="*/ 1061651 h 2053176"/>
              <a:gd name="connsiteX11581" fmla="*/ 5769136 w 12188965"/>
              <a:gd name="connsiteY11581" fmla="*/ 1087310 h 2053176"/>
              <a:gd name="connsiteX11582" fmla="*/ 5743477 w 12188965"/>
              <a:gd name="connsiteY11582" fmla="*/ 1112969 h 2053176"/>
              <a:gd name="connsiteX11583" fmla="*/ 5717818 w 12188965"/>
              <a:gd name="connsiteY11583" fmla="*/ 1087310 h 2053176"/>
              <a:gd name="connsiteX11584" fmla="*/ 5743477 w 12188965"/>
              <a:gd name="connsiteY11584" fmla="*/ 1061651 h 2053176"/>
              <a:gd name="connsiteX11585" fmla="*/ 5615066 w 12188965"/>
              <a:gd name="connsiteY11585" fmla="*/ 1061651 h 2053176"/>
              <a:gd name="connsiteX11586" fmla="*/ 5640726 w 12188965"/>
              <a:gd name="connsiteY11586" fmla="*/ 1087310 h 2053176"/>
              <a:gd name="connsiteX11587" fmla="*/ 5615066 w 12188965"/>
              <a:gd name="connsiteY11587" fmla="*/ 1112969 h 2053176"/>
              <a:gd name="connsiteX11588" fmla="*/ 5589407 w 12188965"/>
              <a:gd name="connsiteY11588" fmla="*/ 1087310 h 2053176"/>
              <a:gd name="connsiteX11589" fmla="*/ 5615066 w 12188965"/>
              <a:gd name="connsiteY11589" fmla="*/ 1061651 h 2053176"/>
              <a:gd name="connsiteX11590" fmla="*/ 5486655 w 12188965"/>
              <a:gd name="connsiteY11590" fmla="*/ 1061651 h 2053176"/>
              <a:gd name="connsiteX11591" fmla="*/ 5512316 w 12188965"/>
              <a:gd name="connsiteY11591" fmla="*/ 1087310 h 2053176"/>
              <a:gd name="connsiteX11592" fmla="*/ 5486655 w 12188965"/>
              <a:gd name="connsiteY11592" fmla="*/ 1112969 h 2053176"/>
              <a:gd name="connsiteX11593" fmla="*/ 5460997 w 12188965"/>
              <a:gd name="connsiteY11593" fmla="*/ 1087310 h 2053176"/>
              <a:gd name="connsiteX11594" fmla="*/ 5486655 w 12188965"/>
              <a:gd name="connsiteY11594" fmla="*/ 1061651 h 2053176"/>
              <a:gd name="connsiteX11595" fmla="*/ 5422451 w 12188965"/>
              <a:gd name="connsiteY11595" fmla="*/ 1061651 h 2053176"/>
              <a:gd name="connsiteX11596" fmla="*/ 5448109 w 12188965"/>
              <a:gd name="connsiteY11596" fmla="*/ 1087310 h 2053176"/>
              <a:gd name="connsiteX11597" fmla="*/ 5422451 w 12188965"/>
              <a:gd name="connsiteY11597" fmla="*/ 1112969 h 2053176"/>
              <a:gd name="connsiteX11598" fmla="*/ 5396791 w 12188965"/>
              <a:gd name="connsiteY11598" fmla="*/ 1087310 h 2053176"/>
              <a:gd name="connsiteX11599" fmla="*/ 5422451 w 12188965"/>
              <a:gd name="connsiteY11599" fmla="*/ 1061651 h 2053176"/>
              <a:gd name="connsiteX11600" fmla="*/ 5229719 w 12188965"/>
              <a:gd name="connsiteY11600" fmla="*/ 1061651 h 2053176"/>
              <a:gd name="connsiteX11601" fmla="*/ 5255377 w 12188965"/>
              <a:gd name="connsiteY11601" fmla="*/ 1087310 h 2053176"/>
              <a:gd name="connsiteX11602" fmla="*/ 5229719 w 12188965"/>
              <a:gd name="connsiteY11602" fmla="*/ 1112969 h 2053176"/>
              <a:gd name="connsiteX11603" fmla="*/ 5204058 w 12188965"/>
              <a:gd name="connsiteY11603" fmla="*/ 1087310 h 2053176"/>
              <a:gd name="connsiteX11604" fmla="*/ 5229719 w 12188965"/>
              <a:gd name="connsiteY11604" fmla="*/ 1061651 h 2053176"/>
              <a:gd name="connsiteX11605" fmla="*/ 4972896 w 12188965"/>
              <a:gd name="connsiteY11605" fmla="*/ 1061651 h 2053176"/>
              <a:gd name="connsiteX11606" fmla="*/ 4998557 w 12188965"/>
              <a:gd name="connsiteY11606" fmla="*/ 1087310 h 2053176"/>
              <a:gd name="connsiteX11607" fmla="*/ 4972896 w 12188965"/>
              <a:gd name="connsiteY11607" fmla="*/ 1112969 h 2053176"/>
              <a:gd name="connsiteX11608" fmla="*/ 4947240 w 12188965"/>
              <a:gd name="connsiteY11608" fmla="*/ 1087310 h 2053176"/>
              <a:gd name="connsiteX11609" fmla="*/ 4972896 w 12188965"/>
              <a:gd name="connsiteY11609" fmla="*/ 1061651 h 2053176"/>
              <a:gd name="connsiteX11610" fmla="*/ 4908693 w 12188965"/>
              <a:gd name="connsiteY11610" fmla="*/ 1061651 h 2053176"/>
              <a:gd name="connsiteX11611" fmla="*/ 4934352 w 12188965"/>
              <a:gd name="connsiteY11611" fmla="*/ 1087310 h 2053176"/>
              <a:gd name="connsiteX11612" fmla="*/ 4908693 w 12188965"/>
              <a:gd name="connsiteY11612" fmla="*/ 1112969 h 2053176"/>
              <a:gd name="connsiteX11613" fmla="*/ 4883033 w 12188965"/>
              <a:gd name="connsiteY11613" fmla="*/ 1087310 h 2053176"/>
              <a:gd name="connsiteX11614" fmla="*/ 4908693 w 12188965"/>
              <a:gd name="connsiteY11614" fmla="*/ 1061651 h 2053176"/>
              <a:gd name="connsiteX11615" fmla="*/ 4844487 w 12188965"/>
              <a:gd name="connsiteY11615" fmla="*/ 1061651 h 2053176"/>
              <a:gd name="connsiteX11616" fmla="*/ 4870146 w 12188965"/>
              <a:gd name="connsiteY11616" fmla="*/ 1087310 h 2053176"/>
              <a:gd name="connsiteX11617" fmla="*/ 4844487 w 12188965"/>
              <a:gd name="connsiteY11617" fmla="*/ 1112969 h 2053176"/>
              <a:gd name="connsiteX11618" fmla="*/ 4818828 w 12188965"/>
              <a:gd name="connsiteY11618" fmla="*/ 1087310 h 2053176"/>
              <a:gd name="connsiteX11619" fmla="*/ 4844487 w 12188965"/>
              <a:gd name="connsiteY11619" fmla="*/ 1061651 h 2053176"/>
              <a:gd name="connsiteX11620" fmla="*/ 4651872 w 12188965"/>
              <a:gd name="connsiteY11620" fmla="*/ 1061651 h 2053176"/>
              <a:gd name="connsiteX11621" fmla="*/ 4677531 w 12188965"/>
              <a:gd name="connsiteY11621" fmla="*/ 1087310 h 2053176"/>
              <a:gd name="connsiteX11622" fmla="*/ 4651872 w 12188965"/>
              <a:gd name="connsiteY11622" fmla="*/ 1112969 h 2053176"/>
              <a:gd name="connsiteX11623" fmla="*/ 4626213 w 12188965"/>
              <a:gd name="connsiteY11623" fmla="*/ 1087310 h 2053176"/>
              <a:gd name="connsiteX11624" fmla="*/ 4651872 w 12188965"/>
              <a:gd name="connsiteY11624" fmla="*/ 1061651 h 2053176"/>
              <a:gd name="connsiteX11625" fmla="*/ 4587666 w 12188965"/>
              <a:gd name="connsiteY11625" fmla="*/ 1061651 h 2053176"/>
              <a:gd name="connsiteX11626" fmla="*/ 4613324 w 12188965"/>
              <a:gd name="connsiteY11626" fmla="*/ 1087310 h 2053176"/>
              <a:gd name="connsiteX11627" fmla="*/ 4587666 w 12188965"/>
              <a:gd name="connsiteY11627" fmla="*/ 1112969 h 2053176"/>
              <a:gd name="connsiteX11628" fmla="*/ 4562007 w 12188965"/>
              <a:gd name="connsiteY11628" fmla="*/ 1087310 h 2053176"/>
              <a:gd name="connsiteX11629" fmla="*/ 4587666 w 12188965"/>
              <a:gd name="connsiteY11629" fmla="*/ 1061651 h 2053176"/>
              <a:gd name="connsiteX11630" fmla="*/ 4523461 w 12188965"/>
              <a:gd name="connsiteY11630" fmla="*/ 1061651 h 2053176"/>
              <a:gd name="connsiteX11631" fmla="*/ 4549121 w 12188965"/>
              <a:gd name="connsiteY11631" fmla="*/ 1087310 h 2053176"/>
              <a:gd name="connsiteX11632" fmla="*/ 4523461 w 12188965"/>
              <a:gd name="connsiteY11632" fmla="*/ 1112969 h 2053176"/>
              <a:gd name="connsiteX11633" fmla="*/ 4497802 w 12188965"/>
              <a:gd name="connsiteY11633" fmla="*/ 1087310 h 2053176"/>
              <a:gd name="connsiteX11634" fmla="*/ 4523461 w 12188965"/>
              <a:gd name="connsiteY11634" fmla="*/ 1061651 h 2053176"/>
              <a:gd name="connsiteX11635" fmla="*/ 4395050 w 12188965"/>
              <a:gd name="connsiteY11635" fmla="*/ 1061651 h 2053176"/>
              <a:gd name="connsiteX11636" fmla="*/ 4420710 w 12188965"/>
              <a:gd name="connsiteY11636" fmla="*/ 1087310 h 2053176"/>
              <a:gd name="connsiteX11637" fmla="*/ 4395050 w 12188965"/>
              <a:gd name="connsiteY11637" fmla="*/ 1112969 h 2053176"/>
              <a:gd name="connsiteX11638" fmla="*/ 4369391 w 12188965"/>
              <a:gd name="connsiteY11638" fmla="*/ 1087310 h 2053176"/>
              <a:gd name="connsiteX11639" fmla="*/ 4395050 w 12188965"/>
              <a:gd name="connsiteY11639" fmla="*/ 1061651 h 2053176"/>
              <a:gd name="connsiteX11640" fmla="*/ 4009702 w 12188965"/>
              <a:gd name="connsiteY11640" fmla="*/ 1061651 h 2053176"/>
              <a:gd name="connsiteX11641" fmla="*/ 4035362 w 12188965"/>
              <a:gd name="connsiteY11641" fmla="*/ 1087310 h 2053176"/>
              <a:gd name="connsiteX11642" fmla="*/ 4009702 w 12188965"/>
              <a:gd name="connsiteY11642" fmla="*/ 1112969 h 2053176"/>
              <a:gd name="connsiteX11643" fmla="*/ 3984043 w 12188965"/>
              <a:gd name="connsiteY11643" fmla="*/ 1087310 h 2053176"/>
              <a:gd name="connsiteX11644" fmla="*/ 4009702 w 12188965"/>
              <a:gd name="connsiteY11644" fmla="*/ 1061651 h 2053176"/>
              <a:gd name="connsiteX11645" fmla="*/ 3752882 w 12188965"/>
              <a:gd name="connsiteY11645" fmla="*/ 1061651 h 2053176"/>
              <a:gd name="connsiteX11646" fmla="*/ 3778539 w 12188965"/>
              <a:gd name="connsiteY11646" fmla="*/ 1087310 h 2053176"/>
              <a:gd name="connsiteX11647" fmla="*/ 3752882 w 12188965"/>
              <a:gd name="connsiteY11647" fmla="*/ 1112969 h 2053176"/>
              <a:gd name="connsiteX11648" fmla="*/ 3727221 w 12188965"/>
              <a:gd name="connsiteY11648" fmla="*/ 1087310 h 2053176"/>
              <a:gd name="connsiteX11649" fmla="*/ 3752882 w 12188965"/>
              <a:gd name="connsiteY11649" fmla="*/ 1061651 h 2053176"/>
              <a:gd name="connsiteX11650" fmla="*/ 3367649 w 12188965"/>
              <a:gd name="connsiteY11650" fmla="*/ 1061651 h 2053176"/>
              <a:gd name="connsiteX11651" fmla="*/ 3393308 w 12188965"/>
              <a:gd name="connsiteY11651" fmla="*/ 1087310 h 2053176"/>
              <a:gd name="connsiteX11652" fmla="*/ 3367649 w 12188965"/>
              <a:gd name="connsiteY11652" fmla="*/ 1112969 h 2053176"/>
              <a:gd name="connsiteX11653" fmla="*/ 3341990 w 12188965"/>
              <a:gd name="connsiteY11653" fmla="*/ 1087310 h 2053176"/>
              <a:gd name="connsiteX11654" fmla="*/ 3367649 w 12188965"/>
              <a:gd name="connsiteY11654" fmla="*/ 1061651 h 2053176"/>
              <a:gd name="connsiteX11655" fmla="*/ 2853890 w 12188965"/>
              <a:gd name="connsiteY11655" fmla="*/ 1061651 h 2053176"/>
              <a:gd name="connsiteX11656" fmla="*/ 2879550 w 12188965"/>
              <a:gd name="connsiteY11656" fmla="*/ 1087310 h 2053176"/>
              <a:gd name="connsiteX11657" fmla="*/ 2853890 w 12188965"/>
              <a:gd name="connsiteY11657" fmla="*/ 1112969 h 2053176"/>
              <a:gd name="connsiteX11658" fmla="*/ 2828231 w 12188965"/>
              <a:gd name="connsiteY11658" fmla="*/ 1087310 h 2053176"/>
              <a:gd name="connsiteX11659" fmla="*/ 2853890 w 12188965"/>
              <a:gd name="connsiteY11659" fmla="*/ 1061651 h 2053176"/>
              <a:gd name="connsiteX11660" fmla="*/ 2340249 w 12188965"/>
              <a:gd name="connsiteY11660" fmla="*/ 1061651 h 2053176"/>
              <a:gd name="connsiteX11661" fmla="*/ 2365908 w 12188965"/>
              <a:gd name="connsiteY11661" fmla="*/ 1087310 h 2053176"/>
              <a:gd name="connsiteX11662" fmla="*/ 2340249 w 12188965"/>
              <a:gd name="connsiteY11662" fmla="*/ 1112969 h 2053176"/>
              <a:gd name="connsiteX11663" fmla="*/ 2314590 w 12188965"/>
              <a:gd name="connsiteY11663" fmla="*/ 1087310 h 2053176"/>
              <a:gd name="connsiteX11664" fmla="*/ 2340249 w 12188965"/>
              <a:gd name="connsiteY11664" fmla="*/ 1061651 h 2053176"/>
              <a:gd name="connsiteX11665" fmla="*/ 2276044 w 12188965"/>
              <a:gd name="connsiteY11665" fmla="*/ 1061651 h 2053176"/>
              <a:gd name="connsiteX11666" fmla="*/ 2301702 w 12188965"/>
              <a:gd name="connsiteY11666" fmla="*/ 1087310 h 2053176"/>
              <a:gd name="connsiteX11667" fmla="*/ 2276044 w 12188965"/>
              <a:gd name="connsiteY11667" fmla="*/ 1112969 h 2053176"/>
              <a:gd name="connsiteX11668" fmla="*/ 2250385 w 12188965"/>
              <a:gd name="connsiteY11668" fmla="*/ 1087310 h 2053176"/>
              <a:gd name="connsiteX11669" fmla="*/ 2276044 w 12188965"/>
              <a:gd name="connsiteY11669" fmla="*/ 1061651 h 2053176"/>
              <a:gd name="connsiteX11670" fmla="*/ 2147633 w 12188965"/>
              <a:gd name="connsiteY11670" fmla="*/ 1061651 h 2053176"/>
              <a:gd name="connsiteX11671" fmla="*/ 2173293 w 12188965"/>
              <a:gd name="connsiteY11671" fmla="*/ 1087310 h 2053176"/>
              <a:gd name="connsiteX11672" fmla="*/ 2147633 w 12188965"/>
              <a:gd name="connsiteY11672" fmla="*/ 1112969 h 2053176"/>
              <a:gd name="connsiteX11673" fmla="*/ 2121975 w 12188965"/>
              <a:gd name="connsiteY11673" fmla="*/ 1087310 h 2053176"/>
              <a:gd name="connsiteX11674" fmla="*/ 2147633 w 12188965"/>
              <a:gd name="connsiteY11674" fmla="*/ 1061651 h 2053176"/>
              <a:gd name="connsiteX11675" fmla="*/ 2083427 w 12188965"/>
              <a:gd name="connsiteY11675" fmla="*/ 1061651 h 2053176"/>
              <a:gd name="connsiteX11676" fmla="*/ 2109087 w 12188965"/>
              <a:gd name="connsiteY11676" fmla="*/ 1087310 h 2053176"/>
              <a:gd name="connsiteX11677" fmla="*/ 2083427 w 12188965"/>
              <a:gd name="connsiteY11677" fmla="*/ 1112969 h 2053176"/>
              <a:gd name="connsiteX11678" fmla="*/ 2057768 w 12188965"/>
              <a:gd name="connsiteY11678" fmla="*/ 1087310 h 2053176"/>
              <a:gd name="connsiteX11679" fmla="*/ 2083427 w 12188965"/>
              <a:gd name="connsiteY11679" fmla="*/ 1061651 h 2053176"/>
              <a:gd name="connsiteX11680" fmla="*/ 2019222 w 12188965"/>
              <a:gd name="connsiteY11680" fmla="*/ 1061651 h 2053176"/>
              <a:gd name="connsiteX11681" fmla="*/ 2044880 w 12188965"/>
              <a:gd name="connsiteY11681" fmla="*/ 1087310 h 2053176"/>
              <a:gd name="connsiteX11682" fmla="*/ 2019222 w 12188965"/>
              <a:gd name="connsiteY11682" fmla="*/ 1112969 h 2053176"/>
              <a:gd name="connsiteX11683" fmla="*/ 1993563 w 12188965"/>
              <a:gd name="connsiteY11683" fmla="*/ 1087310 h 2053176"/>
              <a:gd name="connsiteX11684" fmla="*/ 2019222 w 12188965"/>
              <a:gd name="connsiteY11684" fmla="*/ 1061651 h 2053176"/>
              <a:gd name="connsiteX11685" fmla="*/ 1955016 w 12188965"/>
              <a:gd name="connsiteY11685" fmla="*/ 1061651 h 2053176"/>
              <a:gd name="connsiteX11686" fmla="*/ 1980676 w 12188965"/>
              <a:gd name="connsiteY11686" fmla="*/ 1087310 h 2053176"/>
              <a:gd name="connsiteX11687" fmla="*/ 1955016 w 12188965"/>
              <a:gd name="connsiteY11687" fmla="*/ 1112969 h 2053176"/>
              <a:gd name="connsiteX11688" fmla="*/ 1929358 w 12188965"/>
              <a:gd name="connsiteY11688" fmla="*/ 1087310 h 2053176"/>
              <a:gd name="connsiteX11689" fmla="*/ 1955016 w 12188965"/>
              <a:gd name="connsiteY11689" fmla="*/ 1061651 h 2053176"/>
              <a:gd name="connsiteX11690" fmla="*/ 1890696 w 12188965"/>
              <a:gd name="connsiteY11690" fmla="*/ 1061651 h 2053176"/>
              <a:gd name="connsiteX11691" fmla="*/ 1916355 w 12188965"/>
              <a:gd name="connsiteY11691" fmla="*/ 1087310 h 2053176"/>
              <a:gd name="connsiteX11692" fmla="*/ 1890696 w 12188965"/>
              <a:gd name="connsiteY11692" fmla="*/ 1112969 h 2053176"/>
              <a:gd name="connsiteX11693" fmla="*/ 1865037 w 12188965"/>
              <a:gd name="connsiteY11693" fmla="*/ 1087310 h 2053176"/>
              <a:gd name="connsiteX11694" fmla="*/ 1890696 w 12188965"/>
              <a:gd name="connsiteY11694" fmla="*/ 1061651 h 2053176"/>
              <a:gd name="connsiteX11695" fmla="*/ 1826490 w 12188965"/>
              <a:gd name="connsiteY11695" fmla="*/ 1061651 h 2053176"/>
              <a:gd name="connsiteX11696" fmla="*/ 1852149 w 12188965"/>
              <a:gd name="connsiteY11696" fmla="*/ 1087310 h 2053176"/>
              <a:gd name="connsiteX11697" fmla="*/ 1826490 w 12188965"/>
              <a:gd name="connsiteY11697" fmla="*/ 1112969 h 2053176"/>
              <a:gd name="connsiteX11698" fmla="*/ 1800830 w 12188965"/>
              <a:gd name="connsiteY11698" fmla="*/ 1087310 h 2053176"/>
              <a:gd name="connsiteX11699" fmla="*/ 1826490 w 12188965"/>
              <a:gd name="connsiteY11699" fmla="*/ 1061651 h 2053176"/>
              <a:gd name="connsiteX11700" fmla="*/ 1762285 w 12188965"/>
              <a:gd name="connsiteY11700" fmla="*/ 1061651 h 2053176"/>
              <a:gd name="connsiteX11701" fmla="*/ 1787944 w 12188965"/>
              <a:gd name="connsiteY11701" fmla="*/ 1087310 h 2053176"/>
              <a:gd name="connsiteX11702" fmla="*/ 1762285 w 12188965"/>
              <a:gd name="connsiteY11702" fmla="*/ 1112969 h 2053176"/>
              <a:gd name="connsiteX11703" fmla="*/ 1736626 w 12188965"/>
              <a:gd name="connsiteY11703" fmla="*/ 1087310 h 2053176"/>
              <a:gd name="connsiteX11704" fmla="*/ 1762285 w 12188965"/>
              <a:gd name="connsiteY11704" fmla="*/ 1061651 h 2053176"/>
              <a:gd name="connsiteX11705" fmla="*/ 1505464 w 12188965"/>
              <a:gd name="connsiteY11705" fmla="*/ 1061651 h 2053176"/>
              <a:gd name="connsiteX11706" fmla="*/ 1531123 w 12188965"/>
              <a:gd name="connsiteY11706" fmla="*/ 1087310 h 2053176"/>
              <a:gd name="connsiteX11707" fmla="*/ 1505464 w 12188965"/>
              <a:gd name="connsiteY11707" fmla="*/ 1112969 h 2053176"/>
              <a:gd name="connsiteX11708" fmla="*/ 1479806 w 12188965"/>
              <a:gd name="connsiteY11708" fmla="*/ 1087310 h 2053176"/>
              <a:gd name="connsiteX11709" fmla="*/ 1505464 w 12188965"/>
              <a:gd name="connsiteY11709" fmla="*/ 1061651 h 2053176"/>
              <a:gd name="connsiteX11710" fmla="*/ 1441258 w 12188965"/>
              <a:gd name="connsiteY11710" fmla="*/ 1061651 h 2053176"/>
              <a:gd name="connsiteX11711" fmla="*/ 1466917 w 12188965"/>
              <a:gd name="connsiteY11711" fmla="*/ 1087310 h 2053176"/>
              <a:gd name="connsiteX11712" fmla="*/ 1441258 w 12188965"/>
              <a:gd name="connsiteY11712" fmla="*/ 1112969 h 2053176"/>
              <a:gd name="connsiteX11713" fmla="*/ 1415599 w 12188965"/>
              <a:gd name="connsiteY11713" fmla="*/ 1087310 h 2053176"/>
              <a:gd name="connsiteX11714" fmla="*/ 1441258 w 12188965"/>
              <a:gd name="connsiteY11714" fmla="*/ 1061651 h 2053176"/>
              <a:gd name="connsiteX11715" fmla="*/ 1184437 w 12188965"/>
              <a:gd name="connsiteY11715" fmla="*/ 1061651 h 2053176"/>
              <a:gd name="connsiteX11716" fmla="*/ 1210096 w 12188965"/>
              <a:gd name="connsiteY11716" fmla="*/ 1087310 h 2053176"/>
              <a:gd name="connsiteX11717" fmla="*/ 1184437 w 12188965"/>
              <a:gd name="connsiteY11717" fmla="*/ 1112969 h 2053176"/>
              <a:gd name="connsiteX11718" fmla="*/ 1158780 w 12188965"/>
              <a:gd name="connsiteY11718" fmla="*/ 1087310 h 2053176"/>
              <a:gd name="connsiteX11719" fmla="*/ 1184437 w 12188965"/>
              <a:gd name="connsiteY11719" fmla="*/ 1061651 h 2053176"/>
              <a:gd name="connsiteX11720" fmla="*/ 927616 w 12188965"/>
              <a:gd name="connsiteY11720" fmla="*/ 1061651 h 2053176"/>
              <a:gd name="connsiteX11721" fmla="*/ 953275 w 12188965"/>
              <a:gd name="connsiteY11721" fmla="*/ 1087310 h 2053176"/>
              <a:gd name="connsiteX11722" fmla="*/ 927616 w 12188965"/>
              <a:gd name="connsiteY11722" fmla="*/ 1112969 h 2053176"/>
              <a:gd name="connsiteX11723" fmla="*/ 901957 w 12188965"/>
              <a:gd name="connsiteY11723" fmla="*/ 1087310 h 2053176"/>
              <a:gd name="connsiteX11724" fmla="*/ 927616 w 12188965"/>
              <a:gd name="connsiteY11724" fmla="*/ 1061651 h 2053176"/>
              <a:gd name="connsiteX11725" fmla="*/ 606475 w 12188965"/>
              <a:gd name="connsiteY11725" fmla="*/ 1061651 h 2053176"/>
              <a:gd name="connsiteX11726" fmla="*/ 632134 w 12188965"/>
              <a:gd name="connsiteY11726" fmla="*/ 1087310 h 2053176"/>
              <a:gd name="connsiteX11727" fmla="*/ 606475 w 12188965"/>
              <a:gd name="connsiteY11727" fmla="*/ 1112969 h 2053176"/>
              <a:gd name="connsiteX11728" fmla="*/ 580815 w 12188965"/>
              <a:gd name="connsiteY11728" fmla="*/ 1087310 h 2053176"/>
              <a:gd name="connsiteX11729" fmla="*/ 606475 w 12188965"/>
              <a:gd name="connsiteY11729" fmla="*/ 1061651 h 2053176"/>
              <a:gd name="connsiteX11730" fmla="*/ 542268 w 12188965"/>
              <a:gd name="connsiteY11730" fmla="*/ 1061651 h 2053176"/>
              <a:gd name="connsiteX11731" fmla="*/ 567927 w 12188965"/>
              <a:gd name="connsiteY11731" fmla="*/ 1087310 h 2053176"/>
              <a:gd name="connsiteX11732" fmla="*/ 542268 w 12188965"/>
              <a:gd name="connsiteY11732" fmla="*/ 1112969 h 2053176"/>
              <a:gd name="connsiteX11733" fmla="*/ 516610 w 12188965"/>
              <a:gd name="connsiteY11733" fmla="*/ 1087310 h 2053176"/>
              <a:gd name="connsiteX11734" fmla="*/ 542268 w 12188965"/>
              <a:gd name="connsiteY11734" fmla="*/ 1061651 h 2053176"/>
              <a:gd name="connsiteX11735" fmla="*/ 413858 w 12188965"/>
              <a:gd name="connsiteY11735" fmla="*/ 1061651 h 2053176"/>
              <a:gd name="connsiteX11736" fmla="*/ 439517 w 12188965"/>
              <a:gd name="connsiteY11736" fmla="*/ 1087310 h 2053176"/>
              <a:gd name="connsiteX11737" fmla="*/ 413858 w 12188965"/>
              <a:gd name="connsiteY11737" fmla="*/ 1112969 h 2053176"/>
              <a:gd name="connsiteX11738" fmla="*/ 388200 w 12188965"/>
              <a:gd name="connsiteY11738" fmla="*/ 1087310 h 2053176"/>
              <a:gd name="connsiteX11739" fmla="*/ 413858 w 12188965"/>
              <a:gd name="connsiteY11739" fmla="*/ 1061651 h 2053176"/>
              <a:gd name="connsiteX11740" fmla="*/ 25659 w 12188965"/>
              <a:gd name="connsiteY11740" fmla="*/ 1061651 h 2053176"/>
              <a:gd name="connsiteX11741" fmla="*/ 51317 w 12188965"/>
              <a:gd name="connsiteY11741" fmla="*/ 1087310 h 2053176"/>
              <a:gd name="connsiteX11742" fmla="*/ 25659 w 12188965"/>
              <a:gd name="connsiteY11742" fmla="*/ 1112969 h 2053176"/>
              <a:gd name="connsiteX11743" fmla="*/ 0 w 12188965"/>
              <a:gd name="connsiteY11743" fmla="*/ 1087310 h 2053176"/>
              <a:gd name="connsiteX11744" fmla="*/ 25659 w 12188965"/>
              <a:gd name="connsiteY11744" fmla="*/ 1061651 h 2053176"/>
              <a:gd name="connsiteX11745" fmla="*/ 11775107 w 12188965"/>
              <a:gd name="connsiteY11745" fmla="*/ 1007315 h 2053176"/>
              <a:gd name="connsiteX11746" fmla="*/ 11787995 w 12188965"/>
              <a:gd name="connsiteY11746" fmla="*/ 1020202 h 2053176"/>
              <a:gd name="connsiteX11747" fmla="*/ 11775107 w 12188965"/>
              <a:gd name="connsiteY11747" fmla="*/ 1033089 h 2053176"/>
              <a:gd name="connsiteX11748" fmla="*/ 11762221 w 12188965"/>
              <a:gd name="connsiteY11748" fmla="*/ 1020202 h 2053176"/>
              <a:gd name="connsiteX11749" fmla="*/ 11775107 w 12188965"/>
              <a:gd name="connsiteY11749" fmla="*/ 1007315 h 2053176"/>
              <a:gd name="connsiteX11750" fmla="*/ 11646697 w 12188965"/>
              <a:gd name="connsiteY11750" fmla="*/ 1007315 h 2053176"/>
              <a:gd name="connsiteX11751" fmla="*/ 11659583 w 12188965"/>
              <a:gd name="connsiteY11751" fmla="*/ 1020202 h 2053176"/>
              <a:gd name="connsiteX11752" fmla="*/ 11646697 w 12188965"/>
              <a:gd name="connsiteY11752" fmla="*/ 1033089 h 2053176"/>
              <a:gd name="connsiteX11753" fmla="*/ 11633809 w 12188965"/>
              <a:gd name="connsiteY11753" fmla="*/ 1020202 h 2053176"/>
              <a:gd name="connsiteX11754" fmla="*/ 11646697 w 12188965"/>
              <a:gd name="connsiteY11754" fmla="*/ 1007315 h 2053176"/>
              <a:gd name="connsiteX11755" fmla="*/ 11454081 w 12188965"/>
              <a:gd name="connsiteY11755" fmla="*/ 1007315 h 2053176"/>
              <a:gd name="connsiteX11756" fmla="*/ 11466969 w 12188965"/>
              <a:gd name="connsiteY11756" fmla="*/ 1020202 h 2053176"/>
              <a:gd name="connsiteX11757" fmla="*/ 11454081 w 12188965"/>
              <a:gd name="connsiteY11757" fmla="*/ 1033089 h 2053176"/>
              <a:gd name="connsiteX11758" fmla="*/ 11441194 w 12188965"/>
              <a:gd name="connsiteY11758" fmla="*/ 1020202 h 2053176"/>
              <a:gd name="connsiteX11759" fmla="*/ 11454081 w 12188965"/>
              <a:gd name="connsiteY11759" fmla="*/ 1007315 h 2053176"/>
              <a:gd name="connsiteX11760" fmla="*/ 11389875 w 12188965"/>
              <a:gd name="connsiteY11760" fmla="*/ 1007315 h 2053176"/>
              <a:gd name="connsiteX11761" fmla="*/ 11402763 w 12188965"/>
              <a:gd name="connsiteY11761" fmla="*/ 1020202 h 2053176"/>
              <a:gd name="connsiteX11762" fmla="*/ 11389875 w 12188965"/>
              <a:gd name="connsiteY11762" fmla="*/ 1033089 h 2053176"/>
              <a:gd name="connsiteX11763" fmla="*/ 11376989 w 12188965"/>
              <a:gd name="connsiteY11763" fmla="*/ 1020202 h 2053176"/>
              <a:gd name="connsiteX11764" fmla="*/ 11389875 w 12188965"/>
              <a:gd name="connsiteY11764" fmla="*/ 1007315 h 2053176"/>
              <a:gd name="connsiteX11765" fmla="*/ 10747708 w 12188965"/>
              <a:gd name="connsiteY11765" fmla="*/ 1007315 h 2053176"/>
              <a:gd name="connsiteX11766" fmla="*/ 10760593 w 12188965"/>
              <a:gd name="connsiteY11766" fmla="*/ 1020202 h 2053176"/>
              <a:gd name="connsiteX11767" fmla="*/ 10747708 w 12188965"/>
              <a:gd name="connsiteY11767" fmla="*/ 1033089 h 2053176"/>
              <a:gd name="connsiteX11768" fmla="*/ 10734820 w 12188965"/>
              <a:gd name="connsiteY11768" fmla="*/ 1020202 h 2053176"/>
              <a:gd name="connsiteX11769" fmla="*/ 10747708 w 12188965"/>
              <a:gd name="connsiteY11769" fmla="*/ 1007315 h 2053176"/>
              <a:gd name="connsiteX11770" fmla="*/ 10490885 w 12188965"/>
              <a:gd name="connsiteY11770" fmla="*/ 1007315 h 2053176"/>
              <a:gd name="connsiteX11771" fmla="*/ 10503773 w 12188965"/>
              <a:gd name="connsiteY11771" fmla="*/ 1020202 h 2053176"/>
              <a:gd name="connsiteX11772" fmla="*/ 10490885 w 12188965"/>
              <a:gd name="connsiteY11772" fmla="*/ 1033089 h 2053176"/>
              <a:gd name="connsiteX11773" fmla="*/ 10477997 w 12188965"/>
              <a:gd name="connsiteY11773" fmla="*/ 1020202 h 2053176"/>
              <a:gd name="connsiteX11774" fmla="*/ 10490885 w 12188965"/>
              <a:gd name="connsiteY11774" fmla="*/ 1007315 h 2053176"/>
              <a:gd name="connsiteX11775" fmla="*/ 10298270 w 12188965"/>
              <a:gd name="connsiteY11775" fmla="*/ 1007315 h 2053176"/>
              <a:gd name="connsiteX11776" fmla="*/ 10311158 w 12188965"/>
              <a:gd name="connsiteY11776" fmla="*/ 1020202 h 2053176"/>
              <a:gd name="connsiteX11777" fmla="*/ 10298270 w 12188965"/>
              <a:gd name="connsiteY11777" fmla="*/ 1033089 h 2053176"/>
              <a:gd name="connsiteX11778" fmla="*/ 10285382 w 12188965"/>
              <a:gd name="connsiteY11778" fmla="*/ 1020202 h 2053176"/>
              <a:gd name="connsiteX11779" fmla="*/ 10298270 w 12188965"/>
              <a:gd name="connsiteY11779" fmla="*/ 1007315 h 2053176"/>
              <a:gd name="connsiteX11780" fmla="*/ 9527689 w 12188965"/>
              <a:gd name="connsiteY11780" fmla="*/ 1007315 h 2053176"/>
              <a:gd name="connsiteX11781" fmla="*/ 9540577 w 12188965"/>
              <a:gd name="connsiteY11781" fmla="*/ 1020202 h 2053176"/>
              <a:gd name="connsiteX11782" fmla="*/ 9527689 w 12188965"/>
              <a:gd name="connsiteY11782" fmla="*/ 1033089 h 2053176"/>
              <a:gd name="connsiteX11783" fmla="*/ 9514804 w 12188965"/>
              <a:gd name="connsiteY11783" fmla="*/ 1020202 h 2053176"/>
              <a:gd name="connsiteX11784" fmla="*/ 9527689 w 12188965"/>
              <a:gd name="connsiteY11784" fmla="*/ 1007315 h 2053176"/>
              <a:gd name="connsiteX11785" fmla="*/ 8692906 w 12188965"/>
              <a:gd name="connsiteY11785" fmla="*/ 1007315 h 2053176"/>
              <a:gd name="connsiteX11786" fmla="*/ 8705792 w 12188965"/>
              <a:gd name="connsiteY11786" fmla="*/ 1020202 h 2053176"/>
              <a:gd name="connsiteX11787" fmla="*/ 8692906 w 12188965"/>
              <a:gd name="connsiteY11787" fmla="*/ 1033089 h 2053176"/>
              <a:gd name="connsiteX11788" fmla="*/ 8680018 w 12188965"/>
              <a:gd name="connsiteY11788" fmla="*/ 1020202 h 2053176"/>
              <a:gd name="connsiteX11789" fmla="*/ 8692906 w 12188965"/>
              <a:gd name="connsiteY11789" fmla="*/ 1007315 h 2053176"/>
              <a:gd name="connsiteX11790" fmla="*/ 7087658 w 12188965"/>
              <a:gd name="connsiteY11790" fmla="*/ 1007315 h 2053176"/>
              <a:gd name="connsiteX11791" fmla="*/ 7100544 w 12188965"/>
              <a:gd name="connsiteY11791" fmla="*/ 1020202 h 2053176"/>
              <a:gd name="connsiteX11792" fmla="*/ 7087658 w 12188965"/>
              <a:gd name="connsiteY11792" fmla="*/ 1033089 h 2053176"/>
              <a:gd name="connsiteX11793" fmla="*/ 7074770 w 12188965"/>
              <a:gd name="connsiteY11793" fmla="*/ 1020202 h 2053176"/>
              <a:gd name="connsiteX11794" fmla="*/ 7087658 w 12188965"/>
              <a:gd name="connsiteY11794" fmla="*/ 1007315 h 2053176"/>
              <a:gd name="connsiteX11795" fmla="*/ 6702427 w 12188965"/>
              <a:gd name="connsiteY11795" fmla="*/ 1007315 h 2053176"/>
              <a:gd name="connsiteX11796" fmla="*/ 6715312 w 12188965"/>
              <a:gd name="connsiteY11796" fmla="*/ 1020202 h 2053176"/>
              <a:gd name="connsiteX11797" fmla="*/ 6702427 w 12188965"/>
              <a:gd name="connsiteY11797" fmla="*/ 1033089 h 2053176"/>
              <a:gd name="connsiteX11798" fmla="*/ 6689539 w 12188965"/>
              <a:gd name="connsiteY11798" fmla="*/ 1020202 h 2053176"/>
              <a:gd name="connsiteX11799" fmla="*/ 6702427 w 12188965"/>
              <a:gd name="connsiteY11799" fmla="*/ 1007315 h 2053176"/>
              <a:gd name="connsiteX11800" fmla="*/ 6638220 w 12188965"/>
              <a:gd name="connsiteY11800" fmla="*/ 1007315 h 2053176"/>
              <a:gd name="connsiteX11801" fmla="*/ 6651108 w 12188965"/>
              <a:gd name="connsiteY11801" fmla="*/ 1020202 h 2053176"/>
              <a:gd name="connsiteX11802" fmla="*/ 6638220 w 12188965"/>
              <a:gd name="connsiteY11802" fmla="*/ 1033089 h 2053176"/>
              <a:gd name="connsiteX11803" fmla="*/ 6625335 w 12188965"/>
              <a:gd name="connsiteY11803" fmla="*/ 1020202 h 2053176"/>
              <a:gd name="connsiteX11804" fmla="*/ 6638220 w 12188965"/>
              <a:gd name="connsiteY11804" fmla="*/ 1007315 h 2053176"/>
              <a:gd name="connsiteX11805" fmla="*/ 6064505 w 12188965"/>
              <a:gd name="connsiteY11805" fmla="*/ 1007315 h 2053176"/>
              <a:gd name="connsiteX11806" fmla="*/ 6077390 w 12188965"/>
              <a:gd name="connsiteY11806" fmla="*/ 1020202 h 2053176"/>
              <a:gd name="connsiteX11807" fmla="*/ 6064505 w 12188965"/>
              <a:gd name="connsiteY11807" fmla="*/ 1033089 h 2053176"/>
              <a:gd name="connsiteX11808" fmla="*/ 6051617 w 12188965"/>
              <a:gd name="connsiteY11808" fmla="*/ 1020202 h 2053176"/>
              <a:gd name="connsiteX11809" fmla="*/ 6064505 w 12188965"/>
              <a:gd name="connsiteY11809" fmla="*/ 1007315 h 2053176"/>
              <a:gd name="connsiteX11810" fmla="*/ 5936092 w 12188965"/>
              <a:gd name="connsiteY11810" fmla="*/ 1007315 h 2053176"/>
              <a:gd name="connsiteX11811" fmla="*/ 5948981 w 12188965"/>
              <a:gd name="connsiteY11811" fmla="*/ 1020202 h 2053176"/>
              <a:gd name="connsiteX11812" fmla="*/ 5936092 w 12188965"/>
              <a:gd name="connsiteY11812" fmla="*/ 1033089 h 2053176"/>
              <a:gd name="connsiteX11813" fmla="*/ 5923204 w 12188965"/>
              <a:gd name="connsiteY11813" fmla="*/ 1020202 h 2053176"/>
              <a:gd name="connsiteX11814" fmla="*/ 5936092 w 12188965"/>
              <a:gd name="connsiteY11814" fmla="*/ 1007315 h 2053176"/>
              <a:gd name="connsiteX11815" fmla="*/ 5743477 w 12188965"/>
              <a:gd name="connsiteY11815" fmla="*/ 1007315 h 2053176"/>
              <a:gd name="connsiteX11816" fmla="*/ 5756364 w 12188965"/>
              <a:gd name="connsiteY11816" fmla="*/ 1020202 h 2053176"/>
              <a:gd name="connsiteX11817" fmla="*/ 5743477 w 12188965"/>
              <a:gd name="connsiteY11817" fmla="*/ 1033089 h 2053176"/>
              <a:gd name="connsiteX11818" fmla="*/ 5730590 w 12188965"/>
              <a:gd name="connsiteY11818" fmla="*/ 1020202 h 2053176"/>
              <a:gd name="connsiteX11819" fmla="*/ 5743477 w 12188965"/>
              <a:gd name="connsiteY11819" fmla="*/ 1007315 h 2053176"/>
              <a:gd name="connsiteX11820" fmla="*/ 5679272 w 12188965"/>
              <a:gd name="connsiteY11820" fmla="*/ 1007315 h 2053176"/>
              <a:gd name="connsiteX11821" fmla="*/ 5692160 w 12188965"/>
              <a:gd name="connsiteY11821" fmla="*/ 1020202 h 2053176"/>
              <a:gd name="connsiteX11822" fmla="*/ 5679272 w 12188965"/>
              <a:gd name="connsiteY11822" fmla="*/ 1033089 h 2053176"/>
              <a:gd name="connsiteX11823" fmla="*/ 5666385 w 12188965"/>
              <a:gd name="connsiteY11823" fmla="*/ 1020202 h 2053176"/>
              <a:gd name="connsiteX11824" fmla="*/ 5679272 w 12188965"/>
              <a:gd name="connsiteY11824" fmla="*/ 1007315 h 2053176"/>
              <a:gd name="connsiteX11825" fmla="*/ 5037104 w 12188965"/>
              <a:gd name="connsiteY11825" fmla="*/ 1007315 h 2053176"/>
              <a:gd name="connsiteX11826" fmla="*/ 5049991 w 12188965"/>
              <a:gd name="connsiteY11826" fmla="*/ 1020202 h 2053176"/>
              <a:gd name="connsiteX11827" fmla="*/ 5037104 w 12188965"/>
              <a:gd name="connsiteY11827" fmla="*/ 1033089 h 2053176"/>
              <a:gd name="connsiteX11828" fmla="*/ 5024216 w 12188965"/>
              <a:gd name="connsiteY11828" fmla="*/ 1020202 h 2053176"/>
              <a:gd name="connsiteX11829" fmla="*/ 5037104 w 12188965"/>
              <a:gd name="connsiteY11829" fmla="*/ 1007315 h 2053176"/>
              <a:gd name="connsiteX11830" fmla="*/ 4780282 w 12188965"/>
              <a:gd name="connsiteY11830" fmla="*/ 1007315 h 2053176"/>
              <a:gd name="connsiteX11831" fmla="*/ 4793170 w 12188965"/>
              <a:gd name="connsiteY11831" fmla="*/ 1020202 h 2053176"/>
              <a:gd name="connsiteX11832" fmla="*/ 4780282 w 12188965"/>
              <a:gd name="connsiteY11832" fmla="*/ 1033089 h 2053176"/>
              <a:gd name="connsiteX11833" fmla="*/ 4767394 w 12188965"/>
              <a:gd name="connsiteY11833" fmla="*/ 1020202 h 2053176"/>
              <a:gd name="connsiteX11834" fmla="*/ 4780282 w 12188965"/>
              <a:gd name="connsiteY11834" fmla="*/ 1007315 h 2053176"/>
              <a:gd name="connsiteX11835" fmla="*/ 4587666 w 12188965"/>
              <a:gd name="connsiteY11835" fmla="*/ 1007315 h 2053176"/>
              <a:gd name="connsiteX11836" fmla="*/ 4600553 w 12188965"/>
              <a:gd name="connsiteY11836" fmla="*/ 1020202 h 2053176"/>
              <a:gd name="connsiteX11837" fmla="*/ 4587666 w 12188965"/>
              <a:gd name="connsiteY11837" fmla="*/ 1033089 h 2053176"/>
              <a:gd name="connsiteX11838" fmla="*/ 4574778 w 12188965"/>
              <a:gd name="connsiteY11838" fmla="*/ 1020202 h 2053176"/>
              <a:gd name="connsiteX11839" fmla="*/ 4587666 w 12188965"/>
              <a:gd name="connsiteY11839" fmla="*/ 1007315 h 2053176"/>
              <a:gd name="connsiteX11840" fmla="*/ 3817086 w 12188965"/>
              <a:gd name="connsiteY11840" fmla="*/ 1007315 h 2053176"/>
              <a:gd name="connsiteX11841" fmla="*/ 3829973 w 12188965"/>
              <a:gd name="connsiteY11841" fmla="*/ 1020202 h 2053176"/>
              <a:gd name="connsiteX11842" fmla="*/ 3817086 w 12188965"/>
              <a:gd name="connsiteY11842" fmla="*/ 1033089 h 2053176"/>
              <a:gd name="connsiteX11843" fmla="*/ 3804199 w 12188965"/>
              <a:gd name="connsiteY11843" fmla="*/ 1020202 h 2053176"/>
              <a:gd name="connsiteX11844" fmla="*/ 3817086 w 12188965"/>
              <a:gd name="connsiteY11844" fmla="*/ 1007315 h 2053176"/>
              <a:gd name="connsiteX11845" fmla="*/ 2982301 w 12188965"/>
              <a:gd name="connsiteY11845" fmla="*/ 1007315 h 2053176"/>
              <a:gd name="connsiteX11846" fmla="*/ 2995190 w 12188965"/>
              <a:gd name="connsiteY11846" fmla="*/ 1020202 h 2053176"/>
              <a:gd name="connsiteX11847" fmla="*/ 2982301 w 12188965"/>
              <a:gd name="connsiteY11847" fmla="*/ 1033089 h 2053176"/>
              <a:gd name="connsiteX11848" fmla="*/ 2969414 w 12188965"/>
              <a:gd name="connsiteY11848" fmla="*/ 1020202 h 2053176"/>
              <a:gd name="connsiteX11849" fmla="*/ 2982301 w 12188965"/>
              <a:gd name="connsiteY11849" fmla="*/ 1007315 h 2053176"/>
              <a:gd name="connsiteX11850" fmla="*/ 1377055 w 12188965"/>
              <a:gd name="connsiteY11850" fmla="*/ 1007315 h 2053176"/>
              <a:gd name="connsiteX11851" fmla="*/ 1389941 w 12188965"/>
              <a:gd name="connsiteY11851" fmla="*/ 1020202 h 2053176"/>
              <a:gd name="connsiteX11852" fmla="*/ 1377055 w 12188965"/>
              <a:gd name="connsiteY11852" fmla="*/ 1033089 h 2053176"/>
              <a:gd name="connsiteX11853" fmla="*/ 1364167 w 12188965"/>
              <a:gd name="connsiteY11853" fmla="*/ 1020202 h 2053176"/>
              <a:gd name="connsiteX11854" fmla="*/ 1377055 w 12188965"/>
              <a:gd name="connsiteY11854" fmla="*/ 1007315 h 2053176"/>
              <a:gd name="connsiteX11855" fmla="*/ 991824 w 12188965"/>
              <a:gd name="connsiteY11855" fmla="*/ 1007315 h 2053176"/>
              <a:gd name="connsiteX11856" fmla="*/ 1004709 w 12188965"/>
              <a:gd name="connsiteY11856" fmla="*/ 1020202 h 2053176"/>
              <a:gd name="connsiteX11857" fmla="*/ 991824 w 12188965"/>
              <a:gd name="connsiteY11857" fmla="*/ 1033089 h 2053176"/>
              <a:gd name="connsiteX11858" fmla="*/ 978935 w 12188965"/>
              <a:gd name="connsiteY11858" fmla="*/ 1020202 h 2053176"/>
              <a:gd name="connsiteX11859" fmla="*/ 991824 w 12188965"/>
              <a:gd name="connsiteY11859" fmla="*/ 1007315 h 2053176"/>
              <a:gd name="connsiteX11860" fmla="*/ 927616 w 12188965"/>
              <a:gd name="connsiteY11860" fmla="*/ 1007315 h 2053176"/>
              <a:gd name="connsiteX11861" fmla="*/ 940503 w 12188965"/>
              <a:gd name="connsiteY11861" fmla="*/ 1020202 h 2053176"/>
              <a:gd name="connsiteX11862" fmla="*/ 927616 w 12188965"/>
              <a:gd name="connsiteY11862" fmla="*/ 1033089 h 2053176"/>
              <a:gd name="connsiteX11863" fmla="*/ 914731 w 12188965"/>
              <a:gd name="connsiteY11863" fmla="*/ 1020202 h 2053176"/>
              <a:gd name="connsiteX11864" fmla="*/ 927616 w 12188965"/>
              <a:gd name="connsiteY11864" fmla="*/ 1007315 h 2053176"/>
              <a:gd name="connsiteX11865" fmla="*/ 346686 w 12188965"/>
              <a:gd name="connsiteY11865" fmla="*/ 1007315 h 2053176"/>
              <a:gd name="connsiteX11866" fmla="*/ 359572 w 12188965"/>
              <a:gd name="connsiteY11866" fmla="*/ 1020202 h 2053176"/>
              <a:gd name="connsiteX11867" fmla="*/ 346686 w 12188965"/>
              <a:gd name="connsiteY11867" fmla="*/ 1033089 h 2053176"/>
              <a:gd name="connsiteX11868" fmla="*/ 333799 w 12188965"/>
              <a:gd name="connsiteY11868" fmla="*/ 1020202 h 2053176"/>
              <a:gd name="connsiteX11869" fmla="*/ 346686 w 12188965"/>
              <a:gd name="connsiteY11869" fmla="*/ 1007315 h 2053176"/>
              <a:gd name="connsiteX11870" fmla="*/ 218274 w 12188965"/>
              <a:gd name="connsiteY11870" fmla="*/ 1007315 h 2053176"/>
              <a:gd name="connsiteX11871" fmla="*/ 231162 w 12188965"/>
              <a:gd name="connsiteY11871" fmla="*/ 1020202 h 2053176"/>
              <a:gd name="connsiteX11872" fmla="*/ 218274 w 12188965"/>
              <a:gd name="connsiteY11872" fmla="*/ 1033089 h 2053176"/>
              <a:gd name="connsiteX11873" fmla="*/ 205386 w 12188965"/>
              <a:gd name="connsiteY11873" fmla="*/ 1020202 h 2053176"/>
              <a:gd name="connsiteX11874" fmla="*/ 218274 w 12188965"/>
              <a:gd name="connsiteY11874" fmla="*/ 1007315 h 2053176"/>
              <a:gd name="connsiteX11875" fmla="*/ 25659 w 12188965"/>
              <a:gd name="connsiteY11875" fmla="*/ 1007315 h 2053176"/>
              <a:gd name="connsiteX11876" fmla="*/ 38547 w 12188965"/>
              <a:gd name="connsiteY11876" fmla="*/ 1020202 h 2053176"/>
              <a:gd name="connsiteX11877" fmla="*/ 25659 w 12188965"/>
              <a:gd name="connsiteY11877" fmla="*/ 1033089 h 2053176"/>
              <a:gd name="connsiteX11878" fmla="*/ 12771 w 12188965"/>
              <a:gd name="connsiteY11878" fmla="*/ 1020202 h 2053176"/>
              <a:gd name="connsiteX11879" fmla="*/ 25659 w 12188965"/>
              <a:gd name="connsiteY11879" fmla="*/ 1007315 h 2053176"/>
              <a:gd name="connsiteX11880" fmla="*/ 11970691 w 12188965"/>
              <a:gd name="connsiteY11880" fmla="*/ 994543 h 2053176"/>
              <a:gd name="connsiteX11881" fmla="*/ 11996349 w 12188965"/>
              <a:gd name="connsiteY11881" fmla="*/ 1020202 h 2053176"/>
              <a:gd name="connsiteX11882" fmla="*/ 11970691 w 12188965"/>
              <a:gd name="connsiteY11882" fmla="*/ 1045862 h 2053176"/>
              <a:gd name="connsiteX11883" fmla="*/ 11945033 w 12188965"/>
              <a:gd name="connsiteY11883" fmla="*/ 1020202 h 2053176"/>
              <a:gd name="connsiteX11884" fmla="*/ 11970691 w 12188965"/>
              <a:gd name="connsiteY11884" fmla="*/ 994543 h 2053176"/>
              <a:gd name="connsiteX11885" fmla="*/ 11842279 w 12188965"/>
              <a:gd name="connsiteY11885" fmla="*/ 994543 h 2053176"/>
              <a:gd name="connsiteX11886" fmla="*/ 11867941 w 12188965"/>
              <a:gd name="connsiteY11886" fmla="*/ 1020202 h 2053176"/>
              <a:gd name="connsiteX11887" fmla="*/ 11842279 w 12188965"/>
              <a:gd name="connsiteY11887" fmla="*/ 1045862 h 2053176"/>
              <a:gd name="connsiteX11888" fmla="*/ 11816621 w 12188965"/>
              <a:gd name="connsiteY11888" fmla="*/ 1020202 h 2053176"/>
              <a:gd name="connsiteX11889" fmla="*/ 11842279 w 12188965"/>
              <a:gd name="connsiteY11889" fmla="*/ 994543 h 2053176"/>
              <a:gd name="connsiteX11890" fmla="*/ 11325670 w 12188965"/>
              <a:gd name="connsiteY11890" fmla="*/ 994543 h 2053176"/>
              <a:gd name="connsiteX11891" fmla="*/ 11351329 w 12188965"/>
              <a:gd name="connsiteY11891" fmla="*/ 1020202 h 2053176"/>
              <a:gd name="connsiteX11892" fmla="*/ 11325670 w 12188965"/>
              <a:gd name="connsiteY11892" fmla="*/ 1045862 h 2053176"/>
              <a:gd name="connsiteX11893" fmla="*/ 11300012 w 12188965"/>
              <a:gd name="connsiteY11893" fmla="*/ 1020202 h 2053176"/>
              <a:gd name="connsiteX11894" fmla="*/ 11325670 w 12188965"/>
              <a:gd name="connsiteY11894" fmla="*/ 994543 h 2053176"/>
              <a:gd name="connsiteX11895" fmla="*/ 11197259 w 12188965"/>
              <a:gd name="connsiteY11895" fmla="*/ 994543 h 2053176"/>
              <a:gd name="connsiteX11896" fmla="*/ 11222917 w 12188965"/>
              <a:gd name="connsiteY11896" fmla="*/ 1020202 h 2053176"/>
              <a:gd name="connsiteX11897" fmla="*/ 11197259 w 12188965"/>
              <a:gd name="connsiteY11897" fmla="*/ 1045862 h 2053176"/>
              <a:gd name="connsiteX11898" fmla="*/ 11171601 w 12188965"/>
              <a:gd name="connsiteY11898" fmla="*/ 1020202 h 2053176"/>
              <a:gd name="connsiteX11899" fmla="*/ 11197259 w 12188965"/>
              <a:gd name="connsiteY11899" fmla="*/ 994543 h 2053176"/>
              <a:gd name="connsiteX11900" fmla="*/ 11133055 w 12188965"/>
              <a:gd name="connsiteY11900" fmla="*/ 994543 h 2053176"/>
              <a:gd name="connsiteX11901" fmla="*/ 11158713 w 12188965"/>
              <a:gd name="connsiteY11901" fmla="*/ 1020202 h 2053176"/>
              <a:gd name="connsiteX11902" fmla="*/ 11133055 w 12188965"/>
              <a:gd name="connsiteY11902" fmla="*/ 1045862 h 2053176"/>
              <a:gd name="connsiteX11903" fmla="*/ 11107396 w 12188965"/>
              <a:gd name="connsiteY11903" fmla="*/ 1020202 h 2053176"/>
              <a:gd name="connsiteX11904" fmla="*/ 11133055 w 12188965"/>
              <a:gd name="connsiteY11904" fmla="*/ 994543 h 2053176"/>
              <a:gd name="connsiteX11905" fmla="*/ 10940321 w 12188965"/>
              <a:gd name="connsiteY11905" fmla="*/ 994543 h 2053176"/>
              <a:gd name="connsiteX11906" fmla="*/ 10965982 w 12188965"/>
              <a:gd name="connsiteY11906" fmla="*/ 1020202 h 2053176"/>
              <a:gd name="connsiteX11907" fmla="*/ 10940321 w 12188965"/>
              <a:gd name="connsiteY11907" fmla="*/ 1045862 h 2053176"/>
              <a:gd name="connsiteX11908" fmla="*/ 10914663 w 12188965"/>
              <a:gd name="connsiteY11908" fmla="*/ 1020202 h 2053176"/>
              <a:gd name="connsiteX11909" fmla="*/ 10940321 w 12188965"/>
              <a:gd name="connsiteY11909" fmla="*/ 994543 h 2053176"/>
              <a:gd name="connsiteX11910" fmla="*/ 10683501 w 12188965"/>
              <a:gd name="connsiteY11910" fmla="*/ 994543 h 2053176"/>
              <a:gd name="connsiteX11911" fmla="*/ 10709159 w 12188965"/>
              <a:gd name="connsiteY11911" fmla="*/ 1020202 h 2053176"/>
              <a:gd name="connsiteX11912" fmla="*/ 10683501 w 12188965"/>
              <a:gd name="connsiteY11912" fmla="*/ 1045862 h 2053176"/>
              <a:gd name="connsiteX11913" fmla="*/ 10657843 w 12188965"/>
              <a:gd name="connsiteY11913" fmla="*/ 1020202 h 2053176"/>
              <a:gd name="connsiteX11914" fmla="*/ 10683501 w 12188965"/>
              <a:gd name="connsiteY11914" fmla="*/ 994543 h 2053176"/>
              <a:gd name="connsiteX11915" fmla="*/ 10619297 w 12188965"/>
              <a:gd name="connsiteY11915" fmla="*/ 994543 h 2053176"/>
              <a:gd name="connsiteX11916" fmla="*/ 10644955 w 12188965"/>
              <a:gd name="connsiteY11916" fmla="*/ 1020202 h 2053176"/>
              <a:gd name="connsiteX11917" fmla="*/ 10619297 w 12188965"/>
              <a:gd name="connsiteY11917" fmla="*/ 1045862 h 2053176"/>
              <a:gd name="connsiteX11918" fmla="*/ 10593639 w 12188965"/>
              <a:gd name="connsiteY11918" fmla="*/ 1020202 h 2053176"/>
              <a:gd name="connsiteX11919" fmla="*/ 10619297 w 12188965"/>
              <a:gd name="connsiteY11919" fmla="*/ 994543 h 2053176"/>
              <a:gd name="connsiteX11920" fmla="*/ 10555092 w 12188965"/>
              <a:gd name="connsiteY11920" fmla="*/ 994543 h 2053176"/>
              <a:gd name="connsiteX11921" fmla="*/ 10580751 w 12188965"/>
              <a:gd name="connsiteY11921" fmla="*/ 1020202 h 2053176"/>
              <a:gd name="connsiteX11922" fmla="*/ 10555092 w 12188965"/>
              <a:gd name="connsiteY11922" fmla="*/ 1045862 h 2053176"/>
              <a:gd name="connsiteX11923" fmla="*/ 10529432 w 12188965"/>
              <a:gd name="connsiteY11923" fmla="*/ 1020202 h 2053176"/>
              <a:gd name="connsiteX11924" fmla="*/ 10555092 w 12188965"/>
              <a:gd name="connsiteY11924" fmla="*/ 994543 h 2053176"/>
              <a:gd name="connsiteX11925" fmla="*/ 10362474 w 12188965"/>
              <a:gd name="connsiteY11925" fmla="*/ 994543 h 2053176"/>
              <a:gd name="connsiteX11926" fmla="*/ 10388135 w 12188965"/>
              <a:gd name="connsiteY11926" fmla="*/ 1020202 h 2053176"/>
              <a:gd name="connsiteX11927" fmla="*/ 10362474 w 12188965"/>
              <a:gd name="connsiteY11927" fmla="*/ 1045862 h 2053176"/>
              <a:gd name="connsiteX11928" fmla="*/ 10336816 w 12188965"/>
              <a:gd name="connsiteY11928" fmla="*/ 1020202 h 2053176"/>
              <a:gd name="connsiteX11929" fmla="*/ 10362474 w 12188965"/>
              <a:gd name="connsiteY11929" fmla="*/ 994543 h 2053176"/>
              <a:gd name="connsiteX11930" fmla="*/ 10234065 w 12188965"/>
              <a:gd name="connsiteY11930" fmla="*/ 994543 h 2053176"/>
              <a:gd name="connsiteX11931" fmla="*/ 10259723 w 12188965"/>
              <a:gd name="connsiteY11931" fmla="*/ 1020202 h 2053176"/>
              <a:gd name="connsiteX11932" fmla="*/ 10234065 w 12188965"/>
              <a:gd name="connsiteY11932" fmla="*/ 1045862 h 2053176"/>
              <a:gd name="connsiteX11933" fmla="*/ 10208404 w 12188965"/>
              <a:gd name="connsiteY11933" fmla="*/ 1020202 h 2053176"/>
              <a:gd name="connsiteX11934" fmla="*/ 10234065 w 12188965"/>
              <a:gd name="connsiteY11934" fmla="*/ 994543 h 2053176"/>
              <a:gd name="connsiteX11935" fmla="*/ 10105654 w 12188965"/>
              <a:gd name="connsiteY11935" fmla="*/ 994543 h 2053176"/>
              <a:gd name="connsiteX11936" fmla="*/ 10131312 w 12188965"/>
              <a:gd name="connsiteY11936" fmla="*/ 1020202 h 2053176"/>
              <a:gd name="connsiteX11937" fmla="*/ 10105654 w 12188965"/>
              <a:gd name="connsiteY11937" fmla="*/ 1045862 h 2053176"/>
              <a:gd name="connsiteX11938" fmla="*/ 10079996 w 12188965"/>
              <a:gd name="connsiteY11938" fmla="*/ 1020202 h 2053176"/>
              <a:gd name="connsiteX11939" fmla="*/ 10105654 w 12188965"/>
              <a:gd name="connsiteY11939" fmla="*/ 994543 h 2053176"/>
              <a:gd name="connsiteX11940" fmla="*/ 9720307 w 12188965"/>
              <a:gd name="connsiteY11940" fmla="*/ 994543 h 2053176"/>
              <a:gd name="connsiteX11941" fmla="*/ 9745965 w 12188965"/>
              <a:gd name="connsiteY11941" fmla="*/ 1020202 h 2053176"/>
              <a:gd name="connsiteX11942" fmla="*/ 9720307 w 12188965"/>
              <a:gd name="connsiteY11942" fmla="*/ 1045862 h 2053176"/>
              <a:gd name="connsiteX11943" fmla="*/ 9694646 w 12188965"/>
              <a:gd name="connsiteY11943" fmla="*/ 1020202 h 2053176"/>
              <a:gd name="connsiteX11944" fmla="*/ 9720307 w 12188965"/>
              <a:gd name="connsiteY11944" fmla="*/ 994543 h 2053176"/>
              <a:gd name="connsiteX11945" fmla="*/ 9463485 w 12188965"/>
              <a:gd name="connsiteY11945" fmla="*/ 994543 h 2053176"/>
              <a:gd name="connsiteX11946" fmla="*/ 9489143 w 12188965"/>
              <a:gd name="connsiteY11946" fmla="*/ 1020202 h 2053176"/>
              <a:gd name="connsiteX11947" fmla="*/ 9463485 w 12188965"/>
              <a:gd name="connsiteY11947" fmla="*/ 1045862 h 2053176"/>
              <a:gd name="connsiteX11948" fmla="*/ 9437826 w 12188965"/>
              <a:gd name="connsiteY11948" fmla="*/ 1020202 h 2053176"/>
              <a:gd name="connsiteX11949" fmla="*/ 9463485 w 12188965"/>
              <a:gd name="connsiteY11949" fmla="*/ 994543 h 2053176"/>
              <a:gd name="connsiteX11950" fmla="*/ 9078253 w 12188965"/>
              <a:gd name="connsiteY11950" fmla="*/ 994543 h 2053176"/>
              <a:gd name="connsiteX11951" fmla="*/ 9103911 w 12188965"/>
              <a:gd name="connsiteY11951" fmla="*/ 1020202 h 2053176"/>
              <a:gd name="connsiteX11952" fmla="*/ 9078253 w 12188965"/>
              <a:gd name="connsiteY11952" fmla="*/ 1045862 h 2053176"/>
              <a:gd name="connsiteX11953" fmla="*/ 9052595 w 12188965"/>
              <a:gd name="connsiteY11953" fmla="*/ 1020202 h 2053176"/>
              <a:gd name="connsiteX11954" fmla="*/ 9078253 w 12188965"/>
              <a:gd name="connsiteY11954" fmla="*/ 994543 h 2053176"/>
              <a:gd name="connsiteX11955" fmla="*/ 8564495 w 12188965"/>
              <a:gd name="connsiteY11955" fmla="*/ 994543 h 2053176"/>
              <a:gd name="connsiteX11956" fmla="*/ 8590153 w 12188965"/>
              <a:gd name="connsiteY11956" fmla="*/ 1020202 h 2053176"/>
              <a:gd name="connsiteX11957" fmla="*/ 8564495 w 12188965"/>
              <a:gd name="connsiteY11957" fmla="*/ 1045862 h 2053176"/>
              <a:gd name="connsiteX11958" fmla="*/ 8538837 w 12188965"/>
              <a:gd name="connsiteY11958" fmla="*/ 1020202 h 2053176"/>
              <a:gd name="connsiteX11959" fmla="*/ 8564495 w 12188965"/>
              <a:gd name="connsiteY11959" fmla="*/ 994543 h 2053176"/>
              <a:gd name="connsiteX11960" fmla="*/ 8050852 w 12188965"/>
              <a:gd name="connsiteY11960" fmla="*/ 994543 h 2053176"/>
              <a:gd name="connsiteX11961" fmla="*/ 8076510 w 12188965"/>
              <a:gd name="connsiteY11961" fmla="*/ 1020202 h 2053176"/>
              <a:gd name="connsiteX11962" fmla="*/ 8050852 w 12188965"/>
              <a:gd name="connsiteY11962" fmla="*/ 1045862 h 2053176"/>
              <a:gd name="connsiteX11963" fmla="*/ 8025194 w 12188965"/>
              <a:gd name="connsiteY11963" fmla="*/ 1020202 h 2053176"/>
              <a:gd name="connsiteX11964" fmla="*/ 8050852 w 12188965"/>
              <a:gd name="connsiteY11964" fmla="*/ 994543 h 2053176"/>
              <a:gd name="connsiteX11965" fmla="*/ 7986648 w 12188965"/>
              <a:gd name="connsiteY11965" fmla="*/ 994543 h 2053176"/>
              <a:gd name="connsiteX11966" fmla="*/ 8012306 w 12188965"/>
              <a:gd name="connsiteY11966" fmla="*/ 1020202 h 2053176"/>
              <a:gd name="connsiteX11967" fmla="*/ 7986648 w 12188965"/>
              <a:gd name="connsiteY11967" fmla="*/ 1045862 h 2053176"/>
              <a:gd name="connsiteX11968" fmla="*/ 7960990 w 12188965"/>
              <a:gd name="connsiteY11968" fmla="*/ 1020202 h 2053176"/>
              <a:gd name="connsiteX11969" fmla="*/ 7986648 w 12188965"/>
              <a:gd name="connsiteY11969" fmla="*/ 994543 h 2053176"/>
              <a:gd name="connsiteX11970" fmla="*/ 7858237 w 12188965"/>
              <a:gd name="connsiteY11970" fmla="*/ 994543 h 2053176"/>
              <a:gd name="connsiteX11971" fmla="*/ 7883895 w 12188965"/>
              <a:gd name="connsiteY11971" fmla="*/ 1020202 h 2053176"/>
              <a:gd name="connsiteX11972" fmla="*/ 7858237 w 12188965"/>
              <a:gd name="connsiteY11972" fmla="*/ 1045862 h 2053176"/>
              <a:gd name="connsiteX11973" fmla="*/ 7832578 w 12188965"/>
              <a:gd name="connsiteY11973" fmla="*/ 1020202 h 2053176"/>
              <a:gd name="connsiteX11974" fmla="*/ 7858237 w 12188965"/>
              <a:gd name="connsiteY11974" fmla="*/ 994543 h 2053176"/>
              <a:gd name="connsiteX11975" fmla="*/ 7794032 w 12188965"/>
              <a:gd name="connsiteY11975" fmla="*/ 994543 h 2053176"/>
              <a:gd name="connsiteX11976" fmla="*/ 7819690 w 12188965"/>
              <a:gd name="connsiteY11976" fmla="*/ 1020202 h 2053176"/>
              <a:gd name="connsiteX11977" fmla="*/ 7794032 w 12188965"/>
              <a:gd name="connsiteY11977" fmla="*/ 1045862 h 2053176"/>
              <a:gd name="connsiteX11978" fmla="*/ 7768371 w 12188965"/>
              <a:gd name="connsiteY11978" fmla="*/ 1020202 h 2053176"/>
              <a:gd name="connsiteX11979" fmla="*/ 7794032 w 12188965"/>
              <a:gd name="connsiteY11979" fmla="*/ 994543 h 2053176"/>
              <a:gd name="connsiteX11980" fmla="*/ 7729825 w 12188965"/>
              <a:gd name="connsiteY11980" fmla="*/ 994543 h 2053176"/>
              <a:gd name="connsiteX11981" fmla="*/ 7755486 w 12188965"/>
              <a:gd name="connsiteY11981" fmla="*/ 1020202 h 2053176"/>
              <a:gd name="connsiteX11982" fmla="*/ 7729825 w 12188965"/>
              <a:gd name="connsiteY11982" fmla="*/ 1045862 h 2053176"/>
              <a:gd name="connsiteX11983" fmla="*/ 7704167 w 12188965"/>
              <a:gd name="connsiteY11983" fmla="*/ 1020202 h 2053176"/>
              <a:gd name="connsiteX11984" fmla="*/ 7729825 w 12188965"/>
              <a:gd name="connsiteY11984" fmla="*/ 994543 h 2053176"/>
              <a:gd name="connsiteX11985" fmla="*/ 7665621 w 12188965"/>
              <a:gd name="connsiteY11985" fmla="*/ 994543 h 2053176"/>
              <a:gd name="connsiteX11986" fmla="*/ 7691279 w 12188965"/>
              <a:gd name="connsiteY11986" fmla="*/ 1020202 h 2053176"/>
              <a:gd name="connsiteX11987" fmla="*/ 7665621 w 12188965"/>
              <a:gd name="connsiteY11987" fmla="*/ 1045862 h 2053176"/>
              <a:gd name="connsiteX11988" fmla="*/ 7639963 w 12188965"/>
              <a:gd name="connsiteY11988" fmla="*/ 1020202 h 2053176"/>
              <a:gd name="connsiteX11989" fmla="*/ 7665621 w 12188965"/>
              <a:gd name="connsiteY11989" fmla="*/ 994543 h 2053176"/>
              <a:gd name="connsiteX11990" fmla="*/ 7601299 w 12188965"/>
              <a:gd name="connsiteY11990" fmla="*/ 994543 h 2053176"/>
              <a:gd name="connsiteX11991" fmla="*/ 7626959 w 12188965"/>
              <a:gd name="connsiteY11991" fmla="*/ 1020202 h 2053176"/>
              <a:gd name="connsiteX11992" fmla="*/ 7601299 w 12188965"/>
              <a:gd name="connsiteY11992" fmla="*/ 1045862 h 2053176"/>
              <a:gd name="connsiteX11993" fmla="*/ 7575640 w 12188965"/>
              <a:gd name="connsiteY11993" fmla="*/ 1020202 h 2053176"/>
              <a:gd name="connsiteX11994" fmla="*/ 7601299 w 12188965"/>
              <a:gd name="connsiteY11994" fmla="*/ 994543 h 2053176"/>
              <a:gd name="connsiteX11995" fmla="*/ 7537094 w 12188965"/>
              <a:gd name="connsiteY11995" fmla="*/ 994543 h 2053176"/>
              <a:gd name="connsiteX11996" fmla="*/ 7562752 w 12188965"/>
              <a:gd name="connsiteY11996" fmla="*/ 1020202 h 2053176"/>
              <a:gd name="connsiteX11997" fmla="*/ 7537094 w 12188965"/>
              <a:gd name="connsiteY11997" fmla="*/ 1045862 h 2053176"/>
              <a:gd name="connsiteX11998" fmla="*/ 7511436 w 12188965"/>
              <a:gd name="connsiteY11998" fmla="*/ 1020202 h 2053176"/>
              <a:gd name="connsiteX11999" fmla="*/ 7537094 w 12188965"/>
              <a:gd name="connsiteY11999" fmla="*/ 994543 h 2053176"/>
              <a:gd name="connsiteX12000" fmla="*/ 7472890 w 12188965"/>
              <a:gd name="connsiteY12000" fmla="*/ 994543 h 2053176"/>
              <a:gd name="connsiteX12001" fmla="*/ 7498548 w 12188965"/>
              <a:gd name="connsiteY12001" fmla="*/ 1020202 h 2053176"/>
              <a:gd name="connsiteX12002" fmla="*/ 7472890 w 12188965"/>
              <a:gd name="connsiteY12002" fmla="*/ 1045862 h 2053176"/>
              <a:gd name="connsiteX12003" fmla="*/ 7447229 w 12188965"/>
              <a:gd name="connsiteY12003" fmla="*/ 1020202 h 2053176"/>
              <a:gd name="connsiteX12004" fmla="*/ 7472890 w 12188965"/>
              <a:gd name="connsiteY12004" fmla="*/ 994543 h 2053176"/>
              <a:gd name="connsiteX12005" fmla="*/ 7216067 w 12188965"/>
              <a:gd name="connsiteY12005" fmla="*/ 994543 h 2053176"/>
              <a:gd name="connsiteX12006" fmla="*/ 7241725 w 12188965"/>
              <a:gd name="connsiteY12006" fmla="*/ 1020202 h 2053176"/>
              <a:gd name="connsiteX12007" fmla="*/ 7216067 w 12188965"/>
              <a:gd name="connsiteY12007" fmla="*/ 1045862 h 2053176"/>
              <a:gd name="connsiteX12008" fmla="*/ 7190409 w 12188965"/>
              <a:gd name="connsiteY12008" fmla="*/ 1020202 h 2053176"/>
              <a:gd name="connsiteX12009" fmla="*/ 7216067 w 12188965"/>
              <a:gd name="connsiteY12009" fmla="*/ 994543 h 2053176"/>
              <a:gd name="connsiteX12010" fmla="*/ 7151863 w 12188965"/>
              <a:gd name="connsiteY12010" fmla="*/ 994543 h 2053176"/>
              <a:gd name="connsiteX12011" fmla="*/ 7177521 w 12188965"/>
              <a:gd name="connsiteY12011" fmla="*/ 1020202 h 2053176"/>
              <a:gd name="connsiteX12012" fmla="*/ 7151863 w 12188965"/>
              <a:gd name="connsiteY12012" fmla="*/ 1045862 h 2053176"/>
              <a:gd name="connsiteX12013" fmla="*/ 7126205 w 12188965"/>
              <a:gd name="connsiteY12013" fmla="*/ 1020202 h 2053176"/>
              <a:gd name="connsiteX12014" fmla="*/ 7151863 w 12188965"/>
              <a:gd name="connsiteY12014" fmla="*/ 994543 h 2053176"/>
              <a:gd name="connsiteX12015" fmla="*/ 6895043 w 12188965"/>
              <a:gd name="connsiteY12015" fmla="*/ 994543 h 2053176"/>
              <a:gd name="connsiteX12016" fmla="*/ 6920701 w 12188965"/>
              <a:gd name="connsiteY12016" fmla="*/ 1020202 h 2053176"/>
              <a:gd name="connsiteX12017" fmla="*/ 6895043 w 12188965"/>
              <a:gd name="connsiteY12017" fmla="*/ 1045862 h 2053176"/>
              <a:gd name="connsiteX12018" fmla="*/ 6869382 w 12188965"/>
              <a:gd name="connsiteY12018" fmla="*/ 1020202 h 2053176"/>
              <a:gd name="connsiteX12019" fmla="*/ 6895043 w 12188965"/>
              <a:gd name="connsiteY12019" fmla="*/ 994543 h 2053176"/>
              <a:gd name="connsiteX12020" fmla="*/ 6252873 w 12188965"/>
              <a:gd name="connsiteY12020" fmla="*/ 994543 h 2053176"/>
              <a:gd name="connsiteX12021" fmla="*/ 6278532 w 12188965"/>
              <a:gd name="connsiteY12021" fmla="*/ 1020202 h 2053176"/>
              <a:gd name="connsiteX12022" fmla="*/ 6252873 w 12188965"/>
              <a:gd name="connsiteY12022" fmla="*/ 1045862 h 2053176"/>
              <a:gd name="connsiteX12023" fmla="*/ 6227213 w 12188965"/>
              <a:gd name="connsiteY12023" fmla="*/ 1020202 h 2053176"/>
              <a:gd name="connsiteX12024" fmla="*/ 6252873 w 12188965"/>
              <a:gd name="connsiteY12024" fmla="*/ 994543 h 2053176"/>
              <a:gd name="connsiteX12025" fmla="*/ 6124462 w 12188965"/>
              <a:gd name="connsiteY12025" fmla="*/ 994543 h 2053176"/>
              <a:gd name="connsiteX12026" fmla="*/ 6150123 w 12188965"/>
              <a:gd name="connsiteY12026" fmla="*/ 1020202 h 2053176"/>
              <a:gd name="connsiteX12027" fmla="*/ 6124462 w 12188965"/>
              <a:gd name="connsiteY12027" fmla="*/ 1045862 h 2053176"/>
              <a:gd name="connsiteX12028" fmla="*/ 6098804 w 12188965"/>
              <a:gd name="connsiteY12028" fmla="*/ 1020202 h 2053176"/>
              <a:gd name="connsiteX12029" fmla="*/ 6124462 w 12188965"/>
              <a:gd name="connsiteY12029" fmla="*/ 994543 h 2053176"/>
              <a:gd name="connsiteX12030" fmla="*/ 5615066 w 12188965"/>
              <a:gd name="connsiteY12030" fmla="*/ 994543 h 2053176"/>
              <a:gd name="connsiteX12031" fmla="*/ 5640726 w 12188965"/>
              <a:gd name="connsiteY12031" fmla="*/ 1020202 h 2053176"/>
              <a:gd name="connsiteX12032" fmla="*/ 5615066 w 12188965"/>
              <a:gd name="connsiteY12032" fmla="*/ 1045862 h 2053176"/>
              <a:gd name="connsiteX12033" fmla="*/ 5589407 w 12188965"/>
              <a:gd name="connsiteY12033" fmla="*/ 1020202 h 2053176"/>
              <a:gd name="connsiteX12034" fmla="*/ 5615066 w 12188965"/>
              <a:gd name="connsiteY12034" fmla="*/ 994543 h 2053176"/>
              <a:gd name="connsiteX12035" fmla="*/ 5486655 w 12188965"/>
              <a:gd name="connsiteY12035" fmla="*/ 994543 h 2053176"/>
              <a:gd name="connsiteX12036" fmla="*/ 5512316 w 12188965"/>
              <a:gd name="connsiteY12036" fmla="*/ 1020202 h 2053176"/>
              <a:gd name="connsiteX12037" fmla="*/ 5486655 w 12188965"/>
              <a:gd name="connsiteY12037" fmla="*/ 1045862 h 2053176"/>
              <a:gd name="connsiteX12038" fmla="*/ 5460997 w 12188965"/>
              <a:gd name="connsiteY12038" fmla="*/ 1020202 h 2053176"/>
              <a:gd name="connsiteX12039" fmla="*/ 5486655 w 12188965"/>
              <a:gd name="connsiteY12039" fmla="*/ 994543 h 2053176"/>
              <a:gd name="connsiteX12040" fmla="*/ 5422451 w 12188965"/>
              <a:gd name="connsiteY12040" fmla="*/ 994543 h 2053176"/>
              <a:gd name="connsiteX12041" fmla="*/ 5448109 w 12188965"/>
              <a:gd name="connsiteY12041" fmla="*/ 1020202 h 2053176"/>
              <a:gd name="connsiteX12042" fmla="*/ 5422451 w 12188965"/>
              <a:gd name="connsiteY12042" fmla="*/ 1045862 h 2053176"/>
              <a:gd name="connsiteX12043" fmla="*/ 5396791 w 12188965"/>
              <a:gd name="connsiteY12043" fmla="*/ 1020202 h 2053176"/>
              <a:gd name="connsiteX12044" fmla="*/ 5422451 w 12188965"/>
              <a:gd name="connsiteY12044" fmla="*/ 994543 h 2053176"/>
              <a:gd name="connsiteX12045" fmla="*/ 5229719 w 12188965"/>
              <a:gd name="connsiteY12045" fmla="*/ 994543 h 2053176"/>
              <a:gd name="connsiteX12046" fmla="*/ 5255377 w 12188965"/>
              <a:gd name="connsiteY12046" fmla="*/ 1020202 h 2053176"/>
              <a:gd name="connsiteX12047" fmla="*/ 5229719 w 12188965"/>
              <a:gd name="connsiteY12047" fmla="*/ 1045862 h 2053176"/>
              <a:gd name="connsiteX12048" fmla="*/ 5204058 w 12188965"/>
              <a:gd name="connsiteY12048" fmla="*/ 1020202 h 2053176"/>
              <a:gd name="connsiteX12049" fmla="*/ 5229719 w 12188965"/>
              <a:gd name="connsiteY12049" fmla="*/ 994543 h 2053176"/>
              <a:gd name="connsiteX12050" fmla="*/ 4972896 w 12188965"/>
              <a:gd name="connsiteY12050" fmla="*/ 994543 h 2053176"/>
              <a:gd name="connsiteX12051" fmla="*/ 4998557 w 12188965"/>
              <a:gd name="connsiteY12051" fmla="*/ 1020202 h 2053176"/>
              <a:gd name="connsiteX12052" fmla="*/ 4972896 w 12188965"/>
              <a:gd name="connsiteY12052" fmla="*/ 1045862 h 2053176"/>
              <a:gd name="connsiteX12053" fmla="*/ 4947240 w 12188965"/>
              <a:gd name="connsiteY12053" fmla="*/ 1020202 h 2053176"/>
              <a:gd name="connsiteX12054" fmla="*/ 4972896 w 12188965"/>
              <a:gd name="connsiteY12054" fmla="*/ 994543 h 2053176"/>
              <a:gd name="connsiteX12055" fmla="*/ 4908693 w 12188965"/>
              <a:gd name="connsiteY12055" fmla="*/ 994543 h 2053176"/>
              <a:gd name="connsiteX12056" fmla="*/ 4934352 w 12188965"/>
              <a:gd name="connsiteY12056" fmla="*/ 1020202 h 2053176"/>
              <a:gd name="connsiteX12057" fmla="*/ 4908693 w 12188965"/>
              <a:gd name="connsiteY12057" fmla="*/ 1045862 h 2053176"/>
              <a:gd name="connsiteX12058" fmla="*/ 4883033 w 12188965"/>
              <a:gd name="connsiteY12058" fmla="*/ 1020202 h 2053176"/>
              <a:gd name="connsiteX12059" fmla="*/ 4908693 w 12188965"/>
              <a:gd name="connsiteY12059" fmla="*/ 994543 h 2053176"/>
              <a:gd name="connsiteX12060" fmla="*/ 4844487 w 12188965"/>
              <a:gd name="connsiteY12060" fmla="*/ 994543 h 2053176"/>
              <a:gd name="connsiteX12061" fmla="*/ 4870146 w 12188965"/>
              <a:gd name="connsiteY12061" fmla="*/ 1020202 h 2053176"/>
              <a:gd name="connsiteX12062" fmla="*/ 4844487 w 12188965"/>
              <a:gd name="connsiteY12062" fmla="*/ 1045862 h 2053176"/>
              <a:gd name="connsiteX12063" fmla="*/ 4818828 w 12188965"/>
              <a:gd name="connsiteY12063" fmla="*/ 1020202 h 2053176"/>
              <a:gd name="connsiteX12064" fmla="*/ 4844487 w 12188965"/>
              <a:gd name="connsiteY12064" fmla="*/ 994543 h 2053176"/>
              <a:gd name="connsiteX12065" fmla="*/ 4651872 w 12188965"/>
              <a:gd name="connsiteY12065" fmla="*/ 994543 h 2053176"/>
              <a:gd name="connsiteX12066" fmla="*/ 4677531 w 12188965"/>
              <a:gd name="connsiteY12066" fmla="*/ 1020202 h 2053176"/>
              <a:gd name="connsiteX12067" fmla="*/ 4651872 w 12188965"/>
              <a:gd name="connsiteY12067" fmla="*/ 1045862 h 2053176"/>
              <a:gd name="connsiteX12068" fmla="*/ 4626213 w 12188965"/>
              <a:gd name="connsiteY12068" fmla="*/ 1020202 h 2053176"/>
              <a:gd name="connsiteX12069" fmla="*/ 4651872 w 12188965"/>
              <a:gd name="connsiteY12069" fmla="*/ 994543 h 2053176"/>
              <a:gd name="connsiteX12070" fmla="*/ 4523461 w 12188965"/>
              <a:gd name="connsiteY12070" fmla="*/ 994543 h 2053176"/>
              <a:gd name="connsiteX12071" fmla="*/ 4549121 w 12188965"/>
              <a:gd name="connsiteY12071" fmla="*/ 1020202 h 2053176"/>
              <a:gd name="connsiteX12072" fmla="*/ 4523461 w 12188965"/>
              <a:gd name="connsiteY12072" fmla="*/ 1045862 h 2053176"/>
              <a:gd name="connsiteX12073" fmla="*/ 4497802 w 12188965"/>
              <a:gd name="connsiteY12073" fmla="*/ 1020202 h 2053176"/>
              <a:gd name="connsiteX12074" fmla="*/ 4523461 w 12188965"/>
              <a:gd name="connsiteY12074" fmla="*/ 994543 h 2053176"/>
              <a:gd name="connsiteX12075" fmla="*/ 4395050 w 12188965"/>
              <a:gd name="connsiteY12075" fmla="*/ 994543 h 2053176"/>
              <a:gd name="connsiteX12076" fmla="*/ 4420710 w 12188965"/>
              <a:gd name="connsiteY12076" fmla="*/ 1020202 h 2053176"/>
              <a:gd name="connsiteX12077" fmla="*/ 4395050 w 12188965"/>
              <a:gd name="connsiteY12077" fmla="*/ 1045862 h 2053176"/>
              <a:gd name="connsiteX12078" fmla="*/ 4369391 w 12188965"/>
              <a:gd name="connsiteY12078" fmla="*/ 1020202 h 2053176"/>
              <a:gd name="connsiteX12079" fmla="*/ 4395050 w 12188965"/>
              <a:gd name="connsiteY12079" fmla="*/ 994543 h 2053176"/>
              <a:gd name="connsiteX12080" fmla="*/ 4009702 w 12188965"/>
              <a:gd name="connsiteY12080" fmla="*/ 994543 h 2053176"/>
              <a:gd name="connsiteX12081" fmla="*/ 4035362 w 12188965"/>
              <a:gd name="connsiteY12081" fmla="*/ 1020202 h 2053176"/>
              <a:gd name="connsiteX12082" fmla="*/ 4009702 w 12188965"/>
              <a:gd name="connsiteY12082" fmla="*/ 1045862 h 2053176"/>
              <a:gd name="connsiteX12083" fmla="*/ 3984043 w 12188965"/>
              <a:gd name="connsiteY12083" fmla="*/ 1020202 h 2053176"/>
              <a:gd name="connsiteX12084" fmla="*/ 4009702 w 12188965"/>
              <a:gd name="connsiteY12084" fmla="*/ 994543 h 2053176"/>
              <a:gd name="connsiteX12085" fmla="*/ 3752882 w 12188965"/>
              <a:gd name="connsiteY12085" fmla="*/ 994543 h 2053176"/>
              <a:gd name="connsiteX12086" fmla="*/ 3778539 w 12188965"/>
              <a:gd name="connsiteY12086" fmla="*/ 1020202 h 2053176"/>
              <a:gd name="connsiteX12087" fmla="*/ 3752882 w 12188965"/>
              <a:gd name="connsiteY12087" fmla="*/ 1045862 h 2053176"/>
              <a:gd name="connsiteX12088" fmla="*/ 3727221 w 12188965"/>
              <a:gd name="connsiteY12088" fmla="*/ 1020202 h 2053176"/>
              <a:gd name="connsiteX12089" fmla="*/ 3752882 w 12188965"/>
              <a:gd name="connsiteY12089" fmla="*/ 994543 h 2053176"/>
              <a:gd name="connsiteX12090" fmla="*/ 3367649 w 12188965"/>
              <a:gd name="connsiteY12090" fmla="*/ 994543 h 2053176"/>
              <a:gd name="connsiteX12091" fmla="*/ 3393308 w 12188965"/>
              <a:gd name="connsiteY12091" fmla="*/ 1020202 h 2053176"/>
              <a:gd name="connsiteX12092" fmla="*/ 3367649 w 12188965"/>
              <a:gd name="connsiteY12092" fmla="*/ 1045862 h 2053176"/>
              <a:gd name="connsiteX12093" fmla="*/ 3341990 w 12188965"/>
              <a:gd name="connsiteY12093" fmla="*/ 1020202 h 2053176"/>
              <a:gd name="connsiteX12094" fmla="*/ 3367649 w 12188965"/>
              <a:gd name="connsiteY12094" fmla="*/ 994543 h 2053176"/>
              <a:gd name="connsiteX12095" fmla="*/ 2853890 w 12188965"/>
              <a:gd name="connsiteY12095" fmla="*/ 994543 h 2053176"/>
              <a:gd name="connsiteX12096" fmla="*/ 2879550 w 12188965"/>
              <a:gd name="connsiteY12096" fmla="*/ 1020202 h 2053176"/>
              <a:gd name="connsiteX12097" fmla="*/ 2853890 w 12188965"/>
              <a:gd name="connsiteY12097" fmla="*/ 1045862 h 2053176"/>
              <a:gd name="connsiteX12098" fmla="*/ 2828231 w 12188965"/>
              <a:gd name="connsiteY12098" fmla="*/ 1020202 h 2053176"/>
              <a:gd name="connsiteX12099" fmla="*/ 2853890 w 12188965"/>
              <a:gd name="connsiteY12099" fmla="*/ 994543 h 2053176"/>
              <a:gd name="connsiteX12100" fmla="*/ 2340249 w 12188965"/>
              <a:gd name="connsiteY12100" fmla="*/ 994543 h 2053176"/>
              <a:gd name="connsiteX12101" fmla="*/ 2365908 w 12188965"/>
              <a:gd name="connsiteY12101" fmla="*/ 1020202 h 2053176"/>
              <a:gd name="connsiteX12102" fmla="*/ 2340249 w 12188965"/>
              <a:gd name="connsiteY12102" fmla="*/ 1045862 h 2053176"/>
              <a:gd name="connsiteX12103" fmla="*/ 2314590 w 12188965"/>
              <a:gd name="connsiteY12103" fmla="*/ 1020202 h 2053176"/>
              <a:gd name="connsiteX12104" fmla="*/ 2340249 w 12188965"/>
              <a:gd name="connsiteY12104" fmla="*/ 994543 h 2053176"/>
              <a:gd name="connsiteX12105" fmla="*/ 2276044 w 12188965"/>
              <a:gd name="connsiteY12105" fmla="*/ 994543 h 2053176"/>
              <a:gd name="connsiteX12106" fmla="*/ 2301702 w 12188965"/>
              <a:gd name="connsiteY12106" fmla="*/ 1020202 h 2053176"/>
              <a:gd name="connsiteX12107" fmla="*/ 2276044 w 12188965"/>
              <a:gd name="connsiteY12107" fmla="*/ 1045862 h 2053176"/>
              <a:gd name="connsiteX12108" fmla="*/ 2250385 w 12188965"/>
              <a:gd name="connsiteY12108" fmla="*/ 1020202 h 2053176"/>
              <a:gd name="connsiteX12109" fmla="*/ 2276044 w 12188965"/>
              <a:gd name="connsiteY12109" fmla="*/ 994543 h 2053176"/>
              <a:gd name="connsiteX12110" fmla="*/ 2147633 w 12188965"/>
              <a:gd name="connsiteY12110" fmla="*/ 994543 h 2053176"/>
              <a:gd name="connsiteX12111" fmla="*/ 2173293 w 12188965"/>
              <a:gd name="connsiteY12111" fmla="*/ 1020202 h 2053176"/>
              <a:gd name="connsiteX12112" fmla="*/ 2147633 w 12188965"/>
              <a:gd name="connsiteY12112" fmla="*/ 1045862 h 2053176"/>
              <a:gd name="connsiteX12113" fmla="*/ 2121975 w 12188965"/>
              <a:gd name="connsiteY12113" fmla="*/ 1020202 h 2053176"/>
              <a:gd name="connsiteX12114" fmla="*/ 2147633 w 12188965"/>
              <a:gd name="connsiteY12114" fmla="*/ 994543 h 2053176"/>
              <a:gd name="connsiteX12115" fmla="*/ 2083427 w 12188965"/>
              <a:gd name="connsiteY12115" fmla="*/ 994543 h 2053176"/>
              <a:gd name="connsiteX12116" fmla="*/ 2109087 w 12188965"/>
              <a:gd name="connsiteY12116" fmla="*/ 1020202 h 2053176"/>
              <a:gd name="connsiteX12117" fmla="*/ 2083427 w 12188965"/>
              <a:gd name="connsiteY12117" fmla="*/ 1045862 h 2053176"/>
              <a:gd name="connsiteX12118" fmla="*/ 2057768 w 12188965"/>
              <a:gd name="connsiteY12118" fmla="*/ 1020202 h 2053176"/>
              <a:gd name="connsiteX12119" fmla="*/ 2083427 w 12188965"/>
              <a:gd name="connsiteY12119" fmla="*/ 994543 h 2053176"/>
              <a:gd name="connsiteX12120" fmla="*/ 2019222 w 12188965"/>
              <a:gd name="connsiteY12120" fmla="*/ 994543 h 2053176"/>
              <a:gd name="connsiteX12121" fmla="*/ 2044880 w 12188965"/>
              <a:gd name="connsiteY12121" fmla="*/ 1020202 h 2053176"/>
              <a:gd name="connsiteX12122" fmla="*/ 2019222 w 12188965"/>
              <a:gd name="connsiteY12122" fmla="*/ 1045862 h 2053176"/>
              <a:gd name="connsiteX12123" fmla="*/ 1993563 w 12188965"/>
              <a:gd name="connsiteY12123" fmla="*/ 1020202 h 2053176"/>
              <a:gd name="connsiteX12124" fmla="*/ 2019222 w 12188965"/>
              <a:gd name="connsiteY12124" fmla="*/ 994543 h 2053176"/>
              <a:gd name="connsiteX12125" fmla="*/ 1955016 w 12188965"/>
              <a:gd name="connsiteY12125" fmla="*/ 994543 h 2053176"/>
              <a:gd name="connsiteX12126" fmla="*/ 1980676 w 12188965"/>
              <a:gd name="connsiteY12126" fmla="*/ 1020202 h 2053176"/>
              <a:gd name="connsiteX12127" fmla="*/ 1955016 w 12188965"/>
              <a:gd name="connsiteY12127" fmla="*/ 1045862 h 2053176"/>
              <a:gd name="connsiteX12128" fmla="*/ 1929358 w 12188965"/>
              <a:gd name="connsiteY12128" fmla="*/ 1020202 h 2053176"/>
              <a:gd name="connsiteX12129" fmla="*/ 1955016 w 12188965"/>
              <a:gd name="connsiteY12129" fmla="*/ 994543 h 2053176"/>
              <a:gd name="connsiteX12130" fmla="*/ 1890696 w 12188965"/>
              <a:gd name="connsiteY12130" fmla="*/ 994543 h 2053176"/>
              <a:gd name="connsiteX12131" fmla="*/ 1916355 w 12188965"/>
              <a:gd name="connsiteY12131" fmla="*/ 1020202 h 2053176"/>
              <a:gd name="connsiteX12132" fmla="*/ 1890696 w 12188965"/>
              <a:gd name="connsiteY12132" fmla="*/ 1045862 h 2053176"/>
              <a:gd name="connsiteX12133" fmla="*/ 1865037 w 12188965"/>
              <a:gd name="connsiteY12133" fmla="*/ 1020202 h 2053176"/>
              <a:gd name="connsiteX12134" fmla="*/ 1890696 w 12188965"/>
              <a:gd name="connsiteY12134" fmla="*/ 994543 h 2053176"/>
              <a:gd name="connsiteX12135" fmla="*/ 1826490 w 12188965"/>
              <a:gd name="connsiteY12135" fmla="*/ 994543 h 2053176"/>
              <a:gd name="connsiteX12136" fmla="*/ 1852149 w 12188965"/>
              <a:gd name="connsiteY12136" fmla="*/ 1020202 h 2053176"/>
              <a:gd name="connsiteX12137" fmla="*/ 1826490 w 12188965"/>
              <a:gd name="connsiteY12137" fmla="*/ 1045862 h 2053176"/>
              <a:gd name="connsiteX12138" fmla="*/ 1800830 w 12188965"/>
              <a:gd name="connsiteY12138" fmla="*/ 1020202 h 2053176"/>
              <a:gd name="connsiteX12139" fmla="*/ 1826490 w 12188965"/>
              <a:gd name="connsiteY12139" fmla="*/ 994543 h 2053176"/>
              <a:gd name="connsiteX12140" fmla="*/ 1762285 w 12188965"/>
              <a:gd name="connsiteY12140" fmla="*/ 994543 h 2053176"/>
              <a:gd name="connsiteX12141" fmla="*/ 1787944 w 12188965"/>
              <a:gd name="connsiteY12141" fmla="*/ 1020202 h 2053176"/>
              <a:gd name="connsiteX12142" fmla="*/ 1762285 w 12188965"/>
              <a:gd name="connsiteY12142" fmla="*/ 1045862 h 2053176"/>
              <a:gd name="connsiteX12143" fmla="*/ 1736626 w 12188965"/>
              <a:gd name="connsiteY12143" fmla="*/ 1020202 h 2053176"/>
              <a:gd name="connsiteX12144" fmla="*/ 1762285 w 12188965"/>
              <a:gd name="connsiteY12144" fmla="*/ 994543 h 2053176"/>
              <a:gd name="connsiteX12145" fmla="*/ 1505464 w 12188965"/>
              <a:gd name="connsiteY12145" fmla="*/ 994543 h 2053176"/>
              <a:gd name="connsiteX12146" fmla="*/ 1531123 w 12188965"/>
              <a:gd name="connsiteY12146" fmla="*/ 1020202 h 2053176"/>
              <a:gd name="connsiteX12147" fmla="*/ 1505464 w 12188965"/>
              <a:gd name="connsiteY12147" fmla="*/ 1045862 h 2053176"/>
              <a:gd name="connsiteX12148" fmla="*/ 1479806 w 12188965"/>
              <a:gd name="connsiteY12148" fmla="*/ 1020202 h 2053176"/>
              <a:gd name="connsiteX12149" fmla="*/ 1505464 w 12188965"/>
              <a:gd name="connsiteY12149" fmla="*/ 994543 h 2053176"/>
              <a:gd name="connsiteX12150" fmla="*/ 1441258 w 12188965"/>
              <a:gd name="connsiteY12150" fmla="*/ 994543 h 2053176"/>
              <a:gd name="connsiteX12151" fmla="*/ 1466917 w 12188965"/>
              <a:gd name="connsiteY12151" fmla="*/ 1020202 h 2053176"/>
              <a:gd name="connsiteX12152" fmla="*/ 1441258 w 12188965"/>
              <a:gd name="connsiteY12152" fmla="*/ 1045862 h 2053176"/>
              <a:gd name="connsiteX12153" fmla="*/ 1415599 w 12188965"/>
              <a:gd name="connsiteY12153" fmla="*/ 1020202 h 2053176"/>
              <a:gd name="connsiteX12154" fmla="*/ 1441258 w 12188965"/>
              <a:gd name="connsiteY12154" fmla="*/ 994543 h 2053176"/>
              <a:gd name="connsiteX12155" fmla="*/ 1184437 w 12188965"/>
              <a:gd name="connsiteY12155" fmla="*/ 994543 h 2053176"/>
              <a:gd name="connsiteX12156" fmla="*/ 1210096 w 12188965"/>
              <a:gd name="connsiteY12156" fmla="*/ 1020202 h 2053176"/>
              <a:gd name="connsiteX12157" fmla="*/ 1184437 w 12188965"/>
              <a:gd name="connsiteY12157" fmla="*/ 1045862 h 2053176"/>
              <a:gd name="connsiteX12158" fmla="*/ 1158780 w 12188965"/>
              <a:gd name="connsiteY12158" fmla="*/ 1020202 h 2053176"/>
              <a:gd name="connsiteX12159" fmla="*/ 1184437 w 12188965"/>
              <a:gd name="connsiteY12159" fmla="*/ 994543 h 2053176"/>
              <a:gd name="connsiteX12160" fmla="*/ 542268 w 12188965"/>
              <a:gd name="connsiteY12160" fmla="*/ 994543 h 2053176"/>
              <a:gd name="connsiteX12161" fmla="*/ 567927 w 12188965"/>
              <a:gd name="connsiteY12161" fmla="*/ 1020202 h 2053176"/>
              <a:gd name="connsiteX12162" fmla="*/ 542268 w 12188965"/>
              <a:gd name="connsiteY12162" fmla="*/ 1045862 h 2053176"/>
              <a:gd name="connsiteX12163" fmla="*/ 516610 w 12188965"/>
              <a:gd name="connsiteY12163" fmla="*/ 1020202 h 2053176"/>
              <a:gd name="connsiteX12164" fmla="*/ 542268 w 12188965"/>
              <a:gd name="connsiteY12164" fmla="*/ 994543 h 2053176"/>
              <a:gd name="connsiteX12165" fmla="*/ 413858 w 12188965"/>
              <a:gd name="connsiteY12165" fmla="*/ 994543 h 2053176"/>
              <a:gd name="connsiteX12166" fmla="*/ 439517 w 12188965"/>
              <a:gd name="connsiteY12166" fmla="*/ 1020202 h 2053176"/>
              <a:gd name="connsiteX12167" fmla="*/ 413858 w 12188965"/>
              <a:gd name="connsiteY12167" fmla="*/ 1045862 h 2053176"/>
              <a:gd name="connsiteX12168" fmla="*/ 388200 w 12188965"/>
              <a:gd name="connsiteY12168" fmla="*/ 1020202 h 2053176"/>
              <a:gd name="connsiteX12169" fmla="*/ 413858 w 12188965"/>
              <a:gd name="connsiteY12169" fmla="*/ 994543 h 2053176"/>
              <a:gd name="connsiteX12170" fmla="*/ 11775107 w 12188965"/>
              <a:gd name="connsiteY12170" fmla="*/ 940091 h 2053176"/>
              <a:gd name="connsiteX12171" fmla="*/ 11787995 w 12188965"/>
              <a:gd name="connsiteY12171" fmla="*/ 952979 h 2053176"/>
              <a:gd name="connsiteX12172" fmla="*/ 11775107 w 12188965"/>
              <a:gd name="connsiteY12172" fmla="*/ 965866 h 2053176"/>
              <a:gd name="connsiteX12173" fmla="*/ 11762221 w 12188965"/>
              <a:gd name="connsiteY12173" fmla="*/ 952979 h 2053176"/>
              <a:gd name="connsiteX12174" fmla="*/ 11775107 w 12188965"/>
              <a:gd name="connsiteY12174" fmla="*/ 940091 h 2053176"/>
              <a:gd name="connsiteX12175" fmla="*/ 11454081 w 12188965"/>
              <a:gd name="connsiteY12175" fmla="*/ 940091 h 2053176"/>
              <a:gd name="connsiteX12176" fmla="*/ 11466969 w 12188965"/>
              <a:gd name="connsiteY12176" fmla="*/ 952979 h 2053176"/>
              <a:gd name="connsiteX12177" fmla="*/ 11454081 w 12188965"/>
              <a:gd name="connsiteY12177" fmla="*/ 965866 h 2053176"/>
              <a:gd name="connsiteX12178" fmla="*/ 11441194 w 12188965"/>
              <a:gd name="connsiteY12178" fmla="*/ 952979 h 2053176"/>
              <a:gd name="connsiteX12179" fmla="*/ 11454081 w 12188965"/>
              <a:gd name="connsiteY12179" fmla="*/ 940091 h 2053176"/>
              <a:gd name="connsiteX12180" fmla="*/ 11133055 w 12188965"/>
              <a:gd name="connsiteY12180" fmla="*/ 940091 h 2053176"/>
              <a:gd name="connsiteX12181" fmla="*/ 11145943 w 12188965"/>
              <a:gd name="connsiteY12181" fmla="*/ 952979 h 2053176"/>
              <a:gd name="connsiteX12182" fmla="*/ 11133055 w 12188965"/>
              <a:gd name="connsiteY12182" fmla="*/ 965866 h 2053176"/>
              <a:gd name="connsiteX12183" fmla="*/ 11120167 w 12188965"/>
              <a:gd name="connsiteY12183" fmla="*/ 952979 h 2053176"/>
              <a:gd name="connsiteX12184" fmla="*/ 11133055 w 12188965"/>
              <a:gd name="connsiteY12184" fmla="*/ 940091 h 2053176"/>
              <a:gd name="connsiteX12185" fmla="*/ 10940324 w 12188965"/>
              <a:gd name="connsiteY12185" fmla="*/ 940091 h 2053176"/>
              <a:gd name="connsiteX12186" fmla="*/ 10953209 w 12188965"/>
              <a:gd name="connsiteY12186" fmla="*/ 952979 h 2053176"/>
              <a:gd name="connsiteX12187" fmla="*/ 10940324 w 12188965"/>
              <a:gd name="connsiteY12187" fmla="*/ 965866 h 2053176"/>
              <a:gd name="connsiteX12188" fmla="*/ 10927436 w 12188965"/>
              <a:gd name="connsiteY12188" fmla="*/ 952979 h 2053176"/>
              <a:gd name="connsiteX12189" fmla="*/ 10940324 w 12188965"/>
              <a:gd name="connsiteY12189" fmla="*/ 940091 h 2053176"/>
              <a:gd name="connsiteX12190" fmla="*/ 10747708 w 12188965"/>
              <a:gd name="connsiteY12190" fmla="*/ 940091 h 2053176"/>
              <a:gd name="connsiteX12191" fmla="*/ 10760593 w 12188965"/>
              <a:gd name="connsiteY12191" fmla="*/ 952979 h 2053176"/>
              <a:gd name="connsiteX12192" fmla="*/ 10747708 w 12188965"/>
              <a:gd name="connsiteY12192" fmla="*/ 965866 h 2053176"/>
              <a:gd name="connsiteX12193" fmla="*/ 10734820 w 12188965"/>
              <a:gd name="connsiteY12193" fmla="*/ 952979 h 2053176"/>
              <a:gd name="connsiteX12194" fmla="*/ 10747708 w 12188965"/>
              <a:gd name="connsiteY12194" fmla="*/ 940091 h 2053176"/>
              <a:gd name="connsiteX12195" fmla="*/ 10298270 w 12188965"/>
              <a:gd name="connsiteY12195" fmla="*/ 940091 h 2053176"/>
              <a:gd name="connsiteX12196" fmla="*/ 10311158 w 12188965"/>
              <a:gd name="connsiteY12196" fmla="*/ 952979 h 2053176"/>
              <a:gd name="connsiteX12197" fmla="*/ 10298270 w 12188965"/>
              <a:gd name="connsiteY12197" fmla="*/ 965866 h 2053176"/>
              <a:gd name="connsiteX12198" fmla="*/ 10285382 w 12188965"/>
              <a:gd name="connsiteY12198" fmla="*/ 952979 h 2053176"/>
              <a:gd name="connsiteX12199" fmla="*/ 10298270 w 12188965"/>
              <a:gd name="connsiteY12199" fmla="*/ 940091 h 2053176"/>
              <a:gd name="connsiteX12200" fmla="*/ 9720307 w 12188965"/>
              <a:gd name="connsiteY12200" fmla="*/ 940091 h 2053176"/>
              <a:gd name="connsiteX12201" fmla="*/ 9733193 w 12188965"/>
              <a:gd name="connsiteY12201" fmla="*/ 952979 h 2053176"/>
              <a:gd name="connsiteX12202" fmla="*/ 9720307 w 12188965"/>
              <a:gd name="connsiteY12202" fmla="*/ 965866 h 2053176"/>
              <a:gd name="connsiteX12203" fmla="*/ 9707419 w 12188965"/>
              <a:gd name="connsiteY12203" fmla="*/ 952979 h 2053176"/>
              <a:gd name="connsiteX12204" fmla="*/ 9720307 w 12188965"/>
              <a:gd name="connsiteY12204" fmla="*/ 940091 h 2053176"/>
              <a:gd name="connsiteX12205" fmla="*/ 9527689 w 12188965"/>
              <a:gd name="connsiteY12205" fmla="*/ 940091 h 2053176"/>
              <a:gd name="connsiteX12206" fmla="*/ 9540577 w 12188965"/>
              <a:gd name="connsiteY12206" fmla="*/ 952979 h 2053176"/>
              <a:gd name="connsiteX12207" fmla="*/ 9527689 w 12188965"/>
              <a:gd name="connsiteY12207" fmla="*/ 965866 h 2053176"/>
              <a:gd name="connsiteX12208" fmla="*/ 9514804 w 12188965"/>
              <a:gd name="connsiteY12208" fmla="*/ 952979 h 2053176"/>
              <a:gd name="connsiteX12209" fmla="*/ 9527689 w 12188965"/>
              <a:gd name="connsiteY12209" fmla="*/ 940091 h 2053176"/>
              <a:gd name="connsiteX12210" fmla="*/ 9463485 w 12188965"/>
              <a:gd name="connsiteY12210" fmla="*/ 940091 h 2053176"/>
              <a:gd name="connsiteX12211" fmla="*/ 9476373 w 12188965"/>
              <a:gd name="connsiteY12211" fmla="*/ 952979 h 2053176"/>
              <a:gd name="connsiteX12212" fmla="*/ 9463485 w 12188965"/>
              <a:gd name="connsiteY12212" fmla="*/ 965866 h 2053176"/>
              <a:gd name="connsiteX12213" fmla="*/ 9450597 w 12188965"/>
              <a:gd name="connsiteY12213" fmla="*/ 952979 h 2053176"/>
              <a:gd name="connsiteX12214" fmla="*/ 9463485 w 12188965"/>
              <a:gd name="connsiteY12214" fmla="*/ 940091 h 2053176"/>
              <a:gd name="connsiteX12215" fmla="*/ 8692906 w 12188965"/>
              <a:gd name="connsiteY12215" fmla="*/ 940091 h 2053176"/>
              <a:gd name="connsiteX12216" fmla="*/ 8705792 w 12188965"/>
              <a:gd name="connsiteY12216" fmla="*/ 952979 h 2053176"/>
              <a:gd name="connsiteX12217" fmla="*/ 8692906 w 12188965"/>
              <a:gd name="connsiteY12217" fmla="*/ 965866 h 2053176"/>
              <a:gd name="connsiteX12218" fmla="*/ 8680018 w 12188965"/>
              <a:gd name="connsiteY12218" fmla="*/ 952979 h 2053176"/>
              <a:gd name="connsiteX12219" fmla="*/ 8692906 w 12188965"/>
              <a:gd name="connsiteY12219" fmla="*/ 940091 h 2053176"/>
              <a:gd name="connsiteX12220" fmla="*/ 7216067 w 12188965"/>
              <a:gd name="connsiteY12220" fmla="*/ 940091 h 2053176"/>
              <a:gd name="connsiteX12221" fmla="*/ 7228955 w 12188965"/>
              <a:gd name="connsiteY12221" fmla="*/ 952979 h 2053176"/>
              <a:gd name="connsiteX12222" fmla="*/ 7216067 w 12188965"/>
              <a:gd name="connsiteY12222" fmla="*/ 965866 h 2053176"/>
              <a:gd name="connsiteX12223" fmla="*/ 7203179 w 12188965"/>
              <a:gd name="connsiteY12223" fmla="*/ 952979 h 2053176"/>
              <a:gd name="connsiteX12224" fmla="*/ 7216067 w 12188965"/>
              <a:gd name="connsiteY12224" fmla="*/ 940091 h 2053176"/>
              <a:gd name="connsiteX12225" fmla="*/ 7087658 w 12188965"/>
              <a:gd name="connsiteY12225" fmla="*/ 940091 h 2053176"/>
              <a:gd name="connsiteX12226" fmla="*/ 7100544 w 12188965"/>
              <a:gd name="connsiteY12226" fmla="*/ 952979 h 2053176"/>
              <a:gd name="connsiteX12227" fmla="*/ 7087658 w 12188965"/>
              <a:gd name="connsiteY12227" fmla="*/ 965866 h 2053176"/>
              <a:gd name="connsiteX12228" fmla="*/ 7074770 w 12188965"/>
              <a:gd name="connsiteY12228" fmla="*/ 952979 h 2053176"/>
              <a:gd name="connsiteX12229" fmla="*/ 7087658 w 12188965"/>
              <a:gd name="connsiteY12229" fmla="*/ 940091 h 2053176"/>
              <a:gd name="connsiteX12230" fmla="*/ 6638220 w 12188965"/>
              <a:gd name="connsiteY12230" fmla="*/ 940091 h 2053176"/>
              <a:gd name="connsiteX12231" fmla="*/ 6651108 w 12188965"/>
              <a:gd name="connsiteY12231" fmla="*/ 952979 h 2053176"/>
              <a:gd name="connsiteX12232" fmla="*/ 6638220 w 12188965"/>
              <a:gd name="connsiteY12232" fmla="*/ 965866 h 2053176"/>
              <a:gd name="connsiteX12233" fmla="*/ 6625335 w 12188965"/>
              <a:gd name="connsiteY12233" fmla="*/ 952979 h 2053176"/>
              <a:gd name="connsiteX12234" fmla="*/ 6638220 w 12188965"/>
              <a:gd name="connsiteY12234" fmla="*/ 940091 h 2053176"/>
              <a:gd name="connsiteX12235" fmla="*/ 6064505 w 12188965"/>
              <a:gd name="connsiteY12235" fmla="*/ 940091 h 2053176"/>
              <a:gd name="connsiteX12236" fmla="*/ 6077390 w 12188965"/>
              <a:gd name="connsiteY12236" fmla="*/ 952979 h 2053176"/>
              <a:gd name="connsiteX12237" fmla="*/ 6064505 w 12188965"/>
              <a:gd name="connsiteY12237" fmla="*/ 965866 h 2053176"/>
              <a:gd name="connsiteX12238" fmla="*/ 6051617 w 12188965"/>
              <a:gd name="connsiteY12238" fmla="*/ 952979 h 2053176"/>
              <a:gd name="connsiteX12239" fmla="*/ 6064505 w 12188965"/>
              <a:gd name="connsiteY12239" fmla="*/ 940091 h 2053176"/>
              <a:gd name="connsiteX12240" fmla="*/ 5743477 w 12188965"/>
              <a:gd name="connsiteY12240" fmla="*/ 940091 h 2053176"/>
              <a:gd name="connsiteX12241" fmla="*/ 5756364 w 12188965"/>
              <a:gd name="connsiteY12241" fmla="*/ 952979 h 2053176"/>
              <a:gd name="connsiteX12242" fmla="*/ 5743477 w 12188965"/>
              <a:gd name="connsiteY12242" fmla="*/ 965866 h 2053176"/>
              <a:gd name="connsiteX12243" fmla="*/ 5730590 w 12188965"/>
              <a:gd name="connsiteY12243" fmla="*/ 952979 h 2053176"/>
              <a:gd name="connsiteX12244" fmla="*/ 5743477 w 12188965"/>
              <a:gd name="connsiteY12244" fmla="*/ 940091 h 2053176"/>
              <a:gd name="connsiteX12245" fmla="*/ 5422451 w 12188965"/>
              <a:gd name="connsiteY12245" fmla="*/ 940091 h 2053176"/>
              <a:gd name="connsiteX12246" fmla="*/ 5435339 w 12188965"/>
              <a:gd name="connsiteY12246" fmla="*/ 952979 h 2053176"/>
              <a:gd name="connsiteX12247" fmla="*/ 5422451 w 12188965"/>
              <a:gd name="connsiteY12247" fmla="*/ 965866 h 2053176"/>
              <a:gd name="connsiteX12248" fmla="*/ 5409564 w 12188965"/>
              <a:gd name="connsiteY12248" fmla="*/ 952979 h 2053176"/>
              <a:gd name="connsiteX12249" fmla="*/ 5422451 w 12188965"/>
              <a:gd name="connsiteY12249" fmla="*/ 940091 h 2053176"/>
              <a:gd name="connsiteX12250" fmla="*/ 5229719 w 12188965"/>
              <a:gd name="connsiteY12250" fmla="*/ 940091 h 2053176"/>
              <a:gd name="connsiteX12251" fmla="*/ 5242606 w 12188965"/>
              <a:gd name="connsiteY12251" fmla="*/ 952979 h 2053176"/>
              <a:gd name="connsiteX12252" fmla="*/ 5229719 w 12188965"/>
              <a:gd name="connsiteY12252" fmla="*/ 965866 h 2053176"/>
              <a:gd name="connsiteX12253" fmla="*/ 5216831 w 12188965"/>
              <a:gd name="connsiteY12253" fmla="*/ 952979 h 2053176"/>
              <a:gd name="connsiteX12254" fmla="*/ 5229719 w 12188965"/>
              <a:gd name="connsiteY12254" fmla="*/ 940091 h 2053176"/>
              <a:gd name="connsiteX12255" fmla="*/ 5037104 w 12188965"/>
              <a:gd name="connsiteY12255" fmla="*/ 940091 h 2053176"/>
              <a:gd name="connsiteX12256" fmla="*/ 5049991 w 12188965"/>
              <a:gd name="connsiteY12256" fmla="*/ 952979 h 2053176"/>
              <a:gd name="connsiteX12257" fmla="*/ 5037104 w 12188965"/>
              <a:gd name="connsiteY12257" fmla="*/ 965866 h 2053176"/>
              <a:gd name="connsiteX12258" fmla="*/ 5024216 w 12188965"/>
              <a:gd name="connsiteY12258" fmla="*/ 952979 h 2053176"/>
              <a:gd name="connsiteX12259" fmla="*/ 5037104 w 12188965"/>
              <a:gd name="connsiteY12259" fmla="*/ 940091 h 2053176"/>
              <a:gd name="connsiteX12260" fmla="*/ 4587666 w 12188965"/>
              <a:gd name="connsiteY12260" fmla="*/ 940091 h 2053176"/>
              <a:gd name="connsiteX12261" fmla="*/ 4600553 w 12188965"/>
              <a:gd name="connsiteY12261" fmla="*/ 952979 h 2053176"/>
              <a:gd name="connsiteX12262" fmla="*/ 4587666 w 12188965"/>
              <a:gd name="connsiteY12262" fmla="*/ 965866 h 2053176"/>
              <a:gd name="connsiteX12263" fmla="*/ 4574778 w 12188965"/>
              <a:gd name="connsiteY12263" fmla="*/ 952979 h 2053176"/>
              <a:gd name="connsiteX12264" fmla="*/ 4587666 w 12188965"/>
              <a:gd name="connsiteY12264" fmla="*/ 940091 h 2053176"/>
              <a:gd name="connsiteX12265" fmla="*/ 4009702 w 12188965"/>
              <a:gd name="connsiteY12265" fmla="*/ 940091 h 2053176"/>
              <a:gd name="connsiteX12266" fmla="*/ 4022589 w 12188965"/>
              <a:gd name="connsiteY12266" fmla="*/ 952979 h 2053176"/>
              <a:gd name="connsiteX12267" fmla="*/ 4009702 w 12188965"/>
              <a:gd name="connsiteY12267" fmla="*/ 965866 h 2053176"/>
              <a:gd name="connsiteX12268" fmla="*/ 3996814 w 12188965"/>
              <a:gd name="connsiteY12268" fmla="*/ 952979 h 2053176"/>
              <a:gd name="connsiteX12269" fmla="*/ 4009702 w 12188965"/>
              <a:gd name="connsiteY12269" fmla="*/ 940091 h 2053176"/>
              <a:gd name="connsiteX12270" fmla="*/ 3817086 w 12188965"/>
              <a:gd name="connsiteY12270" fmla="*/ 940091 h 2053176"/>
              <a:gd name="connsiteX12271" fmla="*/ 3829973 w 12188965"/>
              <a:gd name="connsiteY12271" fmla="*/ 952979 h 2053176"/>
              <a:gd name="connsiteX12272" fmla="*/ 3817086 w 12188965"/>
              <a:gd name="connsiteY12272" fmla="*/ 965866 h 2053176"/>
              <a:gd name="connsiteX12273" fmla="*/ 3804199 w 12188965"/>
              <a:gd name="connsiteY12273" fmla="*/ 952979 h 2053176"/>
              <a:gd name="connsiteX12274" fmla="*/ 3817086 w 12188965"/>
              <a:gd name="connsiteY12274" fmla="*/ 940091 h 2053176"/>
              <a:gd name="connsiteX12275" fmla="*/ 3752882 w 12188965"/>
              <a:gd name="connsiteY12275" fmla="*/ 940091 h 2053176"/>
              <a:gd name="connsiteX12276" fmla="*/ 3765770 w 12188965"/>
              <a:gd name="connsiteY12276" fmla="*/ 952979 h 2053176"/>
              <a:gd name="connsiteX12277" fmla="*/ 3752882 w 12188965"/>
              <a:gd name="connsiteY12277" fmla="*/ 965866 h 2053176"/>
              <a:gd name="connsiteX12278" fmla="*/ 3739993 w 12188965"/>
              <a:gd name="connsiteY12278" fmla="*/ 952979 h 2053176"/>
              <a:gd name="connsiteX12279" fmla="*/ 3752882 w 12188965"/>
              <a:gd name="connsiteY12279" fmla="*/ 940091 h 2053176"/>
              <a:gd name="connsiteX12280" fmla="*/ 2982301 w 12188965"/>
              <a:gd name="connsiteY12280" fmla="*/ 940091 h 2053176"/>
              <a:gd name="connsiteX12281" fmla="*/ 2995190 w 12188965"/>
              <a:gd name="connsiteY12281" fmla="*/ 952979 h 2053176"/>
              <a:gd name="connsiteX12282" fmla="*/ 2982301 w 12188965"/>
              <a:gd name="connsiteY12282" fmla="*/ 965866 h 2053176"/>
              <a:gd name="connsiteX12283" fmla="*/ 2969414 w 12188965"/>
              <a:gd name="connsiteY12283" fmla="*/ 952979 h 2053176"/>
              <a:gd name="connsiteX12284" fmla="*/ 2982301 w 12188965"/>
              <a:gd name="connsiteY12284" fmla="*/ 940091 h 2053176"/>
              <a:gd name="connsiteX12285" fmla="*/ 1505464 w 12188965"/>
              <a:gd name="connsiteY12285" fmla="*/ 940091 h 2053176"/>
              <a:gd name="connsiteX12286" fmla="*/ 1518352 w 12188965"/>
              <a:gd name="connsiteY12286" fmla="*/ 952979 h 2053176"/>
              <a:gd name="connsiteX12287" fmla="*/ 1505464 w 12188965"/>
              <a:gd name="connsiteY12287" fmla="*/ 965866 h 2053176"/>
              <a:gd name="connsiteX12288" fmla="*/ 1492577 w 12188965"/>
              <a:gd name="connsiteY12288" fmla="*/ 952979 h 2053176"/>
              <a:gd name="connsiteX12289" fmla="*/ 1505464 w 12188965"/>
              <a:gd name="connsiteY12289" fmla="*/ 940091 h 2053176"/>
              <a:gd name="connsiteX12290" fmla="*/ 1377055 w 12188965"/>
              <a:gd name="connsiteY12290" fmla="*/ 940091 h 2053176"/>
              <a:gd name="connsiteX12291" fmla="*/ 1389941 w 12188965"/>
              <a:gd name="connsiteY12291" fmla="*/ 952979 h 2053176"/>
              <a:gd name="connsiteX12292" fmla="*/ 1377055 w 12188965"/>
              <a:gd name="connsiteY12292" fmla="*/ 965866 h 2053176"/>
              <a:gd name="connsiteX12293" fmla="*/ 1364167 w 12188965"/>
              <a:gd name="connsiteY12293" fmla="*/ 952979 h 2053176"/>
              <a:gd name="connsiteX12294" fmla="*/ 1377055 w 12188965"/>
              <a:gd name="connsiteY12294" fmla="*/ 940091 h 2053176"/>
              <a:gd name="connsiteX12295" fmla="*/ 927616 w 12188965"/>
              <a:gd name="connsiteY12295" fmla="*/ 940091 h 2053176"/>
              <a:gd name="connsiteX12296" fmla="*/ 940503 w 12188965"/>
              <a:gd name="connsiteY12296" fmla="*/ 952979 h 2053176"/>
              <a:gd name="connsiteX12297" fmla="*/ 927616 w 12188965"/>
              <a:gd name="connsiteY12297" fmla="*/ 965866 h 2053176"/>
              <a:gd name="connsiteX12298" fmla="*/ 914731 w 12188965"/>
              <a:gd name="connsiteY12298" fmla="*/ 952979 h 2053176"/>
              <a:gd name="connsiteX12299" fmla="*/ 927616 w 12188965"/>
              <a:gd name="connsiteY12299" fmla="*/ 940091 h 2053176"/>
              <a:gd name="connsiteX12300" fmla="*/ 346686 w 12188965"/>
              <a:gd name="connsiteY12300" fmla="*/ 940091 h 2053176"/>
              <a:gd name="connsiteX12301" fmla="*/ 359572 w 12188965"/>
              <a:gd name="connsiteY12301" fmla="*/ 952979 h 2053176"/>
              <a:gd name="connsiteX12302" fmla="*/ 346686 w 12188965"/>
              <a:gd name="connsiteY12302" fmla="*/ 965866 h 2053176"/>
              <a:gd name="connsiteX12303" fmla="*/ 333799 w 12188965"/>
              <a:gd name="connsiteY12303" fmla="*/ 952979 h 2053176"/>
              <a:gd name="connsiteX12304" fmla="*/ 346686 w 12188965"/>
              <a:gd name="connsiteY12304" fmla="*/ 940091 h 2053176"/>
              <a:gd name="connsiteX12305" fmla="*/ 25659 w 12188965"/>
              <a:gd name="connsiteY12305" fmla="*/ 940091 h 2053176"/>
              <a:gd name="connsiteX12306" fmla="*/ 38547 w 12188965"/>
              <a:gd name="connsiteY12306" fmla="*/ 952979 h 2053176"/>
              <a:gd name="connsiteX12307" fmla="*/ 25659 w 12188965"/>
              <a:gd name="connsiteY12307" fmla="*/ 965866 h 2053176"/>
              <a:gd name="connsiteX12308" fmla="*/ 12771 w 12188965"/>
              <a:gd name="connsiteY12308" fmla="*/ 952979 h 2053176"/>
              <a:gd name="connsiteX12309" fmla="*/ 25659 w 12188965"/>
              <a:gd name="connsiteY12309" fmla="*/ 940091 h 2053176"/>
              <a:gd name="connsiteX12310" fmla="*/ 11970691 w 12188965"/>
              <a:gd name="connsiteY12310" fmla="*/ 927320 h 2053176"/>
              <a:gd name="connsiteX12311" fmla="*/ 11996349 w 12188965"/>
              <a:gd name="connsiteY12311" fmla="*/ 952979 h 2053176"/>
              <a:gd name="connsiteX12312" fmla="*/ 11970691 w 12188965"/>
              <a:gd name="connsiteY12312" fmla="*/ 978637 h 2053176"/>
              <a:gd name="connsiteX12313" fmla="*/ 11945033 w 12188965"/>
              <a:gd name="connsiteY12313" fmla="*/ 952979 h 2053176"/>
              <a:gd name="connsiteX12314" fmla="*/ 11970691 w 12188965"/>
              <a:gd name="connsiteY12314" fmla="*/ 927320 h 2053176"/>
              <a:gd name="connsiteX12315" fmla="*/ 11325670 w 12188965"/>
              <a:gd name="connsiteY12315" fmla="*/ 927320 h 2053176"/>
              <a:gd name="connsiteX12316" fmla="*/ 11351329 w 12188965"/>
              <a:gd name="connsiteY12316" fmla="*/ 952979 h 2053176"/>
              <a:gd name="connsiteX12317" fmla="*/ 11325670 w 12188965"/>
              <a:gd name="connsiteY12317" fmla="*/ 978637 h 2053176"/>
              <a:gd name="connsiteX12318" fmla="*/ 11300012 w 12188965"/>
              <a:gd name="connsiteY12318" fmla="*/ 952979 h 2053176"/>
              <a:gd name="connsiteX12319" fmla="*/ 11325670 w 12188965"/>
              <a:gd name="connsiteY12319" fmla="*/ 927320 h 2053176"/>
              <a:gd name="connsiteX12320" fmla="*/ 11197259 w 12188965"/>
              <a:gd name="connsiteY12320" fmla="*/ 927320 h 2053176"/>
              <a:gd name="connsiteX12321" fmla="*/ 11222917 w 12188965"/>
              <a:gd name="connsiteY12321" fmla="*/ 952979 h 2053176"/>
              <a:gd name="connsiteX12322" fmla="*/ 11197259 w 12188965"/>
              <a:gd name="connsiteY12322" fmla="*/ 978637 h 2053176"/>
              <a:gd name="connsiteX12323" fmla="*/ 11171601 w 12188965"/>
              <a:gd name="connsiteY12323" fmla="*/ 952979 h 2053176"/>
              <a:gd name="connsiteX12324" fmla="*/ 11197259 w 12188965"/>
              <a:gd name="connsiteY12324" fmla="*/ 927320 h 2053176"/>
              <a:gd name="connsiteX12325" fmla="*/ 10683501 w 12188965"/>
              <a:gd name="connsiteY12325" fmla="*/ 927320 h 2053176"/>
              <a:gd name="connsiteX12326" fmla="*/ 10709159 w 12188965"/>
              <a:gd name="connsiteY12326" fmla="*/ 952979 h 2053176"/>
              <a:gd name="connsiteX12327" fmla="*/ 10683501 w 12188965"/>
              <a:gd name="connsiteY12327" fmla="*/ 978637 h 2053176"/>
              <a:gd name="connsiteX12328" fmla="*/ 10657843 w 12188965"/>
              <a:gd name="connsiteY12328" fmla="*/ 952979 h 2053176"/>
              <a:gd name="connsiteX12329" fmla="*/ 10683501 w 12188965"/>
              <a:gd name="connsiteY12329" fmla="*/ 927320 h 2053176"/>
              <a:gd name="connsiteX12330" fmla="*/ 10619297 w 12188965"/>
              <a:gd name="connsiteY12330" fmla="*/ 927320 h 2053176"/>
              <a:gd name="connsiteX12331" fmla="*/ 10644955 w 12188965"/>
              <a:gd name="connsiteY12331" fmla="*/ 952979 h 2053176"/>
              <a:gd name="connsiteX12332" fmla="*/ 10619297 w 12188965"/>
              <a:gd name="connsiteY12332" fmla="*/ 978637 h 2053176"/>
              <a:gd name="connsiteX12333" fmla="*/ 10593639 w 12188965"/>
              <a:gd name="connsiteY12333" fmla="*/ 952979 h 2053176"/>
              <a:gd name="connsiteX12334" fmla="*/ 10619297 w 12188965"/>
              <a:gd name="connsiteY12334" fmla="*/ 927320 h 2053176"/>
              <a:gd name="connsiteX12335" fmla="*/ 10555092 w 12188965"/>
              <a:gd name="connsiteY12335" fmla="*/ 927320 h 2053176"/>
              <a:gd name="connsiteX12336" fmla="*/ 10580751 w 12188965"/>
              <a:gd name="connsiteY12336" fmla="*/ 952979 h 2053176"/>
              <a:gd name="connsiteX12337" fmla="*/ 10555092 w 12188965"/>
              <a:gd name="connsiteY12337" fmla="*/ 978637 h 2053176"/>
              <a:gd name="connsiteX12338" fmla="*/ 10529432 w 12188965"/>
              <a:gd name="connsiteY12338" fmla="*/ 952979 h 2053176"/>
              <a:gd name="connsiteX12339" fmla="*/ 10555092 w 12188965"/>
              <a:gd name="connsiteY12339" fmla="*/ 927320 h 2053176"/>
              <a:gd name="connsiteX12340" fmla="*/ 10362474 w 12188965"/>
              <a:gd name="connsiteY12340" fmla="*/ 927320 h 2053176"/>
              <a:gd name="connsiteX12341" fmla="*/ 10388135 w 12188965"/>
              <a:gd name="connsiteY12341" fmla="*/ 952979 h 2053176"/>
              <a:gd name="connsiteX12342" fmla="*/ 10362474 w 12188965"/>
              <a:gd name="connsiteY12342" fmla="*/ 978637 h 2053176"/>
              <a:gd name="connsiteX12343" fmla="*/ 10336816 w 12188965"/>
              <a:gd name="connsiteY12343" fmla="*/ 952979 h 2053176"/>
              <a:gd name="connsiteX12344" fmla="*/ 10362474 w 12188965"/>
              <a:gd name="connsiteY12344" fmla="*/ 927320 h 2053176"/>
              <a:gd name="connsiteX12345" fmla="*/ 10234065 w 12188965"/>
              <a:gd name="connsiteY12345" fmla="*/ 927320 h 2053176"/>
              <a:gd name="connsiteX12346" fmla="*/ 10259723 w 12188965"/>
              <a:gd name="connsiteY12346" fmla="*/ 952979 h 2053176"/>
              <a:gd name="connsiteX12347" fmla="*/ 10234065 w 12188965"/>
              <a:gd name="connsiteY12347" fmla="*/ 978637 h 2053176"/>
              <a:gd name="connsiteX12348" fmla="*/ 10208404 w 12188965"/>
              <a:gd name="connsiteY12348" fmla="*/ 952979 h 2053176"/>
              <a:gd name="connsiteX12349" fmla="*/ 10234065 w 12188965"/>
              <a:gd name="connsiteY12349" fmla="*/ 927320 h 2053176"/>
              <a:gd name="connsiteX12350" fmla="*/ 10105654 w 12188965"/>
              <a:gd name="connsiteY12350" fmla="*/ 927320 h 2053176"/>
              <a:gd name="connsiteX12351" fmla="*/ 10131312 w 12188965"/>
              <a:gd name="connsiteY12351" fmla="*/ 952979 h 2053176"/>
              <a:gd name="connsiteX12352" fmla="*/ 10105654 w 12188965"/>
              <a:gd name="connsiteY12352" fmla="*/ 978637 h 2053176"/>
              <a:gd name="connsiteX12353" fmla="*/ 10079996 w 12188965"/>
              <a:gd name="connsiteY12353" fmla="*/ 952979 h 2053176"/>
              <a:gd name="connsiteX12354" fmla="*/ 10105654 w 12188965"/>
              <a:gd name="connsiteY12354" fmla="*/ 927320 h 2053176"/>
              <a:gd name="connsiteX12355" fmla="*/ 9078253 w 12188965"/>
              <a:gd name="connsiteY12355" fmla="*/ 927320 h 2053176"/>
              <a:gd name="connsiteX12356" fmla="*/ 9103911 w 12188965"/>
              <a:gd name="connsiteY12356" fmla="*/ 952979 h 2053176"/>
              <a:gd name="connsiteX12357" fmla="*/ 9078253 w 12188965"/>
              <a:gd name="connsiteY12357" fmla="*/ 978637 h 2053176"/>
              <a:gd name="connsiteX12358" fmla="*/ 9052595 w 12188965"/>
              <a:gd name="connsiteY12358" fmla="*/ 952979 h 2053176"/>
              <a:gd name="connsiteX12359" fmla="*/ 9078253 w 12188965"/>
              <a:gd name="connsiteY12359" fmla="*/ 927320 h 2053176"/>
              <a:gd name="connsiteX12360" fmla="*/ 8564495 w 12188965"/>
              <a:gd name="connsiteY12360" fmla="*/ 927320 h 2053176"/>
              <a:gd name="connsiteX12361" fmla="*/ 8590153 w 12188965"/>
              <a:gd name="connsiteY12361" fmla="*/ 952979 h 2053176"/>
              <a:gd name="connsiteX12362" fmla="*/ 8564495 w 12188965"/>
              <a:gd name="connsiteY12362" fmla="*/ 978637 h 2053176"/>
              <a:gd name="connsiteX12363" fmla="*/ 8538837 w 12188965"/>
              <a:gd name="connsiteY12363" fmla="*/ 952979 h 2053176"/>
              <a:gd name="connsiteX12364" fmla="*/ 8564495 w 12188965"/>
              <a:gd name="connsiteY12364" fmla="*/ 927320 h 2053176"/>
              <a:gd name="connsiteX12365" fmla="*/ 8050852 w 12188965"/>
              <a:gd name="connsiteY12365" fmla="*/ 927320 h 2053176"/>
              <a:gd name="connsiteX12366" fmla="*/ 8076510 w 12188965"/>
              <a:gd name="connsiteY12366" fmla="*/ 952979 h 2053176"/>
              <a:gd name="connsiteX12367" fmla="*/ 8050852 w 12188965"/>
              <a:gd name="connsiteY12367" fmla="*/ 978637 h 2053176"/>
              <a:gd name="connsiteX12368" fmla="*/ 8025194 w 12188965"/>
              <a:gd name="connsiteY12368" fmla="*/ 952979 h 2053176"/>
              <a:gd name="connsiteX12369" fmla="*/ 8050852 w 12188965"/>
              <a:gd name="connsiteY12369" fmla="*/ 927320 h 2053176"/>
              <a:gd name="connsiteX12370" fmla="*/ 7986648 w 12188965"/>
              <a:gd name="connsiteY12370" fmla="*/ 927320 h 2053176"/>
              <a:gd name="connsiteX12371" fmla="*/ 8012306 w 12188965"/>
              <a:gd name="connsiteY12371" fmla="*/ 952979 h 2053176"/>
              <a:gd name="connsiteX12372" fmla="*/ 7986648 w 12188965"/>
              <a:gd name="connsiteY12372" fmla="*/ 978637 h 2053176"/>
              <a:gd name="connsiteX12373" fmla="*/ 7960990 w 12188965"/>
              <a:gd name="connsiteY12373" fmla="*/ 952979 h 2053176"/>
              <a:gd name="connsiteX12374" fmla="*/ 7986648 w 12188965"/>
              <a:gd name="connsiteY12374" fmla="*/ 927320 h 2053176"/>
              <a:gd name="connsiteX12375" fmla="*/ 7858237 w 12188965"/>
              <a:gd name="connsiteY12375" fmla="*/ 927320 h 2053176"/>
              <a:gd name="connsiteX12376" fmla="*/ 7883895 w 12188965"/>
              <a:gd name="connsiteY12376" fmla="*/ 952979 h 2053176"/>
              <a:gd name="connsiteX12377" fmla="*/ 7858237 w 12188965"/>
              <a:gd name="connsiteY12377" fmla="*/ 978637 h 2053176"/>
              <a:gd name="connsiteX12378" fmla="*/ 7832578 w 12188965"/>
              <a:gd name="connsiteY12378" fmla="*/ 952979 h 2053176"/>
              <a:gd name="connsiteX12379" fmla="*/ 7858237 w 12188965"/>
              <a:gd name="connsiteY12379" fmla="*/ 927320 h 2053176"/>
              <a:gd name="connsiteX12380" fmla="*/ 7794032 w 12188965"/>
              <a:gd name="connsiteY12380" fmla="*/ 927320 h 2053176"/>
              <a:gd name="connsiteX12381" fmla="*/ 7819690 w 12188965"/>
              <a:gd name="connsiteY12381" fmla="*/ 952979 h 2053176"/>
              <a:gd name="connsiteX12382" fmla="*/ 7794032 w 12188965"/>
              <a:gd name="connsiteY12382" fmla="*/ 978637 h 2053176"/>
              <a:gd name="connsiteX12383" fmla="*/ 7768371 w 12188965"/>
              <a:gd name="connsiteY12383" fmla="*/ 952979 h 2053176"/>
              <a:gd name="connsiteX12384" fmla="*/ 7794032 w 12188965"/>
              <a:gd name="connsiteY12384" fmla="*/ 927320 h 2053176"/>
              <a:gd name="connsiteX12385" fmla="*/ 7665621 w 12188965"/>
              <a:gd name="connsiteY12385" fmla="*/ 927320 h 2053176"/>
              <a:gd name="connsiteX12386" fmla="*/ 7691279 w 12188965"/>
              <a:gd name="connsiteY12386" fmla="*/ 952979 h 2053176"/>
              <a:gd name="connsiteX12387" fmla="*/ 7665621 w 12188965"/>
              <a:gd name="connsiteY12387" fmla="*/ 978637 h 2053176"/>
              <a:gd name="connsiteX12388" fmla="*/ 7639963 w 12188965"/>
              <a:gd name="connsiteY12388" fmla="*/ 952979 h 2053176"/>
              <a:gd name="connsiteX12389" fmla="*/ 7665621 w 12188965"/>
              <a:gd name="connsiteY12389" fmla="*/ 927320 h 2053176"/>
              <a:gd name="connsiteX12390" fmla="*/ 7601299 w 12188965"/>
              <a:gd name="connsiteY12390" fmla="*/ 927320 h 2053176"/>
              <a:gd name="connsiteX12391" fmla="*/ 7626959 w 12188965"/>
              <a:gd name="connsiteY12391" fmla="*/ 952979 h 2053176"/>
              <a:gd name="connsiteX12392" fmla="*/ 7601299 w 12188965"/>
              <a:gd name="connsiteY12392" fmla="*/ 978637 h 2053176"/>
              <a:gd name="connsiteX12393" fmla="*/ 7575640 w 12188965"/>
              <a:gd name="connsiteY12393" fmla="*/ 952979 h 2053176"/>
              <a:gd name="connsiteX12394" fmla="*/ 7601299 w 12188965"/>
              <a:gd name="connsiteY12394" fmla="*/ 927320 h 2053176"/>
              <a:gd name="connsiteX12395" fmla="*/ 7537094 w 12188965"/>
              <a:gd name="connsiteY12395" fmla="*/ 927320 h 2053176"/>
              <a:gd name="connsiteX12396" fmla="*/ 7562752 w 12188965"/>
              <a:gd name="connsiteY12396" fmla="*/ 952979 h 2053176"/>
              <a:gd name="connsiteX12397" fmla="*/ 7537094 w 12188965"/>
              <a:gd name="connsiteY12397" fmla="*/ 978637 h 2053176"/>
              <a:gd name="connsiteX12398" fmla="*/ 7511436 w 12188965"/>
              <a:gd name="connsiteY12398" fmla="*/ 952979 h 2053176"/>
              <a:gd name="connsiteX12399" fmla="*/ 7537094 w 12188965"/>
              <a:gd name="connsiteY12399" fmla="*/ 927320 h 2053176"/>
              <a:gd name="connsiteX12400" fmla="*/ 7151863 w 12188965"/>
              <a:gd name="connsiteY12400" fmla="*/ 927320 h 2053176"/>
              <a:gd name="connsiteX12401" fmla="*/ 7177521 w 12188965"/>
              <a:gd name="connsiteY12401" fmla="*/ 952979 h 2053176"/>
              <a:gd name="connsiteX12402" fmla="*/ 7151863 w 12188965"/>
              <a:gd name="connsiteY12402" fmla="*/ 978637 h 2053176"/>
              <a:gd name="connsiteX12403" fmla="*/ 7126205 w 12188965"/>
              <a:gd name="connsiteY12403" fmla="*/ 952979 h 2053176"/>
              <a:gd name="connsiteX12404" fmla="*/ 7151863 w 12188965"/>
              <a:gd name="connsiteY12404" fmla="*/ 927320 h 2053176"/>
              <a:gd name="connsiteX12405" fmla="*/ 6895043 w 12188965"/>
              <a:gd name="connsiteY12405" fmla="*/ 927320 h 2053176"/>
              <a:gd name="connsiteX12406" fmla="*/ 6920701 w 12188965"/>
              <a:gd name="connsiteY12406" fmla="*/ 952979 h 2053176"/>
              <a:gd name="connsiteX12407" fmla="*/ 6895043 w 12188965"/>
              <a:gd name="connsiteY12407" fmla="*/ 978637 h 2053176"/>
              <a:gd name="connsiteX12408" fmla="*/ 6869382 w 12188965"/>
              <a:gd name="connsiteY12408" fmla="*/ 952979 h 2053176"/>
              <a:gd name="connsiteX12409" fmla="*/ 6895043 w 12188965"/>
              <a:gd name="connsiteY12409" fmla="*/ 927320 h 2053176"/>
              <a:gd name="connsiteX12410" fmla="*/ 6252873 w 12188965"/>
              <a:gd name="connsiteY12410" fmla="*/ 927320 h 2053176"/>
              <a:gd name="connsiteX12411" fmla="*/ 6278532 w 12188965"/>
              <a:gd name="connsiteY12411" fmla="*/ 952979 h 2053176"/>
              <a:gd name="connsiteX12412" fmla="*/ 6252873 w 12188965"/>
              <a:gd name="connsiteY12412" fmla="*/ 978637 h 2053176"/>
              <a:gd name="connsiteX12413" fmla="*/ 6227213 w 12188965"/>
              <a:gd name="connsiteY12413" fmla="*/ 952979 h 2053176"/>
              <a:gd name="connsiteX12414" fmla="*/ 6252873 w 12188965"/>
              <a:gd name="connsiteY12414" fmla="*/ 927320 h 2053176"/>
              <a:gd name="connsiteX12415" fmla="*/ 5615066 w 12188965"/>
              <a:gd name="connsiteY12415" fmla="*/ 927320 h 2053176"/>
              <a:gd name="connsiteX12416" fmla="*/ 5640726 w 12188965"/>
              <a:gd name="connsiteY12416" fmla="*/ 952979 h 2053176"/>
              <a:gd name="connsiteX12417" fmla="*/ 5615066 w 12188965"/>
              <a:gd name="connsiteY12417" fmla="*/ 978637 h 2053176"/>
              <a:gd name="connsiteX12418" fmla="*/ 5589407 w 12188965"/>
              <a:gd name="connsiteY12418" fmla="*/ 952979 h 2053176"/>
              <a:gd name="connsiteX12419" fmla="*/ 5615066 w 12188965"/>
              <a:gd name="connsiteY12419" fmla="*/ 927320 h 2053176"/>
              <a:gd name="connsiteX12420" fmla="*/ 5486655 w 12188965"/>
              <a:gd name="connsiteY12420" fmla="*/ 927320 h 2053176"/>
              <a:gd name="connsiteX12421" fmla="*/ 5512316 w 12188965"/>
              <a:gd name="connsiteY12421" fmla="*/ 952979 h 2053176"/>
              <a:gd name="connsiteX12422" fmla="*/ 5486655 w 12188965"/>
              <a:gd name="connsiteY12422" fmla="*/ 978637 h 2053176"/>
              <a:gd name="connsiteX12423" fmla="*/ 5460997 w 12188965"/>
              <a:gd name="connsiteY12423" fmla="*/ 952979 h 2053176"/>
              <a:gd name="connsiteX12424" fmla="*/ 5486655 w 12188965"/>
              <a:gd name="connsiteY12424" fmla="*/ 927320 h 2053176"/>
              <a:gd name="connsiteX12425" fmla="*/ 4972896 w 12188965"/>
              <a:gd name="connsiteY12425" fmla="*/ 927320 h 2053176"/>
              <a:gd name="connsiteX12426" fmla="*/ 4998557 w 12188965"/>
              <a:gd name="connsiteY12426" fmla="*/ 952979 h 2053176"/>
              <a:gd name="connsiteX12427" fmla="*/ 4972896 w 12188965"/>
              <a:gd name="connsiteY12427" fmla="*/ 978637 h 2053176"/>
              <a:gd name="connsiteX12428" fmla="*/ 4947240 w 12188965"/>
              <a:gd name="connsiteY12428" fmla="*/ 952979 h 2053176"/>
              <a:gd name="connsiteX12429" fmla="*/ 4972896 w 12188965"/>
              <a:gd name="connsiteY12429" fmla="*/ 927320 h 2053176"/>
              <a:gd name="connsiteX12430" fmla="*/ 4908693 w 12188965"/>
              <a:gd name="connsiteY12430" fmla="*/ 927320 h 2053176"/>
              <a:gd name="connsiteX12431" fmla="*/ 4934352 w 12188965"/>
              <a:gd name="connsiteY12431" fmla="*/ 952979 h 2053176"/>
              <a:gd name="connsiteX12432" fmla="*/ 4908693 w 12188965"/>
              <a:gd name="connsiteY12432" fmla="*/ 978637 h 2053176"/>
              <a:gd name="connsiteX12433" fmla="*/ 4883033 w 12188965"/>
              <a:gd name="connsiteY12433" fmla="*/ 952979 h 2053176"/>
              <a:gd name="connsiteX12434" fmla="*/ 4908693 w 12188965"/>
              <a:gd name="connsiteY12434" fmla="*/ 927320 h 2053176"/>
              <a:gd name="connsiteX12435" fmla="*/ 4844487 w 12188965"/>
              <a:gd name="connsiteY12435" fmla="*/ 927320 h 2053176"/>
              <a:gd name="connsiteX12436" fmla="*/ 4870146 w 12188965"/>
              <a:gd name="connsiteY12436" fmla="*/ 952979 h 2053176"/>
              <a:gd name="connsiteX12437" fmla="*/ 4844487 w 12188965"/>
              <a:gd name="connsiteY12437" fmla="*/ 978637 h 2053176"/>
              <a:gd name="connsiteX12438" fmla="*/ 4818828 w 12188965"/>
              <a:gd name="connsiteY12438" fmla="*/ 952979 h 2053176"/>
              <a:gd name="connsiteX12439" fmla="*/ 4844487 w 12188965"/>
              <a:gd name="connsiteY12439" fmla="*/ 927320 h 2053176"/>
              <a:gd name="connsiteX12440" fmla="*/ 4651872 w 12188965"/>
              <a:gd name="connsiteY12440" fmla="*/ 927320 h 2053176"/>
              <a:gd name="connsiteX12441" fmla="*/ 4677531 w 12188965"/>
              <a:gd name="connsiteY12441" fmla="*/ 952979 h 2053176"/>
              <a:gd name="connsiteX12442" fmla="*/ 4651872 w 12188965"/>
              <a:gd name="connsiteY12442" fmla="*/ 978637 h 2053176"/>
              <a:gd name="connsiteX12443" fmla="*/ 4626213 w 12188965"/>
              <a:gd name="connsiteY12443" fmla="*/ 952979 h 2053176"/>
              <a:gd name="connsiteX12444" fmla="*/ 4651872 w 12188965"/>
              <a:gd name="connsiteY12444" fmla="*/ 927320 h 2053176"/>
              <a:gd name="connsiteX12445" fmla="*/ 4523461 w 12188965"/>
              <a:gd name="connsiteY12445" fmla="*/ 927320 h 2053176"/>
              <a:gd name="connsiteX12446" fmla="*/ 4549121 w 12188965"/>
              <a:gd name="connsiteY12446" fmla="*/ 952979 h 2053176"/>
              <a:gd name="connsiteX12447" fmla="*/ 4523461 w 12188965"/>
              <a:gd name="connsiteY12447" fmla="*/ 978637 h 2053176"/>
              <a:gd name="connsiteX12448" fmla="*/ 4497802 w 12188965"/>
              <a:gd name="connsiteY12448" fmla="*/ 952979 h 2053176"/>
              <a:gd name="connsiteX12449" fmla="*/ 4523461 w 12188965"/>
              <a:gd name="connsiteY12449" fmla="*/ 927320 h 2053176"/>
              <a:gd name="connsiteX12450" fmla="*/ 4395050 w 12188965"/>
              <a:gd name="connsiteY12450" fmla="*/ 927320 h 2053176"/>
              <a:gd name="connsiteX12451" fmla="*/ 4420710 w 12188965"/>
              <a:gd name="connsiteY12451" fmla="*/ 952979 h 2053176"/>
              <a:gd name="connsiteX12452" fmla="*/ 4395050 w 12188965"/>
              <a:gd name="connsiteY12452" fmla="*/ 978637 h 2053176"/>
              <a:gd name="connsiteX12453" fmla="*/ 4369391 w 12188965"/>
              <a:gd name="connsiteY12453" fmla="*/ 952979 h 2053176"/>
              <a:gd name="connsiteX12454" fmla="*/ 4395050 w 12188965"/>
              <a:gd name="connsiteY12454" fmla="*/ 927320 h 2053176"/>
              <a:gd name="connsiteX12455" fmla="*/ 3367649 w 12188965"/>
              <a:gd name="connsiteY12455" fmla="*/ 927320 h 2053176"/>
              <a:gd name="connsiteX12456" fmla="*/ 3393308 w 12188965"/>
              <a:gd name="connsiteY12456" fmla="*/ 952979 h 2053176"/>
              <a:gd name="connsiteX12457" fmla="*/ 3367649 w 12188965"/>
              <a:gd name="connsiteY12457" fmla="*/ 978637 h 2053176"/>
              <a:gd name="connsiteX12458" fmla="*/ 3341990 w 12188965"/>
              <a:gd name="connsiteY12458" fmla="*/ 952979 h 2053176"/>
              <a:gd name="connsiteX12459" fmla="*/ 3367649 w 12188965"/>
              <a:gd name="connsiteY12459" fmla="*/ 927320 h 2053176"/>
              <a:gd name="connsiteX12460" fmla="*/ 2853890 w 12188965"/>
              <a:gd name="connsiteY12460" fmla="*/ 927320 h 2053176"/>
              <a:gd name="connsiteX12461" fmla="*/ 2879550 w 12188965"/>
              <a:gd name="connsiteY12461" fmla="*/ 952979 h 2053176"/>
              <a:gd name="connsiteX12462" fmla="*/ 2853890 w 12188965"/>
              <a:gd name="connsiteY12462" fmla="*/ 978637 h 2053176"/>
              <a:gd name="connsiteX12463" fmla="*/ 2828231 w 12188965"/>
              <a:gd name="connsiteY12463" fmla="*/ 952979 h 2053176"/>
              <a:gd name="connsiteX12464" fmla="*/ 2853890 w 12188965"/>
              <a:gd name="connsiteY12464" fmla="*/ 927320 h 2053176"/>
              <a:gd name="connsiteX12465" fmla="*/ 2340249 w 12188965"/>
              <a:gd name="connsiteY12465" fmla="*/ 927320 h 2053176"/>
              <a:gd name="connsiteX12466" fmla="*/ 2365908 w 12188965"/>
              <a:gd name="connsiteY12466" fmla="*/ 952979 h 2053176"/>
              <a:gd name="connsiteX12467" fmla="*/ 2340249 w 12188965"/>
              <a:gd name="connsiteY12467" fmla="*/ 978637 h 2053176"/>
              <a:gd name="connsiteX12468" fmla="*/ 2314590 w 12188965"/>
              <a:gd name="connsiteY12468" fmla="*/ 952979 h 2053176"/>
              <a:gd name="connsiteX12469" fmla="*/ 2340249 w 12188965"/>
              <a:gd name="connsiteY12469" fmla="*/ 927320 h 2053176"/>
              <a:gd name="connsiteX12470" fmla="*/ 2276044 w 12188965"/>
              <a:gd name="connsiteY12470" fmla="*/ 927320 h 2053176"/>
              <a:gd name="connsiteX12471" fmla="*/ 2301702 w 12188965"/>
              <a:gd name="connsiteY12471" fmla="*/ 952979 h 2053176"/>
              <a:gd name="connsiteX12472" fmla="*/ 2276044 w 12188965"/>
              <a:gd name="connsiteY12472" fmla="*/ 978637 h 2053176"/>
              <a:gd name="connsiteX12473" fmla="*/ 2250385 w 12188965"/>
              <a:gd name="connsiteY12473" fmla="*/ 952979 h 2053176"/>
              <a:gd name="connsiteX12474" fmla="*/ 2276044 w 12188965"/>
              <a:gd name="connsiteY12474" fmla="*/ 927320 h 2053176"/>
              <a:gd name="connsiteX12475" fmla="*/ 2147633 w 12188965"/>
              <a:gd name="connsiteY12475" fmla="*/ 927320 h 2053176"/>
              <a:gd name="connsiteX12476" fmla="*/ 2173293 w 12188965"/>
              <a:gd name="connsiteY12476" fmla="*/ 952979 h 2053176"/>
              <a:gd name="connsiteX12477" fmla="*/ 2147633 w 12188965"/>
              <a:gd name="connsiteY12477" fmla="*/ 978637 h 2053176"/>
              <a:gd name="connsiteX12478" fmla="*/ 2121975 w 12188965"/>
              <a:gd name="connsiteY12478" fmla="*/ 952979 h 2053176"/>
              <a:gd name="connsiteX12479" fmla="*/ 2147633 w 12188965"/>
              <a:gd name="connsiteY12479" fmla="*/ 927320 h 2053176"/>
              <a:gd name="connsiteX12480" fmla="*/ 2083427 w 12188965"/>
              <a:gd name="connsiteY12480" fmla="*/ 927320 h 2053176"/>
              <a:gd name="connsiteX12481" fmla="*/ 2109087 w 12188965"/>
              <a:gd name="connsiteY12481" fmla="*/ 952979 h 2053176"/>
              <a:gd name="connsiteX12482" fmla="*/ 2083427 w 12188965"/>
              <a:gd name="connsiteY12482" fmla="*/ 978637 h 2053176"/>
              <a:gd name="connsiteX12483" fmla="*/ 2057768 w 12188965"/>
              <a:gd name="connsiteY12483" fmla="*/ 952979 h 2053176"/>
              <a:gd name="connsiteX12484" fmla="*/ 2083427 w 12188965"/>
              <a:gd name="connsiteY12484" fmla="*/ 927320 h 2053176"/>
              <a:gd name="connsiteX12485" fmla="*/ 1955016 w 12188965"/>
              <a:gd name="connsiteY12485" fmla="*/ 927320 h 2053176"/>
              <a:gd name="connsiteX12486" fmla="*/ 1980676 w 12188965"/>
              <a:gd name="connsiteY12486" fmla="*/ 952979 h 2053176"/>
              <a:gd name="connsiteX12487" fmla="*/ 1955016 w 12188965"/>
              <a:gd name="connsiteY12487" fmla="*/ 978637 h 2053176"/>
              <a:gd name="connsiteX12488" fmla="*/ 1929358 w 12188965"/>
              <a:gd name="connsiteY12488" fmla="*/ 952979 h 2053176"/>
              <a:gd name="connsiteX12489" fmla="*/ 1955016 w 12188965"/>
              <a:gd name="connsiteY12489" fmla="*/ 927320 h 2053176"/>
              <a:gd name="connsiteX12490" fmla="*/ 1890696 w 12188965"/>
              <a:gd name="connsiteY12490" fmla="*/ 927320 h 2053176"/>
              <a:gd name="connsiteX12491" fmla="*/ 1916355 w 12188965"/>
              <a:gd name="connsiteY12491" fmla="*/ 952979 h 2053176"/>
              <a:gd name="connsiteX12492" fmla="*/ 1890696 w 12188965"/>
              <a:gd name="connsiteY12492" fmla="*/ 978637 h 2053176"/>
              <a:gd name="connsiteX12493" fmla="*/ 1865037 w 12188965"/>
              <a:gd name="connsiteY12493" fmla="*/ 952979 h 2053176"/>
              <a:gd name="connsiteX12494" fmla="*/ 1890696 w 12188965"/>
              <a:gd name="connsiteY12494" fmla="*/ 927320 h 2053176"/>
              <a:gd name="connsiteX12495" fmla="*/ 1826490 w 12188965"/>
              <a:gd name="connsiteY12495" fmla="*/ 927320 h 2053176"/>
              <a:gd name="connsiteX12496" fmla="*/ 1852149 w 12188965"/>
              <a:gd name="connsiteY12496" fmla="*/ 952979 h 2053176"/>
              <a:gd name="connsiteX12497" fmla="*/ 1826490 w 12188965"/>
              <a:gd name="connsiteY12497" fmla="*/ 978637 h 2053176"/>
              <a:gd name="connsiteX12498" fmla="*/ 1800830 w 12188965"/>
              <a:gd name="connsiteY12498" fmla="*/ 952979 h 2053176"/>
              <a:gd name="connsiteX12499" fmla="*/ 1826490 w 12188965"/>
              <a:gd name="connsiteY12499" fmla="*/ 927320 h 2053176"/>
              <a:gd name="connsiteX12500" fmla="*/ 1441258 w 12188965"/>
              <a:gd name="connsiteY12500" fmla="*/ 927320 h 2053176"/>
              <a:gd name="connsiteX12501" fmla="*/ 1466917 w 12188965"/>
              <a:gd name="connsiteY12501" fmla="*/ 952979 h 2053176"/>
              <a:gd name="connsiteX12502" fmla="*/ 1441258 w 12188965"/>
              <a:gd name="connsiteY12502" fmla="*/ 978637 h 2053176"/>
              <a:gd name="connsiteX12503" fmla="*/ 1415599 w 12188965"/>
              <a:gd name="connsiteY12503" fmla="*/ 952979 h 2053176"/>
              <a:gd name="connsiteX12504" fmla="*/ 1441258 w 12188965"/>
              <a:gd name="connsiteY12504" fmla="*/ 927320 h 2053176"/>
              <a:gd name="connsiteX12505" fmla="*/ 1184437 w 12188965"/>
              <a:gd name="connsiteY12505" fmla="*/ 927320 h 2053176"/>
              <a:gd name="connsiteX12506" fmla="*/ 1210096 w 12188965"/>
              <a:gd name="connsiteY12506" fmla="*/ 952979 h 2053176"/>
              <a:gd name="connsiteX12507" fmla="*/ 1184437 w 12188965"/>
              <a:gd name="connsiteY12507" fmla="*/ 978637 h 2053176"/>
              <a:gd name="connsiteX12508" fmla="*/ 1158780 w 12188965"/>
              <a:gd name="connsiteY12508" fmla="*/ 952979 h 2053176"/>
              <a:gd name="connsiteX12509" fmla="*/ 1184437 w 12188965"/>
              <a:gd name="connsiteY12509" fmla="*/ 927320 h 2053176"/>
              <a:gd name="connsiteX12510" fmla="*/ 542268 w 12188965"/>
              <a:gd name="connsiteY12510" fmla="*/ 927320 h 2053176"/>
              <a:gd name="connsiteX12511" fmla="*/ 567927 w 12188965"/>
              <a:gd name="connsiteY12511" fmla="*/ 952979 h 2053176"/>
              <a:gd name="connsiteX12512" fmla="*/ 542268 w 12188965"/>
              <a:gd name="connsiteY12512" fmla="*/ 978637 h 2053176"/>
              <a:gd name="connsiteX12513" fmla="*/ 516610 w 12188965"/>
              <a:gd name="connsiteY12513" fmla="*/ 952979 h 2053176"/>
              <a:gd name="connsiteX12514" fmla="*/ 542268 w 12188965"/>
              <a:gd name="connsiteY12514" fmla="*/ 927320 h 2053176"/>
              <a:gd name="connsiteX12515" fmla="*/ 11775107 w 12188965"/>
              <a:gd name="connsiteY12515" fmla="*/ 872983 h 2053176"/>
              <a:gd name="connsiteX12516" fmla="*/ 11787995 w 12188965"/>
              <a:gd name="connsiteY12516" fmla="*/ 885871 h 2053176"/>
              <a:gd name="connsiteX12517" fmla="*/ 11775107 w 12188965"/>
              <a:gd name="connsiteY12517" fmla="*/ 898758 h 2053176"/>
              <a:gd name="connsiteX12518" fmla="*/ 11762221 w 12188965"/>
              <a:gd name="connsiteY12518" fmla="*/ 885871 h 2053176"/>
              <a:gd name="connsiteX12519" fmla="*/ 11775107 w 12188965"/>
              <a:gd name="connsiteY12519" fmla="*/ 872983 h 2053176"/>
              <a:gd name="connsiteX12520" fmla="*/ 11454081 w 12188965"/>
              <a:gd name="connsiteY12520" fmla="*/ 872983 h 2053176"/>
              <a:gd name="connsiteX12521" fmla="*/ 11466969 w 12188965"/>
              <a:gd name="connsiteY12521" fmla="*/ 885871 h 2053176"/>
              <a:gd name="connsiteX12522" fmla="*/ 11454081 w 12188965"/>
              <a:gd name="connsiteY12522" fmla="*/ 898758 h 2053176"/>
              <a:gd name="connsiteX12523" fmla="*/ 11441194 w 12188965"/>
              <a:gd name="connsiteY12523" fmla="*/ 885871 h 2053176"/>
              <a:gd name="connsiteX12524" fmla="*/ 11454081 w 12188965"/>
              <a:gd name="connsiteY12524" fmla="*/ 872983 h 2053176"/>
              <a:gd name="connsiteX12525" fmla="*/ 11133055 w 12188965"/>
              <a:gd name="connsiteY12525" fmla="*/ 872983 h 2053176"/>
              <a:gd name="connsiteX12526" fmla="*/ 11145943 w 12188965"/>
              <a:gd name="connsiteY12526" fmla="*/ 885871 h 2053176"/>
              <a:gd name="connsiteX12527" fmla="*/ 11133055 w 12188965"/>
              <a:gd name="connsiteY12527" fmla="*/ 898758 h 2053176"/>
              <a:gd name="connsiteX12528" fmla="*/ 11120167 w 12188965"/>
              <a:gd name="connsiteY12528" fmla="*/ 885871 h 2053176"/>
              <a:gd name="connsiteX12529" fmla="*/ 11133055 w 12188965"/>
              <a:gd name="connsiteY12529" fmla="*/ 872983 h 2053176"/>
              <a:gd name="connsiteX12530" fmla="*/ 10940324 w 12188965"/>
              <a:gd name="connsiteY12530" fmla="*/ 872983 h 2053176"/>
              <a:gd name="connsiteX12531" fmla="*/ 10953209 w 12188965"/>
              <a:gd name="connsiteY12531" fmla="*/ 885871 h 2053176"/>
              <a:gd name="connsiteX12532" fmla="*/ 10940324 w 12188965"/>
              <a:gd name="connsiteY12532" fmla="*/ 898758 h 2053176"/>
              <a:gd name="connsiteX12533" fmla="*/ 10927436 w 12188965"/>
              <a:gd name="connsiteY12533" fmla="*/ 885871 h 2053176"/>
              <a:gd name="connsiteX12534" fmla="*/ 10940324 w 12188965"/>
              <a:gd name="connsiteY12534" fmla="*/ 872983 h 2053176"/>
              <a:gd name="connsiteX12535" fmla="*/ 10298270 w 12188965"/>
              <a:gd name="connsiteY12535" fmla="*/ 872983 h 2053176"/>
              <a:gd name="connsiteX12536" fmla="*/ 10311158 w 12188965"/>
              <a:gd name="connsiteY12536" fmla="*/ 885871 h 2053176"/>
              <a:gd name="connsiteX12537" fmla="*/ 10298270 w 12188965"/>
              <a:gd name="connsiteY12537" fmla="*/ 898758 h 2053176"/>
              <a:gd name="connsiteX12538" fmla="*/ 10285382 w 12188965"/>
              <a:gd name="connsiteY12538" fmla="*/ 885871 h 2053176"/>
              <a:gd name="connsiteX12539" fmla="*/ 10298270 w 12188965"/>
              <a:gd name="connsiteY12539" fmla="*/ 872983 h 2053176"/>
              <a:gd name="connsiteX12540" fmla="*/ 9720307 w 12188965"/>
              <a:gd name="connsiteY12540" fmla="*/ 872983 h 2053176"/>
              <a:gd name="connsiteX12541" fmla="*/ 9733193 w 12188965"/>
              <a:gd name="connsiteY12541" fmla="*/ 885871 h 2053176"/>
              <a:gd name="connsiteX12542" fmla="*/ 9720307 w 12188965"/>
              <a:gd name="connsiteY12542" fmla="*/ 898758 h 2053176"/>
              <a:gd name="connsiteX12543" fmla="*/ 9707419 w 12188965"/>
              <a:gd name="connsiteY12543" fmla="*/ 885871 h 2053176"/>
              <a:gd name="connsiteX12544" fmla="*/ 9720307 w 12188965"/>
              <a:gd name="connsiteY12544" fmla="*/ 872983 h 2053176"/>
              <a:gd name="connsiteX12545" fmla="*/ 9463485 w 12188965"/>
              <a:gd name="connsiteY12545" fmla="*/ 872983 h 2053176"/>
              <a:gd name="connsiteX12546" fmla="*/ 9476373 w 12188965"/>
              <a:gd name="connsiteY12546" fmla="*/ 885871 h 2053176"/>
              <a:gd name="connsiteX12547" fmla="*/ 9463485 w 12188965"/>
              <a:gd name="connsiteY12547" fmla="*/ 898758 h 2053176"/>
              <a:gd name="connsiteX12548" fmla="*/ 9450597 w 12188965"/>
              <a:gd name="connsiteY12548" fmla="*/ 885871 h 2053176"/>
              <a:gd name="connsiteX12549" fmla="*/ 9463485 w 12188965"/>
              <a:gd name="connsiteY12549" fmla="*/ 872983 h 2053176"/>
              <a:gd name="connsiteX12550" fmla="*/ 9078138 w 12188965"/>
              <a:gd name="connsiteY12550" fmla="*/ 872983 h 2053176"/>
              <a:gd name="connsiteX12551" fmla="*/ 9091023 w 12188965"/>
              <a:gd name="connsiteY12551" fmla="*/ 885871 h 2053176"/>
              <a:gd name="connsiteX12552" fmla="*/ 9078138 w 12188965"/>
              <a:gd name="connsiteY12552" fmla="*/ 898758 h 2053176"/>
              <a:gd name="connsiteX12553" fmla="*/ 9065250 w 12188965"/>
              <a:gd name="connsiteY12553" fmla="*/ 885871 h 2053176"/>
              <a:gd name="connsiteX12554" fmla="*/ 9078138 w 12188965"/>
              <a:gd name="connsiteY12554" fmla="*/ 872983 h 2053176"/>
              <a:gd name="connsiteX12555" fmla="*/ 7216067 w 12188965"/>
              <a:gd name="connsiteY12555" fmla="*/ 872983 h 2053176"/>
              <a:gd name="connsiteX12556" fmla="*/ 7228955 w 12188965"/>
              <a:gd name="connsiteY12556" fmla="*/ 885871 h 2053176"/>
              <a:gd name="connsiteX12557" fmla="*/ 7216067 w 12188965"/>
              <a:gd name="connsiteY12557" fmla="*/ 898758 h 2053176"/>
              <a:gd name="connsiteX12558" fmla="*/ 7203179 w 12188965"/>
              <a:gd name="connsiteY12558" fmla="*/ 885871 h 2053176"/>
              <a:gd name="connsiteX12559" fmla="*/ 7216067 w 12188965"/>
              <a:gd name="connsiteY12559" fmla="*/ 872983 h 2053176"/>
              <a:gd name="connsiteX12560" fmla="*/ 6638220 w 12188965"/>
              <a:gd name="connsiteY12560" fmla="*/ 872983 h 2053176"/>
              <a:gd name="connsiteX12561" fmla="*/ 6651108 w 12188965"/>
              <a:gd name="connsiteY12561" fmla="*/ 885871 h 2053176"/>
              <a:gd name="connsiteX12562" fmla="*/ 6638220 w 12188965"/>
              <a:gd name="connsiteY12562" fmla="*/ 898758 h 2053176"/>
              <a:gd name="connsiteX12563" fmla="*/ 6625335 w 12188965"/>
              <a:gd name="connsiteY12563" fmla="*/ 885871 h 2053176"/>
              <a:gd name="connsiteX12564" fmla="*/ 6638220 w 12188965"/>
              <a:gd name="connsiteY12564" fmla="*/ 872983 h 2053176"/>
              <a:gd name="connsiteX12565" fmla="*/ 6064505 w 12188965"/>
              <a:gd name="connsiteY12565" fmla="*/ 872983 h 2053176"/>
              <a:gd name="connsiteX12566" fmla="*/ 6077390 w 12188965"/>
              <a:gd name="connsiteY12566" fmla="*/ 885871 h 2053176"/>
              <a:gd name="connsiteX12567" fmla="*/ 6064505 w 12188965"/>
              <a:gd name="connsiteY12567" fmla="*/ 898758 h 2053176"/>
              <a:gd name="connsiteX12568" fmla="*/ 6051617 w 12188965"/>
              <a:gd name="connsiteY12568" fmla="*/ 885871 h 2053176"/>
              <a:gd name="connsiteX12569" fmla="*/ 6064505 w 12188965"/>
              <a:gd name="connsiteY12569" fmla="*/ 872983 h 2053176"/>
              <a:gd name="connsiteX12570" fmla="*/ 5743477 w 12188965"/>
              <a:gd name="connsiteY12570" fmla="*/ 872983 h 2053176"/>
              <a:gd name="connsiteX12571" fmla="*/ 5756364 w 12188965"/>
              <a:gd name="connsiteY12571" fmla="*/ 885871 h 2053176"/>
              <a:gd name="connsiteX12572" fmla="*/ 5743477 w 12188965"/>
              <a:gd name="connsiteY12572" fmla="*/ 898758 h 2053176"/>
              <a:gd name="connsiteX12573" fmla="*/ 5730590 w 12188965"/>
              <a:gd name="connsiteY12573" fmla="*/ 885871 h 2053176"/>
              <a:gd name="connsiteX12574" fmla="*/ 5743477 w 12188965"/>
              <a:gd name="connsiteY12574" fmla="*/ 872983 h 2053176"/>
              <a:gd name="connsiteX12575" fmla="*/ 5422451 w 12188965"/>
              <a:gd name="connsiteY12575" fmla="*/ 872983 h 2053176"/>
              <a:gd name="connsiteX12576" fmla="*/ 5435339 w 12188965"/>
              <a:gd name="connsiteY12576" fmla="*/ 885871 h 2053176"/>
              <a:gd name="connsiteX12577" fmla="*/ 5422451 w 12188965"/>
              <a:gd name="connsiteY12577" fmla="*/ 898758 h 2053176"/>
              <a:gd name="connsiteX12578" fmla="*/ 5409564 w 12188965"/>
              <a:gd name="connsiteY12578" fmla="*/ 885871 h 2053176"/>
              <a:gd name="connsiteX12579" fmla="*/ 5422451 w 12188965"/>
              <a:gd name="connsiteY12579" fmla="*/ 872983 h 2053176"/>
              <a:gd name="connsiteX12580" fmla="*/ 5229719 w 12188965"/>
              <a:gd name="connsiteY12580" fmla="*/ 872983 h 2053176"/>
              <a:gd name="connsiteX12581" fmla="*/ 5242606 w 12188965"/>
              <a:gd name="connsiteY12581" fmla="*/ 885871 h 2053176"/>
              <a:gd name="connsiteX12582" fmla="*/ 5229719 w 12188965"/>
              <a:gd name="connsiteY12582" fmla="*/ 898758 h 2053176"/>
              <a:gd name="connsiteX12583" fmla="*/ 5216831 w 12188965"/>
              <a:gd name="connsiteY12583" fmla="*/ 885871 h 2053176"/>
              <a:gd name="connsiteX12584" fmla="*/ 5229719 w 12188965"/>
              <a:gd name="connsiteY12584" fmla="*/ 872983 h 2053176"/>
              <a:gd name="connsiteX12585" fmla="*/ 4587666 w 12188965"/>
              <a:gd name="connsiteY12585" fmla="*/ 872983 h 2053176"/>
              <a:gd name="connsiteX12586" fmla="*/ 4600553 w 12188965"/>
              <a:gd name="connsiteY12586" fmla="*/ 885871 h 2053176"/>
              <a:gd name="connsiteX12587" fmla="*/ 4587666 w 12188965"/>
              <a:gd name="connsiteY12587" fmla="*/ 898758 h 2053176"/>
              <a:gd name="connsiteX12588" fmla="*/ 4574778 w 12188965"/>
              <a:gd name="connsiteY12588" fmla="*/ 885871 h 2053176"/>
              <a:gd name="connsiteX12589" fmla="*/ 4587666 w 12188965"/>
              <a:gd name="connsiteY12589" fmla="*/ 872983 h 2053176"/>
              <a:gd name="connsiteX12590" fmla="*/ 4009702 w 12188965"/>
              <a:gd name="connsiteY12590" fmla="*/ 872983 h 2053176"/>
              <a:gd name="connsiteX12591" fmla="*/ 4022589 w 12188965"/>
              <a:gd name="connsiteY12591" fmla="*/ 885871 h 2053176"/>
              <a:gd name="connsiteX12592" fmla="*/ 4009702 w 12188965"/>
              <a:gd name="connsiteY12592" fmla="*/ 898758 h 2053176"/>
              <a:gd name="connsiteX12593" fmla="*/ 3996814 w 12188965"/>
              <a:gd name="connsiteY12593" fmla="*/ 885871 h 2053176"/>
              <a:gd name="connsiteX12594" fmla="*/ 4009702 w 12188965"/>
              <a:gd name="connsiteY12594" fmla="*/ 872983 h 2053176"/>
              <a:gd name="connsiteX12595" fmla="*/ 3752882 w 12188965"/>
              <a:gd name="connsiteY12595" fmla="*/ 872983 h 2053176"/>
              <a:gd name="connsiteX12596" fmla="*/ 3765770 w 12188965"/>
              <a:gd name="connsiteY12596" fmla="*/ 885871 h 2053176"/>
              <a:gd name="connsiteX12597" fmla="*/ 3752882 w 12188965"/>
              <a:gd name="connsiteY12597" fmla="*/ 898758 h 2053176"/>
              <a:gd name="connsiteX12598" fmla="*/ 3739993 w 12188965"/>
              <a:gd name="connsiteY12598" fmla="*/ 885871 h 2053176"/>
              <a:gd name="connsiteX12599" fmla="*/ 3752882 w 12188965"/>
              <a:gd name="connsiteY12599" fmla="*/ 872983 h 2053176"/>
              <a:gd name="connsiteX12600" fmla="*/ 3367532 w 12188965"/>
              <a:gd name="connsiteY12600" fmla="*/ 872983 h 2053176"/>
              <a:gd name="connsiteX12601" fmla="*/ 3380421 w 12188965"/>
              <a:gd name="connsiteY12601" fmla="*/ 885871 h 2053176"/>
              <a:gd name="connsiteX12602" fmla="*/ 3367532 w 12188965"/>
              <a:gd name="connsiteY12602" fmla="*/ 898758 h 2053176"/>
              <a:gd name="connsiteX12603" fmla="*/ 3354645 w 12188965"/>
              <a:gd name="connsiteY12603" fmla="*/ 885871 h 2053176"/>
              <a:gd name="connsiteX12604" fmla="*/ 3367532 w 12188965"/>
              <a:gd name="connsiteY12604" fmla="*/ 872983 h 2053176"/>
              <a:gd name="connsiteX12605" fmla="*/ 1505464 w 12188965"/>
              <a:gd name="connsiteY12605" fmla="*/ 872983 h 2053176"/>
              <a:gd name="connsiteX12606" fmla="*/ 1518352 w 12188965"/>
              <a:gd name="connsiteY12606" fmla="*/ 885871 h 2053176"/>
              <a:gd name="connsiteX12607" fmla="*/ 1505464 w 12188965"/>
              <a:gd name="connsiteY12607" fmla="*/ 898758 h 2053176"/>
              <a:gd name="connsiteX12608" fmla="*/ 1492577 w 12188965"/>
              <a:gd name="connsiteY12608" fmla="*/ 885871 h 2053176"/>
              <a:gd name="connsiteX12609" fmla="*/ 1505464 w 12188965"/>
              <a:gd name="connsiteY12609" fmla="*/ 872983 h 2053176"/>
              <a:gd name="connsiteX12610" fmla="*/ 927616 w 12188965"/>
              <a:gd name="connsiteY12610" fmla="*/ 872983 h 2053176"/>
              <a:gd name="connsiteX12611" fmla="*/ 940503 w 12188965"/>
              <a:gd name="connsiteY12611" fmla="*/ 885871 h 2053176"/>
              <a:gd name="connsiteX12612" fmla="*/ 927616 w 12188965"/>
              <a:gd name="connsiteY12612" fmla="*/ 898758 h 2053176"/>
              <a:gd name="connsiteX12613" fmla="*/ 914731 w 12188965"/>
              <a:gd name="connsiteY12613" fmla="*/ 885871 h 2053176"/>
              <a:gd name="connsiteX12614" fmla="*/ 927616 w 12188965"/>
              <a:gd name="connsiteY12614" fmla="*/ 872983 h 2053176"/>
              <a:gd name="connsiteX12615" fmla="*/ 346686 w 12188965"/>
              <a:gd name="connsiteY12615" fmla="*/ 872983 h 2053176"/>
              <a:gd name="connsiteX12616" fmla="*/ 359572 w 12188965"/>
              <a:gd name="connsiteY12616" fmla="*/ 885871 h 2053176"/>
              <a:gd name="connsiteX12617" fmla="*/ 346686 w 12188965"/>
              <a:gd name="connsiteY12617" fmla="*/ 898758 h 2053176"/>
              <a:gd name="connsiteX12618" fmla="*/ 333799 w 12188965"/>
              <a:gd name="connsiteY12618" fmla="*/ 885871 h 2053176"/>
              <a:gd name="connsiteX12619" fmla="*/ 346686 w 12188965"/>
              <a:gd name="connsiteY12619" fmla="*/ 872983 h 2053176"/>
              <a:gd name="connsiteX12620" fmla="*/ 25659 w 12188965"/>
              <a:gd name="connsiteY12620" fmla="*/ 872983 h 2053176"/>
              <a:gd name="connsiteX12621" fmla="*/ 38547 w 12188965"/>
              <a:gd name="connsiteY12621" fmla="*/ 885871 h 2053176"/>
              <a:gd name="connsiteX12622" fmla="*/ 25659 w 12188965"/>
              <a:gd name="connsiteY12622" fmla="*/ 898758 h 2053176"/>
              <a:gd name="connsiteX12623" fmla="*/ 12771 w 12188965"/>
              <a:gd name="connsiteY12623" fmla="*/ 885871 h 2053176"/>
              <a:gd name="connsiteX12624" fmla="*/ 25659 w 12188965"/>
              <a:gd name="connsiteY12624" fmla="*/ 872983 h 2053176"/>
              <a:gd name="connsiteX12625" fmla="*/ 11970691 w 12188965"/>
              <a:gd name="connsiteY12625" fmla="*/ 860211 h 2053176"/>
              <a:gd name="connsiteX12626" fmla="*/ 11996349 w 12188965"/>
              <a:gd name="connsiteY12626" fmla="*/ 885871 h 2053176"/>
              <a:gd name="connsiteX12627" fmla="*/ 11970691 w 12188965"/>
              <a:gd name="connsiteY12627" fmla="*/ 911530 h 2053176"/>
              <a:gd name="connsiteX12628" fmla="*/ 11945033 w 12188965"/>
              <a:gd name="connsiteY12628" fmla="*/ 885871 h 2053176"/>
              <a:gd name="connsiteX12629" fmla="*/ 11970691 w 12188965"/>
              <a:gd name="connsiteY12629" fmla="*/ 860211 h 2053176"/>
              <a:gd name="connsiteX12630" fmla="*/ 11325670 w 12188965"/>
              <a:gd name="connsiteY12630" fmla="*/ 860211 h 2053176"/>
              <a:gd name="connsiteX12631" fmla="*/ 11351329 w 12188965"/>
              <a:gd name="connsiteY12631" fmla="*/ 885871 h 2053176"/>
              <a:gd name="connsiteX12632" fmla="*/ 11325670 w 12188965"/>
              <a:gd name="connsiteY12632" fmla="*/ 911530 h 2053176"/>
              <a:gd name="connsiteX12633" fmla="*/ 11300012 w 12188965"/>
              <a:gd name="connsiteY12633" fmla="*/ 885871 h 2053176"/>
              <a:gd name="connsiteX12634" fmla="*/ 11325670 w 12188965"/>
              <a:gd name="connsiteY12634" fmla="*/ 860211 h 2053176"/>
              <a:gd name="connsiteX12635" fmla="*/ 11197259 w 12188965"/>
              <a:gd name="connsiteY12635" fmla="*/ 860211 h 2053176"/>
              <a:gd name="connsiteX12636" fmla="*/ 11222917 w 12188965"/>
              <a:gd name="connsiteY12636" fmla="*/ 885871 h 2053176"/>
              <a:gd name="connsiteX12637" fmla="*/ 11197259 w 12188965"/>
              <a:gd name="connsiteY12637" fmla="*/ 911530 h 2053176"/>
              <a:gd name="connsiteX12638" fmla="*/ 11171601 w 12188965"/>
              <a:gd name="connsiteY12638" fmla="*/ 885871 h 2053176"/>
              <a:gd name="connsiteX12639" fmla="*/ 11197259 w 12188965"/>
              <a:gd name="connsiteY12639" fmla="*/ 860211 h 2053176"/>
              <a:gd name="connsiteX12640" fmla="*/ 10683501 w 12188965"/>
              <a:gd name="connsiteY12640" fmla="*/ 860211 h 2053176"/>
              <a:gd name="connsiteX12641" fmla="*/ 10709159 w 12188965"/>
              <a:gd name="connsiteY12641" fmla="*/ 885871 h 2053176"/>
              <a:gd name="connsiteX12642" fmla="*/ 10683501 w 12188965"/>
              <a:gd name="connsiteY12642" fmla="*/ 911530 h 2053176"/>
              <a:gd name="connsiteX12643" fmla="*/ 10657843 w 12188965"/>
              <a:gd name="connsiteY12643" fmla="*/ 885871 h 2053176"/>
              <a:gd name="connsiteX12644" fmla="*/ 10683501 w 12188965"/>
              <a:gd name="connsiteY12644" fmla="*/ 860211 h 2053176"/>
              <a:gd name="connsiteX12645" fmla="*/ 10619297 w 12188965"/>
              <a:gd name="connsiteY12645" fmla="*/ 860211 h 2053176"/>
              <a:gd name="connsiteX12646" fmla="*/ 10644955 w 12188965"/>
              <a:gd name="connsiteY12646" fmla="*/ 885871 h 2053176"/>
              <a:gd name="connsiteX12647" fmla="*/ 10619297 w 12188965"/>
              <a:gd name="connsiteY12647" fmla="*/ 911530 h 2053176"/>
              <a:gd name="connsiteX12648" fmla="*/ 10593639 w 12188965"/>
              <a:gd name="connsiteY12648" fmla="*/ 885871 h 2053176"/>
              <a:gd name="connsiteX12649" fmla="*/ 10619297 w 12188965"/>
              <a:gd name="connsiteY12649" fmla="*/ 860211 h 2053176"/>
              <a:gd name="connsiteX12650" fmla="*/ 10555092 w 12188965"/>
              <a:gd name="connsiteY12650" fmla="*/ 860211 h 2053176"/>
              <a:gd name="connsiteX12651" fmla="*/ 10580751 w 12188965"/>
              <a:gd name="connsiteY12651" fmla="*/ 885871 h 2053176"/>
              <a:gd name="connsiteX12652" fmla="*/ 10555092 w 12188965"/>
              <a:gd name="connsiteY12652" fmla="*/ 911530 h 2053176"/>
              <a:gd name="connsiteX12653" fmla="*/ 10529432 w 12188965"/>
              <a:gd name="connsiteY12653" fmla="*/ 885871 h 2053176"/>
              <a:gd name="connsiteX12654" fmla="*/ 10555092 w 12188965"/>
              <a:gd name="connsiteY12654" fmla="*/ 860211 h 2053176"/>
              <a:gd name="connsiteX12655" fmla="*/ 10362474 w 12188965"/>
              <a:gd name="connsiteY12655" fmla="*/ 860211 h 2053176"/>
              <a:gd name="connsiteX12656" fmla="*/ 10388135 w 12188965"/>
              <a:gd name="connsiteY12656" fmla="*/ 885870 h 2053176"/>
              <a:gd name="connsiteX12657" fmla="*/ 10362474 w 12188965"/>
              <a:gd name="connsiteY12657" fmla="*/ 911530 h 2053176"/>
              <a:gd name="connsiteX12658" fmla="*/ 10336816 w 12188965"/>
              <a:gd name="connsiteY12658" fmla="*/ 885870 h 2053176"/>
              <a:gd name="connsiteX12659" fmla="*/ 10362474 w 12188965"/>
              <a:gd name="connsiteY12659" fmla="*/ 860211 h 2053176"/>
              <a:gd name="connsiteX12660" fmla="*/ 10234065 w 12188965"/>
              <a:gd name="connsiteY12660" fmla="*/ 860211 h 2053176"/>
              <a:gd name="connsiteX12661" fmla="*/ 10259723 w 12188965"/>
              <a:gd name="connsiteY12661" fmla="*/ 885871 h 2053176"/>
              <a:gd name="connsiteX12662" fmla="*/ 10234065 w 12188965"/>
              <a:gd name="connsiteY12662" fmla="*/ 911530 h 2053176"/>
              <a:gd name="connsiteX12663" fmla="*/ 10208404 w 12188965"/>
              <a:gd name="connsiteY12663" fmla="*/ 885871 h 2053176"/>
              <a:gd name="connsiteX12664" fmla="*/ 10234065 w 12188965"/>
              <a:gd name="connsiteY12664" fmla="*/ 860211 h 2053176"/>
              <a:gd name="connsiteX12665" fmla="*/ 10105654 w 12188965"/>
              <a:gd name="connsiteY12665" fmla="*/ 860211 h 2053176"/>
              <a:gd name="connsiteX12666" fmla="*/ 10131312 w 12188965"/>
              <a:gd name="connsiteY12666" fmla="*/ 885871 h 2053176"/>
              <a:gd name="connsiteX12667" fmla="*/ 10105654 w 12188965"/>
              <a:gd name="connsiteY12667" fmla="*/ 911530 h 2053176"/>
              <a:gd name="connsiteX12668" fmla="*/ 10079996 w 12188965"/>
              <a:gd name="connsiteY12668" fmla="*/ 885871 h 2053176"/>
              <a:gd name="connsiteX12669" fmla="*/ 10105654 w 12188965"/>
              <a:gd name="connsiteY12669" fmla="*/ 860211 h 2053176"/>
              <a:gd name="connsiteX12670" fmla="*/ 8564495 w 12188965"/>
              <a:gd name="connsiteY12670" fmla="*/ 860211 h 2053176"/>
              <a:gd name="connsiteX12671" fmla="*/ 8590153 w 12188965"/>
              <a:gd name="connsiteY12671" fmla="*/ 885870 h 2053176"/>
              <a:gd name="connsiteX12672" fmla="*/ 8564495 w 12188965"/>
              <a:gd name="connsiteY12672" fmla="*/ 911530 h 2053176"/>
              <a:gd name="connsiteX12673" fmla="*/ 8538837 w 12188965"/>
              <a:gd name="connsiteY12673" fmla="*/ 885870 h 2053176"/>
              <a:gd name="connsiteX12674" fmla="*/ 8564495 w 12188965"/>
              <a:gd name="connsiteY12674" fmla="*/ 860211 h 2053176"/>
              <a:gd name="connsiteX12675" fmla="*/ 8050852 w 12188965"/>
              <a:gd name="connsiteY12675" fmla="*/ 860211 h 2053176"/>
              <a:gd name="connsiteX12676" fmla="*/ 8076510 w 12188965"/>
              <a:gd name="connsiteY12676" fmla="*/ 885871 h 2053176"/>
              <a:gd name="connsiteX12677" fmla="*/ 8050852 w 12188965"/>
              <a:gd name="connsiteY12677" fmla="*/ 911530 h 2053176"/>
              <a:gd name="connsiteX12678" fmla="*/ 8025194 w 12188965"/>
              <a:gd name="connsiteY12678" fmla="*/ 885871 h 2053176"/>
              <a:gd name="connsiteX12679" fmla="*/ 8050852 w 12188965"/>
              <a:gd name="connsiteY12679" fmla="*/ 860211 h 2053176"/>
              <a:gd name="connsiteX12680" fmla="*/ 7986648 w 12188965"/>
              <a:gd name="connsiteY12680" fmla="*/ 860211 h 2053176"/>
              <a:gd name="connsiteX12681" fmla="*/ 8012306 w 12188965"/>
              <a:gd name="connsiteY12681" fmla="*/ 885871 h 2053176"/>
              <a:gd name="connsiteX12682" fmla="*/ 7986648 w 12188965"/>
              <a:gd name="connsiteY12682" fmla="*/ 911530 h 2053176"/>
              <a:gd name="connsiteX12683" fmla="*/ 7960990 w 12188965"/>
              <a:gd name="connsiteY12683" fmla="*/ 885871 h 2053176"/>
              <a:gd name="connsiteX12684" fmla="*/ 7986648 w 12188965"/>
              <a:gd name="connsiteY12684" fmla="*/ 860211 h 2053176"/>
              <a:gd name="connsiteX12685" fmla="*/ 7858237 w 12188965"/>
              <a:gd name="connsiteY12685" fmla="*/ 860211 h 2053176"/>
              <a:gd name="connsiteX12686" fmla="*/ 7883895 w 12188965"/>
              <a:gd name="connsiteY12686" fmla="*/ 885870 h 2053176"/>
              <a:gd name="connsiteX12687" fmla="*/ 7858237 w 12188965"/>
              <a:gd name="connsiteY12687" fmla="*/ 911530 h 2053176"/>
              <a:gd name="connsiteX12688" fmla="*/ 7832578 w 12188965"/>
              <a:gd name="connsiteY12688" fmla="*/ 885870 h 2053176"/>
              <a:gd name="connsiteX12689" fmla="*/ 7858237 w 12188965"/>
              <a:gd name="connsiteY12689" fmla="*/ 860211 h 2053176"/>
              <a:gd name="connsiteX12690" fmla="*/ 7794032 w 12188965"/>
              <a:gd name="connsiteY12690" fmla="*/ 860211 h 2053176"/>
              <a:gd name="connsiteX12691" fmla="*/ 7819690 w 12188965"/>
              <a:gd name="connsiteY12691" fmla="*/ 885870 h 2053176"/>
              <a:gd name="connsiteX12692" fmla="*/ 7794032 w 12188965"/>
              <a:gd name="connsiteY12692" fmla="*/ 911530 h 2053176"/>
              <a:gd name="connsiteX12693" fmla="*/ 7768371 w 12188965"/>
              <a:gd name="connsiteY12693" fmla="*/ 885870 h 2053176"/>
              <a:gd name="connsiteX12694" fmla="*/ 7794032 w 12188965"/>
              <a:gd name="connsiteY12694" fmla="*/ 860211 h 2053176"/>
              <a:gd name="connsiteX12695" fmla="*/ 7665621 w 12188965"/>
              <a:gd name="connsiteY12695" fmla="*/ 860211 h 2053176"/>
              <a:gd name="connsiteX12696" fmla="*/ 7691279 w 12188965"/>
              <a:gd name="connsiteY12696" fmla="*/ 885871 h 2053176"/>
              <a:gd name="connsiteX12697" fmla="*/ 7665621 w 12188965"/>
              <a:gd name="connsiteY12697" fmla="*/ 911530 h 2053176"/>
              <a:gd name="connsiteX12698" fmla="*/ 7639963 w 12188965"/>
              <a:gd name="connsiteY12698" fmla="*/ 885871 h 2053176"/>
              <a:gd name="connsiteX12699" fmla="*/ 7665621 w 12188965"/>
              <a:gd name="connsiteY12699" fmla="*/ 860211 h 2053176"/>
              <a:gd name="connsiteX12700" fmla="*/ 7601299 w 12188965"/>
              <a:gd name="connsiteY12700" fmla="*/ 860211 h 2053176"/>
              <a:gd name="connsiteX12701" fmla="*/ 7626959 w 12188965"/>
              <a:gd name="connsiteY12701" fmla="*/ 885871 h 2053176"/>
              <a:gd name="connsiteX12702" fmla="*/ 7601299 w 12188965"/>
              <a:gd name="connsiteY12702" fmla="*/ 911530 h 2053176"/>
              <a:gd name="connsiteX12703" fmla="*/ 7575640 w 12188965"/>
              <a:gd name="connsiteY12703" fmla="*/ 885871 h 2053176"/>
              <a:gd name="connsiteX12704" fmla="*/ 7601299 w 12188965"/>
              <a:gd name="connsiteY12704" fmla="*/ 860211 h 2053176"/>
              <a:gd name="connsiteX12705" fmla="*/ 7537094 w 12188965"/>
              <a:gd name="connsiteY12705" fmla="*/ 860211 h 2053176"/>
              <a:gd name="connsiteX12706" fmla="*/ 7562752 w 12188965"/>
              <a:gd name="connsiteY12706" fmla="*/ 885871 h 2053176"/>
              <a:gd name="connsiteX12707" fmla="*/ 7537094 w 12188965"/>
              <a:gd name="connsiteY12707" fmla="*/ 911530 h 2053176"/>
              <a:gd name="connsiteX12708" fmla="*/ 7511436 w 12188965"/>
              <a:gd name="connsiteY12708" fmla="*/ 885871 h 2053176"/>
              <a:gd name="connsiteX12709" fmla="*/ 7537094 w 12188965"/>
              <a:gd name="connsiteY12709" fmla="*/ 860211 h 2053176"/>
              <a:gd name="connsiteX12710" fmla="*/ 7151863 w 12188965"/>
              <a:gd name="connsiteY12710" fmla="*/ 860211 h 2053176"/>
              <a:gd name="connsiteX12711" fmla="*/ 7177521 w 12188965"/>
              <a:gd name="connsiteY12711" fmla="*/ 885870 h 2053176"/>
              <a:gd name="connsiteX12712" fmla="*/ 7151863 w 12188965"/>
              <a:gd name="connsiteY12712" fmla="*/ 911530 h 2053176"/>
              <a:gd name="connsiteX12713" fmla="*/ 7126205 w 12188965"/>
              <a:gd name="connsiteY12713" fmla="*/ 885870 h 2053176"/>
              <a:gd name="connsiteX12714" fmla="*/ 7151863 w 12188965"/>
              <a:gd name="connsiteY12714" fmla="*/ 860211 h 2053176"/>
              <a:gd name="connsiteX12715" fmla="*/ 6895043 w 12188965"/>
              <a:gd name="connsiteY12715" fmla="*/ 860211 h 2053176"/>
              <a:gd name="connsiteX12716" fmla="*/ 6920701 w 12188965"/>
              <a:gd name="connsiteY12716" fmla="*/ 885871 h 2053176"/>
              <a:gd name="connsiteX12717" fmla="*/ 6895043 w 12188965"/>
              <a:gd name="connsiteY12717" fmla="*/ 911530 h 2053176"/>
              <a:gd name="connsiteX12718" fmla="*/ 6869382 w 12188965"/>
              <a:gd name="connsiteY12718" fmla="*/ 885871 h 2053176"/>
              <a:gd name="connsiteX12719" fmla="*/ 6895043 w 12188965"/>
              <a:gd name="connsiteY12719" fmla="*/ 860211 h 2053176"/>
              <a:gd name="connsiteX12720" fmla="*/ 6252873 w 12188965"/>
              <a:gd name="connsiteY12720" fmla="*/ 860211 h 2053176"/>
              <a:gd name="connsiteX12721" fmla="*/ 6278532 w 12188965"/>
              <a:gd name="connsiteY12721" fmla="*/ 885871 h 2053176"/>
              <a:gd name="connsiteX12722" fmla="*/ 6252873 w 12188965"/>
              <a:gd name="connsiteY12722" fmla="*/ 911530 h 2053176"/>
              <a:gd name="connsiteX12723" fmla="*/ 6227213 w 12188965"/>
              <a:gd name="connsiteY12723" fmla="*/ 885871 h 2053176"/>
              <a:gd name="connsiteX12724" fmla="*/ 6252873 w 12188965"/>
              <a:gd name="connsiteY12724" fmla="*/ 860211 h 2053176"/>
              <a:gd name="connsiteX12725" fmla="*/ 5615066 w 12188965"/>
              <a:gd name="connsiteY12725" fmla="*/ 860211 h 2053176"/>
              <a:gd name="connsiteX12726" fmla="*/ 5640726 w 12188965"/>
              <a:gd name="connsiteY12726" fmla="*/ 885871 h 2053176"/>
              <a:gd name="connsiteX12727" fmla="*/ 5615066 w 12188965"/>
              <a:gd name="connsiteY12727" fmla="*/ 911530 h 2053176"/>
              <a:gd name="connsiteX12728" fmla="*/ 5589407 w 12188965"/>
              <a:gd name="connsiteY12728" fmla="*/ 885871 h 2053176"/>
              <a:gd name="connsiteX12729" fmla="*/ 5615066 w 12188965"/>
              <a:gd name="connsiteY12729" fmla="*/ 860211 h 2053176"/>
              <a:gd name="connsiteX12730" fmla="*/ 5486655 w 12188965"/>
              <a:gd name="connsiteY12730" fmla="*/ 860211 h 2053176"/>
              <a:gd name="connsiteX12731" fmla="*/ 5512316 w 12188965"/>
              <a:gd name="connsiteY12731" fmla="*/ 885871 h 2053176"/>
              <a:gd name="connsiteX12732" fmla="*/ 5486655 w 12188965"/>
              <a:gd name="connsiteY12732" fmla="*/ 911530 h 2053176"/>
              <a:gd name="connsiteX12733" fmla="*/ 5460997 w 12188965"/>
              <a:gd name="connsiteY12733" fmla="*/ 885871 h 2053176"/>
              <a:gd name="connsiteX12734" fmla="*/ 5486655 w 12188965"/>
              <a:gd name="connsiteY12734" fmla="*/ 860211 h 2053176"/>
              <a:gd name="connsiteX12735" fmla="*/ 4972896 w 12188965"/>
              <a:gd name="connsiteY12735" fmla="*/ 860211 h 2053176"/>
              <a:gd name="connsiteX12736" fmla="*/ 4998557 w 12188965"/>
              <a:gd name="connsiteY12736" fmla="*/ 885871 h 2053176"/>
              <a:gd name="connsiteX12737" fmla="*/ 4972896 w 12188965"/>
              <a:gd name="connsiteY12737" fmla="*/ 911530 h 2053176"/>
              <a:gd name="connsiteX12738" fmla="*/ 4947240 w 12188965"/>
              <a:gd name="connsiteY12738" fmla="*/ 885871 h 2053176"/>
              <a:gd name="connsiteX12739" fmla="*/ 4972896 w 12188965"/>
              <a:gd name="connsiteY12739" fmla="*/ 860211 h 2053176"/>
              <a:gd name="connsiteX12740" fmla="*/ 4908693 w 12188965"/>
              <a:gd name="connsiteY12740" fmla="*/ 860211 h 2053176"/>
              <a:gd name="connsiteX12741" fmla="*/ 4934352 w 12188965"/>
              <a:gd name="connsiteY12741" fmla="*/ 885871 h 2053176"/>
              <a:gd name="connsiteX12742" fmla="*/ 4908693 w 12188965"/>
              <a:gd name="connsiteY12742" fmla="*/ 911530 h 2053176"/>
              <a:gd name="connsiteX12743" fmla="*/ 4883033 w 12188965"/>
              <a:gd name="connsiteY12743" fmla="*/ 885871 h 2053176"/>
              <a:gd name="connsiteX12744" fmla="*/ 4908693 w 12188965"/>
              <a:gd name="connsiteY12744" fmla="*/ 860211 h 2053176"/>
              <a:gd name="connsiteX12745" fmla="*/ 4844487 w 12188965"/>
              <a:gd name="connsiteY12745" fmla="*/ 860211 h 2053176"/>
              <a:gd name="connsiteX12746" fmla="*/ 4870146 w 12188965"/>
              <a:gd name="connsiteY12746" fmla="*/ 885871 h 2053176"/>
              <a:gd name="connsiteX12747" fmla="*/ 4844487 w 12188965"/>
              <a:gd name="connsiteY12747" fmla="*/ 911530 h 2053176"/>
              <a:gd name="connsiteX12748" fmla="*/ 4818828 w 12188965"/>
              <a:gd name="connsiteY12748" fmla="*/ 885871 h 2053176"/>
              <a:gd name="connsiteX12749" fmla="*/ 4844487 w 12188965"/>
              <a:gd name="connsiteY12749" fmla="*/ 860211 h 2053176"/>
              <a:gd name="connsiteX12750" fmla="*/ 4651872 w 12188965"/>
              <a:gd name="connsiteY12750" fmla="*/ 860211 h 2053176"/>
              <a:gd name="connsiteX12751" fmla="*/ 4677531 w 12188965"/>
              <a:gd name="connsiteY12751" fmla="*/ 885870 h 2053176"/>
              <a:gd name="connsiteX12752" fmla="*/ 4651872 w 12188965"/>
              <a:gd name="connsiteY12752" fmla="*/ 911530 h 2053176"/>
              <a:gd name="connsiteX12753" fmla="*/ 4626213 w 12188965"/>
              <a:gd name="connsiteY12753" fmla="*/ 885870 h 2053176"/>
              <a:gd name="connsiteX12754" fmla="*/ 4651872 w 12188965"/>
              <a:gd name="connsiteY12754" fmla="*/ 860211 h 2053176"/>
              <a:gd name="connsiteX12755" fmla="*/ 4523461 w 12188965"/>
              <a:gd name="connsiteY12755" fmla="*/ 860211 h 2053176"/>
              <a:gd name="connsiteX12756" fmla="*/ 4549121 w 12188965"/>
              <a:gd name="connsiteY12756" fmla="*/ 885871 h 2053176"/>
              <a:gd name="connsiteX12757" fmla="*/ 4523461 w 12188965"/>
              <a:gd name="connsiteY12757" fmla="*/ 911530 h 2053176"/>
              <a:gd name="connsiteX12758" fmla="*/ 4497802 w 12188965"/>
              <a:gd name="connsiteY12758" fmla="*/ 885871 h 2053176"/>
              <a:gd name="connsiteX12759" fmla="*/ 4523461 w 12188965"/>
              <a:gd name="connsiteY12759" fmla="*/ 860211 h 2053176"/>
              <a:gd name="connsiteX12760" fmla="*/ 4395050 w 12188965"/>
              <a:gd name="connsiteY12760" fmla="*/ 860211 h 2053176"/>
              <a:gd name="connsiteX12761" fmla="*/ 4420710 w 12188965"/>
              <a:gd name="connsiteY12761" fmla="*/ 885871 h 2053176"/>
              <a:gd name="connsiteX12762" fmla="*/ 4395050 w 12188965"/>
              <a:gd name="connsiteY12762" fmla="*/ 911530 h 2053176"/>
              <a:gd name="connsiteX12763" fmla="*/ 4369391 w 12188965"/>
              <a:gd name="connsiteY12763" fmla="*/ 885871 h 2053176"/>
              <a:gd name="connsiteX12764" fmla="*/ 4395050 w 12188965"/>
              <a:gd name="connsiteY12764" fmla="*/ 860211 h 2053176"/>
              <a:gd name="connsiteX12765" fmla="*/ 2853890 w 12188965"/>
              <a:gd name="connsiteY12765" fmla="*/ 860211 h 2053176"/>
              <a:gd name="connsiteX12766" fmla="*/ 2879550 w 12188965"/>
              <a:gd name="connsiteY12766" fmla="*/ 885870 h 2053176"/>
              <a:gd name="connsiteX12767" fmla="*/ 2853890 w 12188965"/>
              <a:gd name="connsiteY12767" fmla="*/ 911530 h 2053176"/>
              <a:gd name="connsiteX12768" fmla="*/ 2828231 w 12188965"/>
              <a:gd name="connsiteY12768" fmla="*/ 885870 h 2053176"/>
              <a:gd name="connsiteX12769" fmla="*/ 2853890 w 12188965"/>
              <a:gd name="connsiteY12769" fmla="*/ 860211 h 2053176"/>
              <a:gd name="connsiteX12770" fmla="*/ 2340249 w 12188965"/>
              <a:gd name="connsiteY12770" fmla="*/ 860211 h 2053176"/>
              <a:gd name="connsiteX12771" fmla="*/ 2365908 w 12188965"/>
              <a:gd name="connsiteY12771" fmla="*/ 885871 h 2053176"/>
              <a:gd name="connsiteX12772" fmla="*/ 2340249 w 12188965"/>
              <a:gd name="connsiteY12772" fmla="*/ 911530 h 2053176"/>
              <a:gd name="connsiteX12773" fmla="*/ 2314590 w 12188965"/>
              <a:gd name="connsiteY12773" fmla="*/ 885871 h 2053176"/>
              <a:gd name="connsiteX12774" fmla="*/ 2340249 w 12188965"/>
              <a:gd name="connsiteY12774" fmla="*/ 860211 h 2053176"/>
              <a:gd name="connsiteX12775" fmla="*/ 2276044 w 12188965"/>
              <a:gd name="connsiteY12775" fmla="*/ 860211 h 2053176"/>
              <a:gd name="connsiteX12776" fmla="*/ 2301702 w 12188965"/>
              <a:gd name="connsiteY12776" fmla="*/ 885871 h 2053176"/>
              <a:gd name="connsiteX12777" fmla="*/ 2276044 w 12188965"/>
              <a:gd name="connsiteY12777" fmla="*/ 911530 h 2053176"/>
              <a:gd name="connsiteX12778" fmla="*/ 2250385 w 12188965"/>
              <a:gd name="connsiteY12778" fmla="*/ 885871 h 2053176"/>
              <a:gd name="connsiteX12779" fmla="*/ 2276044 w 12188965"/>
              <a:gd name="connsiteY12779" fmla="*/ 860211 h 2053176"/>
              <a:gd name="connsiteX12780" fmla="*/ 2147633 w 12188965"/>
              <a:gd name="connsiteY12780" fmla="*/ 860211 h 2053176"/>
              <a:gd name="connsiteX12781" fmla="*/ 2173293 w 12188965"/>
              <a:gd name="connsiteY12781" fmla="*/ 885870 h 2053176"/>
              <a:gd name="connsiteX12782" fmla="*/ 2147633 w 12188965"/>
              <a:gd name="connsiteY12782" fmla="*/ 911530 h 2053176"/>
              <a:gd name="connsiteX12783" fmla="*/ 2121975 w 12188965"/>
              <a:gd name="connsiteY12783" fmla="*/ 885870 h 2053176"/>
              <a:gd name="connsiteX12784" fmla="*/ 2147633 w 12188965"/>
              <a:gd name="connsiteY12784" fmla="*/ 860211 h 2053176"/>
              <a:gd name="connsiteX12785" fmla="*/ 2083427 w 12188965"/>
              <a:gd name="connsiteY12785" fmla="*/ 860211 h 2053176"/>
              <a:gd name="connsiteX12786" fmla="*/ 2109087 w 12188965"/>
              <a:gd name="connsiteY12786" fmla="*/ 885870 h 2053176"/>
              <a:gd name="connsiteX12787" fmla="*/ 2083427 w 12188965"/>
              <a:gd name="connsiteY12787" fmla="*/ 911530 h 2053176"/>
              <a:gd name="connsiteX12788" fmla="*/ 2057768 w 12188965"/>
              <a:gd name="connsiteY12788" fmla="*/ 885870 h 2053176"/>
              <a:gd name="connsiteX12789" fmla="*/ 2083427 w 12188965"/>
              <a:gd name="connsiteY12789" fmla="*/ 860211 h 2053176"/>
              <a:gd name="connsiteX12790" fmla="*/ 1955016 w 12188965"/>
              <a:gd name="connsiteY12790" fmla="*/ 860211 h 2053176"/>
              <a:gd name="connsiteX12791" fmla="*/ 1980676 w 12188965"/>
              <a:gd name="connsiteY12791" fmla="*/ 885871 h 2053176"/>
              <a:gd name="connsiteX12792" fmla="*/ 1955016 w 12188965"/>
              <a:gd name="connsiteY12792" fmla="*/ 911530 h 2053176"/>
              <a:gd name="connsiteX12793" fmla="*/ 1929358 w 12188965"/>
              <a:gd name="connsiteY12793" fmla="*/ 885871 h 2053176"/>
              <a:gd name="connsiteX12794" fmla="*/ 1955016 w 12188965"/>
              <a:gd name="connsiteY12794" fmla="*/ 860211 h 2053176"/>
              <a:gd name="connsiteX12795" fmla="*/ 1890696 w 12188965"/>
              <a:gd name="connsiteY12795" fmla="*/ 860211 h 2053176"/>
              <a:gd name="connsiteX12796" fmla="*/ 1916355 w 12188965"/>
              <a:gd name="connsiteY12796" fmla="*/ 885871 h 2053176"/>
              <a:gd name="connsiteX12797" fmla="*/ 1890696 w 12188965"/>
              <a:gd name="connsiteY12797" fmla="*/ 911530 h 2053176"/>
              <a:gd name="connsiteX12798" fmla="*/ 1865037 w 12188965"/>
              <a:gd name="connsiteY12798" fmla="*/ 885871 h 2053176"/>
              <a:gd name="connsiteX12799" fmla="*/ 1890696 w 12188965"/>
              <a:gd name="connsiteY12799" fmla="*/ 860211 h 2053176"/>
              <a:gd name="connsiteX12800" fmla="*/ 1826490 w 12188965"/>
              <a:gd name="connsiteY12800" fmla="*/ 860211 h 2053176"/>
              <a:gd name="connsiteX12801" fmla="*/ 1852149 w 12188965"/>
              <a:gd name="connsiteY12801" fmla="*/ 885871 h 2053176"/>
              <a:gd name="connsiteX12802" fmla="*/ 1826490 w 12188965"/>
              <a:gd name="connsiteY12802" fmla="*/ 911530 h 2053176"/>
              <a:gd name="connsiteX12803" fmla="*/ 1800830 w 12188965"/>
              <a:gd name="connsiteY12803" fmla="*/ 885871 h 2053176"/>
              <a:gd name="connsiteX12804" fmla="*/ 1826490 w 12188965"/>
              <a:gd name="connsiteY12804" fmla="*/ 860211 h 2053176"/>
              <a:gd name="connsiteX12805" fmla="*/ 1441258 w 12188965"/>
              <a:gd name="connsiteY12805" fmla="*/ 860211 h 2053176"/>
              <a:gd name="connsiteX12806" fmla="*/ 1466917 w 12188965"/>
              <a:gd name="connsiteY12806" fmla="*/ 885870 h 2053176"/>
              <a:gd name="connsiteX12807" fmla="*/ 1441258 w 12188965"/>
              <a:gd name="connsiteY12807" fmla="*/ 911530 h 2053176"/>
              <a:gd name="connsiteX12808" fmla="*/ 1415599 w 12188965"/>
              <a:gd name="connsiteY12808" fmla="*/ 885870 h 2053176"/>
              <a:gd name="connsiteX12809" fmla="*/ 1441258 w 12188965"/>
              <a:gd name="connsiteY12809" fmla="*/ 860211 h 2053176"/>
              <a:gd name="connsiteX12810" fmla="*/ 1184437 w 12188965"/>
              <a:gd name="connsiteY12810" fmla="*/ 860211 h 2053176"/>
              <a:gd name="connsiteX12811" fmla="*/ 1210096 w 12188965"/>
              <a:gd name="connsiteY12811" fmla="*/ 885871 h 2053176"/>
              <a:gd name="connsiteX12812" fmla="*/ 1184437 w 12188965"/>
              <a:gd name="connsiteY12812" fmla="*/ 911530 h 2053176"/>
              <a:gd name="connsiteX12813" fmla="*/ 1158780 w 12188965"/>
              <a:gd name="connsiteY12813" fmla="*/ 885871 h 2053176"/>
              <a:gd name="connsiteX12814" fmla="*/ 1184437 w 12188965"/>
              <a:gd name="connsiteY12814" fmla="*/ 860211 h 2053176"/>
              <a:gd name="connsiteX12815" fmla="*/ 542268 w 12188965"/>
              <a:gd name="connsiteY12815" fmla="*/ 860211 h 2053176"/>
              <a:gd name="connsiteX12816" fmla="*/ 567927 w 12188965"/>
              <a:gd name="connsiteY12816" fmla="*/ 885871 h 2053176"/>
              <a:gd name="connsiteX12817" fmla="*/ 542268 w 12188965"/>
              <a:gd name="connsiteY12817" fmla="*/ 911530 h 2053176"/>
              <a:gd name="connsiteX12818" fmla="*/ 516610 w 12188965"/>
              <a:gd name="connsiteY12818" fmla="*/ 885871 h 2053176"/>
              <a:gd name="connsiteX12819" fmla="*/ 542268 w 12188965"/>
              <a:gd name="connsiteY12819" fmla="*/ 860211 h 2053176"/>
              <a:gd name="connsiteX12820" fmla="*/ 11970691 w 12188965"/>
              <a:gd name="connsiteY12820" fmla="*/ 805759 h 2053176"/>
              <a:gd name="connsiteX12821" fmla="*/ 11983579 w 12188965"/>
              <a:gd name="connsiteY12821" fmla="*/ 818646 h 2053176"/>
              <a:gd name="connsiteX12822" fmla="*/ 11970691 w 12188965"/>
              <a:gd name="connsiteY12822" fmla="*/ 831534 h 2053176"/>
              <a:gd name="connsiteX12823" fmla="*/ 11957803 w 12188965"/>
              <a:gd name="connsiteY12823" fmla="*/ 818646 h 2053176"/>
              <a:gd name="connsiteX12824" fmla="*/ 11970691 w 12188965"/>
              <a:gd name="connsiteY12824" fmla="*/ 805759 h 2053176"/>
              <a:gd name="connsiteX12825" fmla="*/ 11454081 w 12188965"/>
              <a:gd name="connsiteY12825" fmla="*/ 805759 h 2053176"/>
              <a:gd name="connsiteX12826" fmla="*/ 11466969 w 12188965"/>
              <a:gd name="connsiteY12826" fmla="*/ 818646 h 2053176"/>
              <a:gd name="connsiteX12827" fmla="*/ 11454081 w 12188965"/>
              <a:gd name="connsiteY12827" fmla="*/ 831534 h 2053176"/>
              <a:gd name="connsiteX12828" fmla="*/ 11441194 w 12188965"/>
              <a:gd name="connsiteY12828" fmla="*/ 818646 h 2053176"/>
              <a:gd name="connsiteX12829" fmla="*/ 11454081 w 12188965"/>
              <a:gd name="connsiteY12829" fmla="*/ 805759 h 2053176"/>
              <a:gd name="connsiteX12830" fmla="*/ 11133055 w 12188965"/>
              <a:gd name="connsiteY12830" fmla="*/ 805759 h 2053176"/>
              <a:gd name="connsiteX12831" fmla="*/ 11145943 w 12188965"/>
              <a:gd name="connsiteY12831" fmla="*/ 818646 h 2053176"/>
              <a:gd name="connsiteX12832" fmla="*/ 11133055 w 12188965"/>
              <a:gd name="connsiteY12832" fmla="*/ 831534 h 2053176"/>
              <a:gd name="connsiteX12833" fmla="*/ 11120167 w 12188965"/>
              <a:gd name="connsiteY12833" fmla="*/ 818646 h 2053176"/>
              <a:gd name="connsiteX12834" fmla="*/ 11133055 w 12188965"/>
              <a:gd name="connsiteY12834" fmla="*/ 805759 h 2053176"/>
              <a:gd name="connsiteX12835" fmla="*/ 10940324 w 12188965"/>
              <a:gd name="connsiteY12835" fmla="*/ 805759 h 2053176"/>
              <a:gd name="connsiteX12836" fmla="*/ 10953209 w 12188965"/>
              <a:gd name="connsiteY12836" fmla="*/ 818646 h 2053176"/>
              <a:gd name="connsiteX12837" fmla="*/ 10940324 w 12188965"/>
              <a:gd name="connsiteY12837" fmla="*/ 831534 h 2053176"/>
              <a:gd name="connsiteX12838" fmla="*/ 10927436 w 12188965"/>
              <a:gd name="connsiteY12838" fmla="*/ 818646 h 2053176"/>
              <a:gd name="connsiteX12839" fmla="*/ 10940324 w 12188965"/>
              <a:gd name="connsiteY12839" fmla="*/ 805759 h 2053176"/>
              <a:gd name="connsiteX12840" fmla="*/ 10555092 w 12188965"/>
              <a:gd name="connsiteY12840" fmla="*/ 805759 h 2053176"/>
              <a:gd name="connsiteX12841" fmla="*/ 10567978 w 12188965"/>
              <a:gd name="connsiteY12841" fmla="*/ 818646 h 2053176"/>
              <a:gd name="connsiteX12842" fmla="*/ 10555092 w 12188965"/>
              <a:gd name="connsiteY12842" fmla="*/ 831534 h 2053176"/>
              <a:gd name="connsiteX12843" fmla="*/ 10542204 w 12188965"/>
              <a:gd name="connsiteY12843" fmla="*/ 818646 h 2053176"/>
              <a:gd name="connsiteX12844" fmla="*/ 10555092 w 12188965"/>
              <a:gd name="connsiteY12844" fmla="*/ 805759 h 2053176"/>
              <a:gd name="connsiteX12845" fmla="*/ 10298270 w 12188965"/>
              <a:gd name="connsiteY12845" fmla="*/ 805759 h 2053176"/>
              <a:gd name="connsiteX12846" fmla="*/ 10311158 w 12188965"/>
              <a:gd name="connsiteY12846" fmla="*/ 818646 h 2053176"/>
              <a:gd name="connsiteX12847" fmla="*/ 10298270 w 12188965"/>
              <a:gd name="connsiteY12847" fmla="*/ 831534 h 2053176"/>
              <a:gd name="connsiteX12848" fmla="*/ 10285382 w 12188965"/>
              <a:gd name="connsiteY12848" fmla="*/ 818646 h 2053176"/>
              <a:gd name="connsiteX12849" fmla="*/ 10298270 w 12188965"/>
              <a:gd name="connsiteY12849" fmla="*/ 805759 h 2053176"/>
              <a:gd name="connsiteX12850" fmla="*/ 10233947 w 12188965"/>
              <a:gd name="connsiteY12850" fmla="*/ 805759 h 2053176"/>
              <a:gd name="connsiteX12851" fmla="*/ 10246835 w 12188965"/>
              <a:gd name="connsiteY12851" fmla="*/ 818646 h 2053176"/>
              <a:gd name="connsiteX12852" fmla="*/ 10233947 w 12188965"/>
              <a:gd name="connsiteY12852" fmla="*/ 831534 h 2053176"/>
              <a:gd name="connsiteX12853" fmla="*/ 10221059 w 12188965"/>
              <a:gd name="connsiteY12853" fmla="*/ 818646 h 2053176"/>
              <a:gd name="connsiteX12854" fmla="*/ 10233947 w 12188965"/>
              <a:gd name="connsiteY12854" fmla="*/ 805759 h 2053176"/>
              <a:gd name="connsiteX12855" fmla="*/ 9720307 w 12188965"/>
              <a:gd name="connsiteY12855" fmla="*/ 805759 h 2053176"/>
              <a:gd name="connsiteX12856" fmla="*/ 9733193 w 12188965"/>
              <a:gd name="connsiteY12856" fmla="*/ 818646 h 2053176"/>
              <a:gd name="connsiteX12857" fmla="*/ 9720307 w 12188965"/>
              <a:gd name="connsiteY12857" fmla="*/ 831534 h 2053176"/>
              <a:gd name="connsiteX12858" fmla="*/ 9707419 w 12188965"/>
              <a:gd name="connsiteY12858" fmla="*/ 818646 h 2053176"/>
              <a:gd name="connsiteX12859" fmla="*/ 9720307 w 12188965"/>
              <a:gd name="connsiteY12859" fmla="*/ 805759 h 2053176"/>
              <a:gd name="connsiteX12860" fmla="*/ 9463485 w 12188965"/>
              <a:gd name="connsiteY12860" fmla="*/ 805759 h 2053176"/>
              <a:gd name="connsiteX12861" fmla="*/ 9476373 w 12188965"/>
              <a:gd name="connsiteY12861" fmla="*/ 818646 h 2053176"/>
              <a:gd name="connsiteX12862" fmla="*/ 9463485 w 12188965"/>
              <a:gd name="connsiteY12862" fmla="*/ 831534 h 2053176"/>
              <a:gd name="connsiteX12863" fmla="*/ 9450597 w 12188965"/>
              <a:gd name="connsiteY12863" fmla="*/ 818646 h 2053176"/>
              <a:gd name="connsiteX12864" fmla="*/ 9463485 w 12188965"/>
              <a:gd name="connsiteY12864" fmla="*/ 805759 h 2053176"/>
              <a:gd name="connsiteX12865" fmla="*/ 9078138 w 12188965"/>
              <a:gd name="connsiteY12865" fmla="*/ 805759 h 2053176"/>
              <a:gd name="connsiteX12866" fmla="*/ 9091023 w 12188965"/>
              <a:gd name="connsiteY12866" fmla="*/ 818646 h 2053176"/>
              <a:gd name="connsiteX12867" fmla="*/ 9078138 w 12188965"/>
              <a:gd name="connsiteY12867" fmla="*/ 831534 h 2053176"/>
              <a:gd name="connsiteX12868" fmla="*/ 9065250 w 12188965"/>
              <a:gd name="connsiteY12868" fmla="*/ 818646 h 2053176"/>
              <a:gd name="connsiteX12869" fmla="*/ 9078138 w 12188965"/>
              <a:gd name="connsiteY12869" fmla="*/ 805759 h 2053176"/>
              <a:gd name="connsiteX12870" fmla="*/ 7216067 w 12188965"/>
              <a:gd name="connsiteY12870" fmla="*/ 805759 h 2053176"/>
              <a:gd name="connsiteX12871" fmla="*/ 7228955 w 12188965"/>
              <a:gd name="connsiteY12871" fmla="*/ 818646 h 2053176"/>
              <a:gd name="connsiteX12872" fmla="*/ 7216067 w 12188965"/>
              <a:gd name="connsiteY12872" fmla="*/ 831534 h 2053176"/>
              <a:gd name="connsiteX12873" fmla="*/ 7203179 w 12188965"/>
              <a:gd name="connsiteY12873" fmla="*/ 818646 h 2053176"/>
              <a:gd name="connsiteX12874" fmla="*/ 7216067 w 12188965"/>
              <a:gd name="connsiteY12874" fmla="*/ 805759 h 2053176"/>
              <a:gd name="connsiteX12875" fmla="*/ 6638220 w 12188965"/>
              <a:gd name="connsiteY12875" fmla="*/ 805759 h 2053176"/>
              <a:gd name="connsiteX12876" fmla="*/ 6651108 w 12188965"/>
              <a:gd name="connsiteY12876" fmla="*/ 818646 h 2053176"/>
              <a:gd name="connsiteX12877" fmla="*/ 6638220 w 12188965"/>
              <a:gd name="connsiteY12877" fmla="*/ 831534 h 2053176"/>
              <a:gd name="connsiteX12878" fmla="*/ 6625335 w 12188965"/>
              <a:gd name="connsiteY12878" fmla="*/ 818646 h 2053176"/>
              <a:gd name="connsiteX12879" fmla="*/ 6638220 w 12188965"/>
              <a:gd name="connsiteY12879" fmla="*/ 805759 h 2053176"/>
              <a:gd name="connsiteX12880" fmla="*/ 6252873 w 12188965"/>
              <a:gd name="connsiteY12880" fmla="*/ 805759 h 2053176"/>
              <a:gd name="connsiteX12881" fmla="*/ 6265761 w 12188965"/>
              <a:gd name="connsiteY12881" fmla="*/ 818646 h 2053176"/>
              <a:gd name="connsiteX12882" fmla="*/ 6252873 w 12188965"/>
              <a:gd name="connsiteY12882" fmla="*/ 831534 h 2053176"/>
              <a:gd name="connsiteX12883" fmla="*/ 6239985 w 12188965"/>
              <a:gd name="connsiteY12883" fmla="*/ 818646 h 2053176"/>
              <a:gd name="connsiteX12884" fmla="*/ 6252873 w 12188965"/>
              <a:gd name="connsiteY12884" fmla="*/ 805759 h 2053176"/>
              <a:gd name="connsiteX12885" fmla="*/ 5743477 w 12188965"/>
              <a:gd name="connsiteY12885" fmla="*/ 805759 h 2053176"/>
              <a:gd name="connsiteX12886" fmla="*/ 5756364 w 12188965"/>
              <a:gd name="connsiteY12886" fmla="*/ 818646 h 2053176"/>
              <a:gd name="connsiteX12887" fmla="*/ 5743477 w 12188965"/>
              <a:gd name="connsiteY12887" fmla="*/ 831534 h 2053176"/>
              <a:gd name="connsiteX12888" fmla="*/ 5730590 w 12188965"/>
              <a:gd name="connsiteY12888" fmla="*/ 818646 h 2053176"/>
              <a:gd name="connsiteX12889" fmla="*/ 5743477 w 12188965"/>
              <a:gd name="connsiteY12889" fmla="*/ 805759 h 2053176"/>
              <a:gd name="connsiteX12890" fmla="*/ 5422451 w 12188965"/>
              <a:gd name="connsiteY12890" fmla="*/ 805759 h 2053176"/>
              <a:gd name="connsiteX12891" fmla="*/ 5435339 w 12188965"/>
              <a:gd name="connsiteY12891" fmla="*/ 818646 h 2053176"/>
              <a:gd name="connsiteX12892" fmla="*/ 5422451 w 12188965"/>
              <a:gd name="connsiteY12892" fmla="*/ 831534 h 2053176"/>
              <a:gd name="connsiteX12893" fmla="*/ 5409564 w 12188965"/>
              <a:gd name="connsiteY12893" fmla="*/ 818646 h 2053176"/>
              <a:gd name="connsiteX12894" fmla="*/ 5422451 w 12188965"/>
              <a:gd name="connsiteY12894" fmla="*/ 805759 h 2053176"/>
              <a:gd name="connsiteX12895" fmla="*/ 5229719 w 12188965"/>
              <a:gd name="connsiteY12895" fmla="*/ 805759 h 2053176"/>
              <a:gd name="connsiteX12896" fmla="*/ 5242606 w 12188965"/>
              <a:gd name="connsiteY12896" fmla="*/ 818646 h 2053176"/>
              <a:gd name="connsiteX12897" fmla="*/ 5229719 w 12188965"/>
              <a:gd name="connsiteY12897" fmla="*/ 831534 h 2053176"/>
              <a:gd name="connsiteX12898" fmla="*/ 5216831 w 12188965"/>
              <a:gd name="connsiteY12898" fmla="*/ 818646 h 2053176"/>
              <a:gd name="connsiteX12899" fmla="*/ 5229719 w 12188965"/>
              <a:gd name="connsiteY12899" fmla="*/ 805759 h 2053176"/>
              <a:gd name="connsiteX12900" fmla="*/ 4844487 w 12188965"/>
              <a:gd name="connsiteY12900" fmla="*/ 805759 h 2053176"/>
              <a:gd name="connsiteX12901" fmla="*/ 4857374 w 12188965"/>
              <a:gd name="connsiteY12901" fmla="*/ 818646 h 2053176"/>
              <a:gd name="connsiteX12902" fmla="*/ 4844487 w 12188965"/>
              <a:gd name="connsiteY12902" fmla="*/ 831534 h 2053176"/>
              <a:gd name="connsiteX12903" fmla="*/ 4831598 w 12188965"/>
              <a:gd name="connsiteY12903" fmla="*/ 818646 h 2053176"/>
              <a:gd name="connsiteX12904" fmla="*/ 4844487 w 12188965"/>
              <a:gd name="connsiteY12904" fmla="*/ 805759 h 2053176"/>
              <a:gd name="connsiteX12905" fmla="*/ 4587666 w 12188965"/>
              <a:gd name="connsiteY12905" fmla="*/ 805759 h 2053176"/>
              <a:gd name="connsiteX12906" fmla="*/ 4600553 w 12188965"/>
              <a:gd name="connsiteY12906" fmla="*/ 818646 h 2053176"/>
              <a:gd name="connsiteX12907" fmla="*/ 4587666 w 12188965"/>
              <a:gd name="connsiteY12907" fmla="*/ 831534 h 2053176"/>
              <a:gd name="connsiteX12908" fmla="*/ 4574778 w 12188965"/>
              <a:gd name="connsiteY12908" fmla="*/ 818646 h 2053176"/>
              <a:gd name="connsiteX12909" fmla="*/ 4587666 w 12188965"/>
              <a:gd name="connsiteY12909" fmla="*/ 805759 h 2053176"/>
              <a:gd name="connsiteX12910" fmla="*/ 4523345 w 12188965"/>
              <a:gd name="connsiteY12910" fmla="*/ 805759 h 2053176"/>
              <a:gd name="connsiteX12911" fmla="*/ 4536233 w 12188965"/>
              <a:gd name="connsiteY12911" fmla="*/ 818646 h 2053176"/>
              <a:gd name="connsiteX12912" fmla="*/ 4523345 w 12188965"/>
              <a:gd name="connsiteY12912" fmla="*/ 831534 h 2053176"/>
              <a:gd name="connsiteX12913" fmla="*/ 4510457 w 12188965"/>
              <a:gd name="connsiteY12913" fmla="*/ 818646 h 2053176"/>
              <a:gd name="connsiteX12914" fmla="*/ 4523345 w 12188965"/>
              <a:gd name="connsiteY12914" fmla="*/ 805759 h 2053176"/>
              <a:gd name="connsiteX12915" fmla="*/ 4009702 w 12188965"/>
              <a:gd name="connsiteY12915" fmla="*/ 805759 h 2053176"/>
              <a:gd name="connsiteX12916" fmla="*/ 4022589 w 12188965"/>
              <a:gd name="connsiteY12916" fmla="*/ 818646 h 2053176"/>
              <a:gd name="connsiteX12917" fmla="*/ 4009702 w 12188965"/>
              <a:gd name="connsiteY12917" fmla="*/ 831534 h 2053176"/>
              <a:gd name="connsiteX12918" fmla="*/ 3996814 w 12188965"/>
              <a:gd name="connsiteY12918" fmla="*/ 818646 h 2053176"/>
              <a:gd name="connsiteX12919" fmla="*/ 4009702 w 12188965"/>
              <a:gd name="connsiteY12919" fmla="*/ 805759 h 2053176"/>
              <a:gd name="connsiteX12920" fmla="*/ 3752882 w 12188965"/>
              <a:gd name="connsiteY12920" fmla="*/ 805759 h 2053176"/>
              <a:gd name="connsiteX12921" fmla="*/ 3765770 w 12188965"/>
              <a:gd name="connsiteY12921" fmla="*/ 818646 h 2053176"/>
              <a:gd name="connsiteX12922" fmla="*/ 3752882 w 12188965"/>
              <a:gd name="connsiteY12922" fmla="*/ 831534 h 2053176"/>
              <a:gd name="connsiteX12923" fmla="*/ 3739993 w 12188965"/>
              <a:gd name="connsiteY12923" fmla="*/ 818646 h 2053176"/>
              <a:gd name="connsiteX12924" fmla="*/ 3752882 w 12188965"/>
              <a:gd name="connsiteY12924" fmla="*/ 805759 h 2053176"/>
              <a:gd name="connsiteX12925" fmla="*/ 3367532 w 12188965"/>
              <a:gd name="connsiteY12925" fmla="*/ 805759 h 2053176"/>
              <a:gd name="connsiteX12926" fmla="*/ 3380421 w 12188965"/>
              <a:gd name="connsiteY12926" fmla="*/ 818646 h 2053176"/>
              <a:gd name="connsiteX12927" fmla="*/ 3367532 w 12188965"/>
              <a:gd name="connsiteY12927" fmla="*/ 831534 h 2053176"/>
              <a:gd name="connsiteX12928" fmla="*/ 3354645 w 12188965"/>
              <a:gd name="connsiteY12928" fmla="*/ 818646 h 2053176"/>
              <a:gd name="connsiteX12929" fmla="*/ 3367532 w 12188965"/>
              <a:gd name="connsiteY12929" fmla="*/ 805759 h 2053176"/>
              <a:gd name="connsiteX12930" fmla="*/ 1505464 w 12188965"/>
              <a:gd name="connsiteY12930" fmla="*/ 805759 h 2053176"/>
              <a:gd name="connsiteX12931" fmla="*/ 1518352 w 12188965"/>
              <a:gd name="connsiteY12931" fmla="*/ 818646 h 2053176"/>
              <a:gd name="connsiteX12932" fmla="*/ 1505464 w 12188965"/>
              <a:gd name="connsiteY12932" fmla="*/ 831534 h 2053176"/>
              <a:gd name="connsiteX12933" fmla="*/ 1492577 w 12188965"/>
              <a:gd name="connsiteY12933" fmla="*/ 818646 h 2053176"/>
              <a:gd name="connsiteX12934" fmla="*/ 1505464 w 12188965"/>
              <a:gd name="connsiteY12934" fmla="*/ 805759 h 2053176"/>
              <a:gd name="connsiteX12935" fmla="*/ 927616 w 12188965"/>
              <a:gd name="connsiteY12935" fmla="*/ 805759 h 2053176"/>
              <a:gd name="connsiteX12936" fmla="*/ 940503 w 12188965"/>
              <a:gd name="connsiteY12936" fmla="*/ 818646 h 2053176"/>
              <a:gd name="connsiteX12937" fmla="*/ 927616 w 12188965"/>
              <a:gd name="connsiteY12937" fmla="*/ 831534 h 2053176"/>
              <a:gd name="connsiteX12938" fmla="*/ 914731 w 12188965"/>
              <a:gd name="connsiteY12938" fmla="*/ 818646 h 2053176"/>
              <a:gd name="connsiteX12939" fmla="*/ 927616 w 12188965"/>
              <a:gd name="connsiteY12939" fmla="*/ 805759 h 2053176"/>
              <a:gd name="connsiteX12940" fmla="*/ 542270 w 12188965"/>
              <a:gd name="connsiteY12940" fmla="*/ 805759 h 2053176"/>
              <a:gd name="connsiteX12941" fmla="*/ 555157 w 12188965"/>
              <a:gd name="connsiteY12941" fmla="*/ 818646 h 2053176"/>
              <a:gd name="connsiteX12942" fmla="*/ 542270 w 12188965"/>
              <a:gd name="connsiteY12942" fmla="*/ 831534 h 2053176"/>
              <a:gd name="connsiteX12943" fmla="*/ 529382 w 12188965"/>
              <a:gd name="connsiteY12943" fmla="*/ 818646 h 2053176"/>
              <a:gd name="connsiteX12944" fmla="*/ 542270 w 12188965"/>
              <a:gd name="connsiteY12944" fmla="*/ 805759 h 2053176"/>
              <a:gd name="connsiteX12945" fmla="*/ 25659 w 12188965"/>
              <a:gd name="connsiteY12945" fmla="*/ 805759 h 2053176"/>
              <a:gd name="connsiteX12946" fmla="*/ 38547 w 12188965"/>
              <a:gd name="connsiteY12946" fmla="*/ 818646 h 2053176"/>
              <a:gd name="connsiteX12947" fmla="*/ 25659 w 12188965"/>
              <a:gd name="connsiteY12947" fmla="*/ 831534 h 2053176"/>
              <a:gd name="connsiteX12948" fmla="*/ 12771 w 12188965"/>
              <a:gd name="connsiteY12948" fmla="*/ 818646 h 2053176"/>
              <a:gd name="connsiteX12949" fmla="*/ 25659 w 12188965"/>
              <a:gd name="connsiteY12949" fmla="*/ 805759 h 2053176"/>
              <a:gd name="connsiteX12950" fmla="*/ 11325670 w 12188965"/>
              <a:gd name="connsiteY12950" fmla="*/ 792988 h 2053176"/>
              <a:gd name="connsiteX12951" fmla="*/ 11351329 w 12188965"/>
              <a:gd name="connsiteY12951" fmla="*/ 818646 h 2053176"/>
              <a:gd name="connsiteX12952" fmla="*/ 11325670 w 12188965"/>
              <a:gd name="connsiteY12952" fmla="*/ 844305 h 2053176"/>
              <a:gd name="connsiteX12953" fmla="*/ 11300012 w 12188965"/>
              <a:gd name="connsiteY12953" fmla="*/ 818646 h 2053176"/>
              <a:gd name="connsiteX12954" fmla="*/ 11325670 w 12188965"/>
              <a:gd name="connsiteY12954" fmla="*/ 792988 h 2053176"/>
              <a:gd name="connsiteX12955" fmla="*/ 11197259 w 12188965"/>
              <a:gd name="connsiteY12955" fmla="*/ 792988 h 2053176"/>
              <a:gd name="connsiteX12956" fmla="*/ 11222917 w 12188965"/>
              <a:gd name="connsiteY12956" fmla="*/ 818646 h 2053176"/>
              <a:gd name="connsiteX12957" fmla="*/ 11197259 w 12188965"/>
              <a:gd name="connsiteY12957" fmla="*/ 844305 h 2053176"/>
              <a:gd name="connsiteX12958" fmla="*/ 11171601 w 12188965"/>
              <a:gd name="connsiteY12958" fmla="*/ 818646 h 2053176"/>
              <a:gd name="connsiteX12959" fmla="*/ 11197259 w 12188965"/>
              <a:gd name="connsiteY12959" fmla="*/ 792988 h 2053176"/>
              <a:gd name="connsiteX12960" fmla="*/ 10683501 w 12188965"/>
              <a:gd name="connsiteY12960" fmla="*/ 792988 h 2053176"/>
              <a:gd name="connsiteX12961" fmla="*/ 10709159 w 12188965"/>
              <a:gd name="connsiteY12961" fmla="*/ 818646 h 2053176"/>
              <a:gd name="connsiteX12962" fmla="*/ 10683501 w 12188965"/>
              <a:gd name="connsiteY12962" fmla="*/ 844305 h 2053176"/>
              <a:gd name="connsiteX12963" fmla="*/ 10657843 w 12188965"/>
              <a:gd name="connsiteY12963" fmla="*/ 818646 h 2053176"/>
              <a:gd name="connsiteX12964" fmla="*/ 10683501 w 12188965"/>
              <a:gd name="connsiteY12964" fmla="*/ 792988 h 2053176"/>
              <a:gd name="connsiteX12965" fmla="*/ 10619297 w 12188965"/>
              <a:gd name="connsiteY12965" fmla="*/ 792988 h 2053176"/>
              <a:gd name="connsiteX12966" fmla="*/ 10644955 w 12188965"/>
              <a:gd name="connsiteY12966" fmla="*/ 818646 h 2053176"/>
              <a:gd name="connsiteX12967" fmla="*/ 10619297 w 12188965"/>
              <a:gd name="connsiteY12967" fmla="*/ 844305 h 2053176"/>
              <a:gd name="connsiteX12968" fmla="*/ 10593639 w 12188965"/>
              <a:gd name="connsiteY12968" fmla="*/ 818646 h 2053176"/>
              <a:gd name="connsiteX12969" fmla="*/ 10619297 w 12188965"/>
              <a:gd name="connsiteY12969" fmla="*/ 792988 h 2053176"/>
              <a:gd name="connsiteX12970" fmla="*/ 10362474 w 12188965"/>
              <a:gd name="connsiteY12970" fmla="*/ 792988 h 2053176"/>
              <a:gd name="connsiteX12971" fmla="*/ 10388135 w 12188965"/>
              <a:gd name="connsiteY12971" fmla="*/ 818646 h 2053176"/>
              <a:gd name="connsiteX12972" fmla="*/ 10362474 w 12188965"/>
              <a:gd name="connsiteY12972" fmla="*/ 844305 h 2053176"/>
              <a:gd name="connsiteX12973" fmla="*/ 10336816 w 12188965"/>
              <a:gd name="connsiteY12973" fmla="*/ 818646 h 2053176"/>
              <a:gd name="connsiteX12974" fmla="*/ 10362474 w 12188965"/>
              <a:gd name="connsiteY12974" fmla="*/ 792988 h 2053176"/>
              <a:gd name="connsiteX12975" fmla="*/ 10105654 w 12188965"/>
              <a:gd name="connsiteY12975" fmla="*/ 792988 h 2053176"/>
              <a:gd name="connsiteX12976" fmla="*/ 10131312 w 12188965"/>
              <a:gd name="connsiteY12976" fmla="*/ 818646 h 2053176"/>
              <a:gd name="connsiteX12977" fmla="*/ 10105654 w 12188965"/>
              <a:gd name="connsiteY12977" fmla="*/ 844305 h 2053176"/>
              <a:gd name="connsiteX12978" fmla="*/ 10079996 w 12188965"/>
              <a:gd name="connsiteY12978" fmla="*/ 818646 h 2053176"/>
              <a:gd name="connsiteX12979" fmla="*/ 10105654 w 12188965"/>
              <a:gd name="connsiteY12979" fmla="*/ 792988 h 2053176"/>
              <a:gd name="connsiteX12980" fmla="*/ 8564495 w 12188965"/>
              <a:gd name="connsiteY12980" fmla="*/ 792988 h 2053176"/>
              <a:gd name="connsiteX12981" fmla="*/ 8590153 w 12188965"/>
              <a:gd name="connsiteY12981" fmla="*/ 818646 h 2053176"/>
              <a:gd name="connsiteX12982" fmla="*/ 8564495 w 12188965"/>
              <a:gd name="connsiteY12982" fmla="*/ 844305 h 2053176"/>
              <a:gd name="connsiteX12983" fmla="*/ 8538837 w 12188965"/>
              <a:gd name="connsiteY12983" fmla="*/ 818646 h 2053176"/>
              <a:gd name="connsiteX12984" fmla="*/ 8564495 w 12188965"/>
              <a:gd name="connsiteY12984" fmla="*/ 792988 h 2053176"/>
              <a:gd name="connsiteX12985" fmla="*/ 8050852 w 12188965"/>
              <a:gd name="connsiteY12985" fmla="*/ 792988 h 2053176"/>
              <a:gd name="connsiteX12986" fmla="*/ 8076510 w 12188965"/>
              <a:gd name="connsiteY12986" fmla="*/ 818646 h 2053176"/>
              <a:gd name="connsiteX12987" fmla="*/ 8050852 w 12188965"/>
              <a:gd name="connsiteY12987" fmla="*/ 844305 h 2053176"/>
              <a:gd name="connsiteX12988" fmla="*/ 8025194 w 12188965"/>
              <a:gd name="connsiteY12988" fmla="*/ 818646 h 2053176"/>
              <a:gd name="connsiteX12989" fmla="*/ 8050852 w 12188965"/>
              <a:gd name="connsiteY12989" fmla="*/ 792988 h 2053176"/>
              <a:gd name="connsiteX12990" fmla="*/ 7986648 w 12188965"/>
              <a:gd name="connsiteY12990" fmla="*/ 792988 h 2053176"/>
              <a:gd name="connsiteX12991" fmla="*/ 8012306 w 12188965"/>
              <a:gd name="connsiteY12991" fmla="*/ 818646 h 2053176"/>
              <a:gd name="connsiteX12992" fmla="*/ 7986648 w 12188965"/>
              <a:gd name="connsiteY12992" fmla="*/ 844305 h 2053176"/>
              <a:gd name="connsiteX12993" fmla="*/ 7960990 w 12188965"/>
              <a:gd name="connsiteY12993" fmla="*/ 818646 h 2053176"/>
              <a:gd name="connsiteX12994" fmla="*/ 7986648 w 12188965"/>
              <a:gd name="connsiteY12994" fmla="*/ 792988 h 2053176"/>
              <a:gd name="connsiteX12995" fmla="*/ 7858237 w 12188965"/>
              <a:gd name="connsiteY12995" fmla="*/ 792988 h 2053176"/>
              <a:gd name="connsiteX12996" fmla="*/ 7883895 w 12188965"/>
              <a:gd name="connsiteY12996" fmla="*/ 818646 h 2053176"/>
              <a:gd name="connsiteX12997" fmla="*/ 7858237 w 12188965"/>
              <a:gd name="connsiteY12997" fmla="*/ 844305 h 2053176"/>
              <a:gd name="connsiteX12998" fmla="*/ 7832578 w 12188965"/>
              <a:gd name="connsiteY12998" fmla="*/ 818646 h 2053176"/>
              <a:gd name="connsiteX12999" fmla="*/ 7858237 w 12188965"/>
              <a:gd name="connsiteY12999" fmla="*/ 792988 h 2053176"/>
              <a:gd name="connsiteX13000" fmla="*/ 7794032 w 12188965"/>
              <a:gd name="connsiteY13000" fmla="*/ 792988 h 2053176"/>
              <a:gd name="connsiteX13001" fmla="*/ 7819690 w 12188965"/>
              <a:gd name="connsiteY13001" fmla="*/ 818646 h 2053176"/>
              <a:gd name="connsiteX13002" fmla="*/ 7794032 w 12188965"/>
              <a:gd name="connsiteY13002" fmla="*/ 844305 h 2053176"/>
              <a:gd name="connsiteX13003" fmla="*/ 7768371 w 12188965"/>
              <a:gd name="connsiteY13003" fmla="*/ 818646 h 2053176"/>
              <a:gd name="connsiteX13004" fmla="*/ 7794032 w 12188965"/>
              <a:gd name="connsiteY13004" fmla="*/ 792988 h 2053176"/>
              <a:gd name="connsiteX13005" fmla="*/ 7665621 w 12188965"/>
              <a:gd name="connsiteY13005" fmla="*/ 792988 h 2053176"/>
              <a:gd name="connsiteX13006" fmla="*/ 7691279 w 12188965"/>
              <a:gd name="connsiteY13006" fmla="*/ 818646 h 2053176"/>
              <a:gd name="connsiteX13007" fmla="*/ 7665621 w 12188965"/>
              <a:gd name="connsiteY13007" fmla="*/ 844305 h 2053176"/>
              <a:gd name="connsiteX13008" fmla="*/ 7639963 w 12188965"/>
              <a:gd name="connsiteY13008" fmla="*/ 818646 h 2053176"/>
              <a:gd name="connsiteX13009" fmla="*/ 7665621 w 12188965"/>
              <a:gd name="connsiteY13009" fmla="*/ 792988 h 2053176"/>
              <a:gd name="connsiteX13010" fmla="*/ 7601299 w 12188965"/>
              <a:gd name="connsiteY13010" fmla="*/ 792988 h 2053176"/>
              <a:gd name="connsiteX13011" fmla="*/ 7626959 w 12188965"/>
              <a:gd name="connsiteY13011" fmla="*/ 818646 h 2053176"/>
              <a:gd name="connsiteX13012" fmla="*/ 7601299 w 12188965"/>
              <a:gd name="connsiteY13012" fmla="*/ 844305 h 2053176"/>
              <a:gd name="connsiteX13013" fmla="*/ 7575640 w 12188965"/>
              <a:gd name="connsiteY13013" fmla="*/ 818646 h 2053176"/>
              <a:gd name="connsiteX13014" fmla="*/ 7601299 w 12188965"/>
              <a:gd name="connsiteY13014" fmla="*/ 792988 h 2053176"/>
              <a:gd name="connsiteX13015" fmla="*/ 7537094 w 12188965"/>
              <a:gd name="connsiteY13015" fmla="*/ 792988 h 2053176"/>
              <a:gd name="connsiteX13016" fmla="*/ 7562752 w 12188965"/>
              <a:gd name="connsiteY13016" fmla="*/ 818646 h 2053176"/>
              <a:gd name="connsiteX13017" fmla="*/ 7537094 w 12188965"/>
              <a:gd name="connsiteY13017" fmla="*/ 844305 h 2053176"/>
              <a:gd name="connsiteX13018" fmla="*/ 7511436 w 12188965"/>
              <a:gd name="connsiteY13018" fmla="*/ 818646 h 2053176"/>
              <a:gd name="connsiteX13019" fmla="*/ 7537094 w 12188965"/>
              <a:gd name="connsiteY13019" fmla="*/ 792988 h 2053176"/>
              <a:gd name="connsiteX13020" fmla="*/ 7151863 w 12188965"/>
              <a:gd name="connsiteY13020" fmla="*/ 792988 h 2053176"/>
              <a:gd name="connsiteX13021" fmla="*/ 7177521 w 12188965"/>
              <a:gd name="connsiteY13021" fmla="*/ 818646 h 2053176"/>
              <a:gd name="connsiteX13022" fmla="*/ 7151863 w 12188965"/>
              <a:gd name="connsiteY13022" fmla="*/ 844305 h 2053176"/>
              <a:gd name="connsiteX13023" fmla="*/ 7126205 w 12188965"/>
              <a:gd name="connsiteY13023" fmla="*/ 818646 h 2053176"/>
              <a:gd name="connsiteX13024" fmla="*/ 7151863 w 12188965"/>
              <a:gd name="connsiteY13024" fmla="*/ 792988 h 2053176"/>
              <a:gd name="connsiteX13025" fmla="*/ 6895043 w 12188965"/>
              <a:gd name="connsiteY13025" fmla="*/ 792988 h 2053176"/>
              <a:gd name="connsiteX13026" fmla="*/ 6920701 w 12188965"/>
              <a:gd name="connsiteY13026" fmla="*/ 818646 h 2053176"/>
              <a:gd name="connsiteX13027" fmla="*/ 6895043 w 12188965"/>
              <a:gd name="connsiteY13027" fmla="*/ 844305 h 2053176"/>
              <a:gd name="connsiteX13028" fmla="*/ 6869382 w 12188965"/>
              <a:gd name="connsiteY13028" fmla="*/ 818646 h 2053176"/>
              <a:gd name="connsiteX13029" fmla="*/ 6895043 w 12188965"/>
              <a:gd name="connsiteY13029" fmla="*/ 792988 h 2053176"/>
              <a:gd name="connsiteX13030" fmla="*/ 5615066 w 12188965"/>
              <a:gd name="connsiteY13030" fmla="*/ 792988 h 2053176"/>
              <a:gd name="connsiteX13031" fmla="*/ 5640726 w 12188965"/>
              <a:gd name="connsiteY13031" fmla="*/ 818646 h 2053176"/>
              <a:gd name="connsiteX13032" fmla="*/ 5615066 w 12188965"/>
              <a:gd name="connsiteY13032" fmla="*/ 844305 h 2053176"/>
              <a:gd name="connsiteX13033" fmla="*/ 5589407 w 12188965"/>
              <a:gd name="connsiteY13033" fmla="*/ 818646 h 2053176"/>
              <a:gd name="connsiteX13034" fmla="*/ 5615066 w 12188965"/>
              <a:gd name="connsiteY13034" fmla="*/ 792988 h 2053176"/>
              <a:gd name="connsiteX13035" fmla="*/ 5486655 w 12188965"/>
              <a:gd name="connsiteY13035" fmla="*/ 792988 h 2053176"/>
              <a:gd name="connsiteX13036" fmla="*/ 5512316 w 12188965"/>
              <a:gd name="connsiteY13036" fmla="*/ 818646 h 2053176"/>
              <a:gd name="connsiteX13037" fmla="*/ 5486655 w 12188965"/>
              <a:gd name="connsiteY13037" fmla="*/ 844305 h 2053176"/>
              <a:gd name="connsiteX13038" fmla="*/ 5460997 w 12188965"/>
              <a:gd name="connsiteY13038" fmla="*/ 818646 h 2053176"/>
              <a:gd name="connsiteX13039" fmla="*/ 5486655 w 12188965"/>
              <a:gd name="connsiteY13039" fmla="*/ 792988 h 2053176"/>
              <a:gd name="connsiteX13040" fmla="*/ 4972896 w 12188965"/>
              <a:gd name="connsiteY13040" fmla="*/ 792988 h 2053176"/>
              <a:gd name="connsiteX13041" fmla="*/ 4998557 w 12188965"/>
              <a:gd name="connsiteY13041" fmla="*/ 818646 h 2053176"/>
              <a:gd name="connsiteX13042" fmla="*/ 4972896 w 12188965"/>
              <a:gd name="connsiteY13042" fmla="*/ 844305 h 2053176"/>
              <a:gd name="connsiteX13043" fmla="*/ 4947240 w 12188965"/>
              <a:gd name="connsiteY13043" fmla="*/ 818646 h 2053176"/>
              <a:gd name="connsiteX13044" fmla="*/ 4972896 w 12188965"/>
              <a:gd name="connsiteY13044" fmla="*/ 792988 h 2053176"/>
              <a:gd name="connsiteX13045" fmla="*/ 4908693 w 12188965"/>
              <a:gd name="connsiteY13045" fmla="*/ 792988 h 2053176"/>
              <a:gd name="connsiteX13046" fmla="*/ 4934352 w 12188965"/>
              <a:gd name="connsiteY13046" fmla="*/ 818646 h 2053176"/>
              <a:gd name="connsiteX13047" fmla="*/ 4908693 w 12188965"/>
              <a:gd name="connsiteY13047" fmla="*/ 844305 h 2053176"/>
              <a:gd name="connsiteX13048" fmla="*/ 4883033 w 12188965"/>
              <a:gd name="connsiteY13048" fmla="*/ 818646 h 2053176"/>
              <a:gd name="connsiteX13049" fmla="*/ 4908693 w 12188965"/>
              <a:gd name="connsiteY13049" fmla="*/ 792988 h 2053176"/>
              <a:gd name="connsiteX13050" fmla="*/ 4651872 w 12188965"/>
              <a:gd name="connsiteY13050" fmla="*/ 792988 h 2053176"/>
              <a:gd name="connsiteX13051" fmla="*/ 4677531 w 12188965"/>
              <a:gd name="connsiteY13051" fmla="*/ 818646 h 2053176"/>
              <a:gd name="connsiteX13052" fmla="*/ 4651872 w 12188965"/>
              <a:gd name="connsiteY13052" fmla="*/ 844305 h 2053176"/>
              <a:gd name="connsiteX13053" fmla="*/ 4626213 w 12188965"/>
              <a:gd name="connsiteY13053" fmla="*/ 818646 h 2053176"/>
              <a:gd name="connsiteX13054" fmla="*/ 4651872 w 12188965"/>
              <a:gd name="connsiteY13054" fmla="*/ 792988 h 2053176"/>
              <a:gd name="connsiteX13055" fmla="*/ 4395050 w 12188965"/>
              <a:gd name="connsiteY13055" fmla="*/ 792988 h 2053176"/>
              <a:gd name="connsiteX13056" fmla="*/ 4420710 w 12188965"/>
              <a:gd name="connsiteY13056" fmla="*/ 818646 h 2053176"/>
              <a:gd name="connsiteX13057" fmla="*/ 4395050 w 12188965"/>
              <a:gd name="connsiteY13057" fmla="*/ 844305 h 2053176"/>
              <a:gd name="connsiteX13058" fmla="*/ 4369391 w 12188965"/>
              <a:gd name="connsiteY13058" fmla="*/ 818646 h 2053176"/>
              <a:gd name="connsiteX13059" fmla="*/ 4395050 w 12188965"/>
              <a:gd name="connsiteY13059" fmla="*/ 792988 h 2053176"/>
              <a:gd name="connsiteX13060" fmla="*/ 2853890 w 12188965"/>
              <a:gd name="connsiteY13060" fmla="*/ 792988 h 2053176"/>
              <a:gd name="connsiteX13061" fmla="*/ 2879550 w 12188965"/>
              <a:gd name="connsiteY13061" fmla="*/ 818646 h 2053176"/>
              <a:gd name="connsiteX13062" fmla="*/ 2853890 w 12188965"/>
              <a:gd name="connsiteY13062" fmla="*/ 844305 h 2053176"/>
              <a:gd name="connsiteX13063" fmla="*/ 2828231 w 12188965"/>
              <a:gd name="connsiteY13063" fmla="*/ 818646 h 2053176"/>
              <a:gd name="connsiteX13064" fmla="*/ 2853890 w 12188965"/>
              <a:gd name="connsiteY13064" fmla="*/ 792988 h 2053176"/>
              <a:gd name="connsiteX13065" fmla="*/ 2340249 w 12188965"/>
              <a:gd name="connsiteY13065" fmla="*/ 792988 h 2053176"/>
              <a:gd name="connsiteX13066" fmla="*/ 2365908 w 12188965"/>
              <a:gd name="connsiteY13066" fmla="*/ 818646 h 2053176"/>
              <a:gd name="connsiteX13067" fmla="*/ 2340249 w 12188965"/>
              <a:gd name="connsiteY13067" fmla="*/ 844305 h 2053176"/>
              <a:gd name="connsiteX13068" fmla="*/ 2314590 w 12188965"/>
              <a:gd name="connsiteY13068" fmla="*/ 818646 h 2053176"/>
              <a:gd name="connsiteX13069" fmla="*/ 2340249 w 12188965"/>
              <a:gd name="connsiteY13069" fmla="*/ 792988 h 2053176"/>
              <a:gd name="connsiteX13070" fmla="*/ 2276044 w 12188965"/>
              <a:gd name="connsiteY13070" fmla="*/ 792988 h 2053176"/>
              <a:gd name="connsiteX13071" fmla="*/ 2301702 w 12188965"/>
              <a:gd name="connsiteY13071" fmla="*/ 818646 h 2053176"/>
              <a:gd name="connsiteX13072" fmla="*/ 2276044 w 12188965"/>
              <a:gd name="connsiteY13072" fmla="*/ 844305 h 2053176"/>
              <a:gd name="connsiteX13073" fmla="*/ 2250385 w 12188965"/>
              <a:gd name="connsiteY13073" fmla="*/ 818646 h 2053176"/>
              <a:gd name="connsiteX13074" fmla="*/ 2276044 w 12188965"/>
              <a:gd name="connsiteY13074" fmla="*/ 792988 h 2053176"/>
              <a:gd name="connsiteX13075" fmla="*/ 2147633 w 12188965"/>
              <a:gd name="connsiteY13075" fmla="*/ 792988 h 2053176"/>
              <a:gd name="connsiteX13076" fmla="*/ 2173293 w 12188965"/>
              <a:gd name="connsiteY13076" fmla="*/ 818646 h 2053176"/>
              <a:gd name="connsiteX13077" fmla="*/ 2147633 w 12188965"/>
              <a:gd name="connsiteY13077" fmla="*/ 844305 h 2053176"/>
              <a:gd name="connsiteX13078" fmla="*/ 2121975 w 12188965"/>
              <a:gd name="connsiteY13078" fmla="*/ 818646 h 2053176"/>
              <a:gd name="connsiteX13079" fmla="*/ 2147633 w 12188965"/>
              <a:gd name="connsiteY13079" fmla="*/ 792988 h 2053176"/>
              <a:gd name="connsiteX13080" fmla="*/ 2083427 w 12188965"/>
              <a:gd name="connsiteY13080" fmla="*/ 792988 h 2053176"/>
              <a:gd name="connsiteX13081" fmla="*/ 2109087 w 12188965"/>
              <a:gd name="connsiteY13081" fmla="*/ 818646 h 2053176"/>
              <a:gd name="connsiteX13082" fmla="*/ 2083427 w 12188965"/>
              <a:gd name="connsiteY13082" fmla="*/ 844305 h 2053176"/>
              <a:gd name="connsiteX13083" fmla="*/ 2057768 w 12188965"/>
              <a:gd name="connsiteY13083" fmla="*/ 818646 h 2053176"/>
              <a:gd name="connsiteX13084" fmla="*/ 2083427 w 12188965"/>
              <a:gd name="connsiteY13084" fmla="*/ 792988 h 2053176"/>
              <a:gd name="connsiteX13085" fmla="*/ 1955016 w 12188965"/>
              <a:gd name="connsiteY13085" fmla="*/ 792988 h 2053176"/>
              <a:gd name="connsiteX13086" fmla="*/ 1980676 w 12188965"/>
              <a:gd name="connsiteY13086" fmla="*/ 818646 h 2053176"/>
              <a:gd name="connsiteX13087" fmla="*/ 1955016 w 12188965"/>
              <a:gd name="connsiteY13087" fmla="*/ 844305 h 2053176"/>
              <a:gd name="connsiteX13088" fmla="*/ 1929358 w 12188965"/>
              <a:gd name="connsiteY13088" fmla="*/ 818646 h 2053176"/>
              <a:gd name="connsiteX13089" fmla="*/ 1955016 w 12188965"/>
              <a:gd name="connsiteY13089" fmla="*/ 792988 h 2053176"/>
              <a:gd name="connsiteX13090" fmla="*/ 1890696 w 12188965"/>
              <a:gd name="connsiteY13090" fmla="*/ 792988 h 2053176"/>
              <a:gd name="connsiteX13091" fmla="*/ 1916355 w 12188965"/>
              <a:gd name="connsiteY13091" fmla="*/ 818646 h 2053176"/>
              <a:gd name="connsiteX13092" fmla="*/ 1890696 w 12188965"/>
              <a:gd name="connsiteY13092" fmla="*/ 844305 h 2053176"/>
              <a:gd name="connsiteX13093" fmla="*/ 1865037 w 12188965"/>
              <a:gd name="connsiteY13093" fmla="*/ 818646 h 2053176"/>
              <a:gd name="connsiteX13094" fmla="*/ 1890696 w 12188965"/>
              <a:gd name="connsiteY13094" fmla="*/ 792988 h 2053176"/>
              <a:gd name="connsiteX13095" fmla="*/ 1826490 w 12188965"/>
              <a:gd name="connsiteY13095" fmla="*/ 792988 h 2053176"/>
              <a:gd name="connsiteX13096" fmla="*/ 1852149 w 12188965"/>
              <a:gd name="connsiteY13096" fmla="*/ 818646 h 2053176"/>
              <a:gd name="connsiteX13097" fmla="*/ 1826490 w 12188965"/>
              <a:gd name="connsiteY13097" fmla="*/ 844305 h 2053176"/>
              <a:gd name="connsiteX13098" fmla="*/ 1800830 w 12188965"/>
              <a:gd name="connsiteY13098" fmla="*/ 818646 h 2053176"/>
              <a:gd name="connsiteX13099" fmla="*/ 1826490 w 12188965"/>
              <a:gd name="connsiteY13099" fmla="*/ 792988 h 2053176"/>
              <a:gd name="connsiteX13100" fmla="*/ 1441258 w 12188965"/>
              <a:gd name="connsiteY13100" fmla="*/ 792988 h 2053176"/>
              <a:gd name="connsiteX13101" fmla="*/ 1466917 w 12188965"/>
              <a:gd name="connsiteY13101" fmla="*/ 818646 h 2053176"/>
              <a:gd name="connsiteX13102" fmla="*/ 1441258 w 12188965"/>
              <a:gd name="connsiteY13102" fmla="*/ 844305 h 2053176"/>
              <a:gd name="connsiteX13103" fmla="*/ 1415599 w 12188965"/>
              <a:gd name="connsiteY13103" fmla="*/ 818646 h 2053176"/>
              <a:gd name="connsiteX13104" fmla="*/ 1441258 w 12188965"/>
              <a:gd name="connsiteY13104" fmla="*/ 792988 h 2053176"/>
              <a:gd name="connsiteX13105" fmla="*/ 1184437 w 12188965"/>
              <a:gd name="connsiteY13105" fmla="*/ 792988 h 2053176"/>
              <a:gd name="connsiteX13106" fmla="*/ 1210096 w 12188965"/>
              <a:gd name="connsiteY13106" fmla="*/ 818646 h 2053176"/>
              <a:gd name="connsiteX13107" fmla="*/ 1184437 w 12188965"/>
              <a:gd name="connsiteY13107" fmla="*/ 844305 h 2053176"/>
              <a:gd name="connsiteX13108" fmla="*/ 1158780 w 12188965"/>
              <a:gd name="connsiteY13108" fmla="*/ 818646 h 2053176"/>
              <a:gd name="connsiteX13109" fmla="*/ 1184437 w 12188965"/>
              <a:gd name="connsiteY13109" fmla="*/ 792988 h 2053176"/>
              <a:gd name="connsiteX13110" fmla="*/ 11970691 w 12188965"/>
              <a:gd name="connsiteY13110" fmla="*/ 738651 h 2053176"/>
              <a:gd name="connsiteX13111" fmla="*/ 11983579 w 12188965"/>
              <a:gd name="connsiteY13111" fmla="*/ 751539 h 2053176"/>
              <a:gd name="connsiteX13112" fmla="*/ 11970691 w 12188965"/>
              <a:gd name="connsiteY13112" fmla="*/ 764426 h 2053176"/>
              <a:gd name="connsiteX13113" fmla="*/ 11957803 w 12188965"/>
              <a:gd name="connsiteY13113" fmla="*/ 751539 h 2053176"/>
              <a:gd name="connsiteX13114" fmla="*/ 11970691 w 12188965"/>
              <a:gd name="connsiteY13114" fmla="*/ 738651 h 2053176"/>
              <a:gd name="connsiteX13115" fmla="*/ 11454081 w 12188965"/>
              <a:gd name="connsiteY13115" fmla="*/ 738651 h 2053176"/>
              <a:gd name="connsiteX13116" fmla="*/ 11466969 w 12188965"/>
              <a:gd name="connsiteY13116" fmla="*/ 751539 h 2053176"/>
              <a:gd name="connsiteX13117" fmla="*/ 11454081 w 12188965"/>
              <a:gd name="connsiteY13117" fmla="*/ 764426 h 2053176"/>
              <a:gd name="connsiteX13118" fmla="*/ 11441194 w 12188965"/>
              <a:gd name="connsiteY13118" fmla="*/ 751539 h 2053176"/>
              <a:gd name="connsiteX13119" fmla="*/ 11454081 w 12188965"/>
              <a:gd name="connsiteY13119" fmla="*/ 738651 h 2053176"/>
              <a:gd name="connsiteX13120" fmla="*/ 11325553 w 12188965"/>
              <a:gd name="connsiteY13120" fmla="*/ 738651 h 2053176"/>
              <a:gd name="connsiteX13121" fmla="*/ 11338441 w 12188965"/>
              <a:gd name="connsiteY13121" fmla="*/ 751539 h 2053176"/>
              <a:gd name="connsiteX13122" fmla="*/ 11325553 w 12188965"/>
              <a:gd name="connsiteY13122" fmla="*/ 764426 h 2053176"/>
              <a:gd name="connsiteX13123" fmla="*/ 11312667 w 12188965"/>
              <a:gd name="connsiteY13123" fmla="*/ 751539 h 2053176"/>
              <a:gd name="connsiteX13124" fmla="*/ 11325553 w 12188965"/>
              <a:gd name="connsiteY13124" fmla="*/ 738651 h 2053176"/>
              <a:gd name="connsiteX13125" fmla="*/ 11133055 w 12188965"/>
              <a:gd name="connsiteY13125" fmla="*/ 738651 h 2053176"/>
              <a:gd name="connsiteX13126" fmla="*/ 11145943 w 12188965"/>
              <a:gd name="connsiteY13126" fmla="*/ 751539 h 2053176"/>
              <a:gd name="connsiteX13127" fmla="*/ 11133055 w 12188965"/>
              <a:gd name="connsiteY13127" fmla="*/ 764426 h 2053176"/>
              <a:gd name="connsiteX13128" fmla="*/ 11120167 w 12188965"/>
              <a:gd name="connsiteY13128" fmla="*/ 751539 h 2053176"/>
              <a:gd name="connsiteX13129" fmla="*/ 11133055 w 12188965"/>
              <a:gd name="connsiteY13129" fmla="*/ 738651 h 2053176"/>
              <a:gd name="connsiteX13130" fmla="*/ 10940324 w 12188965"/>
              <a:gd name="connsiteY13130" fmla="*/ 738651 h 2053176"/>
              <a:gd name="connsiteX13131" fmla="*/ 10953209 w 12188965"/>
              <a:gd name="connsiteY13131" fmla="*/ 751539 h 2053176"/>
              <a:gd name="connsiteX13132" fmla="*/ 10940324 w 12188965"/>
              <a:gd name="connsiteY13132" fmla="*/ 764426 h 2053176"/>
              <a:gd name="connsiteX13133" fmla="*/ 10927436 w 12188965"/>
              <a:gd name="connsiteY13133" fmla="*/ 751539 h 2053176"/>
              <a:gd name="connsiteX13134" fmla="*/ 10940324 w 12188965"/>
              <a:gd name="connsiteY13134" fmla="*/ 738651 h 2053176"/>
              <a:gd name="connsiteX13135" fmla="*/ 10555092 w 12188965"/>
              <a:gd name="connsiteY13135" fmla="*/ 738651 h 2053176"/>
              <a:gd name="connsiteX13136" fmla="*/ 10567978 w 12188965"/>
              <a:gd name="connsiteY13136" fmla="*/ 751539 h 2053176"/>
              <a:gd name="connsiteX13137" fmla="*/ 10555092 w 12188965"/>
              <a:gd name="connsiteY13137" fmla="*/ 764426 h 2053176"/>
              <a:gd name="connsiteX13138" fmla="*/ 10542204 w 12188965"/>
              <a:gd name="connsiteY13138" fmla="*/ 751539 h 2053176"/>
              <a:gd name="connsiteX13139" fmla="*/ 10555092 w 12188965"/>
              <a:gd name="connsiteY13139" fmla="*/ 738651 h 2053176"/>
              <a:gd name="connsiteX13140" fmla="*/ 10233947 w 12188965"/>
              <a:gd name="connsiteY13140" fmla="*/ 738651 h 2053176"/>
              <a:gd name="connsiteX13141" fmla="*/ 10246835 w 12188965"/>
              <a:gd name="connsiteY13141" fmla="*/ 751539 h 2053176"/>
              <a:gd name="connsiteX13142" fmla="*/ 10233947 w 12188965"/>
              <a:gd name="connsiteY13142" fmla="*/ 764426 h 2053176"/>
              <a:gd name="connsiteX13143" fmla="*/ 10221059 w 12188965"/>
              <a:gd name="connsiteY13143" fmla="*/ 751539 h 2053176"/>
              <a:gd name="connsiteX13144" fmla="*/ 10233947 w 12188965"/>
              <a:gd name="connsiteY13144" fmla="*/ 738651 h 2053176"/>
              <a:gd name="connsiteX13145" fmla="*/ 10105654 w 12188965"/>
              <a:gd name="connsiteY13145" fmla="*/ 738651 h 2053176"/>
              <a:gd name="connsiteX13146" fmla="*/ 10118542 w 12188965"/>
              <a:gd name="connsiteY13146" fmla="*/ 751539 h 2053176"/>
              <a:gd name="connsiteX13147" fmla="*/ 10105654 w 12188965"/>
              <a:gd name="connsiteY13147" fmla="*/ 764426 h 2053176"/>
              <a:gd name="connsiteX13148" fmla="*/ 10092766 w 12188965"/>
              <a:gd name="connsiteY13148" fmla="*/ 751539 h 2053176"/>
              <a:gd name="connsiteX13149" fmla="*/ 10105654 w 12188965"/>
              <a:gd name="connsiteY13149" fmla="*/ 738651 h 2053176"/>
              <a:gd name="connsiteX13150" fmla="*/ 9720307 w 12188965"/>
              <a:gd name="connsiteY13150" fmla="*/ 738651 h 2053176"/>
              <a:gd name="connsiteX13151" fmla="*/ 9733193 w 12188965"/>
              <a:gd name="connsiteY13151" fmla="*/ 751539 h 2053176"/>
              <a:gd name="connsiteX13152" fmla="*/ 9720307 w 12188965"/>
              <a:gd name="connsiteY13152" fmla="*/ 764426 h 2053176"/>
              <a:gd name="connsiteX13153" fmla="*/ 9707419 w 12188965"/>
              <a:gd name="connsiteY13153" fmla="*/ 751539 h 2053176"/>
              <a:gd name="connsiteX13154" fmla="*/ 9720307 w 12188965"/>
              <a:gd name="connsiteY13154" fmla="*/ 738651 h 2053176"/>
              <a:gd name="connsiteX13155" fmla="*/ 9463485 w 12188965"/>
              <a:gd name="connsiteY13155" fmla="*/ 738651 h 2053176"/>
              <a:gd name="connsiteX13156" fmla="*/ 9476373 w 12188965"/>
              <a:gd name="connsiteY13156" fmla="*/ 751539 h 2053176"/>
              <a:gd name="connsiteX13157" fmla="*/ 9463485 w 12188965"/>
              <a:gd name="connsiteY13157" fmla="*/ 764426 h 2053176"/>
              <a:gd name="connsiteX13158" fmla="*/ 9450597 w 12188965"/>
              <a:gd name="connsiteY13158" fmla="*/ 751539 h 2053176"/>
              <a:gd name="connsiteX13159" fmla="*/ 9463485 w 12188965"/>
              <a:gd name="connsiteY13159" fmla="*/ 738651 h 2053176"/>
              <a:gd name="connsiteX13160" fmla="*/ 9078138 w 12188965"/>
              <a:gd name="connsiteY13160" fmla="*/ 738651 h 2053176"/>
              <a:gd name="connsiteX13161" fmla="*/ 9091023 w 12188965"/>
              <a:gd name="connsiteY13161" fmla="*/ 751539 h 2053176"/>
              <a:gd name="connsiteX13162" fmla="*/ 9078138 w 12188965"/>
              <a:gd name="connsiteY13162" fmla="*/ 764426 h 2053176"/>
              <a:gd name="connsiteX13163" fmla="*/ 9065250 w 12188965"/>
              <a:gd name="connsiteY13163" fmla="*/ 751539 h 2053176"/>
              <a:gd name="connsiteX13164" fmla="*/ 9078138 w 12188965"/>
              <a:gd name="connsiteY13164" fmla="*/ 738651 h 2053176"/>
              <a:gd name="connsiteX13165" fmla="*/ 7216067 w 12188965"/>
              <a:gd name="connsiteY13165" fmla="*/ 738651 h 2053176"/>
              <a:gd name="connsiteX13166" fmla="*/ 7228955 w 12188965"/>
              <a:gd name="connsiteY13166" fmla="*/ 751539 h 2053176"/>
              <a:gd name="connsiteX13167" fmla="*/ 7216067 w 12188965"/>
              <a:gd name="connsiteY13167" fmla="*/ 764426 h 2053176"/>
              <a:gd name="connsiteX13168" fmla="*/ 7203179 w 12188965"/>
              <a:gd name="connsiteY13168" fmla="*/ 751539 h 2053176"/>
              <a:gd name="connsiteX13169" fmla="*/ 7216067 w 12188965"/>
              <a:gd name="connsiteY13169" fmla="*/ 738651 h 2053176"/>
              <a:gd name="connsiteX13170" fmla="*/ 7151863 w 12188965"/>
              <a:gd name="connsiteY13170" fmla="*/ 738651 h 2053176"/>
              <a:gd name="connsiteX13171" fmla="*/ 7164751 w 12188965"/>
              <a:gd name="connsiteY13171" fmla="*/ 751539 h 2053176"/>
              <a:gd name="connsiteX13172" fmla="*/ 7151863 w 12188965"/>
              <a:gd name="connsiteY13172" fmla="*/ 764426 h 2053176"/>
              <a:gd name="connsiteX13173" fmla="*/ 7138975 w 12188965"/>
              <a:gd name="connsiteY13173" fmla="*/ 751539 h 2053176"/>
              <a:gd name="connsiteX13174" fmla="*/ 7151863 w 12188965"/>
              <a:gd name="connsiteY13174" fmla="*/ 738651 h 2053176"/>
              <a:gd name="connsiteX13175" fmla="*/ 6894925 w 12188965"/>
              <a:gd name="connsiteY13175" fmla="*/ 738651 h 2053176"/>
              <a:gd name="connsiteX13176" fmla="*/ 6907813 w 12188965"/>
              <a:gd name="connsiteY13176" fmla="*/ 751539 h 2053176"/>
              <a:gd name="connsiteX13177" fmla="*/ 6894925 w 12188965"/>
              <a:gd name="connsiteY13177" fmla="*/ 764426 h 2053176"/>
              <a:gd name="connsiteX13178" fmla="*/ 6882040 w 12188965"/>
              <a:gd name="connsiteY13178" fmla="*/ 751539 h 2053176"/>
              <a:gd name="connsiteX13179" fmla="*/ 6894925 w 12188965"/>
              <a:gd name="connsiteY13179" fmla="*/ 738651 h 2053176"/>
              <a:gd name="connsiteX13180" fmla="*/ 6252873 w 12188965"/>
              <a:gd name="connsiteY13180" fmla="*/ 738651 h 2053176"/>
              <a:gd name="connsiteX13181" fmla="*/ 6265761 w 12188965"/>
              <a:gd name="connsiteY13181" fmla="*/ 751539 h 2053176"/>
              <a:gd name="connsiteX13182" fmla="*/ 6252873 w 12188965"/>
              <a:gd name="connsiteY13182" fmla="*/ 764426 h 2053176"/>
              <a:gd name="connsiteX13183" fmla="*/ 6239985 w 12188965"/>
              <a:gd name="connsiteY13183" fmla="*/ 751539 h 2053176"/>
              <a:gd name="connsiteX13184" fmla="*/ 6252873 w 12188965"/>
              <a:gd name="connsiteY13184" fmla="*/ 738651 h 2053176"/>
              <a:gd name="connsiteX13185" fmla="*/ 5743477 w 12188965"/>
              <a:gd name="connsiteY13185" fmla="*/ 738651 h 2053176"/>
              <a:gd name="connsiteX13186" fmla="*/ 5756364 w 12188965"/>
              <a:gd name="connsiteY13186" fmla="*/ 751539 h 2053176"/>
              <a:gd name="connsiteX13187" fmla="*/ 5743477 w 12188965"/>
              <a:gd name="connsiteY13187" fmla="*/ 764426 h 2053176"/>
              <a:gd name="connsiteX13188" fmla="*/ 5730590 w 12188965"/>
              <a:gd name="connsiteY13188" fmla="*/ 751539 h 2053176"/>
              <a:gd name="connsiteX13189" fmla="*/ 5743477 w 12188965"/>
              <a:gd name="connsiteY13189" fmla="*/ 738651 h 2053176"/>
              <a:gd name="connsiteX13190" fmla="*/ 5614950 w 12188965"/>
              <a:gd name="connsiteY13190" fmla="*/ 738651 h 2053176"/>
              <a:gd name="connsiteX13191" fmla="*/ 5627837 w 12188965"/>
              <a:gd name="connsiteY13191" fmla="*/ 751539 h 2053176"/>
              <a:gd name="connsiteX13192" fmla="*/ 5614950 w 12188965"/>
              <a:gd name="connsiteY13192" fmla="*/ 764426 h 2053176"/>
              <a:gd name="connsiteX13193" fmla="*/ 5602062 w 12188965"/>
              <a:gd name="connsiteY13193" fmla="*/ 751539 h 2053176"/>
              <a:gd name="connsiteX13194" fmla="*/ 5614950 w 12188965"/>
              <a:gd name="connsiteY13194" fmla="*/ 738651 h 2053176"/>
              <a:gd name="connsiteX13195" fmla="*/ 5422451 w 12188965"/>
              <a:gd name="connsiteY13195" fmla="*/ 738651 h 2053176"/>
              <a:gd name="connsiteX13196" fmla="*/ 5435339 w 12188965"/>
              <a:gd name="connsiteY13196" fmla="*/ 751539 h 2053176"/>
              <a:gd name="connsiteX13197" fmla="*/ 5422451 w 12188965"/>
              <a:gd name="connsiteY13197" fmla="*/ 764426 h 2053176"/>
              <a:gd name="connsiteX13198" fmla="*/ 5409564 w 12188965"/>
              <a:gd name="connsiteY13198" fmla="*/ 751539 h 2053176"/>
              <a:gd name="connsiteX13199" fmla="*/ 5422451 w 12188965"/>
              <a:gd name="connsiteY13199" fmla="*/ 738651 h 2053176"/>
              <a:gd name="connsiteX13200" fmla="*/ 5229719 w 12188965"/>
              <a:gd name="connsiteY13200" fmla="*/ 738651 h 2053176"/>
              <a:gd name="connsiteX13201" fmla="*/ 5242606 w 12188965"/>
              <a:gd name="connsiteY13201" fmla="*/ 751539 h 2053176"/>
              <a:gd name="connsiteX13202" fmla="*/ 5229719 w 12188965"/>
              <a:gd name="connsiteY13202" fmla="*/ 764426 h 2053176"/>
              <a:gd name="connsiteX13203" fmla="*/ 5216831 w 12188965"/>
              <a:gd name="connsiteY13203" fmla="*/ 751539 h 2053176"/>
              <a:gd name="connsiteX13204" fmla="*/ 5229719 w 12188965"/>
              <a:gd name="connsiteY13204" fmla="*/ 738651 h 2053176"/>
              <a:gd name="connsiteX13205" fmla="*/ 4844487 w 12188965"/>
              <a:gd name="connsiteY13205" fmla="*/ 738651 h 2053176"/>
              <a:gd name="connsiteX13206" fmla="*/ 4857374 w 12188965"/>
              <a:gd name="connsiteY13206" fmla="*/ 751539 h 2053176"/>
              <a:gd name="connsiteX13207" fmla="*/ 4844487 w 12188965"/>
              <a:gd name="connsiteY13207" fmla="*/ 764426 h 2053176"/>
              <a:gd name="connsiteX13208" fmla="*/ 4831598 w 12188965"/>
              <a:gd name="connsiteY13208" fmla="*/ 751539 h 2053176"/>
              <a:gd name="connsiteX13209" fmla="*/ 4844487 w 12188965"/>
              <a:gd name="connsiteY13209" fmla="*/ 738651 h 2053176"/>
              <a:gd name="connsiteX13210" fmla="*/ 4523345 w 12188965"/>
              <a:gd name="connsiteY13210" fmla="*/ 738651 h 2053176"/>
              <a:gd name="connsiteX13211" fmla="*/ 4536233 w 12188965"/>
              <a:gd name="connsiteY13211" fmla="*/ 751539 h 2053176"/>
              <a:gd name="connsiteX13212" fmla="*/ 4523345 w 12188965"/>
              <a:gd name="connsiteY13212" fmla="*/ 764426 h 2053176"/>
              <a:gd name="connsiteX13213" fmla="*/ 4510457 w 12188965"/>
              <a:gd name="connsiteY13213" fmla="*/ 751539 h 2053176"/>
              <a:gd name="connsiteX13214" fmla="*/ 4523345 w 12188965"/>
              <a:gd name="connsiteY13214" fmla="*/ 738651 h 2053176"/>
              <a:gd name="connsiteX13215" fmla="*/ 4395050 w 12188965"/>
              <a:gd name="connsiteY13215" fmla="*/ 738651 h 2053176"/>
              <a:gd name="connsiteX13216" fmla="*/ 4407938 w 12188965"/>
              <a:gd name="connsiteY13216" fmla="*/ 751539 h 2053176"/>
              <a:gd name="connsiteX13217" fmla="*/ 4395050 w 12188965"/>
              <a:gd name="connsiteY13217" fmla="*/ 764426 h 2053176"/>
              <a:gd name="connsiteX13218" fmla="*/ 4382162 w 12188965"/>
              <a:gd name="connsiteY13218" fmla="*/ 751539 h 2053176"/>
              <a:gd name="connsiteX13219" fmla="*/ 4395050 w 12188965"/>
              <a:gd name="connsiteY13219" fmla="*/ 738651 h 2053176"/>
              <a:gd name="connsiteX13220" fmla="*/ 4009702 w 12188965"/>
              <a:gd name="connsiteY13220" fmla="*/ 738651 h 2053176"/>
              <a:gd name="connsiteX13221" fmla="*/ 4022589 w 12188965"/>
              <a:gd name="connsiteY13221" fmla="*/ 751539 h 2053176"/>
              <a:gd name="connsiteX13222" fmla="*/ 4009702 w 12188965"/>
              <a:gd name="connsiteY13222" fmla="*/ 764426 h 2053176"/>
              <a:gd name="connsiteX13223" fmla="*/ 3996814 w 12188965"/>
              <a:gd name="connsiteY13223" fmla="*/ 751539 h 2053176"/>
              <a:gd name="connsiteX13224" fmla="*/ 4009702 w 12188965"/>
              <a:gd name="connsiteY13224" fmla="*/ 738651 h 2053176"/>
              <a:gd name="connsiteX13225" fmla="*/ 3752882 w 12188965"/>
              <a:gd name="connsiteY13225" fmla="*/ 738651 h 2053176"/>
              <a:gd name="connsiteX13226" fmla="*/ 3765770 w 12188965"/>
              <a:gd name="connsiteY13226" fmla="*/ 751539 h 2053176"/>
              <a:gd name="connsiteX13227" fmla="*/ 3752882 w 12188965"/>
              <a:gd name="connsiteY13227" fmla="*/ 764426 h 2053176"/>
              <a:gd name="connsiteX13228" fmla="*/ 3739993 w 12188965"/>
              <a:gd name="connsiteY13228" fmla="*/ 751539 h 2053176"/>
              <a:gd name="connsiteX13229" fmla="*/ 3752882 w 12188965"/>
              <a:gd name="connsiteY13229" fmla="*/ 738651 h 2053176"/>
              <a:gd name="connsiteX13230" fmla="*/ 3367532 w 12188965"/>
              <a:gd name="connsiteY13230" fmla="*/ 738651 h 2053176"/>
              <a:gd name="connsiteX13231" fmla="*/ 3380421 w 12188965"/>
              <a:gd name="connsiteY13231" fmla="*/ 751539 h 2053176"/>
              <a:gd name="connsiteX13232" fmla="*/ 3367532 w 12188965"/>
              <a:gd name="connsiteY13232" fmla="*/ 764426 h 2053176"/>
              <a:gd name="connsiteX13233" fmla="*/ 3354645 w 12188965"/>
              <a:gd name="connsiteY13233" fmla="*/ 751539 h 2053176"/>
              <a:gd name="connsiteX13234" fmla="*/ 3367532 w 12188965"/>
              <a:gd name="connsiteY13234" fmla="*/ 738651 h 2053176"/>
              <a:gd name="connsiteX13235" fmla="*/ 1505464 w 12188965"/>
              <a:gd name="connsiteY13235" fmla="*/ 738651 h 2053176"/>
              <a:gd name="connsiteX13236" fmla="*/ 1518352 w 12188965"/>
              <a:gd name="connsiteY13236" fmla="*/ 751539 h 2053176"/>
              <a:gd name="connsiteX13237" fmla="*/ 1505464 w 12188965"/>
              <a:gd name="connsiteY13237" fmla="*/ 764426 h 2053176"/>
              <a:gd name="connsiteX13238" fmla="*/ 1492577 w 12188965"/>
              <a:gd name="connsiteY13238" fmla="*/ 751539 h 2053176"/>
              <a:gd name="connsiteX13239" fmla="*/ 1505464 w 12188965"/>
              <a:gd name="connsiteY13239" fmla="*/ 738651 h 2053176"/>
              <a:gd name="connsiteX13240" fmla="*/ 1441258 w 12188965"/>
              <a:gd name="connsiteY13240" fmla="*/ 738651 h 2053176"/>
              <a:gd name="connsiteX13241" fmla="*/ 1454146 w 12188965"/>
              <a:gd name="connsiteY13241" fmla="*/ 751539 h 2053176"/>
              <a:gd name="connsiteX13242" fmla="*/ 1441258 w 12188965"/>
              <a:gd name="connsiteY13242" fmla="*/ 764426 h 2053176"/>
              <a:gd name="connsiteX13243" fmla="*/ 1428371 w 12188965"/>
              <a:gd name="connsiteY13243" fmla="*/ 751539 h 2053176"/>
              <a:gd name="connsiteX13244" fmla="*/ 1441258 w 12188965"/>
              <a:gd name="connsiteY13244" fmla="*/ 738651 h 2053176"/>
              <a:gd name="connsiteX13245" fmla="*/ 1184322 w 12188965"/>
              <a:gd name="connsiteY13245" fmla="*/ 738651 h 2053176"/>
              <a:gd name="connsiteX13246" fmla="*/ 1197209 w 12188965"/>
              <a:gd name="connsiteY13246" fmla="*/ 751539 h 2053176"/>
              <a:gd name="connsiteX13247" fmla="*/ 1184322 w 12188965"/>
              <a:gd name="connsiteY13247" fmla="*/ 764426 h 2053176"/>
              <a:gd name="connsiteX13248" fmla="*/ 1171435 w 12188965"/>
              <a:gd name="connsiteY13248" fmla="*/ 751539 h 2053176"/>
              <a:gd name="connsiteX13249" fmla="*/ 1184322 w 12188965"/>
              <a:gd name="connsiteY13249" fmla="*/ 738651 h 2053176"/>
              <a:gd name="connsiteX13250" fmla="*/ 542270 w 12188965"/>
              <a:gd name="connsiteY13250" fmla="*/ 738651 h 2053176"/>
              <a:gd name="connsiteX13251" fmla="*/ 555157 w 12188965"/>
              <a:gd name="connsiteY13251" fmla="*/ 751539 h 2053176"/>
              <a:gd name="connsiteX13252" fmla="*/ 542270 w 12188965"/>
              <a:gd name="connsiteY13252" fmla="*/ 764426 h 2053176"/>
              <a:gd name="connsiteX13253" fmla="*/ 529382 w 12188965"/>
              <a:gd name="connsiteY13253" fmla="*/ 751539 h 2053176"/>
              <a:gd name="connsiteX13254" fmla="*/ 542270 w 12188965"/>
              <a:gd name="connsiteY13254" fmla="*/ 738651 h 2053176"/>
              <a:gd name="connsiteX13255" fmla="*/ 25659 w 12188965"/>
              <a:gd name="connsiteY13255" fmla="*/ 738651 h 2053176"/>
              <a:gd name="connsiteX13256" fmla="*/ 38547 w 12188965"/>
              <a:gd name="connsiteY13256" fmla="*/ 751539 h 2053176"/>
              <a:gd name="connsiteX13257" fmla="*/ 25659 w 12188965"/>
              <a:gd name="connsiteY13257" fmla="*/ 764426 h 2053176"/>
              <a:gd name="connsiteX13258" fmla="*/ 12771 w 12188965"/>
              <a:gd name="connsiteY13258" fmla="*/ 751539 h 2053176"/>
              <a:gd name="connsiteX13259" fmla="*/ 25659 w 12188965"/>
              <a:gd name="connsiteY13259" fmla="*/ 738651 h 2053176"/>
              <a:gd name="connsiteX13260" fmla="*/ 11197259 w 12188965"/>
              <a:gd name="connsiteY13260" fmla="*/ 725880 h 2053176"/>
              <a:gd name="connsiteX13261" fmla="*/ 11222917 w 12188965"/>
              <a:gd name="connsiteY13261" fmla="*/ 751539 h 2053176"/>
              <a:gd name="connsiteX13262" fmla="*/ 11197259 w 12188965"/>
              <a:gd name="connsiteY13262" fmla="*/ 777197 h 2053176"/>
              <a:gd name="connsiteX13263" fmla="*/ 11171601 w 12188965"/>
              <a:gd name="connsiteY13263" fmla="*/ 751539 h 2053176"/>
              <a:gd name="connsiteX13264" fmla="*/ 11197259 w 12188965"/>
              <a:gd name="connsiteY13264" fmla="*/ 725880 h 2053176"/>
              <a:gd name="connsiteX13265" fmla="*/ 10683501 w 12188965"/>
              <a:gd name="connsiteY13265" fmla="*/ 725880 h 2053176"/>
              <a:gd name="connsiteX13266" fmla="*/ 10709159 w 12188965"/>
              <a:gd name="connsiteY13266" fmla="*/ 751539 h 2053176"/>
              <a:gd name="connsiteX13267" fmla="*/ 10683501 w 12188965"/>
              <a:gd name="connsiteY13267" fmla="*/ 777197 h 2053176"/>
              <a:gd name="connsiteX13268" fmla="*/ 10657843 w 12188965"/>
              <a:gd name="connsiteY13268" fmla="*/ 751539 h 2053176"/>
              <a:gd name="connsiteX13269" fmla="*/ 10683501 w 12188965"/>
              <a:gd name="connsiteY13269" fmla="*/ 725880 h 2053176"/>
              <a:gd name="connsiteX13270" fmla="*/ 10619297 w 12188965"/>
              <a:gd name="connsiteY13270" fmla="*/ 725880 h 2053176"/>
              <a:gd name="connsiteX13271" fmla="*/ 10644955 w 12188965"/>
              <a:gd name="connsiteY13271" fmla="*/ 751539 h 2053176"/>
              <a:gd name="connsiteX13272" fmla="*/ 10619297 w 12188965"/>
              <a:gd name="connsiteY13272" fmla="*/ 777197 h 2053176"/>
              <a:gd name="connsiteX13273" fmla="*/ 10593639 w 12188965"/>
              <a:gd name="connsiteY13273" fmla="*/ 751539 h 2053176"/>
              <a:gd name="connsiteX13274" fmla="*/ 10619297 w 12188965"/>
              <a:gd name="connsiteY13274" fmla="*/ 725880 h 2053176"/>
              <a:gd name="connsiteX13275" fmla="*/ 10362474 w 12188965"/>
              <a:gd name="connsiteY13275" fmla="*/ 725880 h 2053176"/>
              <a:gd name="connsiteX13276" fmla="*/ 10388135 w 12188965"/>
              <a:gd name="connsiteY13276" fmla="*/ 751539 h 2053176"/>
              <a:gd name="connsiteX13277" fmla="*/ 10362474 w 12188965"/>
              <a:gd name="connsiteY13277" fmla="*/ 777197 h 2053176"/>
              <a:gd name="connsiteX13278" fmla="*/ 10336816 w 12188965"/>
              <a:gd name="connsiteY13278" fmla="*/ 751539 h 2053176"/>
              <a:gd name="connsiteX13279" fmla="*/ 10362474 w 12188965"/>
              <a:gd name="connsiteY13279" fmla="*/ 725880 h 2053176"/>
              <a:gd name="connsiteX13280" fmla="*/ 8564495 w 12188965"/>
              <a:gd name="connsiteY13280" fmla="*/ 725880 h 2053176"/>
              <a:gd name="connsiteX13281" fmla="*/ 8590153 w 12188965"/>
              <a:gd name="connsiteY13281" fmla="*/ 751539 h 2053176"/>
              <a:gd name="connsiteX13282" fmla="*/ 8564495 w 12188965"/>
              <a:gd name="connsiteY13282" fmla="*/ 777197 h 2053176"/>
              <a:gd name="connsiteX13283" fmla="*/ 8538837 w 12188965"/>
              <a:gd name="connsiteY13283" fmla="*/ 751539 h 2053176"/>
              <a:gd name="connsiteX13284" fmla="*/ 8564495 w 12188965"/>
              <a:gd name="connsiteY13284" fmla="*/ 725880 h 2053176"/>
              <a:gd name="connsiteX13285" fmla="*/ 8050852 w 12188965"/>
              <a:gd name="connsiteY13285" fmla="*/ 725880 h 2053176"/>
              <a:gd name="connsiteX13286" fmla="*/ 8076510 w 12188965"/>
              <a:gd name="connsiteY13286" fmla="*/ 751539 h 2053176"/>
              <a:gd name="connsiteX13287" fmla="*/ 8050852 w 12188965"/>
              <a:gd name="connsiteY13287" fmla="*/ 777197 h 2053176"/>
              <a:gd name="connsiteX13288" fmla="*/ 8025194 w 12188965"/>
              <a:gd name="connsiteY13288" fmla="*/ 751539 h 2053176"/>
              <a:gd name="connsiteX13289" fmla="*/ 8050852 w 12188965"/>
              <a:gd name="connsiteY13289" fmla="*/ 725880 h 2053176"/>
              <a:gd name="connsiteX13290" fmla="*/ 7986648 w 12188965"/>
              <a:gd name="connsiteY13290" fmla="*/ 725880 h 2053176"/>
              <a:gd name="connsiteX13291" fmla="*/ 8012306 w 12188965"/>
              <a:gd name="connsiteY13291" fmla="*/ 751539 h 2053176"/>
              <a:gd name="connsiteX13292" fmla="*/ 7986648 w 12188965"/>
              <a:gd name="connsiteY13292" fmla="*/ 777197 h 2053176"/>
              <a:gd name="connsiteX13293" fmla="*/ 7960990 w 12188965"/>
              <a:gd name="connsiteY13293" fmla="*/ 751539 h 2053176"/>
              <a:gd name="connsiteX13294" fmla="*/ 7986648 w 12188965"/>
              <a:gd name="connsiteY13294" fmla="*/ 725880 h 2053176"/>
              <a:gd name="connsiteX13295" fmla="*/ 7858237 w 12188965"/>
              <a:gd name="connsiteY13295" fmla="*/ 725880 h 2053176"/>
              <a:gd name="connsiteX13296" fmla="*/ 7883895 w 12188965"/>
              <a:gd name="connsiteY13296" fmla="*/ 751539 h 2053176"/>
              <a:gd name="connsiteX13297" fmla="*/ 7858237 w 12188965"/>
              <a:gd name="connsiteY13297" fmla="*/ 777197 h 2053176"/>
              <a:gd name="connsiteX13298" fmla="*/ 7832578 w 12188965"/>
              <a:gd name="connsiteY13298" fmla="*/ 751539 h 2053176"/>
              <a:gd name="connsiteX13299" fmla="*/ 7858237 w 12188965"/>
              <a:gd name="connsiteY13299" fmla="*/ 725880 h 2053176"/>
              <a:gd name="connsiteX13300" fmla="*/ 7794032 w 12188965"/>
              <a:gd name="connsiteY13300" fmla="*/ 725880 h 2053176"/>
              <a:gd name="connsiteX13301" fmla="*/ 7819690 w 12188965"/>
              <a:gd name="connsiteY13301" fmla="*/ 751539 h 2053176"/>
              <a:gd name="connsiteX13302" fmla="*/ 7794032 w 12188965"/>
              <a:gd name="connsiteY13302" fmla="*/ 777197 h 2053176"/>
              <a:gd name="connsiteX13303" fmla="*/ 7768371 w 12188965"/>
              <a:gd name="connsiteY13303" fmla="*/ 751539 h 2053176"/>
              <a:gd name="connsiteX13304" fmla="*/ 7794032 w 12188965"/>
              <a:gd name="connsiteY13304" fmla="*/ 725880 h 2053176"/>
              <a:gd name="connsiteX13305" fmla="*/ 7665621 w 12188965"/>
              <a:gd name="connsiteY13305" fmla="*/ 725880 h 2053176"/>
              <a:gd name="connsiteX13306" fmla="*/ 7691279 w 12188965"/>
              <a:gd name="connsiteY13306" fmla="*/ 751539 h 2053176"/>
              <a:gd name="connsiteX13307" fmla="*/ 7665621 w 12188965"/>
              <a:gd name="connsiteY13307" fmla="*/ 777197 h 2053176"/>
              <a:gd name="connsiteX13308" fmla="*/ 7639963 w 12188965"/>
              <a:gd name="connsiteY13308" fmla="*/ 751539 h 2053176"/>
              <a:gd name="connsiteX13309" fmla="*/ 7665621 w 12188965"/>
              <a:gd name="connsiteY13309" fmla="*/ 725880 h 2053176"/>
              <a:gd name="connsiteX13310" fmla="*/ 7601299 w 12188965"/>
              <a:gd name="connsiteY13310" fmla="*/ 725880 h 2053176"/>
              <a:gd name="connsiteX13311" fmla="*/ 7626959 w 12188965"/>
              <a:gd name="connsiteY13311" fmla="*/ 751539 h 2053176"/>
              <a:gd name="connsiteX13312" fmla="*/ 7601299 w 12188965"/>
              <a:gd name="connsiteY13312" fmla="*/ 777197 h 2053176"/>
              <a:gd name="connsiteX13313" fmla="*/ 7575640 w 12188965"/>
              <a:gd name="connsiteY13313" fmla="*/ 751539 h 2053176"/>
              <a:gd name="connsiteX13314" fmla="*/ 7601299 w 12188965"/>
              <a:gd name="connsiteY13314" fmla="*/ 725880 h 2053176"/>
              <a:gd name="connsiteX13315" fmla="*/ 7537094 w 12188965"/>
              <a:gd name="connsiteY13315" fmla="*/ 725880 h 2053176"/>
              <a:gd name="connsiteX13316" fmla="*/ 7562752 w 12188965"/>
              <a:gd name="connsiteY13316" fmla="*/ 751539 h 2053176"/>
              <a:gd name="connsiteX13317" fmla="*/ 7537094 w 12188965"/>
              <a:gd name="connsiteY13317" fmla="*/ 777197 h 2053176"/>
              <a:gd name="connsiteX13318" fmla="*/ 7511436 w 12188965"/>
              <a:gd name="connsiteY13318" fmla="*/ 751539 h 2053176"/>
              <a:gd name="connsiteX13319" fmla="*/ 7537094 w 12188965"/>
              <a:gd name="connsiteY13319" fmla="*/ 725880 h 2053176"/>
              <a:gd name="connsiteX13320" fmla="*/ 5486655 w 12188965"/>
              <a:gd name="connsiteY13320" fmla="*/ 725880 h 2053176"/>
              <a:gd name="connsiteX13321" fmla="*/ 5512316 w 12188965"/>
              <a:gd name="connsiteY13321" fmla="*/ 751539 h 2053176"/>
              <a:gd name="connsiteX13322" fmla="*/ 5486655 w 12188965"/>
              <a:gd name="connsiteY13322" fmla="*/ 777197 h 2053176"/>
              <a:gd name="connsiteX13323" fmla="*/ 5460997 w 12188965"/>
              <a:gd name="connsiteY13323" fmla="*/ 751539 h 2053176"/>
              <a:gd name="connsiteX13324" fmla="*/ 5486655 w 12188965"/>
              <a:gd name="connsiteY13324" fmla="*/ 725880 h 2053176"/>
              <a:gd name="connsiteX13325" fmla="*/ 4972896 w 12188965"/>
              <a:gd name="connsiteY13325" fmla="*/ 725880 h 2053176"/>
              <a:gd name="connsiteX13326" fmla="*/ 4998557 w 12188965"/>
              <a:gd name="connsiteY13326" fmla="*/ 751539 h 2053176"/>
              <a:gd name="connsiteX13327" fmla="*/ 4972896 w 12188965"/>
              <a:gd name="connsiteY13327" fmla="*/ 777197 h 2053176"/>
              <a:gd name="connsiteX13328" fmla="*/ 4947240 w 12188965"/>
              <a:gd name="connsiteY13328" fmla="*/ 751539 h 2053176"/>
              <a:gd name="connsiteX13329" fmla="*/ 4972896 w 12188965"/>
              <a:gd name="connsiteY13329" fmla="*/ 725880 h 2053176"/>
              <a:gd name="connsiteX13330" fmla="*/ 4908693 w 12188965"/>
              <a:gd name="connsiteY13330" fmla="*/ 725880 h 2053176"/>
              <a:gd name="connsiteX13331" fmla="*/ 4934352 w 12188965"/>
              <a:gd name="connsiteY13331" fmla="*/ 751539 h 2053176"/>
              <a:gd name="connsiteX13332" fmla="*/ 4908693 w 12188965"/>
              <a:gd name="connsiteY13332" fmla="*/ 777197 h 2053176"/>
              <a:gd name="connsiteX13333" fmla="*/ 4883033 w 12188965"/>
              <a:gd name="connsiteY13333" fmla="*/ 751539 h 2053176"/>
              <a:gd name="connsiteX13334" fmla="*/ 4908693 w 12188965"/>
              <a:gd name="connsiteY13334" fmla="*/ 725880 h 2053176"/>
              <a:gd name="connsiteX13335" fmla="*/ 4651872 w 12188965"/>
              <a:gd name="connsiteY13335" fmla="*/ 725880 h 2053176"/>
              <a:gd name="connsiteX13336" fmla="*/ 4677531 w 12188965"/>
              <a:gd name="connsiteY13336" fmla="*/ 751539 h 2053176"/>
              <a:gd name="connsiteX13337" fmla="*/ 4651872 w 12188965"/>
              <a:gd name="connsiteY13337" fmla="*/ 777197 h 2053176"/>
              <a:gd name="connsiteX13338" fmla="*/ 4626213 w 12188965"/>
              <a:gd name="connsiteY13338" fmla="*/ 751539 h 2053176"/>
              <a:gd name="connsiteX13339" fmla="*/ 4651872 w 12188965"/>
              <a:gd name="connsiteY13339" fmla="*/ 725880 h 2053176"/>
              <a:gd name="connsiteX13340" fmla="*/ 2853890 w 12188965"/>
              <a:gd name="connsiteY13340" fmla="*/ 725880 h 2053176"/>
              <a:gd name="connsiteX13341" fmla="*/ 2879550 w 12188965"/>
              <a:gd name="connsiteY13341" fmla="*/ 751539 h 2053176"/>
              <a:gd name="connsiteX13342" fmla="*/ 2853890 w 12188965"/>
              <a:gd name="connsiteY13342" fmla="*/ 777197 h 2053176"/>
              <a:gd name="connsiteX13343" fmla="*/ 2828231 w 12188965"/>
              <a:gd name="connsiteY13343" fmla="*/ 751539 h 2053176"/>
              <a:gd name="connsiteX13344" fmla="*/ 2853890 w 12188965"/>
              <a:gd name="connsiteY13344" fmla="*/ 725880 h 2053176"/>
              <a:gd name="connsiteX13345" fmla="*/ 2340249 w 12188965"/>
              <a:gd name="connsiteY13345" fmla="*/ 725880 h 2053176"/>
              <a:gd name="connsiteX13346" fmla="*/ 2365908 w 12188965"/>
              <a:gd name="connsiteY13346" fmla="*/ 751539 h 2053176"/>
              <a:gd name="connsiteX13347" fmla="*/ 2340249 w 12188965"/>
              <a:gd name="connsiteY13347" fmla="*/ 777197 h 2053176"/>
              <a:gd name="connsiteX13348" fmla="*/ 2314590 w 12188965"/>
              <a:gd name="connsiteY13348" fmla="*/ 751539 h 2053176"/>
              <a:gd name="connsiteX13349" fmla="*/ 2340249 w 12188965"/>
              <a:gd name="connsiteY13349" fmla="*/ 725880 h 2053176"/>
              <a:gd name="connsiteX13350" fmla="*/ 2276044 w 12188965"/>
              <a:gd name="connsiteY13350" fmla="*/ 725880 h 2053176"/>
              <a:gd name="connsiteX13351" fmla="*/ 2301702 w 12188965"/>
              <a:gd name="connsiteY13351" fmla="*/ 751539 h 2053176"/>
              <a:gd name="connsiteX13352" fmla="*/ 2276044 w 12188965"/>
              <a:gd name="connsiteY13352" fmla="*/ 777197 h 2053176"/>
              <a:gd name="connsiteX13353" fmla="*/ 2250385 w 12188965"/>
              <a:gd name="connsiteY13353" fmla="*/ 751539 h 2053176"/>
              <a:gd name="connsiteX13354" fmla="*/ 2276044 w 12188965"/>
              <a:gd name="connsiteY13354" fmla="*/ 725880 h 2053176"/>
              <a:gd name="connsiteX13355" fmla="*/ 2147633 w 12188965"/>
              <a:gd name="connsiteY13355" fmla="*/ 725880 h 2053176"/>
              <a:gd name="connsiteX13356" fmla="*/ 2173293 w 12188965"/>
              <a:gd name="connsiteY13356" fmla="*/ 751539 h 2053176"/>
              <a:gd name="connsiteX13357" fmla="*/ 2147633 w 12188965"/>
              <a:gd name="connsiteY13357" fmla="*/ 777197 h 2053176"/>
              <a:gd name="connsiteX13358" fmla="*/ 2121975 w 12188965"/>
              <a:gd name="connsiteY13358" fmla="*/ 751539 h 2053176"/>
              <a:gd name="connsiteX13359" fmla="*/ 2147633 w 12188965"/>
              <a:gd name="connsiteY13359" fmla="*/ 725880 h 2053176"/>
              <a:gd name="connsiteX13360" fmla="*/ 2083427 w 12188965"/>
              <a:gd name="connsiteY13360" fmla="*/ 725880 h 2053176"/>
              <a:gd name="connsiteX13361" fmla="*/ 2109087 w 12188965"/>
              <a:gd name="connsiteY13361" fmla="*/ 751539 h 2053176"/>
              <a:gd name="connsiteX13362" fmla="*/ 2083427 w 12188965"/>
              <a:gd name="connsiteY13362" fmla="*/ 777197 h 2053176"/>
              <a:gd name="connsiteX13363" fmla="*/ 2057768 w 12188965"/>
              <a:gd name="connsiteY13363" fmla="*/ 751539 h 2053176"/>
              <a:gd name="connsiteX13364" fmla="*/ 2083427 w 12188965"/>
              <a:gd name="connsiteY13364" fmla="*/ 725880 h 2053176"/>
              <a:gd name="connsiteX13365" fmla="*/ 1955016 w 12188965"/>
              <a:gd name="connsiteY13365" fmla="*/ 725880 h 2053176"/>
              <a:gd name="connsiteX13366" fmla="*/ 1980676 w 12188965"/>
              <a:gd name="connsiteY13366" fmla="*/ 751539 h 2053176"/>
              <a:gd name="connsiteX13367" fmla="*/ 1955016 w 12188965"/>
              <a:gd name="connsiteY13367" fmla="*/ 777197 h 2053176"/>
              <a:gd name="connsiteX13368" fmla="*/ 1929358 w 12188965"/>
              <a:gd name="connsiteY13368" fmla="*/ 751539 h 2053176"/>
              <a:gd name="connsiteX13369" fmla="*/ 1955016 w 12188965"/>
              <a:gd name="connsiteY13369" fmla="*/ 725880 h 2053176"/>
              <a:gd name="connsiteX13370" fmla="*/ 1890696 w 12188965"/>
              <a:gd name="connsiteY13370" fmla="*/ 725880 h 2053176"/>
              <a:gd name="connsiteX13371" fmla="*/ 1916355 w 12188965"/>
              <a:gd name="connsiteY13371" fmla="*/ 751539 h 2053176"/>
              <a:gd name="connsiteX13372" fmla="*/ 1890696 w 12188965"/>
              <a:gd name="connsiteY13372" fmla="*/ 777197 h 2053176"/>
              <a:gd name="connsiteX13373" fmla="*/ 1865037 w 12188965"/>
              <a:gd name="connsiteY13373" fmla="*/ 751539 h 2053176"/>
              <a:gd name="connsiteX13374" fmla="*/ 1890696 w 12188965"/>
              <a:gd name="connsiteY13374" fmla="*/ 725880 h 2053176"/>
              <a:gd name="connsiteX13375" fmla="*/ 1826490 w 12188965"/>
              <a:gd name="connsiteY13375" fmla="*/ 725880 h 2053176"/>
              <a:gd name="connsiteX13376" fmla="*/ 1852149 w 12188965"/>
              <a:gd name="connsiteY13376" fmla="*/ 751539 h 2053176"/>
              <a:gd name="connsiteX13377" fmla="*/ 1826490 w 12188965"/>
              <a:gd name="connsiteY13377" fmla="*/ 777197 h 2053176"/>
              <a:gd name="connsiteX13378" fmla="*/ 1800830 w 12188965"/>
              <a:gd name="connsiteY13378" fmla="*/ 751539 h 2053176"/>
              <a:gd name="connsiteX13379" fmla="*/ 1826490 w 12188965"/>
              <a:gd name="connsiteY13379" fmla="*/ 725880 h 2053176"/>
              <a:gd name="connsiteX13380" fmla="*/ 11970691 w 12188965"/>
              <a:gd name="connsiteY13380" fmla="*/ 671543 h 2053176"/>
              <a:gd name="connsiteX13381" fmla="*/ 11983579 w 12188965"/>
              <a:gd name="connsiteY13381" fmla="*/ 684431 h 2053176"/>
              <a:gd name="connsiteX13382" fmla="*/ 11970691 w 12188965"/>
              <a:gd name="connsiteY13382" fmla="*/ 697318 h 2053176"/>
              <a:gd name="connsiteX13383" fmla="*/ 11957803 w 12188965"/>
              <a:gd name="connsiteY13383" fmla="*/ 684431 h 2053176"/>
              <a:gd name="connsiteX13384" fmla="*/ 11970691 w 12188965"/>
              <a:gd name="connsiteY13384" fmla="*/ 671543 h 2053176"/>
              <a:gd name="connsiteX13385" fmla="*/ 11325553 w 12188965"/>
              <a:gd name="connsiteY13385" fmla="*/ 671543 h 2053176"/>
              <a:gd name="connsiteX13386" fmla="*/ 11338441 w 12188965"/>
              <a:gd name="connsiteY13386" fmla="*/ 684431 h 2053176"/>
              <a:gd name="connsiteX13387" fmla="*/ 11325553 w 12188965"/>
              <a:gd name="connsiteY13387" fmla="*/ 697318 h 2053176"/>
              <a:gd name="connsiteX13388" fmla="*/ 11312667 w 12188965"/>
              <a:gd name="connsiteY13388" fmla="*/ 684431 h 2053176"/>
              <a:gd name="connsiteX13389" fmla="*/ 11325553 w 12188965"/>
              <a:gd name="connsiteY13389" fmla="*/ 671543 h 2053176"/>
              <a:gd name="connsiteX13390" fmla="*/ 10683501 w 12188965"/>
              <a:gd name="connsiteY13390" fmla="*/ 671543 h 2053176"/>
              <a:gd name="connsiteX13391" fmla="*/ 10696389 w 12188965"/>
              <a:gd name="connsiteY13391" fmla="*/ 684431 h 2053176"/>
              <a:gd name="connsiteX13392" fmla="*/ 10683501 w 12188965"/>
              <a:gd name="connsiteY13392" fmla="*/ 697318 h 2053176"/>
              <a:gd name="connsiteX13393" fmla="*/ 10670613 w 12188965"/>
              <a:gd name="connsiteY13393" fmla="*/ 684431 h 2053176"/>
              <a:gd name="connsiteX13394" fmla="*/ 10683501 w 12188965"/>
              <a:gd name="connsiteY13394" fmla="*/ 671543 h 2053176"/>
              <a:gd name="connsiteX13395" fmla="*/ 10555092 w 12188965"/>
              <a:gd name="connsiteY13395" fmla="*/ 671543 h 2053176"/>
              <a:gd name="connsiteX13396" fmla="*/ 10567978 w 12188965"/>
              <a:gd name="connsiteY13396" fmla="*/ 684431 h 2053176"/>
              <a:gd name="connsiteX13397" fmla="*/ 10555092 w 12188965"/>
              <a:gd name="connsiteY13397" fmla="*/ 697318 h 2053176"/>
              <a:gd name="connsiteX13398" fmla="*/ 10542204 w 12188965"/>
              <a:gd name="connsiteY13398" fmla="*/ 684431 h 2053176"/>
              <a:gd name="connsiteX13399" fmla="*/ 10555092 w 12188965"/>
              <a:gd name="connsiteY13399" fmla="*/ 671543 h 2053176"/>
              <a:gd name="connsiteX13400" fmla="*/ 10233947 w 12188965"/>
              <a:gd name="connsiteY13400" fmla="*/ 671543 h 2053176"/>
              <a:gd name="connsiteX13401" fmla="*/ 10246835 w 12188965"/>
              <a:gd name="connsiteY13401" fmla="*/ 684431 h 2053176"/>
              <a:gd name="connsiteX13402" fmla="*/ 10233947 w 12188965"/>
              <a:gd name="connsiteY13402" fmla="*/ 697318 h 2053176"/>
              <a:gd name="connsiteX13403" fmla="*/ 10221059 w 12188965"/>
              <a:gd name="connsiteY13403" fmla="*/ 684431 h 2053176"/>
              <a:gd name="connsiteX13404" fmla="*/ 10233947 w 12188965"/>
              <a:gd name="connsiteY13404" fmla="*/ 671543 h 2053176"/>
              <a:gd name="connsiteX13405" fmla="*/ 10105654 w 12188965"/>
              <a:gd name="connsiteY13405" fmla="*/ 671543 h 2053176"/>
              <a:gd name="connsiteX13406" fmla="*/ 10118542 w 12188965"/>
              <a:gd name="connsiteY13406" fmla="*/ 684431 h 2053176"/>
              <a:gd name="connsiteX13407" fmla="*/ 10105654 w 12188965"/>
              <a:gd name="connsiteY13407" fmla="*/ 697318 h 2053176"/>
              <a:gd name="connsiteX13408" fmla="*/ 10092766 w 12188965"/>
              <a:gd name="connsiteY13408" fmla="*/ 684431 h 2053176"/>
              <a:gd name="connsiteX13409" fmla="*/ 10105654 w 12188965"/>
              <a:gd name="connsiteY13409" fmla="*/ 671543 h 2053176"/>
              <a:gd name="connsiteX13410" fmla="*/ 9078138 w 12188965"/>
              <a:gd name="connsiteY13410" fmla="*/ 671543 h 2053176"/>
              <a:gd name="connsiteX13411" fmla="*/ 9091023 w 12188965"/>
              <a:gd name="connsiteY13411" fmla="*/ 684431 h 2053176"/>
              <a:gd name="connsiteX13412" fmla="*/ 9078138 w 12188965"/>
              <a:gd name="connsiteY13412" fmla="*/ 697318 h 2053176"/>
              <a:gd name="connsiteX13413" fmla="*/ 9065250 w 12188965"/>
              <a:gd name="connsiteY13413" fmla="*/ 684431 h 2053176"/>
              <a:gd name="connsiteX13414" fmla="*/ 9078138 w 12188965"/>
              <a:gd name="connsiteY13414" fmla="*/ 671543 h 2053176"/>
              <a:gd name="connsiteX13415" fmla="*/ 7151863 w 12188965"/>
              <a:gd name="connsiteY13415" fmla="*/ 671543 h 2053176"/>
              <a:gd name="connsiteX13416" fmla="*/ 7164751 w 12188965"/>
              <a:gd name="connsiteY13416" fmla="*/ 684431 h 2053176"/>
              <a:gd name="connsiteX13417" fmla="*/ 7151863 w 12188965"/>
              <a:gd name="connsiteY13417" fmla="*/ 697318 h 2053176"/>
              <a:gd name="connsiteX13418" fmla="*/ 7138975 w 12188965"/>
              <a:gd name="connsiteY13418" fmla="*/ 684431 h 2053176"/>
              <a:gd name="connsiteX13419" fmla="*/ 7151863 w 12188965"/>
              <a:gd name="connsiteY13419" fmla="*/ 671543 h 2053176"/>
              <a:gd name="connsiteX13420" fmla="*/ 6894925 w 12188965"/>
              <a:gd name="connsiteY13420" fmla="*/ 671543 h 2053176"/>
              <a:gd name="connsiteX13421" fmla="*/ 6907813 w 12188965"/>
              <a:gd name="connsiteY13421" fmla="*/ 684431 h 2053176"/>
              <a:gd name="connsiteX13422" fmla="*/ 6894925 w 12188965"/>
              <a:gd name="connsiteY13422" fmla="*/ 697318 h 2053176"/>
              <a:gd name="connsiteX13423" fmla="*/ 6882040 w 12188965"/>
              <a:gd name="connsiteY13423" fmla="*/ 684431 h 2053176"/>
              <a:gd name="connsiteX13424" fmla="*/ 6894925 w 12188965"/>
              <a:gd name="connsiteY13424" fmla="*/ 671543 h 2053176"/>
              <a:gd name="connsiteX13425" fmla="*/ 6252873 w 12188965"/>
              <a:gd name="connsiteY13425" fmla="*/ 671543 h 2053176"/>
              <a:gd name="connsiteX13426" fmla="*/ 6265761 w 12188965"/>
              <a:gd name="connsiteY13426" fmla="*/ 684431 h 2053176"/>
              <a:gd name="connsiteX13427" fmla="*/ 6252873 w 12188965"/>
              <a:gd name="connsiteY13427" fmla="*/ 697318 h 2053176"/>
              <a:gd name="connsiteX13428" fmla="*/ 6239985 w 12188965"/>
              <a:gd name="connsiteY13428" fmla="*/ 684431 h 2053176"/>
              <a:gd name="connsiteX13429" fmla="*/ 6252873 w 12188965"/>
              <a:gd name="connsiteY13429" fmla="*/ 671543 h 2053176"/>
              <a:gd name="connsiteX13430" fmla="*/ 5614950 w 12188965"/>
              <a:gd name="connsiteY13430" fmla="*/ 671543 h 2053176"/>
              <a:gd name="connsiteX13431" fmla="*/ 5627837 w 12188965"/>
              <a:gd name="connsiteY13431" fmla="*/ 684431 h 2053176"/>
              <a:gd name="connsiteX13432" fmla="*/ 5614950 w 12188965"/>
              <a:gd name="connsiteY13432" fmla="*/ 697318 h 2053176"/>
              <a:gd name="connsiteX13433" fmla="*/ 5602062 w 12188965"/>
              <a:gd name="connsiteY13433" fmla="*/ 684431 h 2053176"/>
              <a:gd name="connsiteX13434" fmla="*/ 5614950 w 12188965"/>
              <a:gd name="connsiteY13434" fmla="*/ 671543 h 2053176"/>
              <a:gd name="connsiteX13435" fmla="*/ 4972896 w 12188965"/>
              <a:gd name="connsiteY13435" fmla="*/ 671543 h 2053176"/>
              <a:gd name="connsiteX13436" fmla="*/ 4985785 w 12188965"/>
              <a:gd name="connsiteY13436" fmla="*/ 684431 h 2053176"/>
              <a:gd name="connsiteX13437" fmla="*/ 4972896 w 12188965"/>
              <a:gd name="connsiteY13437" fmla="*/ 697318 h 2053176"/>
              <a:gd name="connsiteX13438" fmla="*/ 4960010 w 12188965"/>
              <a:gd name="connsiteY13438" fmla="*/ 684431 h 2053176"/>
              <a:gd name="connsiteX13439" fmla="*/ 4972896 w 12188965"/>
              <a:gd name="connsiteY13439" fmla="*/ 671543 h 2053176"/>
              <a:gd name="connsiteX13440" fmla="*/ 4844487 w 12188965"/>
              <a:gd name="connsiteY13440" fmla="*/ 671543 h 2053176"/>
              <a:gd name="connsiteX13441" fmla="*/ 4857374 w 12188965"/>
              <a:gd name="connsiteY13441" fmla="*/ 684431 h 2053176"/>
              <a:gd name="connsiteX13442" fmla="*/ 4844487 w 12188965"/>
              <a:gd name="connsiteY13442" fmla="*/ 697318 h 2053176"/>
              <a:gd name="connsiteX13443" fmla="*/ 4831598 w 12188965"/>
              <a:gd name="connsiteY13443" fmla="*/ 684431 h 2053176"/>
              <a:gd name="connsiteX13444" fmla="*/ 4844487 w 12188965"/>
              <a:gd name="connsiteY13444" fmla="*/ 671543 h 2053176"/>
              <a:gd name="connsiteX13445" fmla="*/ 4523345 w 12188965"/>
              <a:gd name="connsiteY13445" fmla="*/ 671543 h 2053176"/>
              <a:gd name="connsiteX13446" fmla="*/ 4536233 w 12188965"/>
              <a:gd name="connsiteY13446" fmla="*/ 684431 h 2053176"/>
              <a:gd name="connsiteX13447" fmla="*/ 4523345 w 12188965"/>
              <a:gd name="connsiteY13447" fmla="*/ 697318 h 2053176"/>
              <a:gd name="connsiteX13448" fmla="*/ 4510457 w 12188965"/>
              <a:gd name="connsiteY13448" fmla="*/ 684431 h 2053176"/>
              <a:gd name="connsiteX13449" fmla="*/ 4523345 w 12188965"/>
              <a:gd name="connsiteY13449" fmla="*/ 671543 h 2053176"/>
              <a:gd name="connsiteX13450" fmla="*/ 4395050 w 12188965"/>
              <a:gd name="connsiteY13450" fmla="*/ 671543 h 2053176"/>
              <a:gd name="connsiteX13451" fmla="*/ 4407938 w 12188965"/>
              <a:gd name="connsiteY13451" fmla="*/ 684431 h 2053176"/>
              <a:gd name="connsiteX13452" fmla="*/ 4395050 w 12188965"/>
              <a:gd name="connsiteY13452" fmla="*/ 697318 h 2053176"/>
              <a:gd name="connsiteX13453" fmla="*/ 4382162 w 12188965"/>
              <a:gd name="connsiteY13453" fmla="*/ 684431 h 2053176"/>
              <a:gd name="connsiteX13454" fmla="*/ 4395050 w 12188965"/>
              <a:gd name="connsiteY13454" fmla="*/ 671543 h 2053176"/>
              <a:gd name="connsiteX13455" fmla="*/ 3367532 w 12188965"/>
              <a:gd name="connsiteY13455" fmla="*/ 671543 h 2053176"/>
              <a:gd name="connsiteX13456" fmla="*/ 3380421 w 12188965"/>
              <a:gd name="connsiteY13456" fmla="*/ 684431 h 2053176"/>
              <a:gd name="connsiteX13457" fmla="*/ 3367532 w 12188965"/>
              <a:gd name="connsiteY13457" fmla="*/ 697318 h 2053176"/>
              <a:gd name="connsiteX13458" fmla="*/ 3354645 w 12188965"/>
              <a:gd name="connsiteY13458" fmla="*/ 684431 h 2053176"/>
              <a:gd name="connsiteX13459" fmla="*/ 3367532 w 12188965"/>
              <a:gd name="connsiteY13459" fmla="*/ 671543 h 2053176"/>
              <a:gd name="connsiteX13460" fmla="*/ 1441258 w 12188965"/>
              <a:gd name="connsiteY13460" fmla="*/ 671543 h 2053176"/>
              <a:gd name="connsiteX13461" fmla="*/ 1454146 w 12188965"/>
              <a:gd name="connsiteY13461" fmla="*/ 684431 h 2053176"/>
              <a:gd name="connsiteX13462" fmla="*/ 1441258 w 12188965"/>
              <a:gd name="connsiteY13462" fmla="*/ 697318 h 2053176"/>
              <a:gd name="connsiteX13463" fmla="*/ 1428371 w 12188965"/>
              <a:gd name="connsiteY13463" fmla="*/ 684431 h 2053176"/>
              <a:gd name="connsiteX13464" fmla="*/ 1441258 w 12188965"/>
              <a:gd name="connsiteY13464" fmla="*/ 671543 h 2053176"/>
              <a:gd name="connsiteX13465" fmla="*/ 1184322 w 12188965"/>
              <a:gd name="connsiteY13465" fmla="*/ 671543 h 2053176"/>
              <a:gd name="connsiteX13466" fmla="*/ 1197209 w 12188965"/>
              <a:gd name="connsiteY13466" fmla="*/ 684431 h 2053176"/>
              <a:gd name="connsiteX13467" fmla="*/ 1184322 w 12188965"/>
              <a:gd name="connsiteY13467" fmla="*/ 697318 h 2053176"/>
              <a:gd name="connsiteX13468" fmla="*/ 1171435 w 12188965"/>
              <a:gd name="connsiteY13468" fmla="*/ 684431 h 2053176"/>
              <a:gd name="connsiteX13469" fmla="*/ 1184322 w 12188965"/>
              <a:gd name="connsiteY13469" fmla="*/ 671543 h 2053176"/>
              <a:gd name="connsiteX13470" fmla="*/ 542270 w 12188965"/>
              <a:gd name="connsiteY13470" fmla="*/ 671543 h 2053176"/>
              <a:gd name="connsiteX13471" fmla="*/ 555157 w 12188965"/>
              <a:gd name="connsiteY13471" fmla="*/ 684431 h 2053176"/>
              <a:gd name="connsiteX13472" fmla="*/ 542270 w 12188965"/>
              <a:gd name="connsiteY13472" fmla="*/ 697318 h 2053176"/>
              <a:gd name="connsiteX13473" fmla="*/ 529382 w 12188965"/>
              <a:gd name="connsiteY13473" fmla="*/ 684431 h 2053176"/>
              <a:gd name="connsiteX13474" fmla="*/ 542270 w 12188965"/>
              <a:gd name="connsiteY13474" fmla="*/ 671543 h 2053176"/>
              <a:gd name="connsiteX13475" fmla="*/ 11197259 w 12188965"/>
              <a:gd name="connsiteY13475" fmla="*/ 658772 h 2053176"/>
              <a:gd name="connsiteX13476" fmla="*/ 11222917 w 12188965"/>
              <a:gd name="connsiteY13476" fmla="*/ 684431 h 2053176"/>
              <a:gd name="connsiteX13477" fmla="*/ 11197259 w 12188965"/>
              <a:gd name="connsiteY13477" fmla="*/ 710090 h 2053176"/>
              <a:gd name="connsiteX13478" fmla="*/ 11171601 w 12188965"/>
              <a:gd name="connsiteY13478" fmla="*/ 684431 h 2053176"/>
              <a:gd name="connsiteX13479" fmla="*/ 11197259 w 12188965"/>
              <a:gd name="connsiteY13479" fmla="*/ 658772 h 2053176"/>
              <a:gd name="connsiteX13480" fmla="*/ 10619297 w 12188965"/>
              <a:gd name="connsiteY13480" fmla="*/ 658772 h 2053176"/>
              <a:gd name="connsiteX13481" fmla="*/ 10644955 w 12188965"/>
              <a:gd name="connsiteY13481" fmla="*/ 684431 h 2053176"/>
              <a:gd name="connsiteX13482" fmla="*/ 10619297 w 12188965"/>
              <a:gd name="connsiteY13482" fmla="*/ 710090 h 2053176"/>
              <a:gd name="connsiteX13483" fmla="*/ 10593639 w 12188965"/>
              <a:gd name="connsiteY13483" fmla="*/ 684431 h 2053176"/>
              <a:gd name="connsiteX13484" fmla="*/ 10619297 w 12188965"/>
              <a:gd name="connsiteY13484" fmla="*/ 658772 h 2053176"/>
              <a:gd name="connsiteX13485" fmla="*/ 10362474 w 12188965"/>
              <a:gd name="connsiteY13485" fmla="*/ 658772 h 2053176"/>
              <a:gd name="connsiteX13486" fmla="*/ 10388135 w 12188965"/>
              <a:gd name="connsiteY13486" fmla="*/ 684431 h 2053176"/>
              <a:gd name="connsiteX13487" fmla="*/ 10362474 w 12188965"/>
              <a:gd name="connsiteY13487" fmla="*/ 710090 h 2053176"/>
              <a:gd name="connsiteX13488" fmla="*/ 10336816 w 12188965"/>
              <a:gd name="connsiteY13488" fmla="*/ 684431 h 2053176"/>
              <a:gd name="connsiteX13489" fmla="*/ 10362474 w 12188965"/>
              <a:gd name="connsiteY13489" fmla="*/ 658772 h 2053176"/>
              <a:gd name="connsiteX13490" fmla="*/ 8564495 w 12188965"/>
              <a:gd name="connsiteY13490" fmla="*/ 658772 h 2053176"/>
              <a:gd name="connsiteX13491" fmla="*/ 8590153 w 12188965"/>
              <a:gd name="connsiteY13491" fmla="*/ 684431 h 2053176"/>
              <a:gd name="connsiteX13492" fmla="*/ 8564495 w 12188965"/>
              <a:gd name="connsiteY13492" fmla="*/ 710090 h 2053176"/>
              <a:gd name="connsiteX13493" fmla="*/ 8538837 w 12188965"/>
              <a:gd name="connsiteY13493" fmla="*/ 684431 h 2053176"/>
              <a:gd name="connsiteX13494" fmla="*/ 8564495 w 12188965"/>
              <a:gd name="connsiteY13494" fmla="*/ 658772 h 2053176"/>
              <a:gd name="connsiteX13495" fmla="*/ 8050852 w 12188965"/>
              <a:gd name="connsiteY13495" fmla="*/ 658772 h 2053176"/>
              <a:gd name="connsiteX13496" fmla="*/ 8076510 w 12188965"/>
              <a:gd name="connsiteY13496" fmla="*/ 684431 h 2053176"/>
              <a:gd name="connsiteX13497" fmla="*/ 8050852 w 12188965"/>
              <a:gd name="connsiteY13497" fmla="*/ 710090 h 2053176"/>
              <a:gd name="connsiteX13498" fmla="*/ 8025194 w 12188965"/>
              <a:gd name="connsiteY13498" fmla="*/ 684431 h 2053176"/>
              <a:gd name="connsiteX13499" fmla="*/ 8050852 w 12188965"/>
              <a:gd name="connsiteY13499" fmla="*/ 658772 h 2053176"/>
              <a:gd name="connsiteX13500" fmla="*/ 7858237 w 12188965"/>
              <a:gd name="connsiteY13500" fmla="*/ 658772 h 2053176"/>
              <a:gd name="connsiteX13501" fmla="*/ 7883895 w 12188965"/>
              <a:gd name="connsiteY13501" fmla="*/ 684431 h 2053176"/>
              <a:gd name="connsiteX13502" fmla="*/ 7858237 w 12188965"/>
              <a:gd name="connsiteY13502" fmla="*/ 710090 h 2053176"/>
              <a:gd name="connsiteX13503" fmla="*/ 7832578 w 12188965"/>
              <a:gd name="connsiteY13503" fmla="*/ 684431 h 2053176"/>
              <a:gd name="connsiteX13504" fmla="*/ 7858237 w 12188965"/>
              <a:gd name="connsiteY13504" fmla="*/ 658772 h 2053176"/>
              <a:gd name="connsiteX13505" fmla="*/ 7794032 w 12188965"/>
              <a:gd name="connsiteY13505" fmla="*/ 658772 h 2053176"/>
              <a:gd name="connsiteX13506" fmla="*/ 7819690 w 12188965"/>
              <a:gd name="connsiteY13506" fmla="*/ 684431 h 2053176"/>
              <a:gd name="connsiteX13507" fmla="*/ 7794032 w 12188965"/>
              <a:gd name="connsiteY13507" fmla="*/ 710090 h 2053176"/>
              <a:gd name="connsiteX13508" fmla="*/ 7768371 w 12188965"/>
              <a:gd name="connsiteY13508" fmla="*/ 684431 h 2053176"/>
              <a:gd name="connsiteX13509" fmla="*/ 7794032 w 12188965"/>
              <a:gd name="connsiteY13509" fmla="*/ 658772 h 2053176"/>
              <a:gd name="connsiteX13510" fmla="*/ 7665621 w 12188965"/>
              <a:gd name="connsiteY13510" fmla="*/ 658772 h 2053176"/>
              <a:gd name="connsiteX13511" fmla="*/ 7691279 w 12188965"/>
              <a:gd name="connsiteY13511" fmla="*/ 684431 h 2053176"/>
              <a:gd name="connsiteX13512" fmla="*/ 7665621 w 12188965"/>
              <a:gd name="connsiteY13512" fmla="*/ 710090 h 2053176"/>
              <a:gd name="connsiteX13513" fmla="*/ 7639963 w 12188965"/>
              <a:gd name="connsiteY13513" fmla="*/ 684431 h 2053176"/>
              <a:gd name="connsiteX13514" fmla="*/ 7665621 w 12188965"/>
              <a:gd name="connsiteY13514" fmla="*/ 658772 h 2053176"/>
              <a:gd name="connsiteX13515" fmla="*/ 7601299 w 12188965"/>
              <a:gd name="connsiteY13515" fmla="*/ 658772 h 2053176"/>
              <a:gd name="connsiteX13516" fmla="*/ 7626959 w 12188965"/>
              <a:gd name="connsiteY13516" fmla="*/ 684431 h 2053176"/>
              <a:gd name="connsiteX13517" fmla="*/ 7601299 w 12188965"/>
              <a:gd name="connsiteY13517" fmla="*/ 710090 h 2053176"/>
              <a:gd name="connsiteX13518" fmla="*/ 7575640 w 12188965"/>
              <a:gd name="connsiteY13518" fmla="*/ 684431 h 2053176"/>
              <a:gd name="connsiteX13519" fmla="*/ 7601299 w 12188965"/>
              <a:gd name="connsiteY13519" fmla="*/ 658772 h 2053176"/>
              <a:gd name="connsiteX13520" fmla="*/ 5486655 w 12188965"/>
              <a:gd name="connsiteY13520" fmla="*/ 658772 h 2053176"/>
              <a:gd name="connsiteX13521" fmla="*/ 5512316 w 12188965"/>
              <a:gd name="connsiteY13521" fmla="*/ 684431 h 2053176"/>
              <a:gd name="connsiteX13522" fmla="*/ 5486655 w 12188965"/>
              <a:gd name="connsiteY13522" fmla="*/ 710090 h 2053176"/>
              <a:gd name="connsiteX13523" fmla="*/ 5460997 w 12188965"/>
              <a:gd name="connsiteY13523" fmla="*/ 684431 h 2053176"/>
              <a:gd name="connsiteX13524" fmla="*/ 5486655 w 12188965"/>
              <a:gd name="connsiteY13524" fmla="*/ 658772 h 2053176"/>
              <a:gd name="connsiteX13525" fmla="*/ 4908693 w 12188965"/>
              <a:gd name="connsiteY13525" fmla="*/ 658772 h 2053176"/>
              <a:gd name="connsiteX13526" fmla="*/ 4934352 w 12188965"/>
              <a:gd name="connsiteY13526" fmla="*/ 684431 h 2053176"/>
              <a:gd name="connsiteX13527" fmla="*/ 4908693 w 12188965"/>
              <a:gd name="connsiteY13527" fmla="*/ 710090 h 2053176"/>
              <a:gd name="connsiteX13528" fmla="*/ 4883033 w 12188965"/>
              <a:gd name="connsiteY13528" fmla="*/ 684431 h 2053176"/>
              <a:gd name="connsiteX13529" fmla="*/ 4908693 w 12188965"/>
              <a:gd name="connsiteY13529" fmla="*/ 658772 h 2053176"/>
              <a:gd name="connsiteX13530" fmla="*/ 4651872 w 12188965"/>
              <a:gd name="connsiteY13530" fmla="*/ 658772 h 2053176"/>
              <a:gd name="connsiteX13531" fmla="*/ 4677531 w 12188965"/>
              <a:gd name="connsiteY13531" fmla="*/ 684431 h 2053176"/>
              <a:gd name="connsiteX13532" fmla="*/ 4651872 w 12188965"/>
              <a:gd name="connsiteY13532" fmla="*/ 710090 h 2053176"/>
              <a:gd name="connsiteX13533" fmla="*/ 4626213 w 12188965"/>
              <a:gd name="connsiteY13533" fmla="*/ 684431 h 2053176"/>
              <a:gd name="connsiteX13534" fmla="*/ 4651872 w 12188965"/>
              <a:gd name="connsiteY13534" fmla="*/ 658772 h 2053176"/>
              <a:gd name="connsiteX13535" fmla="*/ 2853890 w 12188965"/>
              <a:gd name="connsiteY13535" fmla="*/ 658772 h 2053176"/>
              <a:gd name="connsiteX13536" fmla="*/ 2879550 w 12188965"/>
              <a:gd name="connsiteY13536" fmla="*/ 684431 h 2053176"/>
              <a:gd name="connsiteX13537" fmla="*/ 2853890 w 12188965"/>
              <a:gd name="connsiteY13537" fmla="*/ 710090 h 2053176"/>
              <a:gd name="connsiteX13538" fmla="*/ 2828231 w 12188965"/>
              <a:gd name="connsiteY13538" fmla="*/ 684431 h 2053176"/>
              <a:gd name="connsiteX13539" fmla="*/ 2853890 w 12188965"/>
              <a:gd name="connsiteY13539" fmla="*/ 658772 h 2053176"/>
              <a:gd name="connsiteX13540" fmla="*/ 2340249 w 12188965"/>
              <a:gd name="connsiteY13540" fmla="*/ 658772 h 2053176"/>
              <a:gd name="connsiteX13541" fmla="*/ 2365908 w 12188965"/>
              <a:gd name="connsiteY13541" fmla="*/ 684431 h 2053176"/>
              <a:gd name="connsiteX13542" fmla="*/ 2340249 w 12188965"/>
              <a:gd name="connsiteY13542" fmla="*/ 710090 h 2053176"/>
              <a:gd name="connsiteX13543" fmla="*/ 2314590 w 12188965"/>
              <a:gd name="connsiteY13543" fmla="*/ 684431 h 2053176"/>
              <a:gd name="connsiteX13544" fmla="*/ 2340249 w 12188965"/>
              <a:gd name="connsiteY13544" fmla="*/ 658772 h 2053176"/>
              <a:gd name="connsiteX13545" fmla="*/ 2147633 w 12188965"/>
              <a:gd name="connsiteY13545" fmla="*/ 658772 h 2053176"/>
              <a:gd name="connsiteX13546" fmla="*/ 2173293 w 12188965"/>
              <a:gd name="connsiteY13546" fmla="*/ 684431 h 2053176"/>
              <a:gd name="connsiteX13547" fmla="*/ 2147633 w 12188965"/>
              <a:gd name="connsiteY13547" fmla="*/ 710090 h 2053176"/>
              <a:gd name="connsiteX13548" fmla="*/ 2121975 w 12188965"/>
              <a:gd name="connsiteY13548" fmla="*/ 684431 h 2053176"/>
              <a:gd name="connsiteX13549" fmla="*/ 2147633 w 12188965"/>
              <a:gd name="connsiteY13549" fmla="*/ 658772 h 2053176"/>
              <a:gd name="connsiteX13550" fmla="*/ 2083427 w 12188965"/>
              <a:gd name="connsiteY13550" fmla="*/ 658772 h 2053176"/>
              <a:gd name="connsiteX13551" fmla="*/ 2109087 w 12188965"/>
              <a:gd name="connsiteY13551" fmla="*/ 684431 h 2053176"/>
              <a:gd name="connsiteX13552" fmla="*/ 2083427 w 12188965"/>
              <a:gd name="connsiteY13552" fmla="*/ 710090 h 2053176"/>
              <a:gd name="connsiteX13553" fmla="*/ 2057768 w 12188965"/>
              <a:gd name="connsiteY13553" fmla="*/ 684431 h 2053176"/>
              <a:gd name="connsiteX13554" fmla="*/ 2083427 w 12188965"/>
              <a:gd name="connsiteY13554" fmla="*/ 658772 h 2053176"/>
              <a:gd name="connsiteX13555" fmla="*/ 1955016 w 12188965"/>
              <a:gd name="connsiteY13555" fmla="*/ 658772 h 2053176"/>
              <a:gd name="connsiteX13556" fmla="*/ 1980676 w 12188965"/>
              <a:gd name="connsiteY13556" fmla="*/ 684431 h 2053176"/>
              <a:gd name="connsiteX13557" fmla="*/ 1955016 w 12188965"/>
              <a:gd name="connsiteY13557" fmla="*/ 710090 h 2053176"/>
              <a:gd name="connsiteX13558" fmla="*/ 1929358 w 12188965"/>
              <a:gd name="connsiteY13558" fmla="*/ 684431 h 2053176"/>
              <a:gd name="connsiteX13559" fmla="*/ 1955016 w 12188965"/>
              <a:gd name="connsiteY13559" fmla="*/ 658772 h 2053176"/>
              <a:gd name="connsiteX13560" fmla="*/ 1890696 w 12188965"/>
              <a:gd name="connsiteY13560" fmla="*/ 658772 h 2053176"/>
              <a:gd name="connsiteX13561" fmla="*/ 1916355 w 12188965"/>
              <a:gd name="connsiteY13561" fmla="*/ 684431 h 2053176"/>
              <a:gd name="connsiteX13562" fmla="*/ 1890696 w 12188965"/>
              <a:gd name="connsiteY13562" fmla="*/ 710090 h 2053176"/>
              <a:gd name="connsiteX13563" fmla="*/ 1865037 w 12188965"/>
              <a:gd name="connsiteY13563" fmla="*/ 684431 h 2053176"/>
              <a:gd name="connsiteX13564" fmla="*/ 1890696 w 12188965"/>
              <a:gd name="connsiteY13564" fmla="*/ 658772 h 2053176"/>
              <a:gd name="connsiteX13565" fmla="*/ 11970691 w 12188965"/>
              <a:gd name="connsiteY13565" fmla="*/ 604319 h 2053176"/>
              <a:gd name="connsiteX13566" fmla="*/ 11983579 w 12188965"/>
              <a:gd name="connsiteY13566" fmla="*/ 617207 h 2053176"/>
              <a:gd name="connsiteX13567" fmla="*/ 11970691 w 12188965"/>
              <a:gd name="connsiteY13567" fmla="*/ 630095 h 2053176"/>
              <a:gd name="connsiteX13568" fmla="*/ 11957803 w 12188965"/>
              <a:gd name="connsiteY13568" fmla="*/ 617207 h 2053176"/>
              <a:gd name="connsiteX13569" fmla="*/ 11970691 w 12188965"/>
              <a:gd name="connsiteY13569" fmla="*/ 604319 h 2053176"/>
              <a:gd name="connsiteX13570" fmla="*/ 11325553 w 12188965"/>
              <a:gd name="connsiteY13570" fmla="*/ 604319 h 2053176"/>
              <a:gd name="connsiteX13571" fmla="*/ 11338441 w 12188965"/>
              <a:gd name="connsiteY13571" fmla="*/ 617207 h 2053176"/>
              <a:gd name="connsiteX13572" fmla="*/ 11325553 w 12188965"/>
              <a:gd name="connsiteY13572" fmla="*/ 630095 h 2053176"/>
              <a:gd name="connsiteX13573" fmla="*/ 11312667 w 12188965"/>
              <a:gd name="connsiteY13573" fmla="*/ 617207 h 2053176"/>
              <a:gd name="connsiteX13574" fmla="*/ 11325553 w 12188965"/>
              <a:gd name="connsiteY13574" fmla="*/ 604319 h 2053176"/>
              <a:gd name="connsiteX13575" fmla="*/ 10683501 w 12188965"/>
              <a:gd name="connsiteY13575" fmla="*/ 604319 h 2053176"/>
              <a:gd name="connsiteX13576" fmla="*/ 10696389 w 12188965"/>
              <a:gd name="connsiteY13576" fmla="*/ 617207 h 2053176"/>
              <a:gd name="connsiteX13577" fmla="*/ 10683501 w 12188965"/>
              <a:gd name="connsiteY13577" fmla="*/ 630095 h 2053176"/>
              <a:gd name="connsiteX13578" fmla="*/ 10670613 w 12188965"/>
              <a:gd name="connsiteY13578" fmla="*/ 617207 h 2053176"/>
              <a:gd name="connsiteX13579" fmla="*/ 10683501 w 12188965"/>
              <a:gd name="connsiteY13579" fmla="*/ 604319 h 2053176"/>
              <a:gd name="connsiteX13580" fmla="*/ 10555092 w 12188965"/>
              <a:gd name="connsiteY13580" fmla="*/ 604319 h 2053176"/>
              <a:gd name="connsiteX13581" fmla="*/ 10567978 w 12188965"/>
              <a:gd name="connsiteY13581" fmla="*/ 617207 h 2053176"/>
              <a:gd name="connsiteX13582" fmla="*/ 10555092 w 12188965"/>
              <a:gd name="connsiteY13582" fmla="*/ 630095 h 2053176"/>
              <a:gd name="connsiteX13583" fmla="*/ 10542204 w 12188965"/>
              <a:gd name="connsiteY13583" fmla="*/ 617207 h 2053176"/>
              <a:gd name="connsiteX13584" fmla="*/ 10555092 w 12188965"/>
              <a:gd name="connsiteY13584" fmla="*/ 604319 h 2053176"/>
              <a:gd name="connsiteX13585" fmla="*/ 10233947 w 12188965"/>
              <a:gd name="connsiteY13585" fmla="*/ 604319 h 2053176"/>
              <a:gd name="connsiteX13586" fmla="*/ 10246835 w 12188965"/>
              <a:gd name="connsiteY13586" fmla="*/ 617207 h 2053176"/>
              <a:gd name="connsiteX13587" fmla="*/ 10233947 w 12188965"/>
              <a:gd name="connsiteY13587" fmla="*/ 630095 h 2053176"/>
              <a:gd name="connsiteX13588" fmla="*/ 10221059 w 12188965"/>
              <a:gd name="connsiteY13588" fmla="*/ 617207 h 2053176"/>
              <a:gd name="connsiteX13589" fmla="*/ 10233947 w 12188965"/>
              <a:gd name="connsiteY13589" fmla="*/ 604319 h 2053176"/>
              <a:gd name="connsiteX13590" fmla="*/ 10105654 w 12188965"/>
              <a:gd name="connsiteY13590" fmla="*/ 604319 h 2053176"/>
              <a:gd name="connsiteX13591" fmla="*/ 10118542 w 12188965"/>
              <a:gd name="connsiteY13591" fmla="*/ 617207 h 2053176"/>
              <a:gd name="connsiteX13592" fmla="*/ 10105654 w 12188965"/>
              <a:gd name="connsiteY13592" fmla="*/ 630095 h 2053176"/>
              <a:gd name="connsiteX13593" fmla="*/ 10092766 w 12188965"/>
              <a:gd name="connsiteY13593" fmla="*/ 617207 h 2053176"/>
              <a:gd name="connsiteX13594" fmla="*/ 10105654 w 12188965"/>
              <a:gd name="connsiteY13594" fmla="*/ 604319 h 2053176"/>
              <a:gd name="connsiteX13595" fmla="*/ 8564495 w 12188965"/>
              <a:gd name="connsiteY13595" fmla="*/ 604319 h 2053176"/>
              <a:gd name="connsiteX13596" fmla="*/ 8577383 w 12188965"/>
              <a:gd name="connsiteY13596" fmla="*/ 617207 h 2053176"/>
              <a:gd name="connsiteX13597" fmla="*/ 8564495 w 12188965"/>
              <a:gd name="connsiteY13597" fmla="*/ 630095 h 2053176"/>
              <a:gd name="connsiteX13598" fmla="*/ 8551607 w 12188965"/>
              <a:gd name="connsiteY13598" fmla="*/ 617207 h 2053176"/>
              <a:gd name="connsiteX13599" fmla="*/ 8564495 w 12188965"/>
              <a:gd name="connsiteY13599" fmla="*/ 604319 h 2053176"/>
              <a:gd name="connsiteX13600" fmla="*/ 7151863 w 12188965"/>
              <a:gd name="connsiteY13600" fmla="*/ 604319 h 2053176"/>
              <a:gd name="connsiteX13601" fmla="*/ 7164751 w 12188965"/>
              <a:gd name="connsiteY13601" fmla="*/ 617207 h 2053176"/>
              <a:gd name="connsiteX13602" fmla="*/ 7151863 w 12188965"/>
              <a:gd name="connsiteY13602" fmla="*/ 630095 h 2053176"/>
              <a:gd name="connsiteX13603" fmla="*/ 7138975 w 12188965"/>
              <a:gd name="connsiteY13603" fmla="*/ 617207 h 2053176"/>
              <a:gd name="connsiteX13604" fmla="*/ 7151863 w 12188965"/>
              <a:gd name="connsiteY13604" fmla="*/ 604319 h 2053176"/>
              <a:gd name="connsiteX13605" fmla="*/ 6894925 w 12188965"/>
              <a:gd name="connsiteY13605" fmla="*/ 604319 h 2053176"/>
              <a:gd name="connsiteX13606" fmla="*/ 6907813 w 12188965"/>
              <a:gd name="connsiteY13606" fmla="*/ 617207 h 2053176"/>
              <a:gd name="connsiteX13607" fmla="*/ 6894925 w 12188965"/>
              <a:gd name="connsiteY13607" fmla="*/ 630095 h 2053176"/>
              <a:gd name="connsiteX13608" fmla="*/ 6882040 w 12188965"/>
              <a:gd name="connsiteY13608" fmla="*/ 617207 h 2053176"/>
              <a:gd name="connsiteX13609" fmla="*/ 6894925 w 12188965"/>
              <a:gd name="connsiteY13609" fmla="*/ 604319 h 2053176"/>
              <a:gd name="connsiteX13610" fmla="*/ 6252873 w 12188965"/>
              <a:gd name="connsiteY13610" fmla="*/ 604319 h 2053176"/>
              <a:gd name="connsiteX13611" fmla="*/ 6265761 w 12188965"/>
              <a:gd name="connsiteY13611" fmla="*/ 617207 h 2053176"/>
              <a:gd name="connsiteX13612" fmla="*/ 6252873 w 12188965"/>
              <a:gd name="connsiteY13612" fmla="*/ 630095 h 2053176"/>
              <a:gd name="connsiteX13613" fmla="*/ 6239985 w 12188965"/>
              <a:gd name="connsiteY13613" fmla="*/ 617207 h 2053176"/>
              <a:gd name="connsiteX13614" fmla="*/ 6252873 w 12188965"/>
              <a:gd name="connsiteY13614" fmla="*/ 604319 h 2053176"/>
              <a:gd name="connsiteX13615" fmla="*/ 5614950 w 12188965"/>
              <a:gd name="connsiteY13615" fmla="*/ 604319 h 2053176"/>
              <a:gd name="connsiteX13616" fmla="*/ 5627837 w 12188965"/>
              <a:gd name="connsiteY13616" fmla="*/ 617207 h 2053176"/>
              <a:gd name="connsiteX13617" fmla="*/ 5614950 w 12188965"/>
              <a:gd name="connsiteY13617" fmla="*/ 630095 h 2053176"/>
              <a:gd name="connsiteX13618" fmla="*/ 5602062 w 12188965"/>
              <a:gd name="connsiteY13618" fmla="*/ 617207 h 2053176"/>
              <a:gd name="connsiteX13619" fmla="*/ 5614950 w 12188965"/>
              <a:gd name="connsiteY13619" fmla="*/ 604319 h 2053176"/>
              <a:gd name="connsiteX13620" fmla="*/ 4972896 w 12188965"/>
              <a:gd name="connsiteY13620" fmla="*/ 604319 h 2053176"/>
              <a:gd name="connsiteX13621" fmla="*/ 4985785 w 12188965"/>
              <a:gd name="connsiteY13621" fmla="*/ 617207 h 2053176"/>
              <a:gd name="connsiteX13622" fmla="*/ 4972896 w 12188965"/>
              <a:gd name="connsiteY13622" fmla="*/ 630095 h 2053176"/>
              <a:gd name="connsiteX13623" fmla="*/ 4960010 w 12188965"/>
              <a:gd name="connsiteY13623" fmla="*/ 617207 h 2053176"/>
              <a:gd name="connsiteX13624" fmla="*/ 4972896 w 12188965"/>
              <a:gd name="connsiteY13624" fmla="*/ 604319 h 2053176"/>
              <a:gd name="connsiteX13625" fmla="*/ 4844487 w 12188965"/>
              <a:gd name="connsiteY13625" fmla="*/ 604319 h 2053176"/>
              <a:gd name="connsiteX13626" fmla="*/ 4857374 w 12188965"/>
              <a:gd name="connsiteY13626" fmla="*/ 617207 h 2053176"/>
              <a:gd name="connsiteX13627" fmla="*/ 4844487 w 12188965"/>
              <a:gd name="connsiteY13627" fmla="*/ 630095 h 2053176"/>
              <a:gd name="connsiteX13628" fmla="*/ 4831598 w 12188965"/>
              <a:gd name="connsiteY13628" fmla="*/ 617207 h 2053176"/>
              <a:gd name="connsiteX13629" fmla="*/ 4844487 w 12188965"/>
              <a:gd name="connsiteY13629" fmla="*/ 604319 h 2053176"/>
              <a:gd name="connsiteX13630" fmla="*/ 4523345 w 12188965"/>
              <a:gd name="connsiteY13630" fmla="*/ 604319 h 2053176"/>
              <a:gd name="connsiteX13631" fmla="*/ 4536233 w 12188965"/>
              <a:gd name="connsiteY13631" fmla="*/ 617207 h 2053176"/>
              <a:gd name="connsiteX13632" fmla="*/ 4523345 w 12188965"/>
              <a:gd name="connsiteY13632" fmla="*/ 630095 h 2053176"/>
              <a:gd name="connsiteX13633" fmla="*/ 4510457 w 12188965"/>
              <a:gd name="connsiteY13633" fmla="*/ 617207 h 2053176"/>
              <a:gd name="connsiteX13634" fmla="*/ 4523345 w 12188965"/>
              <a:gd name="connsiteY13634" fmla="*/ 604319 h 2053176"/>
              <a:gd name="connsiteX13635" fmla="*/ 4395050 w 12188965"/>
              <a:gd name="connsiteY13635" fmla="*/ 604319 h 2053176"/>
              <a:gd name="connsiteX13636" fmla="*/ 4407938 w 12188965"/>
              <a:gd name="connsiteY13636" fmla="*/ 617207 h 2053176"/>
              <a:gd name="connsiteX13637" fmla="*/ 4395050 w 12188965"/>
              <a:gd name="connsiteY13637" fmla="*/ 630095 h 2053176"/>
              <a:gd name="connsiteX13638" fmla="*/ 4382162 w 12188965"/>
              <a:gd name="connsiteY13638" fmla="*/ 617207 h 2053176"/>
              <a:gd name="connsiteX13639" fmla="*/ 4395050 w 12188965"/>
              <a:gd name="connsiteY13639" fmla="*/ 604319 h 2053176"/>
              <a:gd name="connsiteX13640" fmla="*/ 2853891 w 12188965"/>
              <a:gd name="connsiteY13640" fmla="*/ 604319 h 2053176"/>
              <a:gd name="connsiteX13641" fmla="*/ 2866779 w 12188965"/>
              <a:gd name="connsiteY13641" fmla="*/ 617207 h 2053176"/>
              <a:gd name="connsiteX13642" fmla="*/ 2853891 w 12188965"/>
              <a:gd name="connsiteY13642" fmla="*/ 630095 h 2053176"/>
              <a:gd name="connsiteX13643" fmla="*/ 2841003 w 12188965"/>
              <a:gd name="connsiteY13643" fmla="*/ 617207 h 2053176"/>
              <a:gd name="connsiteX13644" fmla="*/ 2853891 w 12188965"/>
              <a:gd name="connsiteY13644" fmla="*/ 604319 h 2053176"/>
              <a:gd name="connsiteX13645" fmla="*/ 1441258 w 12188965"/>
              <a:gd name="connsiteY13645" fmla="*/ 604319 h 2053176"/>
              <a:gd name="connsiteX13646" fmla="*/ 1454146 w 12188965"/>
              <a:gd name="connsiteY13646" fmla="*/ 617207 h 2053176"/>
              <a:gd name="connsiteX13647" fmla="*/ 1441258 w 12188965"/>
              <a:gd name="connsiteY13647" fmla="*/ 630095 h 2053176"/>
              <a:gd name="connsiteX13648" fmla="*/ 1428371 w 12188965"/>
              <a:gd name="connsiteY13648" fmla="*/ 617207 h 2053176"/>
              <a:gd name="connsiteX13649" fmla="*/ 1441258 w 12188965"/>
              <a:gd name="connsiteY13649" fmla="*/ 604319 h 2053176"/>
              <a:gd name="connsiteX13650" fmla="*/ 1184322 w 12188965"/>
              <a:gd name="connsiteY13650" fmla="*/ 604319 h 2053176"/>
              <a:gd name="connsiteX13651" fmla="*/ 1197209 w 12188965"/>
              <a:gd name="connsiteY13651" fmla="*/ 617207 h 2053176"/>
              <a:gd name="connsiteX13652" fmla="*/ 1184322 w 12188965"/>
              <a:gd name="connsiteY13652" fmla="*/ 630095 h 2053176"/>
              <a:gd name="connsiteX13653" fmla="*/ 1171435 w 12188965"/>
              <a:gd name="connsiteY13653" fmla="*/ 617207 h 2053176"/>
              <a:gd name="connsiteX13654" fmla="*/ 1184322 w 12188965"/>
              <a:gd name="connsiteY13654" fmla="*/ 604319 h 2053176"/>
              <a:gd name="connsiteX13655" fmla="*/ 542270 w 12188965"/>
              <a:gd name="connsiteY13655" fmla="*/ 604319 h 2053176"/>
              <a:gd name="connsiteX13656" fmla="*/ 555157 w 12188965"/>
              <a:gd name="connsiteY13656" fmla="*/ 617207 h 2053176"/>
              <a:gd name="connsiteX13657" fmla="*/ 542270 w 12188965"/>
              <a:gd name="connsiteY13657" fmla="*/ 630095 h 2053176"/>
              <a:gd name="connsiteX13658" fmla="*/ 529382 w 12188965"/>
              <a:gd name="connsiteY13658" fmla="*/ 617207 h 2053176"/>
              <a:gd name="connsiteX13659" fmla="*/ 542270 w 12188965"/>
              <a:gd name="connsiteY13659" fmla="*/ 604319 h 2053176"/>
              <a:gd name="connsiteX13660" fmla="*/ 11197259 w 12188965"/>
              <a:gd name="connsiteY13660" fmla="*/ 591548 h 2053176"/>
              <a:gd name="connsiteX13661" fmla="*/ 11222917 w 12188965"/>
              <a:gd name="connsiteY13661" fmla="*/ 617207 h 2053176"/>
              <a:gd name="connsiteX13662" fmla="*/ 11197259 w 12188965"/>
              <a:gd name="connsiteY13662" fmla="*/ 642865 h 2053176"/>
              <a:gd name="connsiteX13663" fmla="*/ 11171601 w 12188965"/>
              <a:gd name="connsiteY13663" fmla="*/ 617207 h 2053176"/>
              <a:gd name="connsiteX13664" fmla="*/ 11197259 w 12188965"/>
              <a:gd name="connsiteY13664" fmla="*/ 591548 h 2053176"/>
              <a:gd name="connsiteX13665" fmla="*/ 10619297 w 12188965"/>
              <a:gd name="connsiteY13665" fmla="*/ 591548 h 2053176"/>
              <a:gd name="connsiteX13666" fmla="*/ 10644955 w 12188965"/>
              <a:gd name="connsiteY13666" fmla="*/ 617207 h 2053176"/>
              <a:gd name="connsiteX13667" fmla="*/ 10619297 w 12188965"/>
              <a:gd name="connsiteY13667" fmla="*/ 642865 h 2053176"/>
              <a:gd name="connsiteX13668" fmla="*/ 10593639 w 12188965"/>
              <a:gd name="connsiteY13668" fmla="*/ 617207 h 2053176"/>
              <a:gd name="connsiteX13669" fmla="*/ 10619297 w 12188965"/>
              <a:gd name="connsiteY13669" fmla="*/ 591548 h 2053176"/>
              <a:gd name="connsiteX13670" fmla="*/ 10362474 w 12188965"/>
              <a:gd name="connsiteY13670" fmla="*/ 591548 h 2053176"/>
              <a:gd name="connsiteX13671" fmla="*/ 10388135 w 12188965"/>
              <a:gd name="connsiteY13671" fmla="*/ 617207 h 2053176"/>
              <a:gd name="connsiteX13672" fmla="*/ 10362474 w 12188965"/>
              <a:gd name="connsiteY13672" fmla="*/ 642865 h 2053176"/>
              <a:gd name="connsiteX13673" fmla="*/ 10336816 w 12188965"/>
              <a:gd name="connsiteY13673" fmla="*/ 617207 h 2053176"/>
              <a:gd name="connsiteX13674" fmla="*/ 10362474 w 12188965"/>
              <a:gd name="connsiteY13674" fmla="*/ 591548 h 2053176"/>
              <a:gd name="connsiteX13675" fmla="*/ 8050852 w 12188965"/>
              <a:gd name="connsiteY13675" fmla="*/ 591548 h 2053176"/>
              <a:gd name="connsiteX13676" fmla="*/ 8076510 w 12188965"/>
              <a:gd name="connsiteY13676" fmla="*/ 617207 h 2053176"/>
              <a:gd name="connsiteX13677" fmla="*/ 8050852 w 12188965"/>
              <a:gd name="connsiteY13677" fmla="*/ 642865 h 2053176"/>
              <a:gd name="connsiteX13678" fmla="*/ 8025194 w 12188965"/>
              <a:gd name="connsiteY13678" fmla="*/ 617207 h 2053176"/>
              <a:gd name="connsiteX13679" fmla="*/ 8050852 w 12188965"/>
              <a:gd name="connsiteY13679" fmla="*/ 591548 h 2053176"/>
              <a:gd name="connsiteX13680" fmla="*/ 7858237 w 12188965"/>
              <a:gd name="connsiteY13680" fmla="*/ 591548 h 2053176"/>
              <a:gd name="connsiteX13681" fmla="*/ 7883895 w 12188965"/>
              <a:gd name="connsiteY13681" fmla="*/ 617207 h 2053176"/>
              <a:gd name="connsiteX13682" fmla="*/ 7858237 w 12188965"/>
              <a:gd name="connsiteY13682" fmla="*/ 642865 h 2053176"/>
              <a:gd name="connsiteX13683" fmla="*/ 7832578 w 12188965"/>
              <a:gd name="connsiteY13683" fmla="*/ 617207 h 2053176"/>
              <a:gd name="connsiteX13684" fmla="*/ 7858237 w 12188965"/>
              <a:gd name="connsiteY13684" fmla="*/ 591548 h 2053176"/>
              <a:gd name="connsiteX13685" fmla="*/ 7794032 w 12188965"/>
              <a:gd name="connsiteY13685" fmla="*/ 591548 h 2053176"/>
              <a:gd name="connsiteX13686" fmla="*/ 7819690 w 12188965"/>
              <a:gd name="connsiteY13686" fmla="*/ 617207 h 2053176"/>
              <a:gd name="connsiteX13687" fmla="*/ 7794032 w 12188965"/>
              <a:gd name="connsiteY13687" fmla="*/ 642865 h 2053176"/>
              <a:gd name="connsiteX13688" fmla="*/ 7768371 w 12188965"/>
              <a:gd name="connsiteY13688" fmla="*/ 617207 h 2053176"/>
              <a:gd name="connsiteX13689" fmla="*/ 7794032 w 12188965"/>
              <a:gd name="connsiteY13689" fmla="*/ 591548 h 2053176"/>
              <a:gd name="connsiteX13690" fmla="*/ 7665621 w 12188965"/>
              <a:gd name="connsiteY13690" fmla="*/ 591548 h 2053176"/>
              <a:gd name="connsiteX13691" fmla="*/ 7691279 w 12188965"/>
              <a:gd name="connsiteY13691" fmla="*/ 617207 h 2053176"/>
              <a:gd name="connsiteX13692" fmla="*/ 7665621 w 12188965"/>
              <a:gd name="connsiteY13692" fmla="*/ 642865 h 2053176"/>
              <a:gd name="connsiteX13693" fmla="*/ 7639963 w 12188965"/>
              <a:gd name="connsiteY13693" fmla="*/ 617207 h 2053176"/>
              <a:gd name="connsiteX13694" fmla="*/ 7665621 w 12188965"/>
              <a:gd name="connsiteY13694" fmla="*/ 591548 h 2053176"/>
              <a:gd name="connsiteX13695" fmla="*/ 7601299 w 12188965"/>
              <a:gd name="connsiteY13695" fmla="*/ 591548 h 2053176"/>
              <a:gd name="connsiteX13696" fmla="*/ 7626959 w 12188965"/>
              <a:gd name="connsiteY13696" fmla="*/ 617207 h 2053176"/>
              <a:gd name="connsiteX13697" fmla="*/ 7601299 w 12188965"/>
              <a:gd name="connsiteY13697" fmla="*/ 642865 h 2053176"/>
              <a:gd name="connsiteX13698" fmla="*/ 7575640 w 12188965"/>
              <a:gd name="connsiteY13698" fmla="*/ 617207 h 2053176"/>
              <a:gd name="connsiteX13699" fmla="*/ 7601299 w 12188965"/>
              <a:gd name="connsiteY13699" fmla="*/ 591548 h 2053176"/>
              <a:gd name="connsiteX13700" fmla="*/ 5486655 w 12188965"/>
              <a:gd name="connsiteY13700" fmla="*/ 591548 h 2053176"/>
              <a:gd name="connsiteX13701" fmla="*/ 5512316 w 12188965"/>
              <a:gd name="connsiteY13701" fmla="*/ 617207 h 2053176"/>
              <a:gd name="connsiteX13702" fmla="*/ 5486655 w 12188965"/>
              <a:gd name="connsiteY13702" fmla="*/ 642865 h 2053176"/>
              <a:gd name="connsiteX13703" fmla="*/ 5460997 w 12188965"/>
              <a:gd name="connsiteY13703" fmla="*/ 617207 h 2053176"/>
              <a:gd name="connsiteX13704" fmla="*/ 5486655 w 12188965"/>
              <a:gd name="connsiteY13704" fmla="*/ 591548 h 2053176"/>
              <a:gd name="connsiteX13705" fmla="*/ 4908693 w 12188965"/>
              <a:gd name="connsiteY13705" fmla="*/ 591548 h 2053176"/>
              <a:gd name="connsiteX13706" fmla="*/ 4934352 w 12188965"/>
              <a:gd name="connsiteY13706" fmla="*/ 617207 h 2053176"/>
              <a:gd name="connsiteX13707" fmla="*/ 4908693 w 12188965"/>
              <a:gd name="connsiteY13707" fmla="*/ 642865 h 2053176"/>
              <a:gd name="connsiteX13708" fmla="*/ 4883033 w 12188965"/>
              <a:gd name="connsiteY13708" fmla="*/ 617207 h 2053176"/>
              <a:gd name="connsiteX13709" fmla="*/ 4908693 w 12188965"/>
              <a:gd name="connsiteY13709" fmla="*/ 591548 h 2053176"/>
              <a:gd name="connsiteX13710" fmla="*/ 4651872 w 12188965"/>
              <a:gd name="connsiteY13710" fmla="*/ 591548 h 2053176"/>
              <a:gd name="connsiteX13711" fmla="*/ 4677531 w 12188965"/>
              <a:gd name="connsiteY13711" fmla="*/ 617207 h 2053176"/>
              <a:gd name="connsiteX13712" fmla="*/ 4651872 w 12188965"/>
              <a:gd name="connsiteY13712" fmla="*/ 642865 h 2053176"/>
              <a:gd name="connsiteX13713" fmla="*/ 4626213 w 12188965"/>
              <a:gd name="connsiteY13713" fmla="*/ 617207 h 2053176"/>
              <a:gd name="connsiteX13714" fmla="*/ 4651872 w 12188965"/>
              <a:gd name="connsiteY13714" fmla="*/ 591548 h 2053176"/>
              <a:gd name="connsiteX13715" fmla="*/ 2340249 w 12188965"/>
              <a:gd name="connsiteY13715" fmla="*/ 591548 h 2053176"/>
              <a:gd name="connsiteX13716" fmla="*/ 2365908 w 12188965"/>
              <a:gd name="connsiteY13716" fmla="*/ 617207 h 2053176"/>
              <a:gd name="connsiteX13717" fmla="*/ 2340249 w 12188965"/>
              <a:gd name="connsiteY13717" fmla="*/ 642865 h 2053176"/>
              <a:gd name="connsiteX13718" fmla="*/ 2314590 w 12188965"/>
              <a:gd name="connsiteY13718" fmla="*/ 617207 h 2053176"/>
              <a:gd name="connsiteX13719" fmla="*/ 2340249 w 12188965"/>
              <a:gd name="connsiteY13719" fmla="*/ 591548 h 2053176"/>
              <a:gd name="connsiteX13720" fmla="*/ 2147633 w 12188965"/>
              <a:gd name="connsiteY13720" fmla="*/ 591548 h 2053176"/>
              <a:gd name="connsiteX13721" fmla="*/ 2173293 w 12188965"/>
              <a:gd name="connsiteY13721" fmla="*/ 617207 h 2053176"/>
              <a:gd name="connsiteX13722" fmla="*/ 2147633 w 12188965"/>
              <a:gd name="connsiteY13722" fmla="*/ 642865 h 2053176"/>
              <a:gd name="connsiteX13723" fmla="*/ 2121975 w 12188965"/>
              <a:gd name="connsiteY13723" fmla="*/ 617207 h 2053176"/>
              <a:gd name="connsiteX13724" fmla="*/ 2147633 w 12188965"/>
              <a:gd name="connsiteY13724" fmla="*/ 591548 h 2053176"/>
              <a:gd name="connsiteX13725" fmla="*/ 2083427 w 12188965"/>
              <a:gd name="connsiteY13725" fmla="*/ 591548 h 2053176"/>
              <a:gd name="connsiteX13726" fmla="*/ 2109087 w 12188965"/>
              <a:gd name="connsiteY13726" fmla="*/ 617207 h 2053176"/>
              <a:gd name="connsiteX13727" fmla="*/ 2083427 w 12188965"/>
              <a:gd name="connsiteY13727" fmla="*/ 642865 h 2053176"/>
              <a:gd name="connsiteX13728" fmla="*/ 2057768 w 12188965"/>
              <a:gd name="connsiteY13728" fmla="*/ 617207 h 2053176"/>
              <a:gd name="connsiteX13729" fmla="*/ 2083427 w 12188965"/>
              <a:gd name="connsiteY13729" fmla="*/ 591548 h 2053176"/>
              <a:gd name="connsiteX13730" fmla="*/ 1955016 w 12188965"/>
              <a:gd name="connsiteY13730" fmla="*/ 591548 h 2053176"/>
              <a:gd name="connsiteX13731" fmla="*/ 1980676 w 12188965"/>
              <a:gd name="connsiteY13731" fmla="*/ 617207 h 2053176"/>
              <a:gd name="connsiteX13732" fmla="*/ 1955016 w 12188965"/>
              <a:gd name="connsiteY13732" fmla="*/ 642865 h 2053176"/>
              <a:gd name="connsiteX13733" fmla="*/ 1929358 w 12188965"/>
              <a:gd name="connsiteY13733" fmla="*/ 617207 h 2053176"/>
              <a:gd name="connsiteX13734" fmla="*/ 1955016 w 12188965"/>
              <a:gd name="connsiteY13734" fmla="*/ 591548 h 2053176"/>
              <a:gd name="connsiteX13735" fmla="*/ 1890696 w 12188965"/>
              <a:gd name="connsiteY13735" fmla="*/ 591548 h 2053176"/>
              <a:gd name="connsiteX13736" fmla="*/ 1916355 w 12188965"/>
              <a:gd name="connsiteY13736" fmla="*/ 617207 h 2053176"/>
              <a:gd name="connsiteX13737" fmla="*/ 1890696 w 12188965"/>
              <a:gd name="connsiteY13737" fmla="*/ 642865 h 2053176"/>
              <a:gd name="connsiteX13738" fmla="*/ 1865037 w 12188965"/>
              <a:gd name="connsiteY13738" fmla="*/ 617207 h 2053176"/>
              <a:gd name="connsiteX13739" fmla="*/ 1890696 w 12188965"/>
              <a:gd name="connsiteY13739" fmla="*/ 591548 h 2053176"/>
              <a:gd name="connsiteX13740" fmla="*/ 11970691 w 12188965"/>
              <a:gd name="connsiteY13740" fmla="*/ 537211 h 2053176"/>
              <a:gd name="connsiteX13741" fmla="*/ 11983579 w 12188965"/>
              <a:gd name="connsiteY13741" fmla="*/ 550099 h 2053176"/>
              <a:gd name="connsiteX13742" fmla="*/ 11970691 w 12188965"/>
              <a:gd name="connsiteY13742" fmla="*/ 562987 h 2053176"/>
              <a:gd name="connsiteX13743" fmla="*/ 11957803 w 12188965"/>
              <a:gd name="connsiteY13743" fmla="*/ 550099 h 2053176"/>
              <a:gd name="connsiteX13744" fmla="*/ 11970691 w 12188965"/>
              <a:gd name="connsiteY13744" fmla="*/ 537211 h 2053176"/>
              <a:gd name="connsiteX13745" fmla="*/ 11325553 w 12188965"/>
              <a:gd name="connsiteY13745" fmla="*/ 537211 h 2053176"/>
              <a:gd name="connsiteX13746" fmla="*/ 11338441 w 12188965"/>
              <a:gd name="connsiteY13746" fmla="*/ 550099 h 2053176"/>
              <a:gd name="connsiteX13747" fmla="*/ 11325553 w 12188965"/>
              <a:gd name="connsiteY13747" fmla="*/ 562987 h 2053176"/>
              <a:gd name="connsiteX13748" fmla="*/ 11312667 w 12188965"/>
              <a:gd name="connsiteY13748" fmla="*/ 550099 h 2053176"/>
              <a:gd name="connsiteX13749" fmla="*/ 11325553 w 12188965"/>
              <a:gd name="connsiteY13749" fmla="*/ 537211 h 2053176"/>
              <a:gd name="connsiteX13750" fmla="*/ 11197259 w 12188965"/>
              <a:gd name="connsiteY13750" fmla="*/ 537211 h 2053176"/>
              <a:gd name="connsiteX13751" fmla="*/ 11210147 w 12188965"/>
              <a:gd name="connsiteY13751" fmla="*/ 550099 h 2053176"/>
              <a:gd name="connsiteX13752" fmla="*/ 11197259 w 12188965"/>
              <a:gd name="connsiteY13752" fmla="*/ 562987 h 2053176"/>
              <a:gd name="connsiteX13753" fmla="*/ 11184374 w 12188965"/>
              <a:gd name="connsiteY13753" fmla="*/ 550099 h 2053176"/>
              <a:gd name="connsiteX13754" fmla="*/ 11197259 w 12188965"/>
              <a:gd name="connsiteY13754" fmla="*/ 537211 h 2053176"/>
              <a:gd name="connsiteX13755" fmla="*/ 10683501 w 12188965"/>
              <a:gd name="connsiteY13755" fmla="*/ 537211 h 2053176"/>
              <a:gd name="connsiteX13756" fmla="*/ 10696389 w 12188965"/>
              <a:gd name="connsiteY13756" fmla="*/ 550099 h 2053176"/>
              <a:gd name="connsiteX13757" fmla="*/ 10683501 w 12188965"/>
              <a:gd name="connsiteY13757" fmla="*/ 562987 h 2053176"/>
              <a:gd name="connsiteX13758" fmla="*/ 10670613 w 12188965"/>
              <a:gd name="connsiteY13758" fmla="*/ 550099 h 2053176"/>
              <a:gd name="connsiteX13759" fmla="*/ 10683501 w 12188965"/>
              <a:gd name="connsiteY13759" fmla="*/ 537211 h 2053176"/>
              <a:gd name="connsiteX13760" fmla="*/ 10555092 w 12188965"/>
              <a:gd name="connsiteY13760" fmla="*/ 537211 h 2053176"/>
              <a:gd name="connsiteX13761" fmla="*/ 10567978 w 12188965"/>
              <a:gd name="connsiteY13761" fmla="*/ 550099 h 2053176"/>
              <a:gd name="connsiteX13762" fmla="*/ 10555092 w 12188965"/>
              <a:gd name="connsiteY13762" fmla="*/ 562987 h 2053176"/>
              <a:gd name="connsiteX13763" fmla="*/ 10542204 w 12188965"/>
              <a:gd name="connsiteY13763" fmla="*/ 550099 h 2053176"/>
              <a:gd name="connsiteX13764" fmla="*/ 10555092 w 12188965"/>
              <a:gd name="connsiteY13764" fmla="*/ 537211 h 2053176"/>
              <a:gd name="connsiteX13765" fmla="*/ 10105654 w 12188965"/>
              <a:gd name="connsiteY13765" fmla="*/ 537211 h 2053176"/>
              <a:gd name="connsiteX13766" fmla="*/ 10118542 w 12188965"/>
              <a:gd name="connsiteY13766" fmla="*/ 550099 h 2053176"/>
              <a:gd name="connsiteX13767" fmla="*/ 10105654 w 12188965"/>
              <a:gd name="connsiteY13767" fmla="*/ 562987 h 2053176"/>
              <a:gd name="connsiteX13768" fmla="*/ 10092766 w 12188965"/>
              <a:gd name="connsiteY13768" fmla="*/ 550099 h 2053176"/>
              <a:gd name="connsiteX13769" fmla="*/ 10105654 w 12188965"/>
              <a:gd name="connsiteY13769" fmla="*/ 537211 h 2053176"/>
              <a:gd name="connsiteX13770" fmla="*/ 8564495 w 12188965"/>
              <a:gd name="connsiteY13770" fmla="*/ 537211 h 2053176"/>
              <a:gd name="connsiteX13771" fmla="*/ 8577383 w 12188965"/>
              <a:gd name="connsiteY13771" fmla="*/ 550099 h 2053176"/>
              <a:gd name="connsiteX13772" fmla="*/ 8564495 w 12188965"/>
              <a:gd name="connsiteY13772" fmla="*/ 562987 h 2053176"/>
              <a:gd name="connsiteX13773" fmla="*/ 8551607 w 12188965"/>
              <a:gd name="connsiteY13773" fmla="*/ 550099 h 2053176"/>
              <a:gd name="connsiteX13774" fmla="*/ 8564495 w 12188965"/>
              <a:gd name="connsiteY13774" fmla="*/ 537211 h 2053176"/>
              <a:gd name="connsiteX13775" fmla="*/ 8050737 w 12188965"/>
              <a:gd name="connsiteY13775" fmla="*/ 537211 h 2053176"/>
              <a:gd name="connsiteX13776" fmla="*/ 8063625 w 12188965"/>
              <a:gd name="connsiteY13776" fmla="*/ 550099 h 2053176"/>
              <a:gd name="connsiteX13777" fmla="*/ 8050737 w 12188965"/>
              <a:gd name="connsiteY13777" fmla="*/ 562987 h 2053176"/>
              <a:gd name="connsiteX13778" fmla="*/ 8037849 w 12188965"/>
              <a:gd name="connsiteY13778" fmla="*/ 550099 h 2053176"/>
              <a:gd name="connsiteX13779" fmla="*/ 8050737 w 12188965"/>
              <a:gd name="connsiteY13779" fmla="*/ 537211 h 2053176"/>
              <a:gd name="connsiteX13780" fmla="*/ 7794032 w 12188965"/>
              <a:gd name="connsiteY13780" fmla="*/ 537211 h 2053176"/>
              <a:gd name="connsiteX13781" fmla="*/ 7806920 w 12188965"/>
              <a:gd name="connsiteY13781" fmla="*/ 550099 h 2053176"/>
              <a:gd name="connsiteX13782" fmla="*/ 7794032 w 12188965"/>
              <a:gd name="connsiteY13782" fmla="*/ 562987 h 2053176"/>
              <a:gd name="connsiteX13783" fmla="*/ 7781144 w 12188965"/>
              <a:gd name="connsiteY13783" fmla="*/ 550099 h 2053176"/>
              <a:gd name="connsiteX13784" fmla="*/ 7794032 w 12188965"/>
              <a:gd name="connsiteY13784" fmla="*/ 537211 h 2053176"/>
              <a:gd name="connsiteX13785" fmla="*/ 7151863 w 12188965"/>
              <a:gd name="connsiteY13785" fmla="*/ 537211 h 2053176"/>
              <a:gd name="connsiteX13786" fmla="*/ 7164751 w 12188965"/>
              <a:gd name="connsiteY13786" fmla="*/ 550099 h 2053176"/>
              <a:gd name="connsiteX13787" fmla="*/ 7151863 w 12188965"/>
              <a:gd name="connsiteY13787" fmla="*/ 562987 h 2053176"/>
              <a:gd name="connsiteX13788" fmla="*/ 7138975 w 12188965"/>
              <a:gd name="connsiteY13788" fmla="*/ 550099 h 2053176"/>
              <a:gd name="connsiteX13789" fmla="*/ 7151863 w 12188965"/>
              <a:gd name="connsiteY13789" fmla="*/ 537211 h 2053176"/>
              <a:gd name="connsiteX13790" fmla="*/ 6894925 w 12188965"/>
              <a:gd name="connsiteY13790" fmla="*/ 537211 h 2053176"/>
              <a:gd name="connsiteX13791" fmla="*/ 6907813 w 12188965"/>
              <a:gd name="connsiteY13791" fmla="*/ 550099 h 2053176"/>
              <a:gd name="connsiteX13792" fmla="*/ 6894925 w 12188965"/>
              <a:gd name="connsiteY13792" fmla="*/ 562987 h 2053176"/>
              <a:gd name="connsiteX13793" fmla="*/ 6882040 w 12188965"/>
              <a:gd name="connsiteY13793" fmla="*/ 550099 h 2053176"/>
              <a:gd name="connsiteX13794" fmla="*/ 6894925 w 12188965"/>
              <a:gd name="connsiteY13794" fmla="*/ 537211 h 2053176"/>
              <a:gd name="connsiteX13795" fmla="*/ 6252873 w 12188965"/>
              <a:gd name="connsiteY13795" fmla="*/ 537211 h 2053176"/>
              <a:gd name="connsiteX13796" fmla="*/ 6265761 w 12188965"/>
              <a:gd name="connsiteY13796" fmla="*/ 550099 h 2053176"/>
              <a:gd name="connsiteX13797" fmla="*/ 6252873 w 12188965"/>
              <a:gd name="connsiteY13797" fmla="*/ 562987 h 2053176"/>
              <a:gd name="connsiteX13798" fmla="*/ 6239985 w 12188965"/>
              <a:gd name="connsiteY13798" fmla="*/ 550099 h 2053176"/>
              <a:gd name="connsiteX13799" fmla="*/ 6252873 w 12188965"/>
              <a:gd name="connsiteY13799" fmla="*/ 537211 h 2053176"/>
              <a:gd name="connsiteX13800" fmla="*/ 5614950 w 12188965"/>
              <a:gd name="connsiteY13800" fmla="*/ 537211 h 2053176"/>
              <a:gd name="connsiteX13801" fmla="*/ 5627837 w 12188965"/>
              <a:gd name="connsiteY13801" fmla="*/ 550099 h 2053176"/>
              <a:gd name="connsiteX13802" fmla="*/ 5614950 w 12188965"/>
              <a:gd name="connsiteY13802" fmla="*/ 562987 h 2053176"/>
              <a:gd name="connsiteX13803" fmla="*/ 5602062 w 12188965"/>
              <a:gd name="connsiteY13803" fmla="*/ 550099 h 2053176"/>
              <a:gd name="connsiteX13804" fmla="*/ 5614950 w 12188965"/>
              <a:gd name="connsiteY13804" fmla="*/ 537211 h 2053176"/>
              <a:gd name="connsiteX13805" fmla="*/ 5486655 w 12188965"/>
              <a:gd name="connsiteY13805" fmla="*/ 537211 h 2053176"/>
              <a:gd name="connsiteX13806" fmla="*/ 5499543 w 12188965"/>
              <a:gd name="connsiteY13806" fmla="*/ 550099 h 2053176"/>
              <a:gd name="connsiteX13807" fmla="*/ 5486655 w 12188965"/>
              <a:gd name="connsiteY13807" fmla="*/ 562987 h 2053176"/>
              <a:gd name="connsiteX13808" fmla="*/ 5473769 w 12188965"/>
              <a:gd name="connsiteY13808" fmla="*/ 550099 h 2053176"/>
              <a:gd name="connsiteX13809" fmla="*/ 5486655 w 12188965"/>
              <a:gd name="connsiteY13809" fmla="*/ 537211 h 2053176"/>
              <a:gd name="connsiteX13810" fmla="*/ 4972896 w 12188965"/>
              <a:gd name="connsiteY13810" fmla="*/ 537211 h 2053176"/>
              <a:gd name="connsiteX13811" fmla="*/ 4985785 w 12188965"/>
              <a:gd name="connsiteY13811" fmla="*/ 550099 h 2053176"/>
              <a:gd name="connsiteX13812" fmla="*/ 4972896 w 12188965"/>
              <a:gd name="connsiteY13812" fmla="*/ 562987 h 2053176"/>
              <a:gd name="connsiteX13813" fmla="*/ 4960010 w 12188965"/>
              <a:gd name="connsiteY13813" fmla="*/ 550099 h 2053176"/>
              <a:gd name="connsiteX13814" fmla="*/ 4972896 w 12188965"/>
              <a:gd name="connsiteY13814" fmla="*/ 537211 h 2053176"/>
              <a:gd name="connsiteX13815" fmla="*/ 4844487 w 12188965"/>
              <a:gd name="connsiteY13815" fmla="*/ 537211 h 2053176"/>
              <a:gd name="connsiteX13816" fmla="*/ 4857374 w 12188965"/>
              <a:gd name="connsiteY13816" fmla="*/ 550099 h 2053176"/>
              <a:gd name="connsiteX13817" fmla="*/ 4844487 w 12188965"/>
              <a:gd name="connsiteY13817" fmla="*/ 562987 h 2053176"/>
              <a:gd name="connsiteX13818" fmla="*/ 4831598 w 12188965"/>
              <a:gd name="connsiteY13818" fmla="*/ 550099 h 2053176"/>
              <a:gd name="connsiteX13819" fmla="*/ 4844487 w 12188965"/>
              <a:gd name="connsiteY13819" fmla="*/ 537211 h 2053176"/>
              <a:gd name="connsiteX13820" fmla="*/ 4395050 w 12188965"/>
              <a:gd name="connsiteY13820" fmla="*/ 537211 h 2053176"/>
              <a:gd name="connsiteX13821" fmla="*/ 4407938 w 12188965"/>
              <a:gd name="connsiteY13821" fmla="*/ 550099 h 2053176"/>
              <a:gd name="connsiteX13822" fmla="*/ 4395050 w 12188965"/>
              <a:gd name="connsiteY13822" fmla="*/ 562987 h 2053176"/>
              <a:gd name="connsiteX13823" fmla="*/ 4382162 w 12188965"/>
              <a:gd name="connsiteY13823" fmla="*/ 550099 h 2053176"/>
              <a:gd name="connsiteX13824" fmla="*/ 4395050 w 12188965"/>
              <a:gd name="connsiteY13824" fmla="*/ 537211 h 2053176"/>
              <a:gd name="connsiteX13825" fmla="*/ 2853891 w 12188965"/>
              <a:gd name="connsiteY13825" fmla="*/ 537211 h 2053176"/>
              <a:gd name="connsiteX13826" fmla="*/ 2866779 w 12188965"/>
              <a:gd name="connsiteY13826" fmla="*/ 550099 h 2053176"/>
              <a:gd name="connsiteX13827" fmla="*/ 2853891 w 12188965"/>
              <a:gd name="connsiteY13827" fmla="*/ 562987 h 2053176"/>
              <a:gd name="connsiteX13828" fmla="*/ 2841003 w 12188965"/>
              <a:gd name="connsiteY13828" fmla="*/ 550099 h 2053176"/>
              <a:gd name="connsiteX13829" fmla="*/ 2853891 w 12188965"/>
              <a:gd name="connsiteY13829" fmla="*/ 537211 h 2053176"/>
              <a:gd name="connsiteX13830" fmla="*/ 2340133 w 12188965"/>
              <a:gd name="connsiteY13830" fmla="*/ 537211 h 2053176"/>
              <a:gd name="connsiteX13831" fmla="*/ 2353019 w 12188965"/>
              <a:gd name="connsiteY13831" fmla="*/ 550099 h 2053176"/>
              <a:gd name="connsiteX13832" fmla="*/ 2340133 w 12188965"/>
              <a:gd name="connsiteY13832" fmla="*/ 562987 h 2053176"/>
              <a:gd name="connsiteX13833" fmla="*/ 2327245 w 12188965"/>
              <a:gd name="connsiteY13833" fmla="*/ 550099 h 2053176"/>
              <a:gd name="connsiteX13834" fmla="*/ 2340133 w 12188965"/>
              <a:gd name="connsiteY13834" fmla="*/ 537211 h 2053176"/>
              <a:gd name="connsiteX13835" fmla="*/ 2083427 w 12188965"/>
              <a:gd name="connsiteY13835" fmla="*/ 537211 h 2053176"/>
              <a:gd name="connsiteX13836" fmla="*/ 2096314 w 12188965"/>
              <a:gd name="connsiteY13836" fmla="*/ 550099 h 2053176"/>
              <a:gd name="connsiteX13837" fmla="*/ 2083427 w 12188965"/>
              <a:gd name="connsiteY13837" fmla="*/ 562987 h 2053176"/>
              <a:gd name="connsiteX13838" fmla="*/ 2070540 w 12188965"/>
              <a:gd name="connsiteY13838" fmla="*/ 550099 h 2053176"/>
              <a:gd name="connsiteX13839" fmla="*/ 2083427 w 12188965"/>
              <a:gd name="connsiteY13839" fmla="*/ 537211 h 2053176"/>
              <a:gd name="connsiteX13840" fmla="*/ 1441258 w 12188965"/>
              <a:gd name="connsiteY13840" fmla="*/ 537211 h 2053176"/>
              <a:gd name="connsiteX13841" fmla="*/ 1454146 w 12188965"/>
              <a:gd name="connsiteY13841" fmla="*/ 550099 h 2053176"/>
              <a:gd name="connsiteX13842" fmla="*/ 1441258 w 12188965"/>
              <a:gd name="connsiteY13842" fmla="*/ 562987 h 2053176"/>
              <a:gd name="connsiteX13843" fmla="*/ 1428371 w 12188965"/>
              <a:gd name="connsiteY13843" fmla="*/ 550099 h 2053176"/>
              <a:gd name="connsiteX13844" fmla="*/ 1441258 w 12188965"/>
              <a:gd name="connsiteY13844" fmla="*/ 537211 h 2053176"/>
              <a:gd name="connsiteX13845" fmla="*/ 1184322 w 12188965"/>
              <a:gd name="connsiteY13845" fmla="*/ 537211 h 2053176"/>
              <a:gd name="connsiteX13846" fmla="*/ 1197209 w 12188965"/>
              <a:gd name="connsiteY13846" fmla="*/ 550099 h 2053176"/>
              <a:gd name="connsiteX13847" fmla="*/ 1184322 w 12188965"/>
              <a:gd name="connsiteY13847" fmla="*/ 562987 h 2053176"/>
              <a:gd name="connsiteX13848" fmla="*/ 1171435 w 12188965"/>
              <a:gd name="connsiteY13848" fmla="*/ 550099 h 2053176"/>
              <a:gd name="connsiteX13849" fmla="*/ 1184322 w 12188965"/>
              <a:gd name="connsiteY13849" fmla="*/ 537211 h 2053176"/>
              <a:gd name="connsiteX13850" fmla="*/ 542270 w 12188965"/>
              <a:gd name="connsiteY13850" fmla="*/ 537211 h 2053176"/>
              <a:gd name="connsiteX13851" fmla="*/ 555157 w 12188965"/>
              <a:gd name="connsiteY13851" fmla="*/ 550099 h 2053176"/>
              <a:gd name="connsiteX13852" fmla="*/ 542270 w 12188965"/>
              <a:gd name="connsiteY13852" fmla="*/ 562987 h 2053176"/>
              <a:gd name="connsiteX13853" fmla="*/ 529382 w 12188965"/>
              <a:gd name="connsiteY13853" fmla="*/ 550099 h 2053176"/>
              <a:gd name="connsiteX13854" fmla="*/ 542270 w 12188965"/>
              <a:gd name="connsiteY13854" fmla="*/ 537211 h 2053176"/>
              <a:gd name="connsiteX13855" fmla="*/ 10619297 w 12188965"/>
              <a:gd name="connsiteY13855" fmla="*/ 524440 h 2053176"/>
              <a:gd name="connsiteX13856" fmla="*/ 10644955 w 12188965"/>
              <a:gd name="connsiteY13856" fmla="*/ 550099 h 2053176"/>
              <a:gd name="connsiteX13857" fmla="*/ 10619297 w 12188965"/>
              <a:gd name="connsiteY13857" fmla="*/ 575758 h 2053176"/>
              <a:gd name="connsiteX13858" fmla="*/ 10593639 w 12188965"/>
              <a:gd name="connsiteY13858" fmla="*/ 550099 h 2053176"/>
              <a:gd name="connsiteX13859" fmla="*/ 10619297 w 12188965"/>
              <a:gd name="connsiteY13859" fmla="*/ 524440 h 2053176"/>
              <a:gd name="connsiteX13860" fmla="*/ 10362474 w 12188965"/>
              <a:gd name="connsiteY13860" fmla="*/ 524440 h 2053176"/>
              <a:gd name="connsiteX13861" fmla="*/ 10388135 w 12188965"/>
              <a:gd name="connsiteY13861" fmla="*/ 550099 h 2053176"/>
              <a:gd name="connsiteX13862" fmla="*/ 10362474 w 12188965"/>
              <a:gd name="connsiteY13862" fmla="*/ 575758 h 2053176"/>
              <a:gd name="connsiteX13863" fmla="*/ 10336816 w 12188965"/>
              <a:gd name="connsiteY13863" fmla="*/ 550099 h 2053176"/>
              <a:gd name="connsiteX13864" fmla="*/ 10362474 w 12188965"/>
              <a:gd name="connsiteY13864" fmla="*/ 524440 h 2053176"/>
              <a:gd name="connsiteX13865" fmla="*/ 7858237 w 12188965"/>
              <a:gd name="connsiteY13865" fmla="*/ 524440 h 2053176"/>
              <a:gd name="connsiteX13866" fmla="*/ 7883895 w 12188965"/>
              <a:gd name="connsiteY13866" fmla="*/ 550099 h 2053176"/>
              <a:gd name="connsiteX13867" fmla="*/ 7858237 w 12188965"/>
              <a:gd name="connsiteY13867" fmla="*/ 575758 h 2053176"/>
              <a:gd name="connsiteX13868" fmla="*/ 7832578 w 12188965"/>
              <a:gd name="connsiteY13868" fmla="*/ 550099 h 2053176"/>
              <a:gd name="connsiteX13869" fmla="*/ 7858237 w 12188965"/>
              <a:gd name="connsiteY13869" fmla="*/ 524440 h 2053176"/>
              <a:gd name="connsiteX13870" fmla="*/ 7665621 w 12188965"/>
              <a:gd name="connsiteY13870" fmla="*/ 524440 h 2053176"/>
              <a:gd name="connsiteX13871" fmla="*/ 7691279 w 12188965"/>
              <a:gd name="connsiteY13871" fmla="*/ 550099 h 2053176"/>
              <a:gd name="connsiteX13872" fmla="*/ 7665621 w 12188965"/>
              <a:gd name="connsiteY13872" fmla="*/ 575758 h 2053176"/>
              <a:gd name="connsiteX13873" fmla="*/ 7639963 w 12188965"/>
              <a:gd name="connsiteY13873" fmla="*/ 550099 h 2053176"/>
              <a:gd name="connsiteX13874" fmla="*/ 7665621 w 12188965"/>
              <a:gd name="connsiteY13874" fmla="*/ 524440 h 2053176"/>
              <a:gd name="connsiteX13875" fmla="*/ 7601299 w 12188965"/>
              <a:gd name="connsiteY13875" fmla="*/ 524440 h 2053176"/>
              <a:gd name="connsiteX13876" fmla="*/ 7626959 w 12188965"/>
              <a:gd name="connsiteY13876" fmla="*/ 550099 h 2053176"/>
              <a:gd name="connsiteX13877" fmla="*/ 7601299 w 12188965"/>
              <a:gd name="connsiteY13877" fmla="*/ 575758 h 2053176"/>
              <a:gd name="connsiteX13878" fmla="*/ 7575640 w 12188965"/>
              <a:gd name="connsiteY13878" fmla="*/ 550099 h 2053176"/>
              <a:gd name="connsiteX13879" fmla="*/ 7601299 w 12188965"/>
              <a:gd name="connsiteY13879" fmla="*/ 524440 h 2053176"/>
              <a:gd name="connsiteX13880" fmla="*/ 4908693 w 12188965"/>
              <a:gd name="connsiteY13880" fmla="*/ 524440 h 2053176"/>
              <a:gd name="connsiteX13881" fmla="*/ 4934352 w 12188965"/>
              <a:gd name="connsiteY13881" fmla="*/ 550099 h 2053176"/>
              <a:gd name="connsiteX13882" fmla="*/ 4908693 w 12188965"/>
              <a:gd name="connsiteY13882" fmla="*/ 575758 h 2053176"/>
              <a:gd name="connsiteX13883" fmla="*/ 4883033 w 12188965"/>
              <a:gd name="connsiteY13883" fmla="*/ 550099 h 2053176"/>
              <a:gd name="connsiteX13884" fmla="*/ 4908693 w 12188965"/>
              <a:gd name="connsiteY13884" fmla="*/ 524440 h 2053176"/>
              <a:gd name="connsiteX13885" fmla="*/ 4651872 w 12188965"/>
              <a:gd name="connsiteY13885" fmla="*/ 524440 h 2053176"/>
              <a:gd name="connsiteX13886" fmla="*/ 4677531 w 12188965"/>
              <a:gd name="connsiteY13886" fmla="*/ 550099 h 2053176"/>
              <a:gd name="connsiteX13887" fmla="*/ 4651872 w 12188965"/>
              <a:gd name="connsiteY13887" fmla="*/ 575758 h 2053176"/>
              <a:gd name="connsiteX13888" fmla="*/ 4626213 w 12188965"/>
              <a:gd name="connsiteY13888" fmla="*/ 550099 h 2053176"/>
              <a:gd name="connsiteX13889" fmla="*/ 4651872 w 12188965"/>
              <a:gd name="connsiteY13889" fmla="*/ 524440 h 2053176"/>
              <a:gd name="connsiteX13890" fmla="*/ 2147633 w 12188965"/>
              <a:gd name="connsiteY13890" fmla="*/ 524440 h 2053176"/>
              <a:gd name="connsiteX13891" fmla="*/ 2173293 w 12188965"/>
              <a:gd name="connsiteY13891" fmla="*/ 550099 h 2053176"/>
              <a:gd name="connsiteX13892" fmla="*/ 2147633 w 12188965"/>
              <a:gd name="connsiteY13892" fmla="*/ 575758 h 2053176"/>
              <a:gd name="connsiteX13893" fmla="*/ 2121975 w 12188965"/>
              <a:gd name="connsiteY13893" fmla="*/ 550099 h 2053176"/>
              <a:gd name="connsiteX13894" fmla="*/ 2147633 w 12188965"/>
              <a:gd name="connsiteY13894" fmla="*/ 524440 h 2053176"/>
              <a:gd name="connsiteX13895" fmla="*/ 1955016 w 12188965"/>
              <a:gd name="connsiteY13895" fmla="*/ 524440 h 2053176"/>
              <a:gd name="connsiteX13896" fmla="*/ 1980676 w 12188965"/>
              <a:gd name="connsiteY13896" fmla="*/ 550099 h 2053176"/>
              <a:gd name="connsiteX13897" fmla="*/ 1955016 w 12188965"/>
              <a:gd name="connsiteY13897" fmla="*/ 575758 h 2053176"/>
              <a:gd name="connsiteX13898" fmla="*/ 1929358 w 12188965"/>
              <a:gd name="connsiteY13898" fmla="*/ 550099 h 2053176"/>
              <a:gd name="connsiteX13899" fmla="*/ 1955016 w 12188965"/>
              <a:gd name="connsiteY13899" fmla="*/ 524440 h 2053176"/>
              <a:gd name="connsiteX13900" fmla="*/ 1890696 w 12188965"/>
              <a:gd name="connsiteY13900" fmla="*/ 524440 h 2053176"/>
              <a:gd name="connsiteX13901" fmla="*/ 1916355 w 12188965"/>
              <a:gd name="connsiteY13901" fmla="*/ 550099 h 2053176"/>
              <a:gd name="connsiteX13902" fmla="*/ 1890696 w 12188965"/>
              <a:gd name="connsiteY13902" fmla="*/ 575758 h 2053176"/>
              <a:gd name="connsiteX13903" fmla="*/ 1865037 w 12188965"/>
              <a:gd name="connsiteY13903" fmla="*/ 550099 h 2053176"/>
              <a:gd name="connsiteX13904" fmla="*/ 1890696 w 12188965"/>
              <a:gd name="connsiteY13904" fmla="*/ 524440 h 2053176"/>
              <a:gd name="connsiteX13905" fmla="*/ 11197259 w 12188965"/>
              <a:gd name="connsiteY13905" fmla="*/ 469987 h 2053176"/>
              <a:gd name="connsiteX13906" fmla="*/ 11210147 w 12188965"/>
              <a:gd name="connsiteY13906" fmla="*/ 482875 h 2053176"/>
              <a:gd name="connsiteX13907" fmla="*/ 11197259 w 12188965"/>
              <a:gd name="connsiteY13907" fmla="*/ 495762 h 2053176"/>
              <a:gd name="connsiteX13908" fmla="*/ 11184374 w 12188965"/>
              <a:gd name="connsiteY13908" fmla="*/ 482875 h 2053176"/>
              <a:gd name="connsiteX13909" fmla="*/ 11197259 w 12188965"/>
              <a:gd name="connsiteY13909" fmla="*/ 469987 h 2053176"/>
              <a:gd name="connsiteX13910" fmla="*/ 10683501 w 12188965"/>
              <a:gd name="connsiteY13910" fmla="*/ 469987 h 2053176"/>
              <a:gd name="connsiteX13911" fmla="*/ 10696389 w 12188965"/>
              <a:gd name="connsiteY13911" fmla="*/ 482875 h 2053176"/>
              <a:gd name="connsiteX13912" fmla="*/ 10683501 w 12188965"/>
              <a:gd name="connsiteY13912" fmla="*/ 495762 h 2053176"/>
              <a:gd name="connsiteX13913" fmla="*/ 10670613 w 12188965"/>
              <a:gd name="connsiteY13913" fmla="*/ 482875 h 2053176"/>
              <a:gd name="connsiteX13914" fmla="*/ 10683501 w 12188965"/>
              <a:gd name="connsiteY13914" fmla="*/ 469987 h 2053176"/>
              <a:gd name="connsiteX13915" fmla="*/ 8564495 w 12188965"/>
              <a:gd name="connsiteY13915" fmla="*/ 469987 h 2053176"/>
              <a:gd name="connsiteX13916" fmla="*/ 8577383 w 12188965"/>
              <a:gd name="connsiteY13916" fmla="*/ 482875 h 2053176"/>
              <a:gd name="connsiteX13917" fmla="*/ 8564495 w 12188965"/>
              <a:gd name="connsiteY13917" fmla="*/ 495762 h 2053176"/>
              <a:gd name="connsiteX13918" fmla="*/ 8551607 w 12188965"/>
              <a:gd name="connsiteY13918" fmla="*/ 482875 h 2053176"/>
              <a:gd name="connsiteX13919" fmla="*/ 8564495 w 12188965"/>
              <a:gd name="connsiteY13919" fmla="*/ 469987 h 2053176"/>
              <a:gd name="connsiteX13920" fmla="*/ 8050737 w 12188965"/>
              <a:gd name="connsiteY13920" fmla="*/ 469987 h 2053176"/>
              <a:gd name="connsiteX13921" fmla="*/ 8063625 w 12188965"/>
              <a:gd name="connsiteY13921" fmla="*/ 482875 h 2053176"/>
              <a:gd name="connsiteX13922" fmla="*/ 8050737 w 12188965"/>
              <a:gd name="connsiteY13922" fmla="*/ 495762 h 2053176"/>
              <a:gd name="connsiteX13923" fmla="*/ 8037849 w 12188965"/>
              <a:gd name="connsiteY13923" fmla="*/ 482875 h 2053176"/>
              <a:gd name="connsiteX13924" fmla="*/ 8050737 w 12188965"/>
              <a:gd name="connsiteY13924" fmla="*/ 469987 h 2053176"/>
              <a:gd name="connsiteX13925" fmla="*/ 7858237 w 12188965"/>
              <a:gd name="connsiteY13925" fmla="*/ 469987 h 2053176"/>
              <a:gd name="connsiteX13926" fmla="*/ 7871124 w 12188965"/>
              <a:gd name="connsiteY13926" fmla="*/ 482875 h 2053176"/>
              <a:gd name="connsiteX13927" fmla="*/ 7858237 w 12188965"/>
              <a:gd name="connsiteY13927" fmla="*/ 495762 h 2053176"/>
              <a:gd name="connsiteX13928" fmla="*/ 7845349 w 12188965"/>
              <a:gd name="connsiteY13928" fmla="*/ 482875 h 2053176"/>
              <a:gd name="connsiteX13929" fmla="*/ 7858237 w 12188965"/>
              <a:gd name="connsiteY13929" fmla="*/ 469987 h 2053176"/>
              <a:gd name="connsiteX13930" fmla="*/ 7794032 w 12188965"/>
              <a:gd name="connsiteY13930" fmla="*/ 469987 h 2053176"/>
              <a:gd name="connsiteX13931" fmla="*/ 7806920 w 12188965"/>
              <a:gd name="connsiteY13931" fmla="*/ 482875 h 2053176"/>
              <a:gd name="connsiteX13932" fmla="*/ 7794032 w 12188965"/>
              <a:gd name="connsiteY13932" fmla="*/ 495762 h 2053176"/>
              <a:gd name="connsiteX13933" fmla="*/ 7781144 w 12188965"/>
              <a:gd name="connsiteY13933" fmla="*/ 482875 h 2053176"/>
              <a:gd name="connsiteX13934" fmla="*/ 7794032 w 12188965"/>
              <a:gd name="connsiteY13934" fmla="*/ 469987 h 2053176"/>
              <a:gd name="connsiteX13935" fmla="*/ 5486655 w 12188965"/>
              <a:gd name="connsiteY13935" fmla="*/ 469987 h 2053176"/>
              <a:gd name="connsiteX13936" fmla="*/ 5499543 w 12188965"/>
              <a:gd name="connsiteY13936" fmla="*/ 482875 h 2053176"/>
              <a:gd name="connsiteX13937" fmla="*/ 5486655 w 12188965"/>
              <a:gd name="connsiteY13937" fmla="*/ 495762 h 2053176"/>
              <a:gd name="connsiteX13938" fmla="*/ 5473769 w 12188965"/>
              <a:gd name="connsiteY13938" fmla="*/ 482875 h 2053176"/>
              <a:gd name="connsiteX13939" fmla="*/ 5486655 w 12188965"/>
              <a:gd name="connsiteY13939" fmla="*/ 469987 h 2053176"/>
              <a:gd name="connsiteX13940" fmla="*/ 4972896 w 12188965"/>
              <a:gd name="connsiteY13940" fmla="*/ 469987 h 2053176"/>
              <a:gd name="connsiteX13941" fmla="*/ 4985785 w 12188965"/>
              <a:gd name="connsiteY13941" fmla="*/ 482875 h 2053176"/>
              <a:gd name="connsiteX13942" fmla="*/ 4972896 w 12188965"/>
              <a:gd name="connsiteY13942" fmla="*/ 495762 h 2053176"/>
              <a:gd name="connsiteX13943" fmla="*/ 4960010 w 12188965"/>
              <a:gd name="connsiteY13943" fmla="*/ 482875 h 2053176"/>
              <a:gd name="connsiteX13944" fmla="*/ 4972896 w 12188965"/>
              <a:gd name="connsiteY13944" fmla="*/ 469987 h 2053176"/>
              <a:gd name="connsiteX13945" fmla="*/ 2853891 w 12188965"/>
              <a:gd name="connsiteY13945" fmla="*/ 469987 h 2053176"/>
              <a:gd name="connsiteX13946" fmla="*/ 2866779 w 12188965"/>
              <a:gd name="connsiteY13946" fmla="*/ 482875 h 2053176"/>
              <a:gd name="connsiteX13947" fmla="*/ 2853891 w 12188965"/>
              <a:gd name="connsiteY13947" fmla="*/ 495762 h 2053176"/>
              <a:gd name="connsiteX13948" fmla="*/ 2841003 w 12188965"/>
              <a:gd name="connsiteY13948" fmla="*/ 482875 h 2053176"/>
              <a:gd name="connsiteX13949" fmla="*/ 2853891 w 12188965"/>
              <a:gd name="connsiteY13949" fmla="*/ 469987 h 2053176"/>
              <a:gd name="connsiteX13950" fmla="*/ 2340133 w 12188965"/>
              <a:gd name="connsiteY13950" fmla="*/ 469987 h 2053176"/>
              <a:gd name="connsiteX13951" fmla="*/ 2353019 w 12188965"/>
              <a:gd name="connsiteY13951" fmla="*/ 482875 h 2053176"/>
              <a:gd name="connsiteX13952" fmla="*/ 2340133 w 12188965"/>
              <a:gd name="connsiteY13952" fmla="*/ 495762 h 2053176"/>
              <a:gd name="connsiteX13953" fmla="*/ 2327245 w 12188965"/>
              <a:gd name="connsiteY13953" fmla="*/ 482875 h 2053176"/>
              <a:gd name="connsiteX13954" fmla="*/ 2340133 w 12188965"/>
              <a:gd name="connsiteY13954" fmla="*/ 469987 h 2053176"/>
              <a:gd name="connsiteX13955" fmla="*/ 2147633 w 12188965"/>
              <a:gd name="connsiteY13955" fmla="*/ 469987 h 2053176"/>
              <a:gd name="connsiteX13956" fmla="*/ 2160520 w 12188965"/>
              <a:gd name="connsiteY13956" fmla="*/ 482875 h 2053176"/>
              <a:gd name="connsiteX13957" fmla="*/ 2147633 w 12188965"/>
              <a:gd name="connsiteY13957" fmla="*/ 495762 h 2053176"/>
              <a:gd name="connsiteX13958" fmla="*/ 2134746 w 12188965"/>
              <a:gd name="connsiteY13958" fmla="*/ 482875 h 2053176"/>
              <a:gd name="connsiteX13959" fmla="*/ 2147633 w 12188965"/>
              <a:gd name="connsiteY13959" fmla="*/ 469987 h 2053176"/>
              <a:gd name="connsiteX13960" fmla="*/ 2083427 w 12188965"/>
              <a:gd name="connsiteY13960" fmla="*/ 469987 h 2053176"/>
              <a:gd name="connsiteX13961" fmla="*/ 2096314 w 12188965"/>
              <a:gd name="connsiteY13961" fmla="*/ 482875 h 2053176"/>
              <a:gd name="connsiteX13962" fmla="*/ 2083427 w 12188965"/>
              <a:gd name="connsiteY13962" fmla="*/ 495762 h 2053176"/>
              <a:gd name="connsiteX13963" fmla="*/ 2070540 w 12188965"/>
              <a:gd name="connsiteY13963" fmla="*/ 482875 h 2053176"/>
              <a:gd name="connsiteX13964" fmla="*/ 2083427 w 12188965"/>
              <a:gd name="connsiteY13964" fmla="*/ 469987 h 2053176"/>
              <a:gd name="connsiteX13965" fmla="*/ 10619297 w 12188965"/>
              <a:gd name="connsiteY13965" fmla="*/ 457216 h 2053176"/>
              <a:gd name="connsiteX13966" fmla="*/ 10644955 w 12188965"/>
              <a:gd name="connsiteY13966" fmla="*/ 482875 h 2053176"/>
              <a:gd name="connsiteX13967" fmla="*/ 10619297 w 12188965"/>
              <a:gd name="connsiteY13967" fmla="*/ 508534 h 2053176"/>
              <a:gd name="connsiteX13968" fmla="*/ 10593639 w 12188965"/>
              <a:gd name="connsiteY13968" fmla="*/ 482875 h 2053176"/>
              <a:gd name="connsiteX13969" fmla="*/ 10619297 w 12188965"/>
              <a:gd name="connsiteY13969" fmla="*/ 457216 h 2053176"/>
              <a:gd name="connsiteX13970" fmla="*/ 10362474 w 12188965"/>
              <a:gd name="connsiteY13970" fmla="*/ 457216 h 2053176"/>
              <a:gd name="connsiteX13971" fmla="*/ 10388135 w 12188965"/>
              <a:gd name="connsiteY13971" fmla="*/ 482875 h 2053176"/>
              <a:gd name="connsiteX13972" fmla="*/ 10362474 w 12188965"/>
              <a:gd name="connsiteY13972" fmla="*/ 508534 h 2053176"/>
              <a:gd name="connsiteX13973" fmla="*/ 10336816 w 12188965"/>
              <a:gd name="connsiteY13973" fmla="*/ 482875 h 2053176"/>
              <a:gd name="connsiteX13974" fmla="*/ 10362474 w 12188965"/>
              <a:gd name="connsiteY13974" fmla="*/ 457216 h 2053176"/>
              <a:gd name="connsiteX13975" fmla="*/ 7665621 w 12188965"/>
              <a:gd name="connsiteY13975" fmla="*/ 457216 h 2053176"/>
              <a:gd name="connsiteX13976" fmla="*/ 7691279 w 12188965"/>
              <a:gd name="connsiteY13976" fmla="*/ 482875 h 2053176"/>
              <a:gd name="connsiteX13977" fmla="*/ 7665621 w 12188965"/>
              <a:gd name="connsiteY13977" fmla="*/ 508534 h 2053176"/>
              <a:gd name="connsiteX13978" fmla="*/ 7639963 w 12188965"/>
              <a:gd name="connsiteY13978" fmla="*/ 482875 h 2053176"/>
              <a:gd name="connsiteX13979" fmla="*/ 7665621 w 12188965"/>
              <a:gd name="connsiteY13979" fmla="*/ 457216 h 2053176"/>
              <a:gd name="connsiteX13980" fmla="*/ 7601299 w 12188965"/>
              <a:gd name="connsiteY13980" fmla="*/ 457216 h 2053176"/>
              <a:gd name="connsiteX13981" fmla="*/ 7626959 w 12188965"/>
              <a:gd name="connsiteY13981" fmla="*/ 482875 h 2053176"/>
              <a:gd name="connsiteX13982" fmla="*/ 7601299 w 12188965"/>
              <a:gd name="connsiteY13982" fmla="*/ 508534 h 2053176"/>
              <a:gd name="connsiteX13983" fmla="*/ 7575640 w 12188965"/>
              <a:gd name="connsiteY13983" fmla="*/ 482875 h 2053176"/>
              <a:gd name="connsiteX13984" fmla="*/ 7601299 w 12188965"/>
              <a:gd name="connsiteY13984" fmla="*/ 457216 h 2053176"/>
              <a:gd name="connsiteX13985" fmla="*/ 4908693 w 12188965"/>
              <a:gd name="connsiteY13985" fmla="*/ 457216 h 2053176"/>
              <a:gd name="connsiteX13986" fmla="*/ 4934352 w 12188965"/>
              <a:gd name="connsiteY13986" fmla="*/ 482875 h 2053176"/>
              <a:gd name="connsiteX13987" fmla="*/ 4908693 w 12188965"/>
              <a:gd name="connsiteY13987" fmla="*/ 508534 h 2053176"/>
              <a:gd name="connsiteX13988" fmla="*/ 4883033 w 12188965"/>
              <a:gd name="connsiteY13988" fmla="*/ 482875 h 2053176"/>
              <a:gd name="connsiteX13989" fmla="*/ 4908693 w 12188965"/>
              <a:gd name="connsiteY13989" fmla="*/ 457216 h 2053176"/>
              <a:gd name="connsiteX13990" fmla="*/ 4651872 w 12188965"/>
              <a:gd name="connsiteY13990" fmla="*/ 457216 h 2053176"/>
              <a:gd name="connsiteX13991" fmla="*/ 4677531 w 12188965"/>
              <a:gd name="connsiteY13991" fmla="*/ 482875 h 2053176"/>
              <a:gd name="connsiteX13992" fmla="*/ 4651872 w 12188965"/>
              <a:gd name="connsiteY13992" fmla="*/ 508534 h 2053176"/>
              <a:gd name="connsiteX13993" fmla="*/ 4626213 w 12188965"/>
              <a:gd name="connsiteY13993" fmla="*/ 482875 h 2053176"/>
              <a:gd name="connsiteX13994" fmla="*/ 4651872 w 12188965"/>
              <a:gd name="connsiteY13994" fmla="*/ 457216 h 2053176"/>
              <a:gd name="connsiteX13995" fmla="*/ 1955016 w 12188965"/>
              <a:gd name="connsiteY13995" fmla="*/ 457216 h 2053176"/>
              <a:gd name="connsiteX13996" fmla="*/ 1980676 w 12188965"/>
              <a:gd name="connsiteY13996" fmla="*/ 482875 h 2053176"/>
              <a:gd name="connsiteX13997" fmla="*/ 1955016 w 12188965"/>
              <a:gd name="connsiteY13997" fmla="*/ 508534 h 2053176"/>
              <a:gd name="connsiteX13998" fmla="*/ 1929358 w 12188965"/>
              <a:gd name="connsiteY13998" fmla="*/ 482875 h 2053176"/>
              <a:gd name="connsiteX13999" fmla="*/ 1955016 w 12188965"/>
              <a:gd name="connsiteY13999" fmla="*/ 457216 h 2053176"/>
              <a:gd name="connsiteX14000" fmla="*/ 1890696 w 12188965"/>
              <a:gd name="connsiteY14000" fmla="*/ 457216 h 2053176"/>
              <a:gd name="connsiteX14001" fmla="*/ 1916355 w 12188965"/>
              <a:gd name="connsiteY14001" fmla="*/ 482875 h 2053176"/>
              <a:gd name="connsiteX14002" fmla="*/ 1890696 w 12188965"/>
              <a:gd name="connsiteY14002" fmla="*/ 508534 h 2053176"/>
              <a:gd name="connsiteX14003" fmla="*/ 1865037 w 12188965"/>
              <a:gd name="connsiteY14003" fmla="*/ 482875 h 2053176"/>
              <a:gd name="connsiteX14004" fmla="*/ 1890696 w 12188965"/>
              <a:gd name="connsiteY14004" fmla="*/ 457216 h 2053176"/>
              <a:gd name="connsiteX14005" fmla="*/ 11197259 w 12188965"/>
              <a:gd name="connsiteY14005" fmla="*/ 402879 h 2053176"/>
              <a:gd name="connsiteX14006" fmla="*/ 11210147 w 12188965"/>
              <a:gd name="connsiteY14006" fmla="*/ 415767 h 2053176"/>
              <a:gd name="connsiteX14007" fmla="*/ 11197259 w 12188965"/>
              <a:gd name="connsiteY14007" fmla="*/ 428655 h 2053176"/>
              <a:gd name="connsiteX14008" fmla="*/ 11184374 w 12188965"/>
              <a:gd name="connsiteY14008" fmla="*/ 415767 h 2053176"/>
              <a:gd name="connsiteX14009" fmla="*/ 11197259 w 12188965"/>
              <a:gd name="connsiteY14009" fmla="*/ 402879 h 2053176"/>
              <a:gd name="connsiteX14010" fmla="*/ 10362474 w 12188965"/>
              <a:gd name="connsiteY14010" fmla="*/ 402879 h 2053176"/>
              <a:gd name="connsiteX14011" fmla="*/ 10375362 w 12188965"/>
              <a:gd name="connsiteY14011" fmla="*/ 415767 h 2053176"/>
              <a:gd name="connsiteX14012" fmla="*/ 10362474 w 12188965"/>
              <a:gd name="connsiteY14012" fmla="*/ 428655 h 2053176"/>
              <a:gd name="connsiteX14013" fmla="*/ 10349589 w 12188965"/>
              <a:gd name="connsiteY14013" fmla="*/ 415767 h 2053176"/>
              <a:gd name="connsiteX14014" fmla="*/ 10362474 w 12188965"/>
              <a:gd name="connsiteY14014" fmla="*/ 402879 h 2053176"/>
              <a:gd name="connsiteX14015" fmla="*/ 8564495 w 12188965"/>
              <a:gd name="connsiteY14015" fmla="*/ 402879 h 2053176"/>
              <a:gd name="connsiteX14016" fmla="*/ 8577383 w 12188965"/>
              <a:gd name="connsiteY14016" fmla="*/ 415767 h 2053176"/>
              <a:gd name="connsiteX14017" fmla="*/ 8564495 w 12188965"/>
              <a:gd name="connsiteY14017" fmla="*/ 428655 h 2053176"/>
              <a:gd name="connsiteX14018" fmla="*/ 8551607 w 12188965"/>
              <a:gd name="connsiteY14018" fmla="*/ 415767 h 2053176"/>
              <a:gd name="connsiteX14019" fmla="*/ 8564495 w 12188965"/>
              <a:gd name="connsiteY14019" fmla="*/ 402879 h 2053176"/>
              <a:gd name="connsiteX14020" fmla="*/ 8050737 w 12188965"/>
              <a:gd name="connsiteY14020" fmla="*/ 402879 h 2053176"/>
              <a:gd name="connsiteX14021" fmla="*/ 8063625 w 12188965"/>
              <a:gd name="connsiteY14021" fmla="*/ 415767 h 2053176"/>
              <a:gd name="connsiteX14022" fmla="*/ 8050737 w 12188965"/>
              <a:gd name="connsiteY14022" fmla="*/ 428655 h 2053176"/>
              <a:gd name="connsiteX14023" fmla="*/ 8037849 w 12188965"/>
              <a:gd name="connsiteY14023" fmla="*/ 415767 h 2053176"/>
              <a:gd name="connsiteX14024" fmla="*/ 8050737 w 12188965"/>
              <a:gd name="connsiteY14024" fmla="*/ 402879 h 2053176"/>
              <a:gd name="connsiteX14025" fmla="*/ 7858237 w 12188965"/>
              <a:gd name="connsiteY14025" fmla="*/ 402879 h 2053176"/>
              <a:gd name="connsiteX14026" fmla="*/ 7871124 w 12188965"/>
              <a:gd name="connsiteY14026" fmla="*/ 415767 h 2053176"/>
              <a:gd name="connsiteX14027" fmla="*/ 7858237 w 12188965"/>
              <a:gd name="connsiteY14027" fmla="*/ 428655 h 2053176"/>
              <a:gd name="connsiteX14028" fmla="*/ 7845349 w 12188965"/>
              <a:gd name="connsiteY14028" fmla="*/ 415767 h 2053176"/>
              <a:gd name="connsiteX14029" fmla="*/ 7858237 w 12188965"/>
              <a:gd name="connsiteY14029" fmla="*/ 402879 h 2053176"/>
              <a:gd name="connsiteX14030" fmla="*/ 7794032 w 12188965"/>
              <a:gd name="connsiteY14030" fmla="*/ 402879 h 2053176"/>
              <a:gd name="connsiteX14031" fmla="*/ 7806920 w 12188965"/>
              <a:gd name="connsiteY14031" fmla="*/ 415767 h 2053176"/>
              <a:gd name="connsiteX14032" fmla="*/ 7794032 w 12188965"/>
              <a:gd name="connsiteY14032" fmla="*/ 428655 h 2053176"/>
              <a:gd name="connsiteX14033" fmla="*/ 7781144 w 12188965"/>
              <a:gd name="connsiteY14033" fmla="*/ 415767 h 2053176"/>
              <a:gd name="connsiteX14034" fmla="*/ 7794032 w 12188965"/>
              <a:gd name="connsiteY14034" fmla="*/ 402879 h 2053176"/>
              <a:gd name="connsiteX14035" fmla="*/ 7665506 w 12188965"/>
              <a:gd name="connsiteY14035" fmla="*/ 402879 h 2053176"/>
              <a:gd name="connsiteX14036" fmla="*/ 7678394 w 12188965"/>
              <a:gd name="connsiteY14036" fmla="*/ 415767 h 2053176"/>
              <a:gd name="connsiteX14037" fmla="*/ 7665506 w 12188965"/>
              <a:gd name="connsiteY14037" fmla="*/ 428655 h 2053176"/>
              <a:gd name="connsiteX14038" fmla="*/ 7652618 w 12188965"/>
              <a:gd name="connsiteY14038" fmla="*/ 415767 h 2053176"/>
              <a:gd name="connsiteX14039" fmla="*/ 7665506 w 12188965"/>
              <a:gd name="connsiteY14039" fmla="*/ 402879 h 2053176"/>
              <a:gd name="connsiteX14040" fmla="*/ 5486655 w 12188965"/>
              <a:gd name="connsiteY14040" fmla="*/ 402879 h 2053176"/>
              <a:gd name="connsiteX14041" fmla="*/ 5499543 w 12188965"/>
              <a:gd name="connsiteY14041" fmla="*/ 415767 h 2053176"/>
              <a:gd name="connsiteX14042" fmla="*/ 5486655 w 12188965"/>
              <a:gd name="connsiteY14042" fmla="*/ 428655 h 2053176"/>
              <a:gd name="connsiteX14043" fmla="*/ 5473769 w 12188965"/>
              <a:gd name="connsiteY14043" fmla="*/ 415767 h 2053176"/>
              <a:gd name="connsiteX14044" fmla="*/ 5486655 w 12188965"/>
              <a:gd name="connsiteY14044" fmla="*/ 402879 h 2053176"/>
              <a:gd name="connsiteX14045" fmla="*/ 4651872 w 12188965"/>
              <a:gd name="connsiteY14045" fmla="*/ 402879 h 2053176"/>
              <a:gd name="connsiteX14046" fmla="*/ 4664758 w 12188965"/>
              <a:gd name="connsiteY14046" fmla="*/ 415767 h 2053176"/>
              <a:gd name="connsiteX14047" fmla="*/ 4651872 w 12188965"/>
              <a:gd name="connsiteY14047" fmla="*/ 428655 h 2053176"/>
              <a:gd name="connsiteX14048" fmla="*/ 4638984 w 12188965"/>
              <a:gd name="connsiteY14048" fmla="*/ 415767 h 2053176"/>
              <a:gd name="connsiteX14049" fmla="*/ 4651872 w 12188965"/>
              <a:gd name="connsiteY14049" fmla="*/ 402879 h 2053176"/>
              <a:gd name="connsiteX14050" fmla="*/ 2853891 w 12188965"/>
              <a:gd name="connsiteY14050" fmla="*/ 402879 h 2053176"/>
              <a:gd name="connsiteX14051" fmla="*/ 2866779 w 12188965"/>
              <a:gd name="connsiteY14051" fmla="*/ 415767 h 2053176"/>
              <a:gd name="connsiteX14052" fmla="*/ 2853891 w 12188965"/>
              <a:gd name="connsiteY14052" fmla="*/ 428655 h 2053176"/>
              <a:gd name="connsiteX14053" fmla="*/ 2841003 w 12188965"/>
              <a:gd name="connsiteY14053" fmla="*/ 415767 h 2053176"/>
              <a:gd name="connsiteX14054" fmla="*/ 2853891 w 12188965"/>
              <a:gd name="connsiteY14054" fmla="*/ 402879 h 2053176"/>
              <a:gd name="connsiteX14055" fmla="*/ 2340133 w 12188965"/>
              <a:gd name="connsiteY14055" fmla="*/ 402879 h 2053176"/>
              <a:gd name="connsiteX14056" fmla="*/ 2353019 w 12188965"/>
              <a:gd name="connsiteY14056" fmla="*/ 415767 h 2053176"/>
              <a:gd name="connsiteX14057" fmla="*/ 2340133 w 12188965"/>
              <a:gd name="connsiteY14057" fmla="*/ 428655 h 2053176"/>
              <a:gd name="connsiteX14058" fmla="*/ 2327245 w 12188965"/>
              <a:gd name="connsiteY14058" fmla="*/ 415767 h 2053176"/>
              <a:gd name="connsiteX14059" fmla="*/ 2340133 w 12188965"/>
              <a:gd name="connsiteY14059" fmla="*/ 402879 h 2053176"/>
              <a:gd name="connsiteX14060" fmla="*/ 2147633 w 12188965"/>
              <a:gd name="connsiteY14060" fmla="*/ 402879 h 2053176"/>
              <a:gd name="connsiteX14061" fmla="*/ 2160520 w 12188965"/>
              <a:gd name="connsiteY14061" fmla="*/ 415767 h 2053176"/>
              <a:gd name="connsiteX14062" fmla="*/ 2147633 w 12188965"/>
              <a:gd name="connsiteY14062" fmla="*/ 428655 h 2053176"/>
              <a:gd name="connsiteX14063" fmla="*/ 2134746 w 12188965"/>
              <a:gd name="connsiteY14063" fmla="*/ 415767 h 2053176"/>
              <a:gd name="connsiteX14064" fmla="*/ 2147633 w 12188965"/>
              <a:gd name="connsiteY14064" fmla="*/ 402879 h 2053176"/>
              <a:gd name="connsiteX14065" fmla="*/ 2083427 w 12188965"/>
              <a:gd name="connsiteY14065" fmla="*/ 402879 h 2053176"/>
              <a:gd name="connsiteX14066" fmla="*/ 2096314 w 12188965"/>
              <a:gd name="connsiteY14066" fmla="*/ 415767 h 2053176"/>
              <a:gd name="connsiteX14067" fmla="*/ 2083427 w 12188965"/>
              <a:gd name="connsiteY14067" fmla="*/ 428655 h 2053176"/>
              <a:gd name="connsiteX14068" fmla="*/ 2070540 w 12188965"/>
              <a:gd name="connsiteY14068" fmla="*/ 415767 h 2053176"/>
              <a:gd name="connsiteX14069" fmla="*/ 2083427 w 12188965"/>
              <a:gd name="connsiteY14069" fmla="*/ 402879 h 2053176"/>
              <a:gd name="connsiteX14070" fmla="*/ 1954901 w 12188965"/>
              <a:gd name="connsiteY14070" fmla="*/ 402879 h 2053176"/>
              <a:gd name="connsiteX14071" fmla="*/ 1967788 w 12188965"/>
              <a:gd name="connsiteY14071" fmla="*/ 415767 h 2053176"/>
              <a:gd name="connsiteX14072" fmla="*/ 1954901 w 12188965"/>
              <a:gd name="connsiteY14072" fmla="*/ 428655 h 2053176"/>
              <a:gd name="connsiteX14073" fmla="*/ 1942013 w 12188965"/>
              <a:gd name="connsiteY14073" fmla="*/ 415767 h 2053176"/>
              <a:gd name="connsiteX14074" fmla="*/ 1954901 w 12188965"/>
              <a:gd name="connsiteY14074" fmla="*/ 402879 h 2053176"/>
              <a:gd name="connsiteX14075" fmla="*/ 10619297 w 12188965"/>
              <a:gd name="connsiteY14075" fmla="*/ 390108 h 2053176"/>
              <a:gd name="connsiteX14076" fmla="*/ 10644955 w 12188965"/>
              <a:gd name="connsiteY14076" fmla="*/ 415767 h 2053176"/>
              <a:gd name="connsiteX14077" fmla="*/ 10619297 w 12188965"/>
              <a:gd name="connsiteY14077" fmla="*/ 441426 h 2053176"/>
              <a:gd name="connsiteX14078" fmla="*/ 10593639 w 12188965"/>
              <a:gd name="connsiteY14078" fmla="*/ 415767 h 2053176"/>
              <a:gd name="connsiteX14079" fmla="*/ 10619297 w 12188965"/>
              <a:gd name="connsiteY14079" fmla="*/ 390108 h 2053176"/>
              <a:gd name="connsiteX14080" fmla="*/ 4908693 w 12188965"/>
              <a:gd name="connsiteY14080" fmla="*/ 390108 h 2053176"/>
              <a:gd name="connsiteX14081" fmla="*/ 4934352 w 12188965"/>
              <a:gd name="connsiteY14081" fmla="*/ 415767 h 2053176"/>
              <a:gd name="connsiteX14082" fmla="*/ 4908693 w 12188965"/>
              <a:gd name="connsiteY14082" fmla="*/ 441426 h 2053176"/>
              <a:gd name="connsiteX14083" fmla="*/ 4883033 w 12188965"/>
              <a:gd name="connsiteY14083" fmla="*/ 415767 h 2053176"/>
              <a:gd name="connsiteX14084" fmla="*/ 4908693 w 12188965"/>
              <a:gd name="connsiteY14084" fmla="*/ 390108 h 2053176"/>
              <a:gd name="connsiteX14085" fmla="*/ 11197259 w 12188965"/>
              <a:gd name="connsiteY14085" fmla="*/ 335772 h 2053176"/>
              <a:gd name="connsiteX14086" fmla="*/ 11210147 w 12188965"/>
              <a:gd name="connsiteY14086" fmla="*/ 348659 h 2053176"/>
              <a:gd name="connsiteX14087" fmla="*/ 11197259 w 12188965"/>
              <a:gd name="connsiteY14087" fmla="*/ 361547 h 2053176"/>
              <a:gd name="connsiteX14088" fmla="*/ 11184374 w 12188965"/>
              <a:gd name="connsiteY14088" fmla="*/ 348659 h 2053176"/>
              <a:gd name="connsiteX14089" fmla="*/ 11197259 w 12188965"/>
              <a:gd name="connsiteY14089" fmla="*/ 335772 h 2053176"/>
              <a:gd name="connsiteX14090" fmla="*/ 10362474 w 12188965"/>
              <a:gd name="connsiteY14090" fmla="*/ 335772 h 2053176"/>
              <a:gd name="connsiteX14091" fmla="*/ 10375362 w 12188965"/>
              <a:gd name="connsiteY14091" fmla="*/ 348659 h 2053176"/>
              <a:gd name="connsiteX14092" fmla="*/ 10362474 w 12188965"/>
              <a:gd name="connsiteY14092" fmla="*/ 361547 h 2053176"/>
              <a:gd name="connsiteX14093" fmla="*/ 10349589 w 12188965"/>
              <a:gd name="connsiteY14093" fmla="*/ 348659 h 2053176"/>
              <a:gd name="connsiteX14094" fmla="*/ 10362474 w 12188965"/>
              <a:gd name="connsiteY14094" fmla="*/ 335772 h 2053176"/>
              <a:gd name="connsiteX14095" fmla="*/ 8564495 w 12188965"/>
              <a:gd name="connsiteY14095" fmla="*/ 335772 h 2053176"/>
              <a:gd name="connsiteX14096" fmla="*/ 8577383 w 12188965"/>
              <a:gd name="connsiteY14096" fmla="*/ 348659 h 2053176"/>
              <a:gd name="connsiteX14097" fmla="*/ 8564495 w 12188965"/>
              <a:gd name="connsiteY14097" fmla="*/ 361547 h 2053176"/>
              <a:gd name="connsiteX14098" fmla="*/ 8551607 w 12188965"/>
              <a:gd name="connsiteY14098" fmla="*/ 348659 h 2053176"/>
              <a:gd name="connsiteX14099" fmla="*/ 8564495 w 12188965"/>
              <a:gd name="connsiteY14099" fmla="*/ 335772 h 2053176"/>
              <a:gd name="connsiteX14100" fmla="*/ 8050737 w 12188965"/>
              <a:gd name="connsiteY14100" fmla="*/ 335772 h 2053176"/>
              <a:gd name="connsiteX14101" fmla="*/ 8063625 w 12188965"/>
              <a:gd name="connsiteY14101" fmla="*/ 348659 h 2053176"/>
              <a:gd name="connsiteX14102" fmla="*/ 8050737 w 12188965"/>
              <a:gd name="connsiteY14102" fmla="*/ 361547 h 2053176"/>
              <a:gd name="connsiteX14103" fmla="*/ 8037849 w 12188965"/>
              <a:gd name="connsiteY14103" fmla="*/ 348659 h 2053176"/>
              <a:gd name="connsiteX14104" fmla="*/ 8050737 w 12188965"/>
              <a:gd name="connsiteY14104" fmla="*/ 335772 h 2053176"/>
              <a:gd name="connsiteX14105" fmla="*/ 7858237 w 12188965"/>
              <a:gd name="connsiteY14105" fmla="*/ 335772 h 2053176"/>
              <a:gd name="connsiteX14106" fmla="*/ 7871124 w 12188965"/>
              <a:gd name="connsiteY14106" fmla="*/ 348659 h 2053176"/>
              <a:gd name="connsiteX14107" fmla="*/ 7858237 w 12188965"/>
              <a:gd name="connsiteY14107" fmla="*/ 361547 h 2053176"/>
              <a:gd name="connsiteX14108" fmla="*/ 7845349 w 12188965"/>
              <a:gd name="connsiteY14108" fmla="*/ 348659 h 2053176"/>
              <a:gd name="connsiteX14109" fmla="*/ 7858237 w 12188965"/>
              <a:gd name="connsiteY14109" fmla="*/ 335772 h 2053176"/>
              <a:gd name="connsiteX14110" fmla="*/ 7794032 w 12188965"/>
              <a:gd name="connsiteY14110" fmla="*/ 335772 h 2053176"/>
              <a:gd name="connsiteX14111" fmla="*/ 7806920 w 12188965"/>
              <a:gd name="connsiteY14111" fmla="*/ 348659 h 2053176"/>
              <a:gd name="connsiteX14112" fmla="*/ 7794032 w 12188965"/>
              <a:gd name="connsiteY14112" fmla="*/ 361547 h 2053176"/>
              <a:gd name="connsiteX14113" fmla="*/ 7781144 w 12188965"/>
              <a:gd name="connsiteY14113" fmla="*/ 348659 h 2053176"/>
              <a:gd name="connsiteX14114" fmla="*/ 7794032 w 12188965"/>
              <a:gd name="connsiteY14114" fmla="*/ 335772 h 2053176"/>
              <a:gd name="connsiteX14115" fmla="*/ 7665506 w 12188965"/>
              <a:gd name="connsiteY14115" fmla="*/ 335772 h 2053176"/>
              <a:gd name="connsiteX14116" fmla="*/ 7678394 w 12188965"/>
              <a:gd name="connsiteY14116" fmla="*/ 348659 h 2053176"/>
              <a:gd name="connsiteX14117" fmla="*/ 7665506 w 12188965"/>
              <a:gd name="connsiteY14117" fmla="*/ 361547 h 2053176"/>
              <a:gd name="connsiteX14118" fmla="*/ 7652618 w 12188965"/>
              <a:gd name="connsiteY14118" fmla="*/ 348659 h 2053176"/>
              <a:gd name="connsiteX14119" fmla="*/ 7665506 w 12188965"/>
              <a:gd name="connsiteY14119" fmla="*/ 335772 h 2053176"/>
              <a:gd name="connsiteX14120" fmla="*/ 5486655 w 12188965"/>
              <a:gd name="connsiteY14120" fmla="*/ 335772 h 2053176"/>
              <a:gd name="connsiteX14121" fmla="*/ 5499543 w 12188965"/>
              <a:gd name="connsiteY14121" fmla="*/ 348659 h 2053176"/>
              <a:gd name="connsiteX14122" fmla="*/ 5486655 w 12188965"/>
              <a:gd name="connsiteY14122" fmla="*/ 361547 h 2053176"/>
              <a:gd name="connsiteX14123" fmla="*/ 5473769 w 12188965"/>
              <a:gd name="connsiteY14123" fmla="*/ 348659 h 2053176"/>
              <a:gd name="connsiteX14124" fmla="*/ 5486655 w 12188965"/>
              <a:gd name="connsiteY14124" fmla="*/ 335772 h 2053176"/>
              <a:gd name="connsiteX14125" fmla="*/ 4651872 w 12188965"/>
              <a:gd name="connsiteY14125" fmla="*/ 335772 h 2053176"/>
              <a:gd name="connsiteX14126" fmla="*/ 4664758 w 12188965"/>
              <a:gd name="connsiteY14126" fmla="*/ 348659 h 2053176"/>
              <a:gd name="connsiteX14127" fmla="*/ 4651872 w 12188965"/>
              <a:gd name="connsiteY14127" fmla="*/ 361547 h 2053176"/>
              <a:gd name="connsiteX14128" fmla="*/ 4638984 w 12188965"/>
              <a:gd name="connsiteY14128" fmla="*/ 348659 h 2053176"/>
              <a:gd name="connsiteX14129" fmla="*/ 4651872 w 12188965"/>
              <a:gd name="connsiteY14129" fmla="*/ 335772 h 2053176"/>
              <a:gd name="connsiteX14130" fmla="*/ 2853891 w 12188965"/>
              <a:gd name="connsiteY14130" fmla="*/ 335772 h 2053176"/>
              <a:gd name="connsiteX14131" fmla="*/ 2866779 w 12188965"/>
              <a:gd name="connsiteY14131" fmla="*/ 348659 h 2053176"/>
              <a:gd name="connsiteX14132" fmla="*/ 2853891 w 12188965"/>
              <a:gd name="connsiteY14132" fmla="*/ 361547 h 2053176"/>
              <a:gd name="connsiteX14133" fmla="*/ 2841003 w 12188965"/>
              <a:gd name="connsiteY14133" fmla="*/ 348659 h 2053176"/>
              <a:gd name="connsiteX14134" fmla="*/ 2853891 w 12188965"/>
              <a:gd name="connsiteY14134" fmla="*/ 335772 h 2053176"/>
              <a:gd name="connsiteX14135" fmla="*/ 2340133 w 12188965"/>
              <a:gd name="connsiteY14135" fmla="*/ 335772 h 2053176"/>
              <a:gd name="connsiteX14136" fmla="*/ 2353019 w 12188965"/>
              <a:gd name="connsiteY14136" fmla="*/ 348659 h 2053176"/>
              <a:gd name="connsiteX14137" fmla="*/ 2340133 w 12188965"/>
              <a:gd name="connsiteY14137" fmla="*/ 361547 h 2053176"/>
              <a:gd name="connsiteX14138" fmla="*/ 2327245 w 12188965"/>
              <a:gd name="connsiteY14138" fmla="*/ 348659 h 2053176"/>
              <a:gd name="connsiteX14139" fmla="*/ 2340133 w 12188965"/>
              <a:gd name="connsiteY14139" fmla="*/ 335772 h 2053176"/>
              <a:gd name="connsiteX14140" fmla="*/ 2147633 w 12188965"/>
              <a:gd name="connsiteY14140" fmla="*/ 335772 h 2053176"/>
              <a:gd name="connsiteX14141" fmla="*/ 2160520 w 12188965"/>
              <a:gd name="connsiteY14141" fmla="*/ 348659 h 2053176"/>
              <a:gd name="connsiteX14142" fmla="*/ 2147633 w 12188965"/>
              <a:gd name="connsiteY14142" fmla="*/ 361547 h 2053176"/>
              <a:gd name="connsiteX14143" fmla="*/ 2134746 w 12188965"/>
              <a:gd name="connsiteY14143" fmla="*/ 348659 h 2053176"/>
              <a:gd name="connsiteX14144" fmla="*/ 2147633 w 12188965"/>
              <a:gd name="connsiteY14144" fmla="*/ 335772 h 2053176"/>
              <a:gd name="connsiteX14145" fmla="*/ 2083427 w 12188965"/>
              <a:gd name="connsiteY14145" fmla="*/ 335772 h 2053176"/>
              <a:gd name="connsiteX14146" fmla="*/ 2096314 w 12188965"/>
              <a:gd name="connsiteY14146" fmla="*/ 348659 h 2053176"/>
              <a:gd name="connsiteX14147" fmla="*/ 2083427 w 12188965"/>
              <a:gd name="connsiteY14147" fmla="*/ 361547 h 2053176"/>
              <a:gd name="connsiteX14148" fmla="*/ 2070540 w 12188965"/>
              <a:gd name="connsiteY14148" fmla="*/ 348659 h 2053176"/>
              <a:gd name="connsiteX14149" fmla="*/ 2083427 w 12188965"/>
              <a:gd name="connsiteY14149" fmla="*/ 335772 h 2053176"/>
              <a:gd name="connsiteX14150" fmla="*/ 1954901 w 12188965"/>
              <a:gd name="connsiteY14150" fmla="*/ 335772 h 2053176"/>
              <a:gd name="connsiteX14151" fmla="*/ 1967788 w 12188965"/>
              <a:gd name="connsiteY14151" fmla="*/ 348659 h 2053176"/>
              <a:gd name="connsiteX14152" fmla="*/ 1954901 w 12188965"/>
              <a:gd name="connsiteY14152" fmla="*/ 361547 h 2053176"/>
              <a:gd name="connsiteX14153" fmla="*/ 1942013 w 12188965"/>
              <a:gd name="connsiteY14153" fmla="*/ 348659 h 2053176"/>
              <a:gd name="connsiteX14154" fmla="*/ 1954901 w 12188965"/>
              <a:gd name="connsiteY14154" fmla="*/ 335772 h 2053176"/>
              <a:gd name="connsiteX14155" fmla="*/ 10619297 w 12188965"/>
              <a:gd name="connsiteY14155" fmla="*/ 323000 h 2053176"/>
              <a:gd name="connsiteX14156" fmla="*/ 10644955 w 12188965"/>
              <a:gd name="connsiteY14156" fmla="*/ 348659 h 2053176"/>
              <a:gd name="connsiteX14157" fmla="*/ 10619297 w 12188965"/>
              <a:gd name="connsiteY14157" fmla="*/ 374318 h 2053176"/>
              <a:gd name="connsiteX14158" fmla="*/ 10593639 w 12188965"/>
              <a:gd name="connsiteY14158" fmla="*/ 348659 h 2053176"/>
              <a:gd name="connsiteX14159" fmla="*/ 10619297 w 12188965"/>
              <a:gd name="connsiteY14159" fmla="*/ 323000 h 2053176"/>
              <a:gd name="connsiteX14160" fmla="*/ 4908693 w 12188965"/>
              <a:gd name="connsiteY14160" fmla="*/ 323000 h 2053176"/>
              <a:gd name="connsiteX14161" fmla="*/ 4934352 w 12188965"/>
              <a:gd name="connsiteY14161" fmla="*/ 348659 h 2053176"/>
              <a:gd name="connsiteX14162" fmla="*/ 4908693 w 12188965"/>
              <a:gd name="connsiteY14162" fmla="*/ 374318 h 2053176"/>
              <a:gd name="connsiteX14163" fmla="*/ 4883033 w 12188965"/>
              <a:gd name="connsiteY14163" fmla="*/ 348659 h 2053176"/>
              <a:gd name="connsiteX14164" fmla="*/ 4908693 w 12188965"/>
              <a:gd name="connsiteY14164" fmla="*/ 323000 h 2053176"/>
              <a:gd name="connsiteX14165" fmla="*/ 11197259 w 12188965"/>
              <a:gd name="connsiteY14165" fmla="*/ 268548 h 2053176"/>
              <a:gd name="connsiteX14166" fmla="*/ 11210147 w 12188965"/>
              <a:gd name="connsiteY14166" fmla="*/ 281435 h 2053176"/>
              <a:gd name="connsiteX14167" fmla="*/ 11197259 w 12188965"/>
              <a:gd name="connsiteY14167" fmla="*/ 294323 h 2053176"/>
              <a:gd name="connsiteX14168" fmla="*/ 11184374 w 12188965"/>
              <a:gd name="connsiteY14168" fmla="*/ 281435 h 2053176"/>
              <a:gd name="connsiteX14169" fmla="*/ 11197259 w 12188965"/>
              <a:gd name="connsiteY14169" fmla="*/ 268548 h 2053176"/>
              <a:gd name="connsiteX14170" fmla="*/ 10619297 w 12188965"/>
              <a:gd name="connsiteY14170" fmla="*/ 268548 h 2053176"/>
              <a:gd name="connsiteX14171" fmla="*/ 10632182 w 12188965"/>
              <a:gd name="connsiteY14171" fmla="*/ 281435 h 2053176"/>
              <a:gd name="connsiteX14172" fmla="*/ 10619297 w 12188965"/>
              <a:gd name="connsiteY14172" fmla="*/ 294323 h 2053176"/>
              <a:gd name="connsiteX14173" fmla="*/ 10606409 w 12188965"/>
              <a:gd name="connsiteY14173" fmla="*/ 281435 h 2053176"/>
              <a:gd name="connsiteX14174" fmla="*/ 10619297 w 12188965"/>
              <a:gd name="connsiteY14174" fmla="*/ 268548 h 2053176"/>
              <a:gd name="connsiteX14175" fmla="*/ 10362474 w 12188965"/>
              <a:gd name="connsiteY14175" fmla="*/ 268548 h 2053176"/>
              <a:gd name="connsiteX14176" fmla="*/ 10375362 w 12188965"/>
              <a:gd name="connsiteY14176" fmla="*/ 281435 h 2053176"/>
              <a:gd name="connsiteX14177" fmla="*/ 10362474 w 12188965"/>
              <a:gd name="connsiteY14177" fmla="*/ 294323 h 2053176"/>
              <a:gd name="connsiteX14178" fmla="*/ 10349589 w 12188965"/>
              <a:gd name="connsiteY14178" fmla="*/ 281435 h 2053176"/>
              <a:gd name="connsiteX14179" fmla="*/ 10362474 w 12188965"/>
              <a:gd name="connsiteY14179" fmla="*/ 268548 h 2053176"/>
              <a:gd name="connsiteX14180" fmla="*/ 8564495 w 12188965"/>
              <a:gd name="connsiteY14180" fmla="*/ 268548 h 2053176"/>
              <a:gd name="connsiteX14181" fmla="*/ 8577383 w 12188965"/>
              <a:gd name="connsiteY14181" fmla="*/ 281435 h 2053176"/>
              <a:gd name="connsiteX14182" fmla="*/ 8564495 w 12188965"/>
              <a:gd name="connsiteY14182" fmla="*/ 294323 h 2053176"/>
              <a:gd name="connsiteX14183" fmla="*/ 8551607 w 12188965"/>
              <a:gd name="connsiteY14183" fmla="*/ 281435 h 2053176"/>
              <a:gd name="connsiteX14184" fmla="*/ 8564495 w 12188965"/>
              <a:gd name="connsiteY14184" fmla="*/ 268548 h 2053176"/>
              <a:gd name="connsiteX14185" fmla="*/ 7858237 w 12188965"/>
              <a:gd name="connsiteY14185" fmla="*/ 268548 h 2053176"/>
              <a:gd name="connsiteX14186" fmla="*/ 7871124 w 12188965"/>
              <a:gd name="connsiteY14186" fmla="*/ 281435 h 2053176"/>
              <a:gd name="connsiteX14187" fmla="*/ 7858237 w 12188965"/>
              <a:gd name="connsiteY14187" fmla="*/ 294323 h 2053176"/>
              <a:gd name="connsiteX14188" fmla="*/ 7845349 w 12188965"/>
              <a:gd name="connsiteY14188" fmla="*/ 281435 h 2053176"/>
              <a:gd name="connsiteX14189" fmla="*/ 7858237 w 12188965"/>
              <a:gd name="connsiteY14189" fmla="*/ 268548 h 2053176"/>
              <a:gd name="connsiteX14190" fmla="*/ 7794032 w 12188965"/>
              <a:gd name="connsiteY14190" fmla="*/ 268548 h 2053176"/>
              <a:gd name="connsiteX14191" fmla="*/ 7806920 w 12188965"/>
              <a:gd name="connsiteY14191" fmla="*/ 281435 h 2053176"/>
              <a:gd name="connsiteX14192" fmla="*/ 7794032 w 12188965"/>
              <a:gd name="connsiteY14192" fmla="*/ 294323 h 2053176"/>
              <a:gd name="connsiteX14193" fmla="*/ 7781144 w 12188965"/>
              <a:gd name="connsiteY14193" fmla="*/ 281435 h 2053176"/>
              <a:gd name="connsiteX14194" fmla="*/ 7794032 w 12188965"/>
              <a:gd name="connsiteY14194" fmla="*/ 268548 h 2053176"/>
              <a:gd name="connsiteX14195" fmla="*/ 7665506 w 12188965"/>
              <a:gd name="connsiteY14195" fmla="*/ 268548 h 2053176"/>
              <a:gd name="connsiteX14196" fmla="*/ 7678394 w 12188965"/>
              <a:gd name="connsiteY14196" fmla="*/ 281435 h 2053176"/>
              <a:gd name="connsiteX14197" fmla="*/ 7665506 w 12188965"/>
              <a:gd name="connsiteY14197" fmla="*/ 294323 h 2053176"/>
              <a:gd name="connsiteX14198" fmla="*/ 7652618 w 12188965"/>
              <a:gd name="connsiteY14198" fmla="*/ 281435 h 2053176"/>
              <a:gd name="connsiteX14199" fmla="*/ 7665506 w 12188965"/>
              <a:gd name="connsiteY14199" fmla="*/ 268548 h 2053176"/>
              <a:gd name="connsiteX14200" fmla="*/ 5486655 w 12188965"/>
              <a:gd name="connsiteY14200" fmla="*/ 268548 h 2053176"/>
              <a:gd name="connsiteX14201" fmla="*/ 5499543 w 12188965"/>
              <a:gd name="connsiteY14201" fmla="*/ 281435 h 2053176"/>
              <a:gd name="connsiteX14202" fmla="*/ 5486655 w 12188965"/>
              <a:gd name="connsiteY14202" fmla="*/ 294323 h 2053176"/>
              <a:gd name="connsiteX14203" fmla="*/ 5473769 w 12188965"/>
              <a:gd name="connsiteY14203" fmla="*/ 281435 h 2053176"/>
              <a:gd name="connsiteX14204" fmla="*/ 5486655 w 12188965"/>
              <a:gd name="connsiteY14204" fmla="*/ 268548 h 2053176"/>
              <a:gd name="connsiteX14205" fmla="*/ 4908693 w 12188965"/>
              <a:gd name="connsiteY14205" fmla="*/ 268548 h 2053176"/>
              <a:gd name="connsiteX14206" fmla="*/ 4921580 w 12188965"/>
              <a:gd name="connsiteY14206" fmla="*/ 281435 h 2053176"/>
              <a:gd name="connsiteX14207" fmla="*/ 4908693 w 12188965"/>
              <a:gd name="connsiteY14207" fmla="*/ 294323 h 2053176"/>
              <a:gd name="connsiteX14208" fmla="*/ 4895806 w 12188965"/>
              <a:gd name="connsiteY14208" fmla="*/ 281435 h 2053176"/>
              <a:gd name="connsiteX14209" fmla="*/ 4908693 w 12188965"/>
              <a:gd name="connsiteY14209" fmla="*/ 268548 h 2053176"/>
              <a:gd name="connsiteX14210" fmla="*/ 4651872 w 12188965"/>
              <a:gd name="connsiteY14210" fmla="*/ 268548 h 2053176"/>
              <a:gd name="connsiteX14211" fmla="*/ 4664758 w 12188965"/>
              <a:gd name="connsiteY14211" fmla="*/ 281435 h 2053176"/>
              <a:gd name="connsiteX14212" fmla="*/ 4651872 w 12188965"/>
              <a:gd name="connsiteY14212" fmla="*/ 294323 h 2053176"/>
              <a:gd name="connsiteX14213" fmla="*/ 4638984 w 12188965"/>
              <a:gd name="connsiteY14213" fmla="*/ 281435 h 2053176"/>
              <a:gd name="connsiteX14214" fmla="*/ 4651872 w 12188965"/>
              <a:gd name="connsiteY14214" fmla="*/ 268548 h 2053176"/>
              <a:gd name="connsiteX14215" fmla="*/ 2853891 w 12188965"/>
              <a:gd name="connsiteY14215" fmla="*/ 268548 h 2053176"/>
              <a:gd name="connsiteX14216" fmla="*/ 2866779 w 12188965"/>
              <a:gd name="connsiteY14216" fmla="*/ 281435 h 2053176"/>
              <a:gd name="connsiteX14217" fmla="*/ 2853891 w 12188965"/>
              <a:gd name="connsiteY14217" fmla="*/ 294323 h 2053176"/>
              <a:gd name="connsiteX14218" fmla="*/ 2841003 w 12188965"/>
              <a:gd name="connsiteY14218" fmla="*/ 281435 h 2053176"/>
              <a:gd name="connsiteX14219" fmla="*/ 2853891 w 12188965"/>
              <a:gd name="connsiteY14219" fmla="*/ 268548 h 2053176"/>
              <a:gd name="connsiteX14220" fmla="*/ 2147633 w 12188965"/>
              <a:gd name="connsiteY14220" fmla="*/ 268548 h 2053176"/>
              <a:gd name="connsiteX14221" fmla="*/ 2160520 w 12188965"/>
              <a:gd name="connsiteY14221" fmla="*/ 281435 h 2053176"/>
              <a:gd name="connsiteX14222" fmla="*/ 2147633 w 12188965"/>
              <a:gd name="connsiteY14222" fmla="*/ 294323 h 2053176"/>
              <a:gd name="connsiteX14223" fmla="*/ 2134746 w 12188965"/>
              <a:gd name="connsiteY14223" fmla="*/ 281435 h 2053176"/>
              <a:gd name="connsiteX14224" fmla="*/ 2147633 w 12188965"/>
              <a:gd name="connsiteY14224" fmla="*/ 268548 h 2053176"/>
              <a:gd name="connsiteX14225" fmla="*/ 2083427 w 12188965"/>
              <a:gd name="connsiteY14225" fmla="*/ 268548 h 2053176"/>
              <a:gd name="connsiteX14226" fmla="*/ 2096314 w 12188965"/>
              <a:gd name="connsiteY14226" fmla="*/ 281435 h 2053176"/>
              <a:gd name="connsiteX14227" fmla="*/ 2083427 w 12188965"/>
              <a:gd name="connsiteY14227" fmla="*/ 294323 h 2053176"/>
              <a:gd name="connsiteX14228" fmla="*/ 2070540 w 12188965"/>
              <a:gd name="connsiteY14228" fmla="*/ 281435 h 2053176"/>
              <a:gd name="connsiteX14229" fmla="*/ 2083427 w 12188965"/>
              <a:gd name="connsiteY14229" fmla="*/ 268548 h 2053176"/>
              <a:gd name="connsiteX14230" fmla="*/ 1954901 w 12188965"/>
              <a:gd name="connsiteY14230" fmla="*/ 268548 h 2053176"/>
              <a:gd name="connsiteX14231" fmla="*/ 1967788 w 12188965"/>
              <a:gd name="connsiteY14231" fmla="*/ 281435 h 2053176"/>
              <a:gd name="connsiteX14232" fmla="*/ 1954901 w 12188965"/>
              <a:gd name="connsiteY14232" fmla="*/ 294323 h 2053176"/>
              <a:gd name="connsiteX14233" fmla="*/ 1942013 w 12188965"/>
              <a:gd name="connsiteY14233" fmla="*/ 281435 h 2053176"/>
              <a:gd name="connsiteX14234" fmla="*/ 1954901 w 12188965"/>
              <a:gd name="connsiteY14234" fmla="*/ 268548 h 2053176"/>
              <a:gd name="connsiteX14235" fmla="*/ 10619297 w 12188965"/>
              <a:gd name="connsiteY14235" fmla="*/ 201440 h 2053176"/>
              <a:gd name="connsiteX14236" fmla="*/ 10632182 w 12188965"/>
              <a:gd name="connsiteY14236" fmla="*/ 214327 h 2053176"/>
              <a:gd name="connsiteX14237" fmla="*/ 10619297 w 12188965"/>
              <a:gd name="connsiteY14237" fmla="*/ 227215 h 2053176"/>
              <a:gd name="connsiteX14238" fmla="*/ 10606409 w 12188965"/>
              <a:gd name="connsiteY14238" fmla="*/ 214327 h 2053176"/>
              <a:gd name="connsiteX14239" fmla="*/ 10619297 w 12188965"/>
              <a:gd name="connsiteY14239" fmla="*/ 201440 h 2053176"/>
              <a:gd name="connsiteX14240" fmla="*/ 10362474 w 12188965"/>
              <a:gd name="connsiteY14240" fmla="*/ 201440 h 2053176"/>
              <a:gd name="connsiteX14241" fmla="*/ 10375362 w 12188965"/>
              <a:gd name="connsiteY14241" fmla="*/ 214327 h 2053176"/>
              <a:gd name="connsiteX14242" fmla="*/ 10362474 w 12188965"/>
              <a:gd name="connsiteY14242" fmla="*/ 227215 h 2053176"/>
              <a:gd name="connsiteX14243" fmla="*/ 10349589 w 12188965"/>
              <a:gd name="connsiteY14243" fmla="*/ 214327 h 2053176"/>
              <a:gd name="connsiteX14244" fmla="*/ 10362474 w 12188965"/>
              <a:gd name="connsiteY14244" fmla="*/ 201440 h 2053176"/>
              <a:gd name="connsiteX14245" fmla="*/ 7858237 w 12188965"/>
              <a:gd name="connsiteY14245" fmla="*/ 201440 h 2053176"/>
              <a:gd name="connsiteX14246" fmla="*/ 7871124 w 12188965"/>
              <a:gd name="connsiteY14246" fmla="*/ 214327 h 2053176"/>
              <a:gd name="connsiteX14247" fmla="*/ 7858237 w 12188965"/>
              <a:gd name="connsiteY14247" fmla="*/ 227215 h 2053176"/>
              <a:gd name="connsiteX14248" fmla="*/ 7845349 w 12188965"/>
              <a:gd name="connsiteY14248" fmla="*/ 214327 h 2053176"/>
              <a:gd name="connsiteX14249" fmla="*/ 7858237 w 12188965"/>
              <a:gd name="connsiteY14249" fmla="*/ 201440 h 2053176"/>
              <a:gd name="connsiteX14250" fmla="*/ 7665506 w 12188965"/>
              <a:gd name="connsiteY14250" fmla="*/ 201440 h 2053176"/>
              <a:gd name="connsiteX14251" fmla="*/ 7678394 w 12188965"/>
              <a:gd name="connsiteY14251" fmla="*/ 214327 h 2053176"/>
              <a:gd name="connsiteX14252" fmla="*/ 7665506 w 12188965"/>
              <a:gd name="connsiteY14252" fmla="*/ 227215 h 2053176"/>
              <a:gd name="connsiteX14253" fmla="*/ 7652618 w 12188965"/>
              <a:gd name="connsiteY14253" fmla="*/ 214327 h 2053176"/>
              <a:gd name="connsiteX14254" fmla="*/ 7665506 w 12188965"/>
              <a:gd name="connsiteY14254" fmla="*/ 201440 h 2053176"/>
              <a:gd name="connsiteX14255" fmla="*/ 4908693 w 12188965"/>
              <a:gd name="connsiteY14255" fmla="*/ 201440 h 2053176"/>
              <a:gd name="connsiteX14256" fmla="*/ 4921580 w 12188965"/>
              <a:gd name="connsiteY14256" fmla="*/ 214327 h 2053176"/>
              <a:gd name="connsiteX14257" fmla="*/ 4908693 w 12188965"/>
              <a:gd name="connsiteY14257" fmla="*/ 227215 h 2053176"/>
              <a:gd name="connsiteX14258" fmla="*/ 4895806 w 12188965"/>
              <a:gd name="connsiteY14258" fmla="*/ 214327 h 2053176"/>
              <a:gd name="connsiteX14259" fmla="*/ 4908693 w 12188965"/>
              <a:gd name="connsiteY14259" fmla="*/ 201440 h 2053176"/>
              <a:gd name="connsiteX14260" fmla="*/ 4651872 w 12188965"/>
              <a:gd name="connsiteY14260" fmla="*/ 201440 h 2053176"/>
              <a:gd name="connsiteX14261" fmla="*/ 4664758 w 12188965"/>
              <a:gd name="connsiteY14261" fmla="*/ 214327 h 2053176"/>
              <a:gd name="connsiteX14262" fmla="*/ 4651872 w 12188965"/>
              <a:gd name="connsiteY14262" fmla="*/ 227215 h 2053176"/>
              <a:gd name="connsiteX14263" fmla="*/ 4638984 w 12188965"/>
              <a:gd name="connsiteY14263" fmla="*/ 214327 h 2053176"/>
              <a:gd name="connsiteX14264" fmla="*/ 4651872 w 12188965"/>
              <a:gd name="connsiteY14264" fmla="*/ 201440 h 2053176"/>
              <a:gd name="connsiteX14265" fmla="*/ 2147633 w 12188965"/>
              <a:gd name="connsiteY14265" fmla="*/ 201440 h 2053176"/>
              <a:gd name="connsiteX14266" fmla="*/ 2160520 w 12188965"/>
              <a:gd name="connsiteY14266" fmla="*/ 214327 h 2053176"/>
              <a:gd name="connsiteX14267" fmla="*/ 2147633 w 12188965"/>
              <a:gd name="connsiteY14267" fmla="*/ 227215 h 2053176"/>
              <a:gd name="connsiteX14268" fmla="*/ 2134746 w 12188965"/>
              <a:gd name="connsiteY14268" fmla="*/ 214327 h 2053176"/>
              <a:gd name="connsiteX14269" fmla="*/ 2147633 w 12188965"/>
              <a:gd name="connsiteY14269" fmla="*/ 201440 h 2053176"/>
              <a:gd name="connsiteX14270" fmla="*/ 1954901 w 12188965"/>
              <a:gd name="connsiteY14270" fmla="*/ 201440 h 2053176"/>
              <a:gd name="connsiteX14271" fmla="*/ 1967788 w 12188965"/>
              <a:gd name="connsiteY14271" fmla="*/ 214327 h 2053176"/>
              <a:gd name="connsiteX14272" fmla="*/ 1954901 w 12188965"/>
              <a:gd name="connsiteY14272" fmla="*/ 227215 h 2053176"/>
              <a:gd name="connsiteX14273" fmla="*/ 1942013 w 12188965"/>
              <a:gd name="connsiteY14273" fmla="*/ 214327 h 2053176"/>
              <a:gd name="connsiteX14274" fmla="*/ 1954901 w 12188965"/>
              <a:gd name="connsiteY14274" fmla="*/ 201440 h 2053176"/>
              <a:gd name="connsiteX14275" fmla="*/ 10619297 w 12188965"/>
              <a:gd name="connsiteY14275" fmla="*/ 134216 h 2053176"/>
              <a:gd name="connsiteX14276" fmla="*/ 10632182 w 12188965"/>
              <a:gd name="connsiteY14276" fmla="*/ 147103 h 2053176"/>
              <a:gd name="connsiteX14277" fmla="*/ 10619297 w 12188965"/>
              <a:gd name="connsiteY14277" fmla="*/ 159991 h 2053176"/>
              <a:gd name="connsiteX14278" fmla="*/ 10606409 w 12188965"/>
              <a:gd name="connsiteY14278" fmla="*/ 147103 h 2053176"/>
              <a:gd name="connsiteX14279" fmla="*/ 10619297 w 12188965"/>
              <a:gd name="connsiteY14279" fmla="*/ 134216 h 2053176"/>
              <a:gd name="connsiteX14280" fmla="*/ 10362474 w 12188965"/>
              <a:gd name="connsiteY14280" fmla="*/ 134216 h 2053176"/>
              <a:gd name="connsiteX14281" fmla="*/ 10375362 w 12188965"/>
              <a:gd name="connsiteY14281" fmla="*/ 147103 h 2053176"/>
              <a:gd name="connsiteX14282" fmla="*/ 10362474 w 12188965"/>
              <a:gd name="connsiteY14282" fmla="*/ 159991 h 2053176"/>
              <a:gd name="connsiteX14283" fmla="*/ 10349589 w 12188965"/>
              <a:gd name="connsiteY14283" fmla="*/ 147103 h 2053176"/>
              <a:gd name="connsiteX14284" fmla="*/ 10362474 w 12188965"/>
              <a:gd name="connsiteY14284" fmla="*/ 134216 h 2053176"/>
              <a:gd name="connsiteX14285" fmla="*/ 7858237 w 12188965"/>
              <a:gd name="connsiteY14285" fmla="*/ 134216 h 2053176"/>
              <a:gd name="connsiteX14286" fmla="*/ 7871124 w 12188965"/>
              <a:gd name="connsiteY14286" fmla="*/ 147103 h 2053176"/>
              <a:gd name="connsiteX14287" fmla="*/ 7858237 w 12188965"/>
              <a:gd name="connsiteY14287" fmla="*/ 159991 h 2053176"/>
              <a:gd name="connsiteX14288" fmla="*/ 7845349 w 12188965"/>
              <a:gd name="connsiteY14288" fmla="*/ 147103 h 2053176"/>
              <a:gd name="connsiteX14289" fmla="*/ 7858237 w 12188965"/>
              <a:gd name="connsiteY14289" fmla="*/ 134216 h 2053176"/>
              <a:gd name="connsiteX14290" fmla="*/ 7665506 w 12188965"/>
              <a:gd name="connsiteY14290" fmla="*/ 134216 h 2053176"/>
              <a:gd name="connsiteX14291" fmla="*/ 7678394 w 12188965"/>
              <a:gd name="connsiteY14291" fmla="*/ 147103 h 2053176"/>
              <a:gd name="connsiteX14292" fmla="*/ 7665506 w 12188965"/>
              <a:gd name="connsiteY14292" fmla="*/ 159991 h 2053176"/>
              <a:gd name="connsiteX14293" fmla="*/ 7652618 w 12188965"/>
              <a:gd name="connsiteY14293" fmla="*/ 147103 h 2053176"/>
              <a:gd name="connsiteX14294" fmla="*/ 7665506 w 12188965"/>
              <a:gd name="connsiteY14294" fmla="*/ 134216 h 2053176"/>
              <a:gd name="connsiteX14295" fmla="*/ 4908693 w 12188965"/>
              <a:gd name="connsiteY14295" fmla="*/ 134216 h 2053176"/>
              <a:gd name="connsiteX14296" fmla="*/ 4921580 w 12188965"/>
              <a:gd name="connsiteY14296" fmla="*/ 147103 h 2053176"/>
              <a:gd name="connsiteX14297" fmla="*/ 4908693 w 12188965"/>
              <a:gd name="connsiteY14297" fmla="*/ 159991 h 2053176"/>
              <a:gd name="connsiteX14298" fmla="*/ 4895806 w 12188965"/>
              <a:gd name="connsiteY14298" fmla="*/ 147103 h 2053176"/>
              <a:gd name="connsiteX14299" fmla="*/ 4908693 w 12188965"/>
              <a:gd name="connsiteY14299" fmla="*/ 134216 h 2053176"/>
              <a:gd name="connsiteX14300" fmla="*/ 4651872 w 12188965"/>
              <a:gd name="connsiteY14300" fmla="*/ 134216 h 2053176"/>
              <a:gd name="connsiteX14301" fmla="*/ 4664758 w 12188965"/>
              <a:gd name="connsiteY14301" fmla="*/ 147103 h 2053176"/>
              <a:gd name="connsiteX14302" fmla="*/ 4651872 w 12188965"/>
              <a:gd name="connsiteY14302" fmla="*/ 159991 h 2053176"/>
              <a:gd name="connsiteX14303" fmla="*/ 4638984 w 12188965"/>
              <a:gd name="connsiteY14303" fmla="*/ 147103 h 2053176"/>
              <a:gd name="connsiteX14304" fmla="*/ 4651872 w 12188965"/>
              <a:gd name="connsiteY14304" fmla="*/ 134216 h 2053176"/>
              <a:gd name="connsiteX14305" fmla="*/ 2147633 w 12188965"/>
              <a:gd name="connsiteY14305" fmla="*/ 134216 h 2053176"/>
              <a:gd name="connsiteX14306" fmla="*/ 2160520 w 12188965"/>
              <a:gd name="connsiteY14306" fmla="*/ 147103 h 2053176"/>
              <a:gd name="connsiteX14307" fmla="*/ 2147633 w 12188965"/>
              <a:gd name="connsiteY14307" fmla="*/ 159991 h 2053176"/>
              <a:gd name="connsiteX14308" fmla="*/ 2134746 w 12188965"/>
              <a:gd name="connsiteY14308" fmla="*/ 147103 h 2053176"/>
              <a:gd name="connsiteX14309" fmla="*/ 2147633 w 12188965"/>
              <a:gd name="connsiteY14309" fmla="*/ 134216 h 2053176"/>
              <a:gd name="connsiteX14310" fmla="*/ 1954901 w 12188965"/>
              <a:gd name="connsiteY14310" fmla="*/ 134216 h 2053176"/>
              <a:gd name="connsiteX14311" fmla="*/ 1967788 w 12188965"/>
              <a:gd name="connsiteY14311" fmla="*/ 147103 h 2053176"/>
              <a:gd name="connsiteX14312" fmla="*/ 1954901 w 12188965"/>
              <a:gd name="connsiteY14312" fmla="*/ 159991 h 2053176"/>
              <a:gd name="connsiteX14313" fmla="*/ 1942013 w 12188965"/>
              <a:gd name="connsiteY14313" fmla="*/ 147103 h 2053176"/>
              <a:gd name="connsiteX14314" fmla="*/ 1954901 w 12188965"/>
              <a:gd name="connsiteY14314" fmla="*/ 134216 h 2053176"/>
              <a:gd name="connsiteX14315" fmla="*/ 10619297 w 12188965"/>
              <a:gd name="connsiteY14315" fmla="*/ 67108 h 2053176"/>
              <a:gd name="connsiteX14316" fmla="*/ 10632182 w 12188965"/>
              <a:gd name="connsiteY14316" fmla="*/ 79995 h 2053176"/>
              <a:gd name="connsiteX14317" fmla="*/ 10619297 w 12188965"/>
              <a:gd name="connsiteY14317" fmla="*/ 92883 h 2053176"/>
              <a:gd name="connsiteX14318" fmla="*/ 10606409 w 12188965"/>
              <a:gd name="connsiteY14318" fmla="*/ 79995 h 2053176"/>
              <a:gd name="connsiteX14319" fmla="*/ 10619297 w 12188965"/>
              <a:gd name="connsiteY14319" fmla="*/ 67108 h 2053176"/>
              <a:gd name="connsiteX14320" fmla="*/ 4908693 w 12188965"/>
              <a:gd name="connsiteY14320" fmla="*/ 67108 h 2053176"/>
              <a:gd name="connsiteX14321" fmla="*/ 4921580 w 12188965"/>
              <a:gd name="connsiteY14321" fmla="*/ 79995 h 2053176"/>
              <a:gd name="connsiteX14322" fmla="*/ 4908693 w 12188965"/>
              <a:gd name="connsiteY14322" fmla="*/ 92883 h 2053176"/>
              <a:gd name="connsiteX14323" fmla="*/ 4895806 w 12188965"/>
              <a:gd name="connsiteY14323" fmla="*/ 79995 h 2053176"/>
              <a:gd name="connsiteX14324" fmla="*/ 4908693 w 12188965"/>
              <a:gd name="connsiteY14324" fmla="*/ 67108 h 2053176"/>
              <a:gd name="connsiteX14325" fmla="*/ 10619297 w 12188965"/>
              <a:gd name="connsiteY14325" fmla="*/ 0 h 2053176"/>
              <a:gd name="connsiteX14326" fmla="*/ 10632182 w 12188965"/>
              <a:gd name="connsiteY14326" fmla="*/ 12888 h 2053176"/>
              <a:gd name="connsiteX14327" fmla="*/ 10619297 w 12188965"/>
              <a:gd name="connsiteY14327" fmla="*/ 25775 h 2053176"/>
              <a:gd name="connsiteX14328" fmla="*/ 10606409 w 12188965"/>
              <a:gd name="connsiteY14328" fmla="*/ 12888 h 2053176"/>
              <a:gd name="connsiteX14329" fmla="*/ 10619297 w 12188965"/>
              <a:gd name="connsiteY14329" fmla="*/ 0 h 2053176"/>
              <a:gd name="connsiteX14330" fmla="*/ 4908693 w 12188965"/>
              <a:gd name="connsiteY14330" fmla="*/ 0 h 2053176"/>
              <a:gd name="connsiteX14331" fmla="*/ 4921580 w 12188965"/>
              <a:gd name="connsiteY14331" fmla="*/ 12888 h 2053176"/>
              <a:gd name="connsiteX14332" fmla="*/ 4908693 w 12188965"/>
              <a:gd name="connsiteY14332" fmla="*/ 25775 h 2053176"/>
              <a:gd name="connsiteX14333" fmla="*/ 4895806 w 12188965"/>
              <a:gd name="connsiteY14333" fmla="*/ 12888 h 2053176"/>
              <a:gd name="connsiteX14334" fmla="*/ 4908693 w 12188965"/>
              <a:gd name="connsiteY14334" fmla="*/ 0 h 205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Lst>
            <a:rect l="l" t="t" r="r" b="b"/>
            <a:pathLst>
              <a:path w="12188965" h="2053176">
                <a:moveTo>
                  <a:pt x="12163307" y="2001858"/>
                </a:moveTo>
                <a:cubicBezTo>
                  <a:pt x="12177471" y="2001858"/>
                  <a:pt x="12188965" y="2013352"/>
                  <a:pt x="12188965" y="2027517"/>
                </a:cubicBezTo>
                <a:cubicBezTo>
                  <a:pt x="12188965" y="2041682"/>
                  <a:pt x="12177471" y="2053176"/>
                  <a:pt x="12163307" y="2053176"/>
                </a:cubicBezTo>
                <a:cubicBezTo>
                  <a:pt x="12149141" y="2053176"/>
                  <a:pt x="12137649" y="2041682"/>
                  <a:pt x="12137649" y="2027517"/>
                </a:cubicBezTo>
                <a:cubicBezTo>
                  <a:pt x="12137649" y="2013352"/>
                  <a:pt x="12149141" y="2001858"/>
                  <a:pt x="12163307" y="2001858"/>
                </a:cubicBezTo>
                <a:close/>
                <a:moveTo>
                  <a:pt x="12099103" y="2001858"/>
                </a:moveTo>
                <a:cubicBezTo>
                  <a:pt x="12113265" y="2001858"/>
                  <a:pt x="12124761" y="2013352"/>
                  <a:pt x="12124761" y="2027517"/>
                </a:cubicBezTo>
                <a:cubicBezTo>
                  <a:pt x="12124761" y="2041682"/>
                  <a:pt x="12113265" y="2053176"/>
                  <a:pt x="12099103" y="2053176"/>
                </a:cubicBezTo>
                <a:cubicBezTo>
                  <a:pt x="12084937" y="2053176"/>
                  <a:pt x="12073441" y="2041682"/>
                  <a:pt x="12073441" y="2027517"/>
                </a:cubicBezTo>
                <a:cubicBezTo>
                  <a:pt x="12073441" y="2013352"/>
                  <a:pt x="12084937" y="2001858"/>
                  <a:pt x="12099103" y="2001858"/>
                </a:cubicBezTo>
                <a:close/>
                <a:moveTo>
                  <a:pt x="12034897" y="2001858"/>
                </a:moveTo>
                <a:cubicBezTo>
                  <a:pt x="12049061" y="2001858"/>
                  <a:pt x="12060557" y="2013352"/>
                  <a:pt x="12060557" y="2027517"/>
                </a:cubicBezTo>
                <a:cubicBezTo>
                  <a:pt x="12060557" y="2041682"/>
                  <a:pt x="12049061" y="2053176"/>
                  <a:pt x="12034897" y="2053176"/>
                </a:cubicBezTo>
                <a:cubicBezTo>
                  <a:pt x="12020731" y="2053176"/>
                  <a:pt x="12009237" y="2041682"/>
                  <a:pt x="12009237" y="2027517"/>
                </a:cubicBezTo>
                <a:cubicBezTo>
                  <a:pt x="12009237" y="2013352"/>
                  <a:pt x="12020731" y="2001858"/>
                  <a:pt x="12034897" y="2001858"/>
                </a:cubicBezTo>
                <a:close/>
                <a:moveTo>
                  <a:pt x="11970691" y="2001858"/>
                </a:moveTo>
                <a:cubicBezTo>
                  <a:pt x="11984855" y="2001858"/>
                  <a:pt x="11996349" y="2013352"/>
                  <a:pt x="11996349" y="2027517"/>
                </a:cubicBezTo>
                <a:cubicBezTo>
                  <a:pt x="11996349" y="2041682"/>
                  <a:pt x="11984855" y="2053176"/>
                  <a:pt x="11970691" y="2053176"/>
                </a:cubicBezTo>
                <a:cubicBezTo>
                  <a:pt x="11956525" y="2053176"/>
                  <a:pt x="11945033" y="2041682"/>
                  <a:pt x="11945033" y="2027517"/>
                </a:cubicBezTo>
                <a:cubicBezTo>
                  <a:pt x="11945033" y="2013352"/>
                  <a:pt x="11956525" y="2001858"/>
                  <a:pt x="11970691" y="2001858"/>
                </a:cubicBezTo>
                <a:close/>
                <a:moveTo>
                  <a:pt x="11906483" y="2001858"/>
                </a:moveTo>
                <a:cubicBezTo>
                  <a:pt x="11920649" y="2001858"/>
                  <a:pt x="11932145" y="2013352"/>
                  <a:pt x="11932145" y="2027517"/>
                </a:cubicBezTo>
                <a:cubicBezTo>
                  <a:pt x="11932145" y="2041682"/>
                  <a:pt x="11920649" y="2053176"/>
                  <a:pt x="11906483" y="2053176"/>
                </a:cubicBezTo>
                <a:cubicBezTo>
                  <a:pt x="11892321" y="2053176"/>
                  <a:pt x="11880825" y="2041682"/>
                  <a:pt x="11880825" y="2027517"/>
                </a:cubicBezTo>
                <a:cubicBezTo>
                  <a:pt x="11880825" y="2013352"/>
                  <a:pt x="11892321" y="2001858"/>
                  <a:pt x="11906483" y="2001858"/>
                </a:cubicBezTo>
                <a:close/>
                <a:moveTo>
                  <a:pt x="11842279" y="2001858"/>
                </a:moveTo>
                <a:cubicBezTo>
                  <a:pt x="11856445" y="2001858"/>
                  <a:pt x="11867941" y="2013352"/>
                  <a:pt x="11867941" y="2027517"/>
                </a:cubicBezTo>
                <a:cubicBezTo>
                  <a:pt x="11867941" y="2041682"/>
                  <a:pt x="11856445" y="2053176"/>
                  <a:pt x="11842279" y="2053176"/>
                </a:cubicBezTo>
                <a:cubicBezTo>
                  <a:pt x="11828117" y="2053176"/>
                  <a:pt x="11816621" y="2041682"/>
                  <a:pt x="11816621" y="2027517"/>
                </a:cubicBezTo>
                <a:cubicBezTo>
                  <a:pt x="11816621" y="2013352"/>
                  <a:pt x="11828117" y="2001858"/>
                  <a:pt x="11842279" y="2001858"/>
                </a:cubicBezTo>
                <a:close/>
                <a:moveTo>
                  <a:pt x="11775107" y="2001858"/>
                </a:moveTo>
                <a:cubicBezTo>
                  <a:pt x="11789271" y="2001858"/>
                  <a:pt x="11800767" y="2013352"/>
                  <a:pt x="11800767" y="2027517"/>
                </a:cubicBezTo>
                <a:cubicBezTo>
                  <a:pt x="11800767" y="2041682"/>
                  <a:pt x="11789271" y="2053176"/>
                  <a:pt x="11775107" y="2053176"/>
                </a:cubicBezTo>
                <a:cubicBezTo>
                  <a:pt x="11760941" y="2053176"/>
                  <a:pt x="11749449" y="2041682"/>
                  <a:pt x="11749449" y="2027517"/>
                </a:cubicBezTo>
                <a:cubicBezTo>
                  <a:pt x="11749449" y="2013352"/>
                  <a:pt x="11760941" y="2001858"/>
                  <a:pt x="11775107" y="2001858"/>
                </a:cubicBezTo>
                <a:close/>
                <a:moveTo>
                  <a:pt x="11710901" y="2001858"/>
                </a:moveTo>
                <a:cubicBezTo>
                  <a:pt x="11725067" y="2001858"/>
                  <a:pt x="11736561" y="2013352"/>
                  <a:pt x="11736561" y="2027517"/>
                </a:cubicBezTo>
                <a:cubicBezTo>
                  <a:pt x="11736561" y="2041682"/>
                  <a:pt x="11725067" y="2053176"/>
                  <a:pt x="11710901" y="2053176"/>
                </a:cubicBezTo>
                <a:cubicBezTo>
                  <a:pt x="11696737" y="2053176"/>
                  <a:pt x="11685243" y="2041682"/>
                  <a:pt x="11685243" y="2027517"/>
                </a:cubicBezTo>
                <a:cubicBezTo>
                  <a:pt x="11685243" y="2013352"/>
                  <a:pt x="11696737" y="2001858"/>
                  <a:pt x="11710901" y="2001858"/>
                </a:cubicBezTo>
                <a:close/>
                <a:moveTo>
                  <a:pt x="11646697" y="2001858"/>
                </a:moveTo>
                <a:cubicBezTo>
                  <a:pt x="11660859" y="2001858"/>
                  <a:pt x="11672355" y="2013352"/>
                  <a:pt x="11672355" y="2027517"/>
                </a:cubicBezTo>
                <a:cubicBezTo>
                  <a:pt x="11672355" y="2041682"/>
                  <a:pt x="11660859" y="2053176"/>
                  <a:pt x="11646697" y="2053176"/>
                </a:cubicBezTo>
                <a:cubicBezTo>
                  <a:pt x="11632529" y="2053176"/>
                  <a:pt x="11621037" y="2041682"/>
                  <a:pt x="11621037" y="2027517"/>
                </a:cubicBezTo>
                <a:cubicBezTo>
                  <a:pt x="11621037" y="2013352"/>
                  <a:pt x="11632529" y="2001858"/>
                  <a:pt x="11646697" y="2001858"/>
                </a:cubicBezTo>
                <a:close/>
                <a:moveTo>
                  <a:pt x="11582491" y="2001858"/>
                </a:moveTo>
                <a:cubicBezTo>
                  <a:pt x="11596655" y="2001858"/>
                  <a:pt x="11608149" y="2013352"/>
                  <a:pt x="11608149" y="2027517"/>
                </a:cubicBezTo>
                <a:cubicBezTo>
                  <a:pt x="11608149" y="2041682"/>
                  <a:pt x="11596655" y="2053176"/>
                  <a:pt x="11582491" y="2053176"/>
                </a:cubicBezTo>
                <a:cubicBezTo>
                  <a:pt x="11568325" y="2053176"/>
                  <a:pt x="11556833" y="2041682"/>
                  <a:pt x="11556833" y="2027517"/>
                </a:cubicBezTo>
                <a:cubicBezTo>
                  <a:pt x="11556833" y="2013352"/>
                  <a:pt x="11568325" y="2001858"/>
                  <a:pt x="11582491" y="2001858"/>
                </a:cubicBezTo>
                <a:close/>
                <a:moveTo>
                  <a:pt x="11518287" y="2001858"/>
                </a:moveTo>
                <a:cubicBezTo>
                  <a:pt x="11532451" y="2001858"/>
                  <a:pt x="11543945" y="2013352"/>
                  <a:pt x="11543945" y="2027517"/>
                </a:cubicBezTo>
                <a:cubicBezTo>
                  <a:pt x="11543945" y="2041682"/>
                  <a:pt x="11532451" y="2053176"/>
                  <a:pt x="11518287" y="2053176"/>
                </a:cubicBezTo>
                <a:cubicBezTo>
                  <a:pt x="11504121" y="2053176"/>
                  <a:pt x="11492627" y="2041682"/>
                  <a:pt x="11492627" y="2027517"/>
                </a:cubicBezTo>
                <a:cubicBezTo>
                  <a:pt x="11492627" y="2013352"/>
                  <a:pt x="11504121" y="2001858"/>
                  <a:pt x="11518287" y="2001858"/>
                </a:cubicBezTo>
                <a:close/>
                <a:moveTo>
                  <a:pt x="11454081" y="2001858"/>
                </a:moveTo>
                <a:cubicBezTo>
                  <a:pt x="11468247" y="2001858"/>
                  <a:pt x="11479739" y="2013352"/>
                  <a:pt x="11479739" y="2027517"/>
                </a:cubicBezTo>
                <a:cubicBezTo>
                  <a:pt x="11479739" y="2041682"/>
                  <a:pt x="11468247" y="2053176"/>
                  <a:pt x="11454081" y="2053176"/>
                </a:cubicBezTo>
                <a:cubicBezTo>
                  <a:pt x="11439917" y="2053176"/>
                  <a:pt x="11428421" y="2041682"/>
                  <a:pt x="11428421" y="2027517"/>
                </a:cubicBezTo>
                <a:cubicBezTo>
                  <a:pt x="11428421" y="2013352"/>
                  <a:pt x="11439917" y="2001858"/>
                  <a:pt x="11454081" y="2001858"/>
                </a:cubicBezTo>
                <a:close/>
                <a:moveTo>
                  <a:pt x="11389875" y="2001858"/>
                </a:moveTo>
                <a:cubicBezTo>
                  <a:pt x="11404040" y="2001858"/>
                  <a:pt x="11415533" y="2013352"/>
                  <a:pt x="11415533" y="2027517"/>
                </a:cubicBezTo>
                <a:cubicBezTo>
                  <a:pt x="11415533" y="2041682"/>
                  <a:pt x="11404040" y="2053176"/>
                  <a:pt x="11389875" y="2053176"/>
                </a:cubicBezTo>
                <a:cubicBezTo>
                  <a:pt x="11375710" y="2053176"/>
                  <a:pt x="11364217" y="2041682"/>
                  <a:pt x="11364217" y="2027517"/>
                </a:cubicBezTo>
                <a:cubicBezTo>
                  <a:pt x="11364217" y="2013352"/>
                  <a:pt x="11375710" y="2001858"/>
                  <a:pt x="11389875" y="2001858"/>
                </a:cubicBezTo>
                <a:close/>
                <a:moveTo>
                  <a:pt x="11325670" y="2001858"/>
                </a:moveTo>
                <a:cubicBezTo>
                  <a:pt x="11339835" y="2001858"/>
                  <a:pt x="11351329" y="2013352"/>
                  <a:pt x="11351329" y="2027517"/>
                </a:cubicBezTo>
                <a:cubicBezTo>
                  <a:pt x="11351329" y="2041682"/>
                  <a:pt x="11339835" y="2053176"/>
                  <a:pt x="11325670" y="2053176"/>
                </a:cubicBezTo>
                <a:cubicBezTo>
                  <a:pt x="11311505" y="2053176"/>
                  <a:pt x="11300012" y="2041682"/>
                  <a:pt x="11300012" y="2027517"/>
                </a:cubicBezTo>
                <a:cubicBezTo>
                  <a:pt x="11300012" y="2013352"/>
                  <a:pt x="11311505" y="2001858"/>
                  <a:pt x="11325670" y="2001858"/>
                </a:cubicBezTo>
                <a:close/>
                <a:moveTo>
                  <a:pt x="11261466" y="2001858"/>
                </a:moveTo>
                <a:cubicBezTo>
                  <a:pt x="11275628" y="2001858"/>
                  <a:pt x="11287124" y="2013352"/>
                  <a:pt x="11287124" y="2027517"/>
                </a:cubicBezTo>
                <a:cubicBezTo>
                  <a:pt x="11287124" y="2041682"/>
                  <a:pt x="11275628" y="2053176"/>
                  <a:pt x="11261466" y="2053176"/>
                </a:cubicBezTo>
                <a:cubicBezTo>
                  <a:pt x="11247301" y="2053176"/>
                  <a:pt x="11235805" y="2041682"/>
                  <a:pt x="11235805" y="2027517"/>
                </a:cubicBezTo>
                <a:cubicBezTo>
                  <a:pt x="11235805" y="2013352"/>
                  <a:pt x="11247301" y="2001858"/>
                  <a:pt x="11261466" y="2001858"/>
                </a:cubicBezTo>
                <a:close/>
                <a:moveTo>
                  <a:pt x="11197259" y="2001858"/>
                </a:moveTo>
                <a:cubicBezTo>
                  <a:pt x="11211424" y="2001858"/>
                  <a:pt x="11222917" y="2013352"/>
                  <a:pt x="11222917" y="2027517"/>
                </a:cubicBezTo>
                <a:cubicBezTo>
                  <a:pt x="11222917" y="2041682"/>
                  <a:pt x="11211424" y="2053176"/>
                  <a:pt x="11197259" y="2053176"/>
                </a:cubicBezTo>
                <a:cubicBezTo>
                  <a:pt x="11183094" y="2053176"/>
                  <a:pt x="11171601" y="2041682"/>
                  <a:pt x="11171601" y="2027517"/>
                </a:cubicBezTo>
                <a:cubicBezTo>
                  <a:pt x="11171601" y="2013352"/>
                  <a:pt x="11183094" y="2001858"/>
                  <a:pt x="11197259" y="2001858"/>
                </a:cubicBezTo>
                <a:close/>
                <a:moveTo>
                  <a:pt x="11133055" y="2001858"/>
                </a:moveTo>
                <a:cubicBezTo>
                  <a:pt x="11147220" y="2001858"/>
                  <a:pt x="11158713" y="2013352"/>
                  <a:pt x="11158713" y="2027517"/>
                </a:cubicBezTo>
                <a:cubicBezTo>
                  <a:pt x="11158713" y="2041682"/>
                  <a:pt x="11147220" y="2053176"/>
                  <a:pt x="11133055" y="2053176"/>
                </a:cubicBezTo>
                <a:cubicBezTo>
                  <a:pt x="11118890" y="2053176"/>
                  <a:pt x="11107396" y="2041682"/>
                  <a:pt x="11107396" y="2027517"/>
                </a:cubicBezTo>
                <a:cubicBezTo>
                  <a:pt x="11107396" y="2013352"/>
                  <a:pt x="11118890" y="2001858"/>
                  <a:pt x="11133055" y="2001858"/>
                </a:cubicBezTo>
                <a:close/>
                <a:moveTo>
                  <a:pt x="11068848" y="2001858"/>
                </a:moveTo>
                <a:cubicBezTo>
                  <a:pt x="11083013" y="2001858"/>
                  <a:pt x="11094509" y="2013352"/>
                  <a:pt x="11094509" y="2027517"/>
                </a:cubicBezTo>
                <a:cubicBezTo>
                  <a:pt x="11094509" y="2041682"/>
                  <a:pt x="11083013" y="2053176"/>
                  <a:pt x="11068848" y="2053176"/>
                </a:cubicBezTo>
                <a:cubicBezTo>
                  <a:pt x="11054685" y="2053176"/>
                  <a:pt x="11043189" y="2041682"/>
                  <a:pt x="11043189" y="2027517"/>
                </a:cubicBezTo>
                <a:cubicBezTo>
                  <a:pt x="11043189" y="2013352"/>
                  <a:pt x="11054685" y="2001858"/>
                  <a:pt x="11068848" y="2001858"/>
                </a:cubicBezTo>
                <a:close/>
                <a:moveTo>
                  <a:pt x="11004643" y="2001858"/>
                </a:moveTo>
                <a:cubicBezTo>
                  <a:pt x="11018808" y="2001858"/>
                  <a:pt x="11030301" y="2013352"/>
                  <a:pt x="11030301" y="2027517"/>
                </a:cubicBezTo>
                <a:cubicBezTo>
                  <a:pt x="11030301" y="2041682"/>
                  <a:pt x="11018808" y="2053176"/>
                  <a:pt x="11004643" y="2053176"/>
                </a:cubicBezTo>
                <a:cubicBezTo>
                  <a:pt x="10990478" y="2053176"/>
                  <a:pt x="10978985" y="2041682"/>
                  <a:pt x="10978985" y="2027517"/>
                </a:cubicBezTo>
                <a:cubicBezTo>
                  <a:pt x="10978985" y="2013352"/>
                  <a:pt x="10990478" y="2001858"/>
                  <a:pt x="11004643" y="2001858"/>
                </a:cubicBezTo>
                <a:close/>
                <a:moveTo>
                  <a:pt x="10940321" y="2001858"/>
                </a:moveTo>
                <a:cubicBezTo>
                  <a:pt x="10954604" y="2001858"/>
                  <a:pt x="10965982" y="2013352"/>
                  <a:pt x="10965982" y="2027517"/>
                </a:cubicBezTo>
                <a:cubicBezTo>
                  <a:pt x="10965982" y="2041682"/>
                  <a:pt x="10954486" y="2053176"/>
                  <a:pt x="10940321" y="2053176"/>
                </a:cubicBezTo>
                <a:cubicBezTo>
                  <a:pt x="10926156" y="2053176"/>
                  <a:pt x="10914663" y="2041682"/>
                  <a:pt x="10914663" y="2027517"/>
                </a:cubicBezTo>
                <a:cubicBezTo>
                  <a:pt x="10914663" y="2013352"/>
                  <a:pt x="10926156" y="2001858"/>
                  <a:pt x="10940321" y="2001858"/>
                </a:cubicBezTo>
                <a:close/>
                <a:moveTo>
                  <a:pt x="10876117" y="2001858"/>
                </a:moveTo>
                <a:cubicBezTo>
                  <a:pt x="10890282" y="2001858"/>
                  <a:pt x="10901775" y="2013352"/>
                  <a:pt x="10901775" y="2027517"/>
                </a:cubicBezTo>
                <a:cubicBezTo>
                  <a:pt x="10901775" y="2041682"/>
                  <a:pt x="10890282" y="2053176"/>
                  <a:pt x="10876117" y="2053176"/>
                </a:cubicBezTo>
                <a:cubicBezTo>
                  <a:pt x="10861952" y="2053176"/>
                  <a:pt x="10850459" y="2041682"/>
                  <a:pt x="10850459" y="2027517"/>
                </a:cubicBezTo>
                <a:cubicBezTo>
                  <a:pt x="10850459" y="2013352"/>
                  <a:pt x="10861952" y="2001858"/>
                  <a:pt x="10876117" y="2001858"/>
                </a:cubicBezTo>
                <a:close/>
                <a:moveTo>
                  <a:pt x="10811912" y="2001858"/>
                </a:moveTo>
                <a:cubicBezTo>
                  <a:pt x="10826077" y="2001858"/>
                  <a:pt x="10837571" y="2013352"/>
                  <a:pt x="10837571" y="2027517"/>
                </a:cubicBezTo>
                <a:cubicBezTo>
                  <a:pt x="10837571" y="2041682"/>
                  <a:pt x="10826077" y="2053176"/>
                  <a:pt x="10811912" y="2053176"/>
                </a:cubicBezTo>
                <a:cubicBezTo>
                  <a:pt x="10797747" y="2053176"/>
                  <a:pt x="10786254" y="2041682"/>
                  <a:pt x="10786254" y="2027517"/>
                </a:cubicBezTo>
                <a:cubicBezTo>
                  <a:pt x="10786254" y="2013352"/>
                  <a:pt x="10797747" y="2001858"/>
                  <a:pt x="10811912" y="2001858"/>
                </a:cubicBezTo>
                <a:close/>
                <a:moveTo>
                  <a:pt x="10747708" y="2001858"/>
                </a:moveTo>
                <a:cubicBezTo>
                  <a:pt x="10761870" y="2001858"/>
                  <a:pt x="10773366" y="2013352"/>
                  <a:pt x="10773366" y="2027517"/>
                </a:cubicBezTo>
                <a:cubicBezTo>
                  <a:pt x="10773366" y="2041682"/>
                  <a:pt x="10761870" y="2053176"/>
                  <a:pt x="10747708" y="2053176"/>
                </a:cubicBezTo>
                <a:cubicBezTo>
                  <a:pt x="10733540" y="2053176"/>
                  <a:pt x="10722047" y="2041682"/>
                  <a:pt x="10722047" y="2027517"/>
                </a:cubicBezTo>
                <a:cubicBezTo>
                  <a:pt x="10722047" y="2013352"/>
                  <a:pt x="10733540" y="2001858"/>
                  <a:pt x="10747708" y="2001858"/>
                </a:cubicBezTo>
                <a:close/>
                <a:moveTo>
                  <a:pt x="10683501" y="2001858"/>
                </a:moveTo>
                <a:cubicBezTo>
                  <a:pt x="10697666" y="2001858"/>
                  <a:pt x="10709159" y="2013352"/>
                  <a:pt x="10709159" y="2027517"/>
                </a:cubicBezTo>
                <a:cubicBezTo>
                  <a:pt x="10709159" y="2041682"/>
                  <a:pt x="10697666" y="2053176"/>
                  <a:pt x="10683501" y="2053176"/>
                </a:cubicBezTo>
                <a:cubicBezTo>
                  <a:pt x="10669336" y="2053176"/>
                  <a:pt x="10657843" y="2041682"/>
                  <a:pt x="10657843" y="2027517"/>
                </a:cubicBezTo>
                <a:cubicBezTo>
                  <a:pt x="10657843" y="2013352"/>
                  <a:pt x="10669336" y="2001858"/>
                  <a:pt x="10683501" y="2001858"/>
                </a:cubicBezTo>
                <a:close/>
                <a:moveTo>
                  <a:pt x="10619297" y="2001858"/>
                </a:moveTo>
                <a:cubicBezTo>
                  <a:pt x="10633462" y="2001858"/>
                  <a:pt x="10644955" y="2013352"/>
                  <a:pt x="10644955" y="2027517"/>
                </a:cubicBezTo>
                <a:cubicBezTo>
                  <a:pt x="10644955" y="2041682"/>
                  <a:pt x="10633462" y="2053176"/>
                  <a:pt x="10619297" y="2053176"/>
                </a:cubicBezTo>
                <a:cubicBezTo>
                  <a:pt x="10605132" y="2053176"/>
                  <a:pt x="10593639" y="2041682"/>
                  <a:pt x="10593639" y="2027517"/>
                </a:cubicBezTo>
                <a:cubicBezTo>
                  <a:pt x="10593639" y="2013352"/>
                  <a:pt x="10605132" y="2001858"/>
                  <a:pt x="10619297" y="2001858"/>
                </a:cubicBezTo>
                <a:close/>
                <a:moveTo>
                  <a:pt x="10555092" y="2001858"/>
                </a:moveTo>
                <a:cubicBezTo>
                  <a:pt x="10569255" y="2001858"/>
                  <a:pt x="10580751" y="2013352"/>
                  <a:pt x="10580751" y="2027517"/>
                </a:cubicBezTo>
                <a:cubicBezTo>
                  <a:pt x="10580751" y="2041682"/>
                  <a:pt x="10569255" y="2053176"/>
                  <a:pt x="10555092" y="2053176"/>
                </a:cubicBezTo>
                <a:cubicBezTo>
                  <a:pt x="10540927" y="2053176"/>
                  <a:pt x="10529432" y="2041682"/>
                  <a:pt x="10529432" y="2027517"/>
                </a:cubicBezTo>
                <a:cubicBezTo>
                  <a:pt x="10529432" y="2013352"/>
                  <a:pt x="10540927" y="2001858"/>
                  <a:pt x="10555092" y="2001858"/>
                </a:cubicBezTo>
                <a:close/>
                <a:moveTo>
                  <a:pt x="10490885" y="2001858"/>
                </a:moveTo>
                <a:cubicBezTo>
                  <a:pt x="10505050" y="2001858"/>
                  <a:pt x="10516544" y="2013352"/>
                  <a:pt x="10516544" y="2027517"/>
                </a:cubicBezTo>
                <a:cubicBezTo>
                  <a:pt x="10516544" y="2041682"/>
                  <a:pt x="10505050" y="2053176"/>
                  <a:pt x="10490885" y="2053176"/>
                </a:cubicBezTo>
                <a:cubicBezTo>
                  <a:pt x="10476720" y="2053176"/>
                  <a:pt x="10465227" y="2041682"/>
                  <a:pt x="10465227" y="2027517"/>
                </a:cubicBezTo>
                <a:cubicBezTo>
                  <a:pt x="10465227" y="2013352"/>
                  <a:pt x="10476720" y="2001858"/>
                  <a:pt x="10490885" y="2001858"/>
                </a:cubicBezTo>
                <a:close/>
                <a:moveTo>
                  <a:pt x="10426681" y="2001858"/>
                </a:moveTo>
                <a:cubicBezTo>
                  <a:pt x="10440843" y="2001858"/>
                  <a:pt x="10452339" y="2013352"/>
                  <a:pt x="10452339" y="2027517"/>
                </a:cubicBezTo>
                <a:cubicBezTo>
                  <a:pt x="10452339" y="2041682"/>
                  <a:pt x="10440843" y="2053176"/>
                  <a:pt x="10426681" y="2053176"/>
                </a:cubicBezTo>
                <a:cubicBezTo>
                  <a:pt x="10412516" y="2053176"/>
                  <a:pt x="10401020" y="2041682"/>
                  <a:pt x="10401020" y="2027517"/>
                </a:cubicBezTo>
                <a:cubicBezTo>
                  <a:pt x="10401020" y="2013352"/>
                  <a:pt x="10412516" y="2001858"/>
                  <a:pt x="10426681" y="2001858"/>
                </a:cubicBezTo>
                <a:close/>
                <a:moveTo>
                  <a:pt x="10362474" y="2001858"/>
                </a:moveTo>
                <a:cubicBezTo>
                  <a:pt x="10376639" y="2001858"/>
                  <a:pt x="10388135" y="2013352"/>
                  <a:pt x="10388135" y="2027517"/>
                </a:cubicBezTo>
                <a:cubicBezTo>
                  <a:pt x="10388135" y="2041682"/>
                  <a:pt x="10376639" y="2053176"/>
                  <a:pt x="10362474" y="2053176"/>
                </a:cubicBezTo>
                <a:cubicBezTo>
                  <a:pt x="10348312" y="2053176"/>
                  <a:pt x="10336816" y="2041682"/>
                  <a:pt x="10336816" y="2027517"/>
                </a:cubicBezTo>
                <a:cubicBezTo>
                  <a:pt x="10336816" y="2013352"/>
                  <a:pt x="10348312" y="2001858"/>
                  <a:pt x="10362474" y="2001858"/>
                </a:cubicBezTo>
                <a:close/>
                <a:moveTo>
                  <a:pt x="10298270" y="2001858"/>
                </a:moveTo>
                <a:cubicBezTo>
                  <a:pt x="10312435" y="2001858"/>
                  <a:pt x="10323928" y="2013352"/>
                  <a:pt x="10323928" y="2027517"/>
                </a:cubicBezTo>
                <a:cubicBezTo>
                  <a:pt x="10323928" y="2041682"/>
                  <a:pt x="10312435" y="2053176"/>
                  <a:pt x="10298270" y="2053176"/>
                </a:cubicBezTo>
                <a:cubicBezTo>
                  <a:pt x="10284105" y="2053176"/>
                  <a:pt x="10272611" y="2041682"/>
                  <a:pt x="10272611" y="2027517"/>
                </a:cubicBezTo>
                <a:cubicBezTo>
                  <a:pt x="10272611" y="2013352"/>
                  <a:pt x="10284105" y="2001858"/>
                  <a:pt x="10298270" y="2001858"/>
                </a:cubicBezTo>
                <a:close/>
                <a:moveTo>
                  <a:pt x="10234065" y="2001858"/>
                </a:moveTo>
                <a:cubicBezTo>
                  <a:pt x="10248228" y="2001858"/>
                  <a:pt x="10259723" y="2013352"/>
                  <a:pt x="10259723" y="2027517"/>
                </a:cubicBezTo>
                <a:cubicBezTo>
                  <a:pt x="10259723" y="2041682"/>
                  <a:pt x="10248228" y="2053176"/>
                  <a:pt x="10234065" y="2053176"/>
                </a:cubicBezTo>
                <a:cubicBezTo>
                  <a:pt x="10219900" y="2053176"/>
                  <a:pt x="10208404" y="2041682"/>
                  <a:pt x="10208404" y="2027517"/>
                </a:cubicBezTo>
                <a:cubicBezTo>
                  <a:pt x="10208404" y="2013352"/>
                  <a:pt x="10219900" y="2001858"/>
                  <a:pt x="10234065" y="2001858"/>
                </a:cubicBezTo>
                <a:close/>
                <a:moveTo>
                  <a:pt x="10169858" y="2001858"/>
                </a:moveTo>
                <a:cubicBezTo>
                  <a:pt x="10184023" y="2001858"/>
                  <a:pt x="10195519" y="2013352"/>
                  <a:pt x="10195519" y="2027517"/>
                </a:cubicBezTo>
                <a:cubicBezTo>
                  <a:pt x="10195519" y="2041682"/>
                  <a:pt x="10184023" y="2053176"/>
                  <a:pt x="10169858" y="2053176"/>
                </a:cubicBezTo>
                <a:cubicBezTo>
                  <a:pt x="10155693" y="2053176"/>
                  <a:pt x="10144200" y="2041682"/>
                  <a:pt x="10144200" y="2027517"/>
                </a:cubicBezTo>
                <a:cubicBezTo>
                  <a:pt x="10144200" y="2013352"/>
                  <a:pt x="10155693" y="2001858"/>
                  <a:pt x="10169858" y="2001858"/>
                </a:cubicBezTo>
                <a:close/>
                <a:moveTo>
                  <a:pt x="10105654" y="2001858"/>
                </a:moveTo>
                <a:cubicBezTo>
                  <a:pt x="10119819" y="2001858"/>
                  <a:pt x="10131312" y="2013352"/>
                  <a:pt x="10131312" y="2027517"/>
                </a:cubicBezTo>
                <a:cubicBezTo>
                  <a:pt x="10131312" y="2041682"/>
                  <a:pt x="10119819" y="2053176"/>
                  <a:pt x="10105654" y="2053176"/>
                </a:cubicBezTo>
                <a:cubicBezTo>
                  <a:pt x="10091489" y="2053176"/>
                  <a:pt x="10079996" y="2041682"/>
                  <a:pt x="10079996" y="2027517"/>
                </a:cubicBezTo>
                <a:cubicBezTo>
                  <a:pt x="10079996" y="2013352"/>
                  <a:pt x="10091489" y="2001858"/>
                  <a:pt x="10105654" y="2001858"/>
                </a:cubicBezTo>
                <a:close/>
                <a:moveTo>
                  <a:pt x="10041447" y="2001858"/>
                </a:moveTo>
                <a:cubicBezTo>
                  <a:pt x="10055612" y="2001858"/>
                  <a:pt x="10067108" y="2013352"/>
                  <a:pt x="10067108" y="2027517"/>
                </a:cubicBezTo>
                <a:cubicBezTo>
                  <a:pt x="10067108" y="2041682"/>
                  <a:pt x="10055612" y="2053176"/>
                  <a:pt x="10041447" y="2053176"/>
                </a:cubicBezTo>
                <a:cubicBezTo>
                  <a:pt x="10027285" y="2053176"/>
                  <a:pt x="10015789" y="2041682"/>
                  <a:pt x="10015789" y="2027517"/>
                </a:cubicBezTo>
                <a:cubicBezTo>
                  <a:pt x="10015789" y="2013352"/>
                  <a:pt x="10027285" y="2001858"/>
                  <a:pt x="10041447" y="2001858"/>
                </a:cubicBezTo>
                <a:close/>
                <a:moveTo>
                  <a:pt x="9977242" y="2001858"/>
                </a:moveTo>
                <a:cubicBezTo>
                  <a:pt x="9991407" y="2001858"/>
                  <a:pt x="10002903" y="2013352"/>
                  <a:pt x="10002903" y="2027517"/>
                </a:cubicBezTo>
                <a:cubicBezTo>
                  <a:pt x="10002903" y="2041682"/>
                  <a:pt x="9991407" y="2053176"/>
                  <a:pt x="9977242" y="2053176"/>
                </a:cubicBezTo>
                <a:cubicBezTo>
                  <a:pt x="9963077" y="2053176"/>
                  <a:pt x="9951584" y="2041682"/>
                  <a:pt x="9951584" y="2027517"/>
                </a:cubicBezTo>
                <a:cubicBezTo>
                  <a:pt x="9951584" y="2013352"/>
                  <a:pt x="9963077" y="2001858"/>
                  <a:pt x="9977242" y="2001858"/>
                </a:cubicBezTo>
                <a:close/>
                <a:moveTo>
                  <a:pt x="9913038" y="2001858"/>
                </a:moveTo>
                <a:cubicBezTo>
                  <a:pt x="9927203" y="2001858"/>
                  <a:pt x="9938696" y="2013352"/>
                  <a:pt x="9938696" y="2027517"/>
                </a:cubicBezTo>
                <a:cubicBezTo>
                  <a:pt x="9938696" y="2041682"/>
                  <a:pt x="9927203" y="2053176"/>
                  <a:pt x="9913038" y="2053176"/>
                </a:cubicBezTo>
                <a:cubicBezTo>
                  <a:pt x="9898873" y="2053176"/>
                  <a:pt x="9887380" y="2041682"/>
                  <a:pt x="9887380" y="2027517"/>
                </a:cubicBezTo>
                <a:cubicBezTo>
                  <a:pt x="9887380" y="2013352"/>
                  <a:pt x="9898873" y="2001858"/>
                  <a:pt x="9913038" y="2001858"/>
                </a:cubicBezTo>
                <a:close/>
                <a:moveTo>
                  <a:pt x="9848716" y="2001858"/>
                </a:moveTo>
                <a:cubicBezTo>
                  <a:pt x="9862996" y="2001858"/>
                  <a:pt x="9874374" y="2013352"/>
                  <a:pt x="9874374" y="2027517"/>
                </a:cubicBezTo>
                <a:cubicBezTo>
                  <a:pt x="9874374" y="2041682"/>
                  <a:pt x="9862881" y="2053176"/>
                  <a:pt x="9848716" y="2053176"/>
                </a:cubicBezTo>
                <a:cubicBezTo>
                  <a:pt x="9834551" y="2053176"/>
                  <a:pt x="9823058" y="2041682"/>
                  <a:pt x="9823058" y="2027517"/>
                </a:cubicBezTo>
                <a:cubicBezTo>
                  <a:pt x="9823058" y="2013352"/>
                  <a:pt x="9834551" y="2001858"/>
                  <a:pt x="9848716" y="2001858"/>
                </a:cubicBezTo>
                <a:close/>
                <a:moveTo>
                  <a:pt x="9784512" y="2001858"/>
                </a:moveTo>
                <a:cubicBezTo>
                  <a:pt x="9798677" y="2001858"/>
                  <a:pt x="9810170" y="2013352"/>
                  <a:pt x="9810170" y="2027517"/>
                </a:cubicBezTo>
                <a:cubicBezTo>
                  <a:pt x="9810170" y="2041682"/>
                  <a:pt x="9798677" y="2053176"/>
                  <a:pt x="9784512" y="2053176"/>
                </a:cubicBezTo>
                <a:cubicBezTo>
                  <a:pt x="9770347" y="2053176"/>
                  <a:pt x="9758853" y="2041682"/>
                  <a:pt x="9758853" y="2027517"/>
                </a:cubicBezTo>
                <a:cubicBezTo>
                  <a:pt x="9758853" y="2013352"/>
                  <a:pt x="9770347" y="2001858"/>
                  <a:pt x="9784512" y="2001858"/>
                </a:cubicBezTo>
                <a:close/>
                <a:moveTo>
                  <a:pt x="9720307" y="2001858"/>
                </a:moveTo>
                <a:cubicBezTo>
                  <a:pt x="9734470" y="2001858"/>
                  <a:pt x="9745965" y="2013352"/>
                  <a:pt x="9745965" y="2027517"/>
                </a:cubicBezTo>
                <a:cubicBezTo>
                  <a:pt x="9745965" y="2041682"/>
                  <a:pt x="9734470" y="2053176"/>
                  <a:pt x="9720307" y="2053176"/>
                </a:cubicBezTo>
                <a:cubicBezTo>
                  <a:pt x="9706142" y="2053176"/>
                  <a:pt x="9694646" y="2041682"/>
                  <a:pt x="9694646" y="2027517"/>
                </a:cubicBezTo>
                <a:cubicBezTo>
                  <a:pt x="9694646" y="2013352"/>
                  <a:pt x="9706142" y="2001858"/>
                  <a:pt x="9720307" y="2001858"/>
                </a:cubicBezTo>
                <a:close/>
                <a:moveTo>
                  <a:pt x="9656100" y="2001858"/>
                </a:moveTo>
                <a:cubicBezTo>
                  <a:pt x="9670265" y="2001858"/>
                  <a:pt x="9681758" y="2013352"/>
                  <a:pt x="9681758" y="2027517"/>
                </a:cubicBezTo>
                <a:cubicBezTo>
                  <a:pt x="9681758" y="2041682"/>
                  <a:pt x="9670265" y="2053176"/>
                  <a:pt x="9656100" y="2053176"/>
                </a:cubicBezTo>
                <a:cubicBezTo>
                  <a:pt x="9641935" y="2053176"/>
                  <a:pt x="9630442" y="2041682"/>
                  <a:pt x="9630442" y="2027517"/>
                </a:cubicBezTo>
                <a:cubicBezTo>
                  <a:pt x="9630442" y="2013352"/>
                  <a:pt x="9641935" y="2001858"/>
                  <a:pt x="9656100" y="2001858"/>
                </a:cubicBezTo>
                <a:close/>
                <a:moveTo>
                  <a:pt x="9591896" y="2001858"/>
                </a:moveTo>
                <a:cubicBezTo>
                  <a:pt x="9606061" y="2001858"/>
                  <a:pt x="9617554" y="2013352"/>
                  <a:pt x="9617554" y="2027517"/>
                </a:cubicBezTo>
                <a:cubicBezTo>
                  <a:pt x="9617554" y="2041682"/>
                  <a:pt x="9606061" y="2053176"/>
                  <a:pt x="9591896" y="2053176"/>
                </a:cubicBezTo>
                <a:cubicBezTo>
                  <a:pt x="9577731" y="2053176"/>
                  <a:pt x="9566238" y="2041682"/>
                  <a:pt x="9566238" y="2027517"/>
                </a:cubicBezTo>
                <a:cubicBezTo>
                  <a:pt x="9566238" y="2013352"/>
                  <a:pt x="9577731" y="2001858"/>
                  <a:pt x="9591896" y="2001858"/>
                </a:cubicBezTo>
                <a:close/>
                <a:moveTo>
                  <a:pt x="9527689" y="2001858"/>
                </a:moveTo>
                <a:cubicBezTo>
                  <a:pt x="9541854" y="2001858"/>
                  <a:pt x="9553350" y="2013352"/>
                  <a:pt x="9553350" y="2027517"/>
                </a:cubicBezTo>
                <a:cubicBezTo>
                  <a:pt x="9553350" y="2041682"/>
                  <a:pt x="9541854" y="2053176"/>
                  <a:pt x="9527689" y="2053176"/>
                </a:cubicBezTo>
                <a:cubicBezTo>
                  <a:pt x="9513524" y="2053176"/>
                  <a:pt x="9502031" y="2041682"/>
                  <a:pt x="9502031" y="2027517"/>
                </a:cubicBezTo>
                <a:cubicBezTo>
                  <a:pt x="9502031" y="2013352"/>
                  <a:pt x="9513524" y="2001858"/>
                  <a:pt x="9527689" y="2001858"/>
                </a:cubicBezTo>
                <a:close/>
                <a:moveTo>
                  <a:pt x="9463485" y="2001858"/>
                </a:moveTo>
                <a:cubicBezTo>
                  <a:pt x="9477650" y="2001858"/>
                  <a:pt x="9489143" y="2013352"/>
                  <a:pt x="9489143" y="2027517"/>
                </a:cubicBezTo>
                <a:cubicBezTo>
                  <a:pt x="9489143" y="2041682"/>
                  <a:pt x="9477650" y="2053176"/>
                  <a:pt x="9463485" y="2053176"/>
                </a:cubicBezTo>
                <a:cubicBezTo>
                  <a:pt x="9449320" y="2053176"/>
                  <a:pt x="9437826" y="2041682"/>
                  <a:pt x="9437826" y="2027517"/>
                </a:cubicBezTo>
                <a:cubicBezTo>
                  <a:pt x="9437826" y="2013352"/>
                  <a:pt x="9449320" y="2001858"/>
                  <a:pt x="9463485" y="2001858"/>
                </a:cubicBezTo>
                <a:close/>
                <a:moveTo>
                  <a:pt x="9399280" y="2001858"/>
                </a:moveTo>
                <a:cubicBezTo>
                  <a:pt x="9413445" y="2001858"/>
                  <a:pt x="9424938" y="2013352"/>
                  <a:pt x="9424938" y="2027517"/>
                </a:cubicBezTo>
                <a:cubicBezTo>
                  <a:pt x="9424938" y="2041682"/>
                  <a:pt x="9413445" y="2053176"/>
                  <a:pt x="9399280" y="2053176"/>
                </a:cubicBezTo>
                <a:cubicBezTo>
                  <a:pt x="9385115" y="2053176"/>
                  <a:pt x="9373619" y="2041682"/>
                  <a:pt x="9373619" y="2027517"/>
                </a:cubicBezTo>
                <a:cubicBezTo>
                  <a:pt x="9373619" y="2013352"/>
                  <a:pt x="9385115" y="2001858"/>
                  <a:pt x="9399280" y="2001858"/>
                </a:cubicBezTo>
                <a:close/>
                <a:moveTo>
                  <a:pt x="9335073" y="2001858"/>
                </a:moveTo>
                <a:cubicBezTo>
                  <a:pt x="9349238" y="2001858"/>
                  <a:pt x="9360734" y="2013352"/>
                  <a:pt x="9360734" y="2027517"/>
                </a:cubicBezTo>
                <a:cubicBezTo>
                  <a:pt x="9360734" y="2041682"/>
                  <a:pt x="9349238" y="2053176"/>
                  <a:pt x="9335073" y="2053176"/>
                </a:cubicBezTo>
                <a:cubicBezTo>
                  <a:pt x="9320908" y="2053176"/>
                  <a:pt x="9309415" y="2041682"/>
                  <a:pt x="9309415" y="2027517"/>
                </a:cubicBezTo>
                <a:cubicBezTo>
                  <a:pt x="9309415" y="2013352"/>
                  <a:pt x="9320908" y="2001858"/>
                  <a:pt x="9335073" y="2001858"/>
                </a:cubicBezTo>
                <a:close/>
                <a:moveTo>
                  <a:pt x="9270869" y="2001858"/>
                </a:moveTo>
                <a:cubicBezTo>
                  <a:pt x="9285034" y="2001858"/>
                  <a:pt x="9296527" y="2013352"/>
                  <a:pt x="9296527" y="2027517"/>
                </a:cubicBezTo>
                <a:cubicBezTo>
                  <a:pt x="9296527" y="2041682"/>
                  <a:pt x="9285034" y="2053176"/>
                  <a:pt x="9270869" y="2053176"/>
                </a:cubicBezTo>
                <a:cubicBezTo>
                  <a:pt x="9256704" y="2053176"/>
                  <a:pt x="9245211" y="2041682"/>
                  <a:pt x="9245211" y="2027517"/>
                </a:cubicBezTo>
                <a:cubicBezTo>
                  <a:pt x="9245211" y="2013352"/>
                  <a:pt x="9256704" y="2001858"/>
                  <a:pt x="9270869" y="2001858"/>
                </a:cubicBezTo>
                <a:close/>
                <a:moveTo>
                  <a:pt x="9206664" y="2001858"/>
                </a:moveTo>
                <a:cubicBezTo>
                  <a:pt x="9220829" y="2001858"/>
                  <a:pt x="9232323" y="2013352"/>
                  <a:pt x="9232323" y="2027517"/>
                </a:cubicBezTo>
                <a:cubicBezTo>
                  <a:pt x="9232323" y="2041682"/>
                  <a:pt x="9220829" y="2053176"/>
                  <a:pt x="9206664" y="2053176"/>
                </a:cubicBezTo>
                <a:cubicBezTo>
                  <a:pt x="9192499" y="2053176"/>
                  <a:pt x="9181006" y="2041682"/>
                  <a:pt x="9181006" y="2027517"/>
                </a:cubicBezTo>
                <a:cubicBezTo>
                  <a:pt x="9181006" y="2013352"/>
                  <a:pt x="9192499" y="2001858"/>
                  <a:pt x="9206664" y="2001858"/>
                </a:cubicBezTo>
                <a:close/>
                <a:moveTo>
                  <a:pt x="9142457" y="2001858"/>
                </a:moveTo>
                <a:cubicBezTo>
                  <a:pt x="9156622" y="2001858"/>
                  <a:pt x="9168118" y="2013352"/>
                  <a:pt x="9168118" y="2027517"/>
                </a:cubicBezTo>
                <a:cubicBezTo>
                  <a:pt x="9168118" y="2041682"/>
                  <a:pt x="9156622" y="2053176"/>
                  <a:pt x="9142457" y="2053176"/>
                </a:cubicBezTo>
                <a:cubicBezTo>
                  <a:pt x="9128292" y="2053176"/>
                  <a:pt x="9116799" y="2041682"/>
                  <a:pt x="9116799" y="2027517"/>
                </a:cubicBezTo>
                <a:cubicBezTo>
                  <a:pt x="9116799" y="2013352"/>
                  <a:pt x="9128292" y="2001858"/>
                  <a:pt x="9142457" y="2001858"/>
                </a:cubicBezTo>
                <a:close/>
                <a:moveTo>
                  <a:pt x="9078253" y="2001858"/>
                </a:moveTo>
                <a:cubicBezTo>
                  <a:pt x="9092418" y="2001858"/>
                  <a:pt x="9103911" y="2013352"/>
                  <a:pt x="9103911" y="2027517"/>
                </a:cubicBezTo>
                <a:cubicBezTo>
                  <a:pt x="9103911" y="2041682"/>
                  <a:pt x="9092418" y="2053176"/>
                  <a:pt x="9078253" y="2053176"/>
                </a:cubicBezTo>
                <a:cubicBezTo>
                  <a:pt x="9064088" y="2053176"/>
                  <a:pt x="9052595" y="2041682"/>
                  <a:pt x="9052595" y="2027517"/>
                </a:cubicBezTo>
                <a:cubicBezTo>
                  <a:pt x="9052595" y="2013352"/>
                  <a:pt x="9064088" y="2001858"/>
                  <a:pt x="9078253" y="2001858"/>
                </a:cubicBezTo>
                <a:close/>
                <a:moveTo>
                  <a:pt x="9014049" y="2001858"/>
                </a:moveTo>
                <a:cubicBezTo>
                  <a:pt x="9028214" y="2001858"/>
                  <a:pt x="9039707" y="2013352"/>
                  <a:pt x="9039707" y="2027517"/>
                </a:cubicBezTo>
                <a:cubicBezTo>
                  <a:pt x="9039707" y="2041682"/>
                  <a:pt x="9028214" y="2053176"/>
                  <a:pt x="9014049" y="2053176"/>
                </a:cubicBezTo>
                <a:cubicBezTo>
                  <a:pt x="8999884" y="2053176"/>
                  <a:pt x="8988388" y="2041682"/>
                  <a:pt x="8988388" y="2027517"/>
                </a:cubicBezTo>
                <a:cubicBezTo>
                  <a:pt x="8988388" y="2013352"/>
                  <a:pt x="8999884" y="2001858"/>
                  <a:pt x="9014049" y="2001858"/>
                </a:cubicBezTo>
                <a:close/>
                <a:moveTo>
                  <a:pt x="8949842" y="2001858"/>
                </a:moveTo>
                <a:cubicBezTo>
                  <a:pt x="8964007" y="2001858"/>
                  <a:pt x="8975503" y="2013352"/>
                  <a:pt x="8975503" y="2027517"/>
                </a:cubicBezTo>
                <a:cubicBezTo>
                  <a:pt x="8975503" y="2041682"/>
                  <a:pt x="8964007" y="2053176"/>
                  <a:pt x="8949842" y="2053176"/>
                </a:cubicBezTo>
                <a:cubicBezTo>
                  <a:pt x="8935677" y="2053176"/>
                  <a:pt x="8924183" y="2041682"/>
                  <a:pt x="8924183" y="2027517"/>
                </a:cubicBezTo>
                <a:cubicBezTo>
                  <a:pt x="8924183" y="2013352"/>
                  <a:pt x="8935677" y="2001858"/>
                  <a:pt x="8949842" y="2001858"/>
                </a:cubicBezTo>
                <a:close/>
                <a:moveTo>
                  <a:pt x="8885637" y="2001858"/>
                </a:moveTo>
                <a:cubicBezTo>
                  <a:pt x="8899802" y="2001858"/>
                  <a:pt x="8911296" y="2013352"/>
                  <a:pt x="8911296" y="2027517"/>
                </a:cubicBezTo>
                <a:cubicBezTo>
                  <a:pt x="8911296" y="2041682"/>
                  <a:pt x="8899802" y="2053176"/>
                  <a:pt x="8885637" y="2053176"/>
                </a:cubicBezTo>
                <a:cubicBezTo>
                  <a:pt x="8871472" y="2053176"/>
                  <a:pt x="8859979" y="2041682"/>
                  <a:pt x="8859979" y="2027517"/>
                </a:cubicBezTo>
                <a:cubicBezTo>
                  <a:pt x="8859979" y="2013352"/>
                  <a:pt x="8871472" y="2001858"/>
                  <a:pt x="8885637" y="2001858"/>
                </a:cubicBezTo>
                <a:close/>
                <a:moveTo>
                  <a:pt x="8821433" y="2001858"/>
                </a:moveTo>
                <a:cubicBezTo>
                  <a:pt x="8835598" y="2001858"/>
                  <a:pt x="8847091" y="2013352"/>
                  <a:pt x="8847091" y="2027517"/>
                </a:cubicBezTo>
                <a:cubicBezTo>
                  <a:pt x="8847091" y="2041682"/>
                  <a:pt x="8835598" y="2053176"/>
                  <a:pt x="8821433" y="2053176"/>
                </a:cubicBezTo>
                <a:cubicBezTo>
                  <a:pt x="8807268" y="2053176"/>
                  <a:pt x="8795772" y="2041682"/>
                  <a:pt x="8795772" y="2027517"/>
                </a:cubicBezTo>
                <a:cubicBezTo>
                  <a:pt x="8795772" y="2013352"/>
                  <a:pt x="8807268" y="2001858"/>
                  <a:pt x="8821433" y="2001858"/>
                </a:cubicBezTo>
                <a:close/>
                <a:moveTo>
                  <a:pt x="8757226" y="2001858"/>
                </a:moveTo>
                <a:cubicBezTo>
                  <a:pt x="8771391" y="2001858"/>
                  <a:pt x="8782887" y="2013352"/>
                  <a:pt x="8782887" y="2027517"/>
                </a:cubicBezTo>
                <a:cubicBezTo>
                  <a:pt x="8782887" y="2041682"/>
                  <a:pt x="8771391" y="2053176"/>
                  <a:pt x="8757226" y="2053176"/>
                </a:cubicBezTo>
                <a:cubicBezTo>
                  <a:pt x="8743061" y="2053176"/>
                  <a:pt x="8731568" y="2041682"/>
                  <a:pt x="8731568" y="2027517"/>
                </a:cubicBezTo>
                <a:cubicBezTo>
                  <a:pt x="8731568" y="2013352"/>
                  <a:pt x="8743061" y="2001858"/>
                  <a:pt x="8757226" y="2001858"/>
                </a:cubicBezTo>
                <a:close/>
                <a:moveTo>
                  <a:pt x="8692904" y="2001858"/>
                </a:moveTo>
                <a:cubicBezTo>
                  <a:pt x="8707069" y="2001858"/>
                  <a:pt x="8718565" y="2013352"/>
                  <a:pt x="8718565" y="2027517"/>
                </a:cubicBezTo>
                <a:cubicBezTo>
                  <a:pt x="8718565" y="2041682"/>
                  <a:pt x="8707069" y="2053176"/>
                  <a:pt x="8692904" y="2053176"/>
                </a:cubicBezTo>
                <a:cubicBezTo>
                  <a:pt x="8678741" y="2053176"/>
                  <a:pt x="8667246" y="2041682"/>
                  <a:pt x="8667246" y="2027517"/>
                </a:cubicBezTo>
                <a:cubicBezTo>
                  <a:pt x="8667246" y="2013352"/>
                  <a:pt x="8678741" y="2001858"/>
                  <a:pt x="8692904" y="2001858"/>
                </a:cubicBezTo>
                <a:close/>
                <a:moveTo>
                  <a:pt x="8628699" y="2001858"/>
                </a:moveTo>
                <a:cubicBezTo>
                  <a:pt x="8642864" y="2001858"/>
                  <a:pt x="8654358" y="2013352"/>
                  <a:pt x="8654358" y="2027517"/>
                </a:cubicBezTo>
                <a:cubicBezTo>
                  <a:pt x="8654358" y="2041682"/>
                  <a:pt x="8642864" y="2053176"/>
                  <a:pt x="8628699" y="2053176"/>
                </a:cubicBezTo>
                <a:cubicBezTo>
                  <a:pt x="8614534" y="2053176"/>
                  <a:pt x="8603041" y="2041682"/>
                  <a:pt x="8603041" y="2027517"/>
                </a:cubicBezTo>
                <a:cubicBezTo>
                  <a:pt x="8603041" y="2013352"/>
                  <a:pt x="8614534" y="2001858"/>
                  <a:pt x="8628699" y="2001858"/>
                </a:cubicBezTo>
                <a:close/>
                <a:moveTo>
                  <a:pt x="8564495" y="2001858"/>
                </a:moveTo>
                <a:cubicBezTo>
                  <a:pt x="8578660" y="2001858"/>
                  <a:pt x="8590153" y="2013352"/>
                  <a:pt x="8590153" y="2027517"/>
                </a:cubicBezTo>
                <a:cubicBezTo>
                  <a:pt x="8590153" y="2041682"/>
                  <a:pt x="8578660" y="2053176"/>
                  <a:pt x="8564495" y="2053176"/>
                </a:cubicBezTo>
                <a:cubicBezTo>
                  <a:pt x="8550330" y="2053176"/>
                  <a:pt x="8538837" y="2041682"/>
                  <a:pt x="8538837" y="2027517"/>
                </a:cubicBezTo>
                <a:cubicBezTo>
                  <a:pt x="8538837" y="2013352"/>
                  <a:pt x="8550330" y="2001858"/>
                  <a:pt x="8564495" y="2001858"/>
                </a:cubicBezTo>
                <a:close/>
                <a:moveTo>
                  <a:pt x="8500288" y="2001858"/>
                </a:moveTo>
                <a:cubicBezTo>
                  <a:pt x="8514453" y="2001858"/>
                  <a:pt x="8525949" y="2013352"/>
                  <a:pt x="8525949" y="2027517"/>
                </a:cubicBezTo>
                <a:cubicBezTo>
                  <a:pt x="8525949" y="2041682"/>
                  <a:pt x="8514453" y="2053176"/>
                  <a:pt x="8500288" y="2053176"/>
                </a:cubicBezTo>
                <a:cubicBezTo>
                  <a:pt x="8486126" y="2053176"/>
                  <a:pt x="8474630" y="2041682"/>
                  <a:pt x="8474630" y="2027517"/>
                </a:cubicBezTo>
                <a:cubicBezTo>
                  <a:pt x="8474630" y="2013352"/>
                  <a:pt x="8486126" y="2001858"/>
                  <a:pt x="8500288" y="2001858"/>
                </a:cubicBezTo>
                <a:close/>
                <a:moveTo>
                  <a:pt x="8436084" y="2001858"/>
                </a:moveTo>
                <a:cubicBezTo>
                  <a:pt x="8450249" y="2001858"/>
                  <a:pt x="8461745" y="2013352"/>
                  <a:pt x="8461745" y="2027517"/>
                </a:cubicBezTo>
                <a:cubicBezTo>
                  <a:pt x="8461745" y="2041682"/>
                  <a:pt x="8450249" y="2053176"/>
                  <a:pt x="8436084" y="2053176"/>
                </a:cubicBezTo>
                <a:cubicBezTo>
                  <a:pt x="8421919" y="2053176"/>
                  <a:pt x="8410426" y="2041682"/>
                  <a:pt x="8410426" y="2027517"/>
                </a:cubicBezTo>
                <a:cubicBezTo>
                  <a:pt x="8410426" y="2013352"/>
                  <a:pt x="8421919" y="2001858"/>
                  <a:pt x="8436084" y="2001858"/>
                </a:cubicBezTo>
                <a:close/>
                <a:moveTo>
                  <a:pt x="8371879" y="2001858"/>
                </a:moveTo>
                <a:cubicBezTo>
                  <a:pt x="8386044" y="2001858"/>
                  <a:pt x="8397538" y="2013352"/>
                  <a:pt x="8397538" y="2027517"/>
                </a:cubicBezTo>
                <a:cubicBezTo>
                  <a:pt x="8397538" y="2041682"/>
                  <a:pt x="8386044" y="2053176"/>
                  <a:pt x="8371879" y="2053176"/>
                </a:cubicBezTo>
                <a:cubicBezTo>
                  <a:pt x="8357714" y="2053176"/>
                  <a:pt x="8346221" y="2041682"/>
                  <a:pt x="8346221" y="2027517"/>
                </a:cubicBezTo>
                <a:cubicBezTo>
                  <a:pt x="8346221" y="2013352"/>
                  <a:pt x="8357714" y="2001858"/>
                  <a:pt x="8371879" y="2001858"/>
                </a:cubicBezTo>
                <a:close/>
                <a:moveTo>
                  <a:pt x="8307675" y="2001858"/>
                </a:moveTo>
                <a:cubicBezTo>
                  <a:pt x="8321837" y="2001858"/>
                  <a:pt x="8333333" y="2013352"/>
                  <a:pt x="8333333" y="2027517"/>
                </a:cubicBezTo>
                <a:cubicBezTo>
                  <a:pt x="8333333" y="2041682"/>
                  <a:pt x="8321837" y="2053176"/>
                  <a:pt x="8307675" y="2053176"/>
                </a:cubicBezTo>
                <a:cubicBezTo>
                  <a:pt x="8293510" y="2053176"/>
                  <a:pt x="8282014" y="2041682"/>
                  <a:pt x="8282014" y="2027517"/>
                </a:cubicBezTo>
                <a:cubicBezTo>
                  <a:pt x="8282014" y="2013352"/>
                  <a:pt x="8293510" y="2001858"/>
                  <a:pt x="8307675" y="2001858"/>
                </a:cubicBezTo>
                <a:close/>
                <a:moveTo>
                  <a:pt x="8243468" y="2001858"/>
                </a:moveTo>
                <a:cubicBezTo>
                  <a:pt x="8257633" y="2001858"/>
                  <a:pt x="8269126" y="2013352"/>
                  <a:pt x="8269126" y="2027517"/>
                </a:cubicBezTo>
                <a:cubicBezTo>
                  <a:pt x="8269126" y="2041682"/>
                  <a:pt x="8257633" y="2053176"/>
                  <a:pt x="8243468" y="2053176"/>
                </a:cubicBezTo>
                <a:cubicBezTo>
                  <a:pt x="8229303" y="2053176"/>
                  <a:pt x="8217810" y="2041682"/>
                  <a:pt x="8217810" y="2027517"/>
                </a:cubicBezTo>
                <a:cubicBezTo>
                  <a:pt x="8217810" y="2013352"/>
                  <a:pt x="8229303" y="2001858"/>
                  <a:pt x="8243468" y="2001858"/>
                </a:cubicBezTo>
                <a:close/>
                <a:moveTo>
                  <a:pt x="8179264" y="2001858"/>
                </a:moveTo>
                <a:cubicBezTo>
                  <a:pt x="8193429" y="2001858"/>
                  <a:pt x="8204922" y="2013352"/>
                  <a:pt x="8204922" y="2027517"/>
                </a:cubicBezTo>
                <a:cubicBezTo>
                  <a:pt x="8204922" y="2041682"/>
                  <a:pt x="8193429" y="2053176"/>
                  <a:pt x="8179264" y="2053176"/>
                </a:cubicBezTo>
                <a:cubicBezTo>
                  <a:pt x="8165099" y="2053176"/>
                  <a:pt x="8153603" y="2041682"/>
                  <a:pt x="8153603" y="2027517"/>
                </a:cubicBezTo>
                <a:cubicBezTo>
                  <a:pt x="8153603" y="2013352"/>
                  <a:pt x="8165099" y="2001858"/>
                  <a:pt x="8179264" y="2001858"/>
                </a:cubicBezTo>
                <a:close/>
                <a:moveTo>
                  <a:pt x="8115057" y="2001858"/>
                </a:moveTo>
                <a:cubicBezTo>
                  <a:pt x="8129222" y="2001858"/>
                  <a:pt x="8140717" y="2013352"/>
                  <a:pt x="8140717" y="2027517"/>
                </a:cubicBezTo>
                <a:cubicBezTo>
                  <a:pt x="8140717" y="2041682"/>
                  <a:pt x="8129222" y="2053176"/>
                  <a:pt x="8115057" y="2053176"/>
                </a:cubicBezTo>
                <a:cubicBezTo>
                  <a:pt x="8100894" y="2053176"/>
                  <a:pt x="8089398" y="2041682"/>
                  <a:pt x="8089398" y="2027517"/>
                </a:cubicBezTo>
                <a:cubicBezTo>
                  <a:pt x="8089398" y="2013352"/>
                  <a:pt x="8100894" y="2001858"/>
                  <a:pt x="8115057" y="2001858"/>
                </a:cubicBezTo>
                <a:close/>
                <a:moveTo>
                  <a:pt x="8050852" y="2001858"/>
                </a:moveTo>
                <a:cubicBezTo>
                  <a:pt x="8065017" y="2001858"/>
                  <a:pt x="8076510" y="2013352"/>
                  <a:pt x="8076510" y="2027517"/>
                </a:cubicBezTo>
                <a:cubicBezTo>
                  <a:pt x="8076510" y="2041682"/>
                  <a:pt x="8065017" y="2053176"/>
                  <a:pt x="8050852" y="2053176"/>
                </a:cubicBezTo>
                <a:cubicBezTo>
                  <a:pt x="8036687" y="2053176"/>
                  <a:pt x="8025194" y="2041682"/>
                  <a:pt x="8025194" y="2027517"/>
                </a:cubicBezTo>
                <a:cubicBezTo>
                  <a:pt x="8025194" y="2013352"/>
                  <a:pt x="8036687" y="2001858"/>
                  <a:pt x="8050852" y="2001858"/>
                </a:cubicBezTo>
                <a:close/>
                <a:moveTo>
                  <a:pt x="7986648" y="2001858"/>
                </a:moveTo>
                <a:cubicBezTo>
                  <a:pt x="8000813" y="2001858"/>
                  <a:pt x="8012306" y="2013352"/>
                  <a:pt x="8012306" y="2027517"/>
                </a:cubicBezTo>
                <a:cubicBezTo>
                  <a:pt x="8012306" y="2041682"/>
                  <a:pt x="8000813" y="2053176"/>
                  <a:pt x="7986648" y="2053176"/>
                </a:cubicBezTo>
                <a:cubicBezTo>
                  <a:pt x="7972483" y="2053176"/>
                  <a:pt x="7960990" y="2041682"/>
                  <a:pt x="7960990" y="2027517"/>
                </a:cubicBezTo>
                <a:cubicBezTo>
                  <a:pt x="7960990" y="2013352"/>
                  <a:pt x="7972483" y="2001858"/>
                  <a:pt x="7986648" y="2001858"/>
                </a:cubicBezTo>
                <a:close/>
                <a:moveTo>
                  <a:pt x="7922444" y="2001858"/>
                </a:moveTo>
                <a:cubicBezTo>
                  <a:pt x="7936606" y="2001858"/>
                  <a:pt x="7948102" y="2013352"/>
                  <a:pt x="7948102" y="2027517"/>
                </a:cubicBezTo>
                <a:cubicBezTo>
                  <a:pt x="7948102" y="2041682"/>
                  <a:pt x="7936606" y="2053176"/>
                  <a:pt x="7922444" y="2053176"/>
                </a:cubicBezTo>
                <a:cubicBezTo>
                  <a:pt x="7908279" y="2053176"/>
                  <a:pt x="7896783" y="2041682"/>
                  <a:pt x="7896783" y="2027517"/>
                </a:cubicBezTo>
                <a:cubicBezTo>
                  <a:pt x="7896783" y="2013352"/>
                  <a:pt x="7908279" y="2001858"/>
                  <a:pt x="7922444" y="2001858"/>
                </a:cubicBezTo>
                <a:close/>
                <a:moveTo>
                  <a:pt x="7858237" y="2001858"/>
                </a:moveTo>
                <a:cubicBezTo>
                  <a:pt x="7872402" y="2001858"/>
                  <a:pt x="7883895" y="2013352"/>
                  <a:pt x="7883895" y="2027517"/>
                </a:cubicBezTo>
                <a:cubicBezTo>
                  <a:pt x="7883895" y="2041682"/>
                  <a:pt x="7872402" y="2053176"/>
                  <a:pt x="7858237" y="2053176"/>
                </a:cubicBezTo>
                <a:cubicBezTo>
                  <a:pt x="7844072" y="2053176"/>
                  <a:pt x="7832578" y="2041682"/>
                  <a:pt x="7832578" y="2027517"/>
                </a:cubicBezTo>
                <a:cubicBezTo>
                  <a:pt x="7832578" y="2013352"/>
                  <a:pt x="7844072" y="2001858"/>
                  <a:pt x="7858237" y="2001858"/>
                </a:cubicBezTo>
                <a:close/>
                <a:moveTo>
                  <a:pt x="7794032" y="2001858"/>
                </a:moveTo>
                <a:cubicBezTo>
                  <a:pt x="7808197" y="2001858"/>
                  <a:pt x="7819690" y="2013352"/>
                  <a:pt x="7819690" y="2027517"/>
                </a:cubicBezTo>
                <a:cubicBezTo>
                  <a:pt x="7819690" y="2041682"/>
                  <a:pt x="7808197" y="2053176"/>
                  <a:pt x="7794032" y="2053176"/>
                </a:cubicBezTo>
                <a:cubicBezTo>
                  <a:pt x="7779867" y="2053176"/>
                  <a:pt x="7768371" y="2041682"/>
                  <a:pt x="7768371" y="2027517"/>
                </a:cubicBezTo>
                <a:cubicBezTo>
                  <a:pt x="7768371" y="2013352"/>
                  <a:pt x="7779867" y="2001858"/>
                  <a:pt x="7794032" y="2001858"/>
                </a:cubicBezTo>
                <a:close/>
                <a:moveTo>
                  <a:pt x="7729825" y="2001858"/>
                </a:moveTo>
                <a:cubicBezTo>
                  <a:pt x="7743990" y="2001858"/>
                  <a:pt x="7755486" y="2013352"/>
                  <a:pt x="7755486" y="2027517"/>
                </a:cubicBezTo>
                <a:cubicBezTo>
                  <a:pt x="7755486" y="2041682"/>
                  <a:pt x="7743990" y="2053176"/>
                  <a:pt x="7729825" y="2053176"/>
                </a:cubicBezTo>
                <a:cubicBezTo>
                  <a:pt x="7715660" y="2053176"/>
                  <a:pt x="7704167" y="2041682"/>
                  <a:pt x="7704167" y="2027517"/>
                </a:cubicBezTo>
                <a:cubicBezTo>
                  <a:pt x="7704167" y="2013352"/>
                  <a:pt x="7715660" y="2001858"/>
                  <a:pt x="7729825" y="2001858"/>
                </a:cubicBezTo>
                <a:close/>
                <a:moveTo>
                  <a:pt x="7665621" y="2001858"/>
                </a:moveTo>
                <a:cubicBezTo>
                  <a:pt x="7679786" y="2001858"/>
                  <a:pt x="7691279" y="2013352"/>
                  <a:pt x="7691279" y="2027517"/>
                </a:cubicBezTo>
                <a:cubicBezTo>
                  <a:pt x="7691279" y="2041682"/>
                  <a:pt x="7679786" y="2053176"/>
                  <a:pt x="7665621" y="2053176"/>
                </a:cubicBezTo>
                <a:cubicBezTo>
                  <a:pt x="7651456" y="2053176"/>
                  <a:pt x="7639963" y="2041682"/>
                  <a:pt x="7639963" y="2027517"/>
                </a:cubicBezTo>
                <a:cubicBezTo>
                  <a:pt x="7639963" y="2013352"/>
                  <a:pt x="7651456" y="2001858"/>
                  <a:pt x="7665621" y="2001858"/>
                </a:cubicBezTo>
                <a:close/>
                <a:moveTo>
                  <a:pt x="7601299" y="2001858"/>
                </a:moveTo>
                <a:cubicBezTo>
                  <a:pt x="7615464" y="2001858"/>
                  <a:pt x="7626959" y="2013352"/>
                  <a:pt x="7626959" y="2027517"/>
                </a:cubicBezTo>
                <a:cubicBezTo>
                  <a:pt x="7626959" y="2041682"/>
                  <a:pt x="7615464" y="2053176"/>
                  <a:pt x="7601299" y="2053176"/>
                </a:cubicBezTo>
                <a:cubicBezTo>
                  <a:pt x="7587134" y="2053176"/>
                  <a:pt x="7575640" y="2041682"/>
                  <a:pt x="7575640" y="2027517"/>
                </a:cubicBezTo>
                <a:cubicBezTo>
                  <a:pt x="7575640" y="2013352"/>
                  <a:pt x="7587134" y="2001858"/>
                  <a:pt x="7601299" y="2001858"/>
                </a:cubicBezTo>
                <a:close/>
                <a:moveTo>
                  <a:pt x="7537094" y="2001858"/>
                </a:moveTo>
                <a:cubicBezTo>
                  <a:pt x="7551259" y="2001858"/>
                  <a:pt x="7562752" y="2013352"/>
                  <a:pt x="7562752" y="2027517"/>
                </a:cubicBezTo>
                <a:cubicBezTo>
                  <a:pt x="7562752" y="2041682"/>
                  <a:pt x="7551259" y="2053176"/>
                  <a:pt x="7537094" y="2053176"/>
                </a:cubicBezTo>
                <a:cubicBezTo>
                  <a:pt x="7522929" y="2053176"/>
                  <a:pt x="7511436" y="2041682"/>
                  <a:pt x="7511436" y="2027517"/>
                </a:cubicBezTo>
                <a:cubicBezTo>
                  <a:pt x="7511436" y="2013352"/>
                  <a:pt x="7522929" y="2001858"/>
                  <a:pt x="7537094" y="2001858"/>
                </a:cubicBezTo>
                <a:close/>
                <a:moveTo>
                  <a:pt x="7472890" y="2001858"/>
                </a:moveTo>
                <a:cubicBezTo>
                  <a:pt x="7487052" y="2001858"/>
                  <a:pt x="7498548" y="2013352"/>
                  <a:pt x="7498548" y="2027517"/>
                </a:cubicBezTo>
                <a:cubicBezTo>
                  <a:pt x="7498548" y="2041682"/>
                  <a:pt x="7487052" y="2053176"/>
                  <a:pt x="7472890" y="2053176"/>
                </a:cubicBezTo>
                <a:cubicBezTo>
                  <a:pt x="7458725" y="2053176"/>
                  <a:pt x="7447229" y="2041682"/>
                  <a:pt x="7447229" y="2027517"/>
                </a:cubicBezTo>
                <a:cubicBezTo>
                  <a:pt x="7447229" y="2013352"/>
                  <a:pt x="7458725" y="2001858"/>
                  <a:pt x="7472890" y="2001858"/>
                </a:cubicBezTo>
                <a:close/>
                <a:moveTo>
                  <a:pt x="7408683" y="2001858"/>
                </a:moveTo>
                <a:cubicBezTo>
                  <a:pt x="7422848" y="2001858"/>
                  <a:pt x="7434341" y="2013352"/>
                  <a:pt x="7434341" y="2027517"/>
                </a:cubicBezTo>
                <a:cubicBezTo>
                  <a:pt x="7434341" y="2041682"/>
                  <a:pt x="7422848" y="2053176"/>
                  <a:pt x="7408683" y="2053176"/>
                </a:cubicBezTo>
                <a:cubicBezTo>
                  <a:pt x="7394518" y="2053176"/>
                  <a:pt x="7383025" y="2041682"/>
                  <a:pt x="7383025" y="2027517"/>
                </a:cubicBezTo>
                <a:cubicBezTo>
                  <a:pt x="7383025" y="2013352"/>
                  <a:pt x="7394518" y="2001858"/>
                  <a:pt x="7408683" y="2001858"/>
                </a:cubicBezTo>
                <a:close/>
                <a:moveTo>
                  <a:pt x="7344479" y="2001858"/>
                </a:moveTo>
                <a:cubicBezTo>
                  <a:pt x="7358644" y="2001858"/>
                  <a:pt x="7370137" y="2013352"/>
                  <a:pt x="7370137" y="2027517"/>
                </a:cubicBezTo>
                <a:cubicBezTo>
                  <a:pt x="7370137" y="2041682"/>
                  <a:pt x="7358644" y="2053176"/>
                  <a:pt x="7344479" y="2053176"/>
                </a:cubicBezTo>
                <a:cubicBezTo>
                  <a:pt x="7330314" y="2053176"/>
                  <a:pt x="7318820" y="2041682"/>
                  <a:pt x="7318820" y="2027517"/>
                </a:cubicBezTo>
                <a:cubicBezTo>
                  <a:pt x="7318820" y="2013352"/>
                  <a:pt x="7330314" y="2001858"/>
                  <a:pt x="7344479" y="2001858"/>
                </a:cubicBezTo>
                <a:close/>
                <a:moveTo>
                  <a:pt x="7280274" y="2001858"/>
                </a:moveTo>
                <a:cubicBezTo>
                  <a:pt x="7294437" y="2001858"/>
                  <a:pt x="7305932" y="2013352"/>
                  <a:pt x="7305932" y="2027517"/>
                </a:cubicBezTo>
                <a:cubicBezTo>
                  <a:pt x="7305932" y="2041682"/>
                  <a:pt x="7294437" y="2053176"/>
                  <a:pt x="7280274" y="2053176"/>
                </a:cubicBezTo>
                <a:cubicBezTo>
                  <a:pt x="7266109" y="2053176"/>
                  <a:pt x="7254613" y="2041682"/>
                  <a:pt x="7254613" y="2027517"/>
                </a:cubicBezTo>
                <a:cubicBezTo>
                  <a:pt x="7254613" y="2013352"/>
                  <a:pt x="7266109" y="2001858"/>
                  <a:pt x="7280274" y="2001858"/>
                </a:cubicBezTo>
                <a:close/>
                <a:moveTo>
                  <a:pt x="7216067" y="2001858"/>
                </a:moveTo>
                <a:cubicBezTo>
                  <a:pt x="7230232" y="2001858"/>
                  <a:pt x="7241725" y="2013352"/>
                  <a:pt x="7241725" y="2027517"/>
                </a:cubicBezTo>
                <a:cubicBezTo>
                  <a:pt x="7241725" y="2041682"/>
                  <a:pt x="7230232" y="2053176"/>
                  <a:pt x="7216067" y="2053176"/>
                </a:cubicBezTo>
                <a:cubicBezTo>
                  <a:pt x="7201902" y="2053176"/>
                  <a:pt x="7190409" y="2041682"/>
                  <a:pt x="7190409" y="2027517"/>
                </a:cubicBezTo>
                <a:cubicBezTo>
                  <a:pt x="7190409" y="2013352"/>
                  <a:pt x="7201902" y="2001858"/>
                  <a:pt x="7216067" y="2001858"/>
                </a:cubicBezTo>
                <a:close/>
                <a:moveTo>
                  <a:pt x="7151863" y="2001858"/>
                </a:moveTo>
                <a:cubicBezTo>
                  <a:pt x="7166028" y="2001858"/>
                  <a:pt x="7177521" y="2013352"/>
                  <a:pt x="7177521" y="2027517"/>
                </a:cubicBezTo>
                <a:cubicBezTo>
                  <a:pt x="7177521" y="2041682"/>
                  <a:pt x="7166028" y="2053176"/>
                  <a:pt x="7151863" y="2053176"/>
                </a:cubicBezTo>
                <a:cubicBezTo>
                  <a:pt x="7137698" y="2053176"/>
                  <a:pt x="7126205" y="2041682"/>
                  <a:pt x="7126205" y="2027517"/>
                </a:cubicBezTo>
                <a:cubicBezTo>
                  <a:pt x="7126205" y="2013352"/>
                  <a:pt x="7137698" y="2001858"/>
                  <a:pt x="7151863" y="2001858"/>
                </a:cubicBezTo>
                <a:close/>
                <a:moveTo>
                  <a:pt x="7087658" y="2001858"/>
                </a:moveTo>
                <a:cubicBezTo>
                  <a:pt x="7101821" y="2001858"/>
                  <a:pt x="7113317" y="2013352"/>
                  <a:pt x="7113317" y="2027517"/>
                </a:cubicBezTo>
                <a:cubicBezTo>
                  <a:pt x="7113317" y="2041682"/>
                  <a:pt x="7101821" y="2053176"/>
                  <a:pt x="7087658" y="2053176"/>
                </a:cubicBezTo>
                <a:cubicBezTo>
                  <a:pt x="7073493" y="2053176"/>
                  <a:pt x="7061998" y="2041682"/>
                  <a:pt x="7061998" y="2027517"/>
                </a:cubicBezTo>
                <a:cubicBezTo>
                  <a:pt x="7061998" y="2013352"/>
                  <a:pt x="7073493" y="2001858"/>
                  <a:pt x="7087658" y="2001858"/>
                </a:cubicBezTo>
                <a:close/>
                <a:moveTo>
                  <a:pt x="7023451" y="2001858"/>
                </a:moveTo>
                <a:cubicBezTo>
                  <a:pt x="7037616" y="2001858"/>
                  <a:pt x="7049112" y="2013352"/>
                  <a:pt x="7049112" y="2027517"/>
                </a:cubicBezTo>
                <a:cubicBezTo>
                  <a:pt x="7049112" y="2041682"/>
                  <a:pt x="7037616" y="2053176"/>
                  <a:pt x="7023451" y="2053176"/>
                </a:cubicBezTo>
                <a:cubicBezTo>
                  <a:pt x="7009289" y="2053176"/>
                  <a:pt x="6997793" y="2041682"/>
                  <a:pt x="6997793" y="2027517"/>
                </a:cubicBezTo>
                <a:cubicBezTo>
                  <a:pt x="6997793" y="2013352"/>
                  <a:pt x="7009289" y="2001858"/>
                  <a:pt x="7023451" y="2001858"/>
                </a:cubicBezTo>
                <a:close/>
                <a:moveTo>
                  <a:pt x="6959247" y="2001858"/>
                </a:moveTo>
                <a:cubicBezTo>
                  <a:pt x="6973412" y="2001858"/>
                  <a:pt x="6984905" y="2013352"/>
                  <a:pt x="6984905" y="2027517"/>
                </a:cubicBezTo>
                <a:cubicBezTo>
                  <a:pt x="6984905" y="2041682"/>
                  <a:pt x="6973412" y="2053176"/>
                  <a:pt x="6959247" y="2053176"/>
                </a:cubicBezTo>
                <a:cubicBezTo>
                  <a:pt x="6945082" y="2053176"/>
                  <a:pt x="6933589" y="2041682"/>
                  <a:pt x="6933589" y="2027517"/>
                </a:cubicBezTo>
                <a:cubicBezTo>
                  <a:pt x="6933589" y="2013352"/>
                  <a:pt x="6945082" y="2001858"/>
                  <a:pt x="6959247" y="2001858"/>
                </a:cubicBezTo>
                <a:close/>
                <a:moveTo>
                  <a:pt x="6895043" y="2001858"/>
                </a:moveTo>
                <a:cubicBezTo>
                  <a:pt x="6909208" y="2001858"/>
                  <a:pt x="6920701" y="2013352"/>
                  <a:pt x="6920701" y="2027517"/>
                </a:cubicBezTo>
                <a:cubicBezTo>
                  <a:pt x="6920701" y="2041682"/>
                  <a:pt x="6909208" y="2053176"/>
                  <a:pt x="6895043" y="2053176"/>
                </a:cubicBezTo>
                <a:cubicBezTo>
                  <a:pt x="6880878" y="2053176"/>
                  <a:pt x="6869382" y="2041682"/>
                  <a:pt x="6869382" y="2027517"/>
                </a:cubicBezTo>
                <a:cubicBezTo>
                  <a:pt x="6869382" y="2013352"/>
                  <a:pt x="6880878" y="2001858"/>
                  <a:pt x="6895043" y="2001858"/>
                </a:cubicBezTo>
                <a:close/>
                <a:moveTo>
                  <a:pt x="6830836" y="2001858"/>
                </a:moveTo>
                <a:cubicBezTo>
                  <a:pt x="6845001" y="2001858"/>
                  <a:pt x="6856494" y="2013352"/>
                  <a:pt x="6856494" y="2027517"/>
                </a:cubicBezTo>
                <a:cubicBezTo>
                  <a:pt x="6856494" y="2041682"/>
                  <a:pt x="6845001" y="2053176"/>
                  <a:pt x="6830836" y="2053176"/>
                </a:cubicBezTo>
                <a:cubicBezTo>
                  <a:pt x="6816671" y="2053176"/>
                  <a:pt x="6805178" y="2041682"/>
                  <a:pt x="6805178" y="2027517"/>
                </a:cubicBezTo>
                <a:cubicBezTo>
                  <a:pt x="6805178" y="2013352"/>
                  <a:pt x="6816671" y="2001858"/>
                  <a:pt x="6830836" y="2001858"/>
                </a:cubicBezTo>
                <a:close/>
                <a:moveTo>
                  <a:pt x="6766631" y="2001858"/>
                </a:moveTo>
                <a:cubicBezTo>
                  <a:pt x="6780796" y="2001858"/>
                  <a:pt x="6792290" y="2013352"/>
                  <a:pt x="6792290" y="2027517"/>
                </a:cubicBezTo>
                <a:cubicBezTo>
                  <a:pt x="6792290" y="2041682"/>
                  <a:pt x="6780796" y="2053176"/>
                  <a:pt x="6766631" y="2053176"/>
                </a:cubicBezTo>
                <a:cubicBezTo>
                  <a:pt x="6752466" y="2053176"/>
                  <a:pt x="6740973" y="2041682"/>
                  <a:pt x="6740973" y="2027517"/>
                </a:cubicBezTo>
                <a:cubicBezTo>
                  <a:pt x="6740973" y="2013352"/>
                  <a:pt x="6752466" y="2001858"/>
                  <a:pt x="6766631" y="2001858"/>
                </a:cubicBezTo>
                <a:close/>
                <a:moveTo>
                  <a:pt x="6702427" y="2001858"/>
                </a:moveTo>
                <a:cubicBezTo>
                  <a:pt x="6716589" y="2001858"/>
                  <a:pt x="6728085" y="2013352"/>
                  <a:pt x="6728085" y="2027517"/>
                </a:cubicBezTo>
                <a:cubicBezTo>
                  <a:pt x="6728085" y="2041682"/>
                  <a:pt x="6716589" y="2053176"/>
                  <a:pt x="6702427" y="2053176"/>
                </a:cubicBezTo>
                <a:cubicBezTo>
                  <a:pt x="6688262" y="2053176"/>
                  <a:pt x="6676766" y="2041682"/>
                  <a:pt x="6676766" y="2027517"/>
                </a:cubicBezTo>
                <a:cubicBezTo>
                  <a:pt x="6676766" y="2013352"/>
                  <a:pt x="6688262" y="2001858"/>
                  <a:pt x="6702427" y="2001858"/>
                </a:cubicBezTo>
                <a:close/>
                <a:moveTo>
                  <a:pt x="6638220" y="2001858"/>
                </a:moveTo>
                <a:cubicBezTo>
                  <a:pt x="6652385" y="2001858"/>
                  <a:pt x="6663881" y="2013352"/>
                  <a:pt x="6663881" y="2027517"/>
                </a:cubicBezTo>
                <a:cubicBezTo>
                  <a:pt x="6663881" y="2041682"/>
                  <a:pt x="6652385" y="2053176"/>
                  <a:pt x="6638220" y="2053176"/>
                </a:cubicBezTo>
                <a:cubicBezTo>
                  <a:pt x="6624055" y="2053176"/>
                  <a:pt x="6612562" y="2041682"/>
                  <a:pt x="6612562" y="2027517"/>
                </a:cubicBezTo>
                <a:cubicBezTo>
                  <a:pt x="6612562" y="2013352"/>
                  <a:pt x="6624055" y="2001858"/>
                  <a:pt x="6638220" y="2001858"/>
                </a:cubicBezTo>
                <a:close/>
                <a:moveTo>
                  <a:pt x="6574016" y="2001858"/>
                </a:moveTo>
                <a:cubicBezTo>
                  <a:pt x="6588181" y="2001858"/>
                  <a:pt x="6599674" y="2013352"/>
                  <a:pt x="6599674" y="2027517"/>
                </a:cubicBezTo>
                <a:cubicBezTo>
                  <a:pt x="6599674" y="2041682"/>
                  <a:pt x="6588181" y="2053176"/>
                  <a:pt x="6574016" y="2053176"/>
                </a:cubicBezTo>
                <a:cubicBezTo>
                  <a:pt x="6559851" y="2053176"/>
                  <a:pt x="6548357" y="2041682"/>
                  <a:pt x="6548357" y="2027517"/>
                </a:cubicBezTo>
                <a:cubicBezTo>
                  <a:pt x="6548357" y="2013352"/>
                  <a:pt x="6559851" y="2001858"/>
                  <a:pt x="6574016" y="2001858"/>
                </a:cubicBezTo>
                <a:close/>
                <a:moveTo>
                  <a:pt x="6509693" y="2001858"/>
                </a:moveTo>
                <a:cubicBezTo>
                  <a:pt x="6523858" y="2001858"/>
                  <a:pt x="6535352" y="2013352"/>
                  <a:pt x="6535352" y="2027517"/>
                </a:cubicBezTo>
                <a:cubicBezTo>
                  <a:pt x="6535352" y="2041682"/>
                  <a:pt x="6523858" y="2053176"/>
                  <a:pt x="6509693" y="2053176"/>
                </a:cubicBezTo>
                <a:cubicBezTo>
                  <a:pt x="6495528" y="2053176"/>
                  <a:pt x="6484035" y="2041682"/>
                  <a:pt x="6484035" y="2027517"/>
                </a:cubicBezTo>
                <a:cubicBezTo>
                  <a:pt x="6484035" y="2013352"/>
                  <a:pt x="6495528" y="2001858"/>
                  <a:pt x="6509693" y="2001858"/>
                </a:cubicBezTo>
                <a:close/>
                <a:moveTo>
                  <a:pt x="6445489" y="2001858"/>
                </a:moveTo>
                <a:cubicBezTo>
                  <a:pt x="6459654" y="2001858"/>
                  <a:pt x="6471147" y="2013352"/>
                  <a:pt x="6471147" y="2027517"/>
                </a:cubicBezTo>
                <a:cubicBezTo>
                  <a:pt x="6471147" y="2041682"/>
                  <a:pt x="6459654" y="2053176"/>
                  <a:pt x="6445489" y="2053176"/>
                </a:cubicBezTo>
                <a:cubicBezTo>
                  <a:pt x="6431324" y="2053176"/>
                  <a:pt x="6419831" y="2041682"/>
                  <a:pt x="6419831" y="2027517"/>
                </a:cubicBezTo>
                <a:cubicBezTo>
                  <a:pt x="6419831" y="2013352"/>
                  <a:pt x="6431324" y="2001858"/>
                  <a:pt x="6445489" y="2001858"/>
                </a:cubicBezTo>
                <a:close/>
                <a:moveTo>
                  <a:pt x="6381282" y="2001858"/>
                </a:moveTo>
                <a:cubicBezTo>
                  <a:pt x="6395447" y="2001858"/>
                  <a:pt x="6406943" y="2013352"/>
                  <a:pt x="6406943" y="2027517"/>
                </a:cubicBezTo>
                <a:cubicBezTo>
                  <a:pt x="6406943" y="2041682"/>
                  <a:pt x="6395447" y="2053176"/>
                  <a:pt x="6381282" y="2053176"/>
                </a:cubicBezTo>
                <a:cubicBezTo>
                  <a:pt x="6367117" y="2053176"/>
                  <a:pt x="6355624" y="2041682"/>
                  <a:pt x="6355624" y="2027517"/>
                </a:cubicBezTo>
                <a:cubicBezTo>
                  <a:pt x="6355624" y="2013352"/>
                  <a:pt x="6367117" y="2001858"/>
                  <a:pt x="6381282" y="2001858"/>
                </a:cubicBezTo>
                <a:close/>
                <a:moveTo>
                  <a:pt x="6317078" y="2001858"/>
                </a:moveTo>
                <a:cubicBezTo>
                  <a:pt x="6331243" y="2001858"/>
                  <a:pt x="6342736" y="2013352"/>
                  <a:pt x="6342736" y="2027517"/>
                </a:cubicBezTo>
                <a:cubicBezTo>
                  <a:pt x="6342736" y="2041682"/>
                  <a:pt x="6331243" y="2053176"/>
                  <a:pt x="6317078" y="2053176"/>
                </a:cubicBezTo>
                <a:cubicBezTo>
                  <a:pt x="6302913" y="2053176"/>
                  <a:pt x="6291420" y="2041682"/>
                  <a:pt x="6291420" y="2027517"/>
                </a:cubicBezTo>
                <a:cubicBezTo>
                  <a:pt x="6291420" y="2013352"/>
                  <a:pt x="6302913" y="2001858"/>
                  <a:pt x="6317078" y="2001858"/>
                </a:cubicBezTo>
                <a:close/>
                <a:moveTo>
                  <a:pt x="6252873" y="2001858"/>
                </a:moveTo>
                <a:cubicBezTo>
                  <a:pt x="6267036" y="2001858"/>
                  <a:pt x="6278532" y="2013352"/>
                  <a:pt x="6278532" y="2027517"/>
                </a:cubicBezTo>
                <a:cubicBezTo>
                  <a:pt x="6278532" y="2041682"/>
                  <a:pt x="6267036" y="2053176"/>
                  <a:pt x="6252873" y="2053176"/>
                </a:cubicBezTo>
                <a:cubicBezTo>
                  <a:pt x="6238708" y="2053176"/>
                  <a:pt x="6227213" y="2041682"/>
                  <a:pt x="6227213" y="2027517"/>
                </a:cubicBezTo>
                <a:cubicBezTo>
                  <a:pt x="6227213" y="2013352"/>
                  <a:pt x="6238708" y="2001858"/>
                  <a:pt x="6252873" y="2001858"/>
                </a:cubicBezTo>
                <a:close/>
                <a:moveTo>
                  <a:pt x="6188666" y="2001858"/>
                </a:moveTo>
                <a:cubicBezTo>
                  <a:pt x="6202831" y="2001858"/>
                  <a:pt x="6214327" y="2013352"/>
                  <a:pt x="6214327" y="2027517"/>
                </a:cubicBezTo>
                <a:cubicBezTo>
                  <a:pt x="6214327" y="2041682"/>
                  <a:pt x="6202831" y="2053176"/>
                  <a:pt x="6188666" y="2053176"/>
                </a:cubicBezTo>
                <a:cubicBezTo>
                  <a:pt x="6174504" y="2053176"/>
                  <a:pt x="6163008" y="2041682"/>
                  <a:pt x="6163008" y="2027517"/>
                </a:cubicBezTo>
                <a:cubicBezTo>
                  <a:pt x="6163008" y="2013352"/>
                  <a:pt x="6174504" y="2001858"/>
                  <a:pt x="6188666" y="2001858"/>
                </a:cubicBezTo>
                <a:close/>
                <a:moveTo>
                  <a:pt x="6124462" y="2001858"/>
                </a:moveTo>
                <a:cubicBezTo>
                  <a:pt x="6138627" y="2001858"/>
                  <a:pt x="6150123" y="2013352"/>
                  <a:pt x="6150123" y="2027517"/>
                </a:cubicBezTo>
                <a:cubicBezTo>
                  <a:pt x="6150123" y="2041682"/>
                  <a:pt x="6138627" y="2053176"/>
                  <a:pt x="6124462" y="2053176"/>
                </a:cubicBezTo>
                <a:cubicBezTo>
                  <a:pt x="6110297" y="2053176"/>
                  <a:pt x="6098804" y="2041682"/>
                  <a:pt x="6098804" y="2027517"/>
                </a:cubicBezTo>
                <a:cubicBezTo>
                  <a:pt x="6098804" y="2013352"/>
                  <a:pt x="6110297" y="2001858"/>
                  <a:pt x="6124462" y="2001858"/>
                </a:cubicBezTo>
                <a:close/>
                <a:moveTo>
                  <a:pt x="6064505" y="2001858"/>
                </a:moveTo>
                <a:cubicBezTo>
                  <a:pt x="6078666" y="2001858"/>
                  <a:pt x="6090163" y="2013352"/>
                  <a:pt x="6090163" y="2027517"/>
                </a:cubicBezTo>
                <a:cubicBezTo>
                  <a:pt x="6090163" y="2041682"/>
                  <a:pt x="6078666" y="2053176"/>
                  <a:pt x="6064505" y="2053176"/>
                </a:cubicBezTo>
                <a:cubicBezTo>
                  <a:pt x="6050336" y="2053176"/>
                  <a:pt x="6038844" y="2041682"/>
                  <a:pt x="6038844" y="2027517"/>
                </a:cubicBezTo>
                <a:cubicBezTo>
                  <a:pt x="6038844" y="2013352"/>
                  <a:pt x="6050336" y="2001858"/>
                  <a:pt x="6064505" y="2001858"/>
                </a:cubicBezTo>
                <a:close/>
                <a:moveTo>
                  <a:pt x="6000298" y="2001858"/>
                </a:moveTo>
                <a:cubicBezTo>
                  <a:pt x="6014463" y="2001858"/>
                  <a:pt x="6025956" y="2013352"/>
                  <a:pt x="6025956" y="2027517"/>
                </a:cubicBezTo>
                <a:cubicBezTo>
                  <a:pt x="6025956" y="2041682"/>
                  <a:pt x="6014463" y="2053176"/>
                  <a:pt x="6000298" y="2053176"/>
                </a:cubicBezTo>
                <a:cubicBezTo>
                  <a:pt x="5986133" y="2053176"/>
                  <a:pt x="5974639" y="2041682"/>
                  <a:pt x="5974639" y="2027517"/>
                </a:cubicBezTo>
                <a:cubicBezTo>
                  <a:pt x="5974639" y="2013352"/>
                  <a:pt x="5986133" y="2001858"/>
                  <a:pt x="6000298" y="2001858"/>
                </a:cubicBezTo>
                <a:close/>
                <a:moveTo>
                  <a:pt x="5936092" y="2001858"/>
                </a:moveTo>
                <a:cubicBezTo>
                  <a:pt x="5950255" y="2001858"/>
                  <a:pt x="5961751" y="2013352"/>
                  <a:pt x="5961751" y="2027517"/>
                </a:cubicBezTo>
                <a:cubicBezTo>
                  <a:pt x="5961751" y="2041682"/>
                  <a:pt x="5950255" y="2053176"/>
                  <a:pt x="5936092" y="2053176"/>
                </a:cubicBezTo>
                <a:cubicBezTo>
                  <a:pt x="5921928" y="2053176"/>
                  <a:pt x="5910435" y="2041682"/>
                  <a:pt x="5910435" y="2027517"/>
                </a:cubicBezTo>
                <a:cubicBezTo>
                  <a:pt x="5910435" y="2013352"/>
                  <a:pt x="5921928" y="2001858"/>
                  <a:pt x="5936092" y="2001858"/>
                </a:cubicBezTo>
                <a:close/>
                <a:moveTo>
                  <a:pt x="5871887" y="2001858"/>
                </a:moveTo>
                <a:cubicBezTo>
                  <a:pt x="5886051" y="2001858"/>
                  <a:pt x="5897547" y="2013352"/>
                  <a:pt x="5897547" y="2027517"/>
                </a:cubicBezTo>
                <a:cubicBezTo>
                  <a:pt x="5897547" y="2041682"/>
                  <a:pt x="5886051" y="2053176"/>
                  <a:pt x="5871887" y="2053176"/>
                </a:cubicBezTo>
                <a:cubicBezTo>
                  <a:pt x="5857722" y="2053176"/>
                  <a:pt x="5846228" y="2041682"/>
                  <a:pt x="5846228" y="2027517"/>
                </a:cubicBezTo>
                <a:cubicBezTo>
                  <a:pt x="5846228" y="2013352"/>
                  <a:pt x="5857722" y="2001858"/>
                  <a:pt x="5871887" y="2001858"/>
                </a:cubicBezTo>
                <a:close/>
                <a:moveTo>
                  <a:pt x="5807683" y="2001858"/>
                </a:moveTo>
                <a:cubicBezTo>
                  <a:pt x="5821847" y="2001858"/>
                  <a:pt x="5833341" y="2013352"/>
                  <a:pt x="5833341" y="2027517"/>
                </a:cubicBezTo>
                <a:cubicBezTo>
                  <a:pt x="5833341" y="2041682"/>
                  <a:pt x="5821847" y="2053176"/>
                  <a:pt x="5807683" y="2053176"/>
                </a:cubicBezTo>
                <a:cubicBezTo>
                  <a:pt x="5793518" y="2053176"/>
                  <a:pt x="5782024" y="2041682"/>
                  <a:pt x="5782024" y="2027517"/>
                </a:cubicBezTo>
                <a:cubicBezTo>
                  <a:pt x="5782024" y="2013352"/>
                  <a:pt x="5793518" y="2001858"/>
                  <a:pt x="5807683" y="2001858"/>
                </a:cubicBezTo>
                <a:close/>
                <a:moveTo>
                  <a:pt x="5743477" y="2001858"/>
                </a:moveTo>
                <a:cubicBezTo>
                  <a:pt x="5757642" y="2001858"/>
                  <a:pt x="5769136" y="2013352"/>
                  <a:pt x="5769136" y="2027517"/>
                </a:cubicBezTo>
                <a:cubicBezTo>
                  <a:pt x="5769136" y="2041682"/>
                  <a:pt x="5757642" y="2053176"/>
                  <a:pt x="5743477" y="2053176"/>
                </a:cubicBezTo>
                <a:cubicBezTo>
                  <a:pt x="5729311" y="2053176"/>
                  <a:pt x="5717818" y="2041682"/>
                  <a:pt x="5717818" y="2027517"/>
                </a:cubicBezTo>
                <a:cubicBezTo>
                  <a:pt x="5717818" y="2013352"/>
                  <a:pt x="5729311" y="2001858"/>
                  <a:pt x="5743477" y="2001858"/>
                </a:cubicBezTo>
                <a:close/>
                <a:moveTo>
                  <a:pt x="5679272" y="2001858"/>
                </a:moveTo>
                <a:cubicBezTo>
                  <a:pt x="5693437" y="2001858"/>
                  <a:pt x="5704930" y="2013352"/>
                  <a:pt x="5704930" y="2027517"/>
                </a:cubicBezTo>
                <a:cubicBezTo>
                  <a:pt x="5704930" y="2041682"/>
                  <a:pt x="5693437" y="2053176"/>
                  <a:pt x="5679272" y="2053176"/>
                </a:cubicBezTo>
                <a:cubicBezTo>
                  <a:pt x="5665108" y="2053176"/>
                  <a:pt x="5653614" y="2041682"/>
                  <a:pt x="5653614" y="2027517"/>
                </a:cubicBezTo>
                <a:cubicBezTo>
                  <a:pt x="5653614" y="2013352"/>
                  <a:pt x="5665108" y="2001858"/>
                  <a:pt x="5679272" y="2001858"/>
                </a:cubicBezTo>
                <a:close/>
                <a:moveTo>
                  <a:pt x="5615066" y="2001858"/>
                </a:moveTo>
                <a:cubicBezTo>
                  <a:pt x="5629231" y="2001858"/>
                  <a:pt x="5640726" y="2013352"/>
                  <a:pt x="5640726" y="2027517"/>
                </a:cubicBezTo>
                <a:cubicBezTo>
                  <a:pt x="5640726" y="2041682"/>
                  <a:pt x="5629231" y="2053176"/>
                  <a:pt x="5615066" y="2053176"/>
                </a:cubicBezTo>
                <a:cubicBezTo>
                  <a:pt x="5600901" y="2053176"/>
                  <a:pt x="5589407" y="2041682"/>
                  <a:pt x="5589407" y="2027517"/>
                </a:cubicBezTo>
                <a:cubicBezTo>
                  <a:pt x="5589407" y="2013352"/>
                  <a:pt x="5600901" y="2001858"/>
                  <a:pt x="5615066" y="2001858"/>
                </a:cubicBezTo>
                <a:close/>
                <a:moveTo>
                  <a:pt x="5550862" y="2001858"/>
                </a:moveTo>
                <a:cubicBezTo>
                  <a:pt x="5565027" y="2001858"/>
                  <a:pt x="5576520" y="2013352"/>
                  <a:pt x="5576520" y="2027517"/>
                </a:cubicBezTo>
                <a:cubicBezTo>
                  <a:pt x="5576520" y="2041682"/>
                  <a:pt x="5565027" y="2053176"/>
                  <a:pt x="5550862" y="2053176"/>
                </a:cubicBezTo>
                <a:cubicBezTo>
                  <a:pt x="5536697" y="2053176"/>
                  <a:pt x="5525203" y="2041682"/>
                  <a:pt x="5525203" y="2027517"/>
                </a:cubicBezTo>
                <a:cubicBezTo>
                  <a:pt x="5525203" y="2013352"/>
                  <a:pt x="5536697" y="2001858"/>
                  <a:pt x="5550862" y="2001858"/>
                </a:cubicBezTo>
                <a:close/>
                <a:moveTo>
                  <a:pt x="5486655" y="2001858"/>
                </a:moveTo>
                <a:cubicBezTo>
                  <a:pt x="5500819" y="2001858"/>
                  <a:pt x="5512316" y="2013352"/>
                  <a:pt x="5512316" y="2027517"/>
                </a:cubicBezTo>
                <a:cubicBezTo>
                  <a:pt x="5512316" y="2041682"/>
                  <a:pt x="5500819" y="2053176"/>
                  <a:pt x="5486655" y="2053176"/>
                </a:cubicBezTo>
                <a:cubicBezTo>
                  <a:pt x="5472491" y="2053176"/>
                  <a:pt x="5460997" y="2041682"/>
                  <a:pt x="5460997" y="2027517"/>
                </a:cubicBezTo>
                <a:cubicBezTo>
                  <a:pt x="5460997" y="2013352"/>
                  <a:pt x="5472491" y="2001858"/>
                  <a:pt x="5486655" y="2001858"/>
                </a:cubicBezTo>
                <a:close/>
                <a:moveTo>
                  <a:pt x="5422451" y="2001858"/>
                </a:moveTo>
                <a:cubicBezTo>
                  <a:pt x="5436615" y="2001858"/>
                  <a:pt x="5448109" y="2013352"/>
                  <a:pt x="5448109" y="2027517"/>
                </a:cubicBezTo>
                <a:cubicBezTo>
                  <a:pt x="5448109" y="2041682"/>
                  <a:pt x="5436615" y="2053176"/>
                  <a:pt x="5422451" y="2053176"/>
                </a:cubicBezTo>
                <a:cubicBezTo>
                  <a:pt x="5408287" y="2053176"/>
                  <a:pt x="5396791" y="2041682"/>
                  <a:pt x="5396791" y="2027517"/>
                </a:cubicBezTo>
                <a:cubicBezTo>
                  <a:pt x="5396791" y="2013352"/>
                  <a:pt x="5408287" y="2001858"/>
                  <a:pt x="5422451" y="2001858"/>
                </a:cubicBezTo>
                <a:close/>
                <a:moveTo>
                  <a:pt x="5358245" y="2001858"/>
                </a:moveTo>
                <a:cubicBezTo>
                  <a:pt x="5372410" y="2001858"/>
                  <a:pt x="5383904" y="2013352"/>
                  <a:pt x="5383904" y="2027517"/>
                </a:cubicBezTo>
                <a:cubicBezTo>
                  <a:pt x="5383904" y="2041682"/>
                  <a:pt x="5372410" y="2053176"/>
                  <a:pt x="5358245" y="2053176"/>
                </a:cubicBezTo>
                <a:cubicBezTo>
                  <a:pt x="5344081" y="2053176"/>
                  <a:pt x="5332587" y="2041682"/>
                  <a:pt x="5332587" y="2027517"/>
                </a:cubicBezTo>
                <a:cubicBezTo>
                  <a:pt x="5332587" y="2013352"/>
                  <a:pt x="5344081" y="2001858"/>
                  <a:pt x="5358245" y="2001858"/>
                </a:cubicBezTo>
                <a:close/>
                <a:moveTo>
                  <a:pt x="5294040" y="2001858"/>
                </a:moveTo>
                <a:cubicBezTo>
                  <a:pt x="5308205" y="2001858"/>
                  <a:pt x="5319699" y="2013352"/>
                  <a:pt x="5319699" y="2027517"/>
                </a:cubicBezTo>
                <a:cubicBezTo>
                  <a:pt x="5319699" y="2041682"/>
                  <a:pt x="5308205" y="2053176"/>
                  <a:pt x="5294040" y="2053176"/>
                </a:cubicBezTo>
                <a:cubicBezTo>
                  <a:pt x="5279877" y="2053176"/>
                  <a:pt x="5268382" y="2041682"/>
                  <a:pt x="5268382" y="2027517"/>
                </a:cubicBezTo>
                <a:cubicBezTo>
                  <a:pt x="5268382" y="2013352"/>
                  <a:pt x="5279877" y="2001858"/>
                  <a:pt x="5294040" y="2001858"/>
                </a:cubicBezTo>
                <a:close/>
                <a:moveTo>
                  <a:pt x="5229719" y="2001858"/>
                </a:moveTo>
                <a:cubicBezTo>
                  <a:pt x="5243999" y="2001858"/>
                  <a:pt x="5255377" y="2013352"/>
                  <a:pt x="5255377" y="2027517"/>
                </a:cubicBezTo>
                <a:cubicBezTo>
                  <a:pt x="5255377" y="2041682"/>
                  <a:pt x="5243883" y="2053176"/>
                  <a:pt x="5229719" y="2053176"/>
                </a:cubicBezTo>
                <a:cubicBezTo>
                  <a:pt x="5215554" y="2053176"/>
                  <a:pt x="5204058" y="2041682"/>
                  <a:pt x="5204058" y="2027517"/>
                </a:cubicBezTo>
                <a:cubicBezTo>
                  <a:pt x="5204058" y="2013352"/>
                  <a:pt x="5215554" y="2001858"/>
                  <a:pt x="5229719" y="2001858"/>
                </a:cubicBezTo>
                <a:close/>
                <a:moveTo>
                  <a:pt x="5165514" y="2001858"/>
                </a:moveTo>
                <a:cubicBezTo>
                  <a:pt x="5179678" y="2001858"/>
                  <a:pt x="5191171" y="2013352"/>
                  <a:pt x="5191171" y="2027517"/>
                </a:cubicBezTo>
                <a:cubicBezTo>
                  <a:pt x="5191171" y="2041682"/>
                  <a:pt x="5179678" y="2053176"/>
                  <a:pt x="5165514" y="2053176"/>
                </a:cubicBezTo>
                <a:cubicBezTo>
                  <a:pt x="5151349" y="2053176"/>
                  <a:pt x="5139855" y="2041682"/>
                  <a:pt x="5139855" y="2027517"/>
                </a:cubicBezTo>
                <a:cubicBezTo>
                  <a:pt x="5139855" y="2013352"/>
                  <a:pt x="5151349" y="2001858"/>
                  <a:pt x="5165514" y="2001858"/>
                </a:cubicBezTo>
                <a:close/>
                <a:moveTo>
                  <a:pt x="5101309" y="2001858"/>
                </a:moveTo>
                <a:cubicBezTo>
                  <a:pt x="5115473" y="2001858"/>
                  <a:pt x="5126967" y="2013352"/>
                  <a:pt x="5126967" y="2027517"/>
                </a:cubicBezTo>
                <a:cubicBezTo>
                  <a:pt x="5126967" y="2041682"/>
                  <a:pt x="5115473" y="2053176"/>
                  <a:pt x="5101309" y="2053176"/>
                </a:cubicBezTo>
                <a:cubicBezTo>
                  <a:pt x="5087142" y="2053176"/>
                  <a:pt x="5075649" y="2041682"/>
                  <a:pt x="5075649" y="2027517"/>
                </a:cubicBezTo>
                <a:cubicBezTo>
                  <a:pt x="5075649" y="2013352"/>
                  <a:pt x="5087142" y="2001858"/>
                  <a:pt x="5101309" y="2001858"/>
                </a:cubicBezTo>
                <a:close/>
                <a:moveTo>
                  <a:pt x="5037104" y="2001858"/>
                </a:moveTo>
                <a:cubicBezTo>
                  <a:pt x="5051268" y="2001858"/>
                  <a:pt x="5062762" y="2013352"/>
                  <a:pt x="5062762" y="2027517"/>
                </a:cubicBezTo>
                <a:cubicBezTo>
                  <a:pt x="5062762" y="2041682"/>
                  <a:pt x="5051268" y="2053176"/>
                  <a:pt x="5037104" y="2053176"/>
                </a:cubicBezTo>
                <a:cubicBezTo>
                  <a:pt x="5022939" y="2053176"/>
                  <a:pt x="5011445" y="2041682"/>
                  <a:pt x="5011445" y="2027517"/>
                </a:cubicBezTo>
                <a:cubicBezTo>
                  <a:pt x="5011445" y="2013352"/>
                  <a:pt x="5022939" y="2001858"/>
                  <a:pt x="5037104" y="2001858"/>
                </a:cubicBezTo>
                <a:close/>
                <a:moveTo>
                  <a:pt x="4972896" y="2001858"/>
                </a:moveTo>
                <a:cubicBezTo>
                  <a:pt x="4987063" y="2001858"/>
                  <a:pt x="4998557" y="2013352"/>
                  <a:pt x="4998557" y="2027517"/>
                </a:cubicBezTo>
                <a:cubicBezTo>
                  <a:pt x="4998557" y="2041682"/>
                  <a:pt x="4987063" y="2053176"/>
                  <a:pt x="4972896" y="2053176"/>
                </a:cubicBezTo>
                <a:cubicBezTo>
                  <a:pt x="4958732" y="2053176"/>
                  <a:pt x="4947240" y="2041682"/>
                  <a:pt x="4947240" y="2027517"/>
                </a:cubicBezTo>
                <a:cubicBezTo>
                  <a:pt x="4947240" y="2013352"/>
                  <a:pt x="4958732" y="2001858"/>
                  <a:pt x="4972896" y="2001858"/>
                </a:cubicBezTo>
                <a:close/>
                <a:moveTo>
                  <a:pt x="4908693" y="2001858"/>
                </a:moveTo>
                <a:cubicBezTo>
                  <a:pt x="4922857" y="2001858"/>
                  <a:pt x="4934352" y="2013352"/>
                  <a:pt x="4934352" y="2027517"/>
                </a:cubicBezTo>
                <a:cubicBezTo>
                  <a:pt x="4934352" y="2041682"/>
                  <a:pt x="4922857" y="2053176"/>
                  <a:pt x="4908693" y="2053176"/>
                </a:cubicBezTo>
                <a:cubicBezTo>
                  <a:pt x="4894527" y="2053176"/>
                  <a:pt x="4883033" y="2041682"/>
                  <a:pt x="4883033" y="2027517"/>
                </a:cubicBezTo>
                <a:cubicBezTo>
                  <a:pt x="4883033" y="2013352"/>
                  <a:pt x="4894527" y="2001858"/>
                  <a:pt x="4908693" y="2001858"/>
                </a:cubicBezTo>
                <a:close/>
                <a:moveTo>
                  <a:pt x="4844487" y="2001858"/>
                </a:moveTo>
                <a:cubicBezTo>
                  <a:pt x="4858650" y="2001858"/>
                  <a:pt x="4870146" y="2013352"/>
                  <a:pt x="4870146" y="2027517"/>
                </a:cubicBezTo>
                <a:cubicBezTo>
                  <a:pt x="4870146" y="2041682"/>
                  <a:pt x="4858650" y="2053176"/>
                  <a:pt x="4844487" y="2053176"/>
                </a:cubicBezTo>
                <a:cubicBezTo>
                  <a:pt x="4830322" y="2053176"/>
                  <a:pt x="4818828" y="2041682"/>
                  <a:pt x="4818828" y="2027517"/>
                </a:cubicBezTo>
                <a:cubicBezTo>
                  <a:pt x="4818828" y="2013352"/>
                  <a:pt x="4830322" y="2001858"/>
                  <a:pt x="4844487" y="2001858"/>
                </a:cubicBezTo>
                <a:close/>
                <a:moveTo>
                  <a:pt x="4780282" y="2001858"/>
                </a:moveTo>
                <a:cubicBezTo>
                  <a:pt x="4794447" y="2001858"/>
                  <a:pt x="4805941" y="2013352"/>
                  <a:pt x="4805941" y="2027517"/>
                </a:cubicBezTo>
                <a:cubicBezTo>
                  <a:pt x="4805941" y="2041682"/>
                  <a:pt x="4794447" y="2053176"/>
                  <a:pt x="4780282" y="2053176"/>
                </a:cubicBezTo>
                <a:cubicBezTo>
                  <a:pt x="4766118" y="2053176"/>
                  <a:pt x="4754622" y="2041682"/>
                  <a:pt x="4754622" y="2027517"/>
                </a:cubicBezTo>
                <a:cubicBezTo>
                  <a:pt x="4754622" y="2013352"/>
                  <a:pt x="4766118" y="2001858"/>
                  <a:pt x="4780282" y="2001858"/>
                </a:cubicBezTo>
                <a:close/>
                <a:moveTo>
                  <a:pt x="4716077" y="2001858"/>
                </a:moveTo>
                <a:cubicBezTo>
                  <a:pt x="4730241" y="2001858"/>
                  <a:pt x="4741736" y="2013352"/>
                  <a:pt x="4741736" y="2027517"/>
                </a:cubicBezTo>
                <a:cubicBezTo>
                  <a:pt x="4741736" y="2041682"/>
                  <a:pt x="4730241" y="2053176"/>
                  <a:pt x="4716077" y="2053176"/>
                </a:cubicBezTo>
                <a:cubicBezTo>
                  <a:pt x="4701912" y="2053176"/>
                  <a:pt x="4690417" y="2041682"/>
                  <a:pt x="4690417" y="2027517"/>
                </a:cubicBezTo>
                <a:cubicBezTo>
                  <a:pt x="4690417" y="2013352"/>
                  <a:pt x="4701912" y="2001858"/>
                  <a:pt x="4716077" y="2001858"/>
                </a:cubicBezTo>
                <a:close/>
                <a:moveTo>
                  <a:pt x="4651872" y="2001858"/>
                </a:moveTo>
                <a:cubicBezTo>
                  <a:pt x="4666036" y="2001858"/>
                  <a:pt x="4677531" y="2013352"/>
                  <a:pt x="4677531" y="2027517"/>
                </a:cubicBezTo>
                <a:cubicBezTo>
                  <a:pt x="4677531" y="2041682"/>
                  <a:pt x="4666036" y="2053176"/>
                  <a:pt x="4651872" y="2053176"/>
                </a:cubicBezTo>
                <a:cubicBezTo>
                  <a:pt x="4637706" y="2053176"/>
                  <a:pt x="4626213" y="2041682"/>
                  <a:pt x="4626213" y="2027517"/>
                </a:cubicBezTo>
                <a:cubicBezTo>
                  <a:pt x="4626213" y="2013352"/>
                  <a:pt x="4637706" y="2001858"/>
                  <a:pt x="4651872" y="2001858"/>
                </a:cubicBezTo>
                <a:close/>
                <a:moveTo>
                  <a:pt x="4587666" y="2001858"/>
                </a:moveTo>
                <a:cubicBezTo>
                  <a:pt x="4601830" y="2001858"/>
                  <a:pt x="4613324" y="2013352"/>
                  <a:pt x="4613324" y="2027517"/>
                </a:cubicBezTo>
                <a:cubicBezTo>
                  <a:pt x="4613324" y="2041682"/>
                  <a:pt x="4601830" y="2053176"/>
                  <a:pt x="4587666" y="2053176"/>
                </a:cubicBezTo>
                <a:cubicBezTo>
                  <a:pt x="4573501" y="2053176"/>
                  <a:pt x="4562007" y="2041682"/>
                  <a:pt x="4562007" y="2027517"/>
                </a:cubicBezTo>
                <a:cubicBezTo>
                  <a:pt x="4562007" y="2013352"/>
                  <a:pt x="4573501" y="2001858"/>
                  <a:pt x="4587666" y="2001858"/>
                </a:cubicBezTo>
                <a:close/>
                <a:moveTo>
                  <a:pt x="4523461" y="2001858"/>
                </a:moveTo>
                <a:cubicBezTo>
                  <a:pt x="4537626" y="2001858"/>
                  <a:pt x="4549121" y="2013352"/>
                  <a:pt x="4549121" y="2027517"/>
                </a:cubicBezTo>
                <a:cubicBezTo>
                  <a:pt x="4549121" y="2041682"/>
                  <a:pt x="4537626" y="2053176"/>
                  <a:pt x="4523461" y="2053176"/>
                </a:cubicBezTo>
                <a:cubicBezTo>
                  <a:pt x="4509296" y="2053176"/>
                  <a:pt x="4497802" y="2041682"/>
                  <a:pt x="4497802" y="2027517"/>
                </a:cubicBezTo>
                <a:cubicBezTo>
                  <a:pt x="4497802" y="2013352"/>
                  <a:pt x="4509296" y="2001858"/>
                  <a:pt x="4523461" y="2001858"/>
                </a:cubicBezTo>
                <a:close/>
                <a:moveTo>
                  <a:pt x="4459256" y="2001858"/>
                </a:moveTo>
                <a:cubicBezTo>
                  <a:pt x="4473420" y="2001858"/>
                  <a:pt x="4484914" y="2013352"/>
                  <a:pt x="4484914" y="2027517"/>
                </a:cubicBezTo>
                <a:cubicBezTo>
                  <a:pt x="4484914" y="2041682"/>
                  <a:pt x="4473420" y="2053176"/>
                  <a:pt x="4459256" y="2053176"/>
                </a:cubicBezTo>
                <a:cubicBezTo>
                  <a:pt x="4445091" y="2053176"/>
                  <a:pt x="4433596" y="2041682"/>
                  <a:pt x="4433596" y="2027517"/>
                </a:cubicBezTo>
                <a:cubicBezTo>
                  <a:pt x="4433596" y="2013352"/>
                  <a:pt x="4445091" y="2001858"/>
                  <a:pt x="4459256" y="2001858"/>
                </a:cubicBezTo>
                <a:close/>
                <a:moveTo>
                  <a:pt x="4395050" y="2001858"/>
                </a:moveTo>
                <a:cubicBezTo>
                  <a:pt x="4409214" y="2001858"/>
                  <a:pt x="4420710" y="2013352"/>
                  <a:pt x="4420710" y="2027517"/>
                </a:cubicBezTo>
                <a:cubicBezTo>
                  <a:pt x="4420710" y="2041682"/>
                  <a:pt x="4409214" y="2053176"/>
                  <a:pt x="4395050" y="2053176"/>
                </a:cubicBezTo>
                <a:cubicBezTo>
                  <a:pt x="4380886" y="2053176"/>
                  <a:pt x="4369391" y="2041682"/>
                  <a:pt x="4369391" y="2027517"/>
                </a:cubicBezTo>
                <a:cubicBezTo>
                  <a:pt x="4369391" y="2013352"/>
                  <a:pt x="4380886" y="2001858"/>
                  <a:pt x="4395050" y="2001858"/>
                </a:cubicBezTo>
                <a:close/>
                <a:moveTo>
                  <a:pt x="4330845" y="2001858"/>
                </a:moveTo>
                <a:cubicBezTo>
                  <a:pt x="4345009" y="2001858"/>
                  <a:pt x="4356504" y="2013352"/>
                  <a:pt x="4356504" y="2027517"/>
                </a:cubicBezTo>
                <a:cubicBezTo>
                  <a:pt x="4356504" y="2041682"/>
                  <a:pt x="4345009" y="2053176"/>
                  <a:pt x="4330845" y="2053176"/>
                </a:cubicBezTo>
                <a:cubicBezTo>
                  <a:pt x="4316680" y="2053176"/>
                  <a:pt x="4305185" y="2041682"/>
                  <a:pt x="4305185" y="2027517"/>
                </a:cubicBezTo>
                <a:cubicBezTo>
                  <a:pt x="4305185" y="2013352"/>
                  <a:pt x="4316680" y="2001858"/>
                  <a:pt x="4330845" y="2001858"/>
                </a:cubicBezTo>
                <a:close/>
                <a:moveTo>
                  <a:pt x="4266640" y="2001858"/>
                </a:moveTo>
                <a:cubicBezTo>
                  <a:pt x="4280805" y="2001858"/>
                  <a:pt x="4292298" y="2013352"/>
                  <a:pt x="4292298" y="2027517"/>
                </a:cubicBezTo>
                <a:cubicBezTo>
                  <a:pt x="4292298" y="2041682"/>
                  <a:pt x="4280805" y="2053176"/>
                  <a:pt x="4266640" y="2053176"/>
                </a:cubicBezTo>
                <a:cubicBezTo>
                  <a:pt x="4252475" y="2053176"/>
                  <a:pt x="4240981" y="2041682"/>
                  <a:pt x="4240981" y="2027517"/>
                </a:cubicBezTo>
                <a:cubicBezTo>
                  <a:pt x="4240981" y="2013352"/>
                  <a:pt x="4252475" y="2001858"/>
                  <a:pt x="4266640" y="2001858"/>
                </a:cubicBezTo>
                <a:close/>
                <a:moveTo>
                  <a:pt x="4202435" y="2001858"/>
                </a:moveTo>
                <a:cubicBezTo>
                  <a:pt x="4216598" y="2001858"/>
                  <a:pt x="4228093" y="2013352"/>
                  <a:pt x="4228093" y="2027517"/>
                </a:cubicBezTo>
                <a:cubicBezTo>
                  <a:pt x="4228093" y="2041682"/>
                  <a:pt x="4216598" y="2053176"/>
                  <a:pt x="4202435" y="2053176"/>
                </a:cubicBezTo>
                <a:cubicBezTo>
                  <a:pt x="4188268" y="2053176"/>
                  <a:pt x="4176776" y="2041682"/>
                  <a:pt x="4176776" y="2027517"/>
                </a:cubicBezTo>
                <a:cubicBezTo>
                  <a:pt x="4176776" y="2013352"/>
                  <a:pt x="4188268" y="2001858"/>
                  <a:pt x="4202435" y="2001858"/>
                </a:cubicBezTo>
                <a:close/>
                <a:moveTo>
                  <a:pt x="4138112" y="2001858"/>
                </a:moveTo>
                <a:cubicBezTo>
                  <a:pt x="4152394" y="2001858"/>
                  <a:pt x="4163773" y="2013352"/>
                  <a:pt x="4163773" y="2027517"/>
                </a:cubicBezTo>
                <a:cubicBezTo>
                  <a:pt x="4163773" y="2041682"/>
                  <a:pt x="4152277" y="2053176"/>
                  <a:pt x="4138112" y="2053176"/>
                </a:cubicBezTo>
                <a:cubicBezTo>
                  <a:pt x="4123948" y="2053176"/>
                  <a:pt x="4112454" y="2041682"/>
                  <a:pt x="4112454" y="2027517"/>
                </a:cubicBezTo>
                <a:cubicBezTo>
                  <a:pt x="4112454" y="2013352"/>
                  <a:pt x="4123948" y="2001858"/>
                  <a:pt x="4138112" y="2001858"/>
                </a:cubicBezTo>
                <a:close/>
                <a:moveTo>
                  <a:pt x="4073908" y="2001858"/>
                </a:moveTo>
                <a:cubicBezTo>
                  <a:pt x="4088073" y="2001858"/>
                  <a:pt x="4099565" y="2013352"/>
                  <a:pt x="4099565" y="2027517"/>
                </a:cubicBezTo>
                <a:cubicBezTo>
                  <a:pt x="4099565" y="2041682"/>
                  <a:pt x="4088073" y="2053176"/>
                  <a:pt x="4073908" y="2053176"/>
                </a:cubicBezTo>
                <a:cubicBezTo>
                  <a:pt x="4059743" y="2053176"/>
                  <a:pt x="4048248" y="2041682"/>
                  <a:pt x="4048248" y="2027517"/>
                </a:cubicBezTo>
                <a:cubicBezTo>
                  <a:pt x="4048248" y="2013352"/>
                  <a:pt x="4059743" y="2001858"/>
                  <a:pt x="4073908" y="2001858"/>
                </a:cubicBezTo>
                <a:close/>
                <a:moveTo>
                  <a:pt x="4009702" y="2001858"/>
                </a:moveTo>
                <a:cubicBezTo>
                  <a:pt x="4023866" y="2001858"/>
                  <a:pt x="4035362" y="2013352"/>
                  <a:pt x="4035362" y="2027517"/>
                </a:cubicBezTo>
                <a:cubicBezTo>
                  <a:pt x="4035362" y="2041682"/>
                  <a:pt x="4023866" y="2053176"/>
                  <a:pt x="4009702" y="2053176"/>
                </a:cubicBezTo>
                <a:cubicBezTo>
                  <a:pt x="3995538" y="2053176"/>
                  <a:pt x="3984043" y="2041682"/>
                  <a:pt x="3984043" y="2027517"/>
                </a:cubicBezTo>
                <a:cubicBezTo>
                  <a:pt x="3984043" y="2013352"/>
                  <a:pt x="3995538" y="2001858"/>
                  <a:pt x="4009702" y="2001858"/>
                </a:cubicBezTo>
                <a:close/>
                <a:moveTo>
                  <a:pt x="3945497" y="2001858"/>
                </a:moveTo>
                <a:cubicBezTo>
                  <a:pt x="3959662" y="2001858"/>
                  <a:pt x="3971155" y="2013352"/>
                  <a:pt x="3971155" y="2027517"/>
                </a:cubicBezTo>
                <a:cubicBezTo>
                  <a:pt x="3971155" y="2041682"/>
                  <a:pt x="3959662" y="2053176"/>
                  <a:pt x="3945497" y="2053176"/>
                </a:cubicBezTo>
                <a:cubicBezTo>
                  <a:pt x="3931332" y="2053176"/>
                  <a:pt x="3919838" y="2041682"/>
                  <a:pt x="3919838" y="2027517"/>
                </a:cubicBezTo>
                <a:cubicBezTo>
                  <a:pt x="3919838" y="2013352"/>
                  <a:pt x="3931332" y="2001858"/>
                  <a:pt x="3945497" y="2001858"/>
                </a:cubicBezTo>
                <a:close/>
                <a:moveTo>
                  <a:pt x="3881291" y="2001858"/>
                </a:moveTo>
                <a:cubicBezTo>
                  <a:pt x="3895456" y="2001858"/>
                  <a:pt x="3906950" y="2013352"/>
                  <a:pt x="3906950" y="2027517"/>
                </a:cubicBezTo>
                <a:cubicBezTo>
                  <a:pt x="3906950" y="2041682"/>
                  <a:pt x="3895456" y="2053176"/>
                  <a:pt x="3881291" y="2053176"/>
                </a:cubicBezTo>
                <a:cubicBezTo>
                  <a:pt x="3867127" y="2053176"/>
                  <a:pt x="3855633" y="2041682"/>
                  <a:pt x="3855633" y="2027517"/>
                </a:cubicBezTo>
                <a:cubicBezTo>
                  <a:pt x="3855633" y="2013352"/>
                  <a:pt x="3867127" y="2001858"/>
                  <a:pt x="3881291" y="2001858"/>
                </a:cubicBezTo>
                <a:close/>
                <a:moveTo>
                  <a:pt x="3817085" y="2001858"/>
                </a:moveTo>
                <a:cubicBezTo>
                  <a:pt x="3831252" y="2001858"/>
                  <a:pt x="3842745" y="2013352"/>
                  <a:pt x="3842745" y="2027517"/>
                </a:cubicBezTo>
                <a:cubicBezTo>
                  <a:pt x="3842745" y="2041682"/>
                  <a:pt x="3831252" y="2053176"/>
                  <a:pt x="3817085" y="2053176"/>
                </a:cubicBezTo>
                <a:cubicBezTo>
                  <a:pt x="3802921" y="2053176"/>
                  <a:pt x="3791427" y="2041682"/>
                  <a:pt x="3791427" y="2027517"/>
                </a:cubicBezTo>
                <a:cubicBezTo>
                  <a:pt x="3791427" y="2013352"/>
                  <a:pt x="3802921" y="2001858"/>
                  <a:pt x="3817085" y="2001858"/>
                </a:cubicBezTo>
                <a:close/>
                <a:moveTo>
                  <a:pt x="3752882" y="2001858"/>
                </a:moveTo>
                <a:cubicBezTo>
                  <a:pt x="3767045" y="2001858"/>
                  <a:pt x="3778539" y="2013352"/>
                  <a:pt x="3778539" y="2027517"/>
                </a:cubicBezTo>
                <a:cubicBezTo>
                  <a:pt x="3778539" y="2041682"/>
                  <a:pt x="3767045" y="2053176"/>
                  <a:pt x="3752882" y="2053176"/>
                </a:cubicBezTo>
                <a:cubicBezTo>
                  <a:pt x="3738717" y="2053176"/>
                  <a:pt x="3727221" y="2041682"/>
                  <a:pt x="3727221" y="2027517"/>
                </a:cubicBezTo>
                <a:cubicBezTo>
                  <a:pt x="3727221" y="2013352"/>
                  <a:pt x="3738717" y="2001858"/>
                  <a:pt x="3752882" y="2001858"/>
                </a:cubicBezTo>
                <a:close/>
                <a:moveTo>
                  <a:pt x="3688674" y="2001858"/>
                </a:moveTo>
                <a:cubicBezTo>
                  <a:pt x="3702840" y="2001858"/>
                  <a:pt x="3714335" y="2013352"/>
                  <a:pt x="3714335" y="2027517"/>
                </a:cubicBezTo>
                <a:cubicBezTo>
                  <a:pt x="3714335" y="2041682"/>
                  <a:pt x="3702840" y="2053176"/>
                  <a:pt x="3688674" y="2053176"/>
                </a:cubicBezTo>
                <a:cubicBezTo>
                  <a:pt x="3674510" y="2053176"/>
                  <a:pt x="3663017" y="2041682"/>
                  <a:pt x="3663017" y="2027517"/>
                </a:cubicBezTo>
                <a:cubicBezTo>
                  <a:pt x="3663017" y="2013352"/>
                  <a:pt x="3674510" y="2001858"/>
                  <a:pt x="3688674" y="2001858"/>
                </a:cubicBezTo>
                <a:close/>
                <a:moveTo>
                  <a:pt x="3624471" y="2001858"/>
                </a:moveTo>
                <a:cubicBezTo>
                  <a:pt x="3638635" y="2001858"/>
                  <a:pt x="3650129" y="2013352"/>
                  <a:pt x="3650129" y="2027517"/>
                </a:cubicBezTo>
                <a:cubicBezTo>
                  <a:pt x="3650129" y="2041682"/>
                  <a:pt x="3638635" y="2053176"/>
                  <a:pt x="3624471" y="2053176"/>
                </a:cubicBezTo>
                <a:cubicBezTo>
                  <a:pt x="3610307" y="2053176"/>
                  <a:pt x="3598810" y="2041682"/>
                  <a:pt x="3598810" y="2027517"/>
                </a:cubicBezTo>
                <a:cubicBezTo>
                  <a:pt x="3598810" y="2013352"/>
                  <a:pt x="3610307" y="2001858"/>
                  <a:pt x="3624471" y="2001858"/>
                </a:cubicBezTo>
                <a:close/>
                <a:moveTo>
                  <a:pt x="3560264" y="2001858"/>
                </a:moveTo>
                <a:cubicBezTo>
                  <a:pt x="3574429" y="2001858"/>
                  <a:pt x="3585923" y="2013352"/>
                  <a:pt x="3585923" y="2027517"/>
                </a:cubicBezTo>
                <a:cubicBezTo>
                  <a:pt x="3585923" y="2041682"/>
                  <a:pt x="3574429" y="2053176"/>
                  <a:pt x="3560264" y="2053176"/>
                </a:cubicBezTo>
                <a:cubicBezTo>
                  <a:pt x="3546099" y="2053176"/>
                  <a:pt x="3534607" y="2041682"/>
                  <a:pt x="3534607" y="2027517"/>
                </a:cubicBezTo>
                <a:cubicBezTo>
                  <a:pt x="3534607" y="2013352"/>
                  <a:pt x="3546099" y="2001858"/>
                  <a:pt x="3560264" y="2001858"/>
                </a:cubicBezTo>
                <a:close/>
                <a:moveTo>
                  <a:pt x="3496060" y="2001858"/>
                </a:moveTo>
                <a:cubicBezTo>
                  <a:pt x="3510225" y="2001858"/>
                  <a:pt x="3521719" y="2013352"/>
                  <a:pt x="3521719" y="2027517"/>
                </a:cubicBezTo>
                <a:cubicBezTo>
                  <a:pt x="3521719" y="2041682"/>
                  <a:pt x="3510225" y="2053176"/>
                  <a:pt x="3496060" y="2053176"/>
                </a:cubicBezTo>
                <a:cubicBezTo>
                  <a:pt x="3481895" y="2053176"/>
                  <a:pt x="3470400" y="2041682"/>
                  <a:pt x="3470400" y="2027517"/>
                </a:cubicBezTo>
                <a:cubicBezTo>
                  <a:pt x="3470400" y="2013352"/>
                  <a:pt x="3481895" y="2001858"/>
                  <a:pt x="3496060" y="2001858"/>
                </a:cubicBezTo>
                <a:close/>
                <a:moveTo>
                  <a:pt x="3431855" y="2001858"/>
                </a:moveTo>
                <a:cubicBezTo>
                  <a:pt x="3446019" y="2001858"/>
                  <a:pt x="3457512" y="2013352"/>
                  <a:pt x="3457512" y="2027517"/>
                </a:cubicBezTo>
                <a:cubicBezTo>
                  <a:pt x="3457512" y="2041682"/>
                  <a:pt x="3446019" y="2053176"/>
                  <a:pt x="3431855" y="2053176"/>
                </a:cubicBezTo>
                <a:cubicBezTo>
                  <a:pt x="3417690" y="2053176"/>
                  <a:pt x="3406196" y="2041682"/>
                  <a:pt x="3406196" y="2027517"/>
                </a:cubicBezTo>
                <a:cubicBezTo>
                  <a:pt x="3406196" y="2013352"/>
                  <a:pt x="3417690" y="2001858"/>
                  <a:pt x="3431855" y="2001858"/>
                </a:cubicBezTo>
                <a:close/>
                <a:moveTo>
                  <a:pt x="3367649" y="2001858"/>
                </a:moveTo>
                <a:cubicBezTo>
                  <a:pt x="3381813" y="2001858"/>
                  <a:pt x="3393308" y="2013352"/>
                  <a:pt x="3393308" y="2027517"/>
                </a:cubicBezTo>
                <a:cubicBezTo>
                  <a:pt x="3393308" y="2041682"/>
                  <a:pt x="3381813" y="2053176"/>
                  <a:pt x="3367649" y="2053176"/>
                </a:cubicBezTo>
                <a:cubicBezTo>
                  <a:pt x="3353484" y="2053176"/>
                  <a:pt x="3341990" y="2041682"/>
                  <a:pt x="3341990" y="2027517"/>
                </a:cubicBezTo>
                <a:cubicBezTo>
                  <a:pt x="3341990" y="2013352"/>
                  <a:pt x="3353484" y="2001858"/>
                  <a:pt x="3367649" y="2001858"/>
                </a:cubicBezTo>
                <a:close/>
                <a:moveTo>
                  <a:pt x="3303444" y="2001858"/>
                </a:moveTo>
                <a:cubicBezTo>
                  <a:pt x="3317609" y="2001858"/>
                  <a:pt x="3329102" y="2013352"/>
                  <a:pt x="3329102" y="2027517"/>
                </a:cubicBezTo>
                <a:cubicBezTo>
                  <a:pt x="3329102" y="2041682"/>
                  <a:pt x="3317609" y="2053176"/>
                  <a:pt x="3303444" y="2053176"/>
                </a:cubicBezTo>
                <a:cubicBezTo>
                  <a:pt x="3289279" y="2053176"/>
                  <a:pt x="3277785" y="2041682"/>
                  <a:pt x="3277785" y="2027517"/>
                </a:cubicBezTo>
                <a:cubicBezTo>
                  <a:pt x="3277785" y="2013352"/>
                  <a:pt x="3289279" y="2001858"/>
                  <a:pt x="3303444" y="2001858"/>
                </a:cubicBezTo>
                <a:close/>
                <a:moveTo>
                  <a:pt x="3239238" y="2001858"/>
                </a:moveTo>
                <a:cubicBezTo>
                  <a:pt x="3253402" y="2001858"/>
                  <a:pt x="3264898" y="2013352"/>
                  <a:pt x="3264898" y="2027517"/>
                </a:cubicBezTo>
                <a:cubicBezTo>
                  <a:pt x="3264898" y="2041682"/>
                  <a:pt x="3253402" y="2053176"/>
                  <a:pt x="3239238" y="2053176"/>
                </a:cubicBezTo>
                <a:cubicBezTo>
                  <a:pt x="3225074" y="2053176"/>
                  <a:pt x="3213580" y="2041682"/>
                  <a:pt x="3213580" y="2027517"/>
                </a:cubicBezTo>
                <a:cubicBezTo>
                  <a:pt x="3213580" y="2013352"/>
                  <a:pt x="3225074" y="2001858"/>
                  <a:pt x="3239238" y="2001858"/>
                </a:cubicBezTo>
                <a:close/>
                <a:moveTo>
                  <a:pt x="3175034" y="2001858"/>
                </a:moveTo>
                <a:cubicBezTo>
                  <a:pt x="3189199" y="2001858"/>
                  <a:pt x="3200692" y="2013352"/>
                  <a:pt x="3200692" y="2027517"/>
                </a:cubicBezTo>
                <a:cubicBezTo>
                  <a:pt x="3200692" y="2041682"/>
                  <a:pt x="3189199" y="2053176"/>
                  <a:pt x="3175034" y="2053176"/>
                </a:cubicBezTo>
                <a:cubicBezTo>
                  <a:pt x="3160869" y="2053176"/>
                  <a:pt x="3149375" y="2041682"/>
                  <a:pt x="3149375" y="2027517"/>
                </a:cubicBezTo>
                <a:cubicBezTo>
                  <a:pt x="3149375" y="2013352"/>
                  <a:pt x="3160869" y="2001858"/>
                  <a:pt x="3175034" y="2001858"/>
                </a:cubicBezTo>
                <a:close/>
                <a:moveTo>
                  <a:pt x="3110828" y="2001858"/>
                </a:moveTo>
                <a:cubicBezTo>
                  <a:pt x="3124992" y="2001858"/>
                  <a:pt x="3136487" y="2013352"/>
                  <a:pt x="3136487" y="2027517"/>
                </a:cubicBezTo>
                <a:cubicBezTo>
                  <a:pt x="3136487" y="2041682"/>
                  <a:pt x="3124992" y="2053176"/>
                  <a:pt x="3110828" y="2053176"/>
                </a:cubicBezTo>
                <a:cubicBezTo>
                  <a:pt x="3096663" y="2053176"/>
                  <a:pt x="3085170" y="2041682"/>
                  <a:pt x="3085170" y="2027517"/>
                </a:cubicBezTo>
                <a:cubicBezTo>
                  <a:pt x="3085170" y="2013352"/>
                  <a:pt x="3096663" y="2001858"/>
                  <a:pt x="3110828" y="2001858"/>
                </a:cubicBezTo>
                <a:close/>
                <a:moveTo>
                  <a:pt x="3046623" y="2001858"/>
                </a:moveTo>
                <a:cubicBezTo>
                  <a:pt x="3060788" y="2001858"/>
                  <a:pt x="3072282" y="2013352"/>
                  <a:pt x="3072282" y="2027517"/>
                </a:cubicBezTo>
                <a:cubicBezTo>
                  <a:pt x="3072282" y="2041682"/>
                  <a:pt x="3060788" y="2053176"/>
                  <a:pt x="3046623" y="2053176"/>
                </a:cubicBezTo>
                <a:cubicBezTo>
                  <a:pt x="3032458" y="2053176"/>
                  <a:pt x="3020964" y="2041682"/>
                  <a:pt x="3020964" y="2027517"/>
                </a:cubicBezTo>
                <a:cubicBezTo>
                  <a:pt x="3020964" y="2013352"/>
                  <a:pt x="3032458" y="2001858"/>
                  <a:pt x="3046623" y="2001858"/>
                </a:cubicBezTo>
                <a:close/>
                <a:moveTo>
                  <a:pt x="2982301" y="2001858"/>
                </a:moveTo>
                <a:cubicBezTo>
                  <a:pt x="2996466" y="2001858"/>
                  <a:pt x="3007960" y="2013352"/>
                  <a:pt x="3007960" y="2027517"/>
                </a:cubicBezTo>
                <a:cubicBezTo>
                  <a:pt x="3007960" y="2041682"/>
                  <a:pt x="2996466" y="2053176"/>
                  <a:pt x="2982301" y="2053176"/>
                </a:cubicBezTo>
                <a:cubicBezTo>
                  <a:pt x="2968137" y="2053176"/>
                  <a:pt x="2956642" y="2041682"/>
                  <a:pt x="2956642" y="2027517"/>
                </a:cubicBezTo>
                <a:cubicBezTo>
                  <a:pt x="2956642" y="2013352"/>
                  <a:pt x="2968137" y="2001858"/>
                  <a:pt x="2982301" y="2001858"/>
                </a:cubicBezTo>
                <a:close/>
                <a:moveTo>
                  <a:pt x="2918096" y="2001858"/>
                </a:moveTo>
                <a:cubicBezTo>
                  <a:pt x="2932261" y="2001858"/>
                  <a:pt x="2943755" y="2013352"/>
                  <a:pt x="2943755" y="2027517"/>
                </a:cubicBezTo>
                <a:cubicBezTo>
                  <a:pt x="2943755" y="2041682"/>
                  <a:pt x="2932261" y="2053176"/>
                  <a:pt x="2918096" y="2053176"/>
                </a:cubicBezTo>
                <a:cubicBezTo>
                  <a:pt x="2903931" y="2053176"/>
                  <a:pt x="2892438" y="2041682"/>
                  <a:pt x="2892438" y="2027517"/>
                </a:cubicBezTo>
                <a:cubicBezTo>
                  <a:pt x="2892438" y="2013352"/>
                  <a:pt x="2903931" y="2001858"/>
                  <a:pt x="2918096" y="2001858"/>
                </a:cubicBezTo>
                <a:close/>
                <a:moveTo>
                  <a:pt x="2853890" y="2001858"/>
                </a:moveTo>
                <a:cubicBezTo>
                  <a:pt x="2868056" y="2001858"/>
                  <a:pt x="2879550" y="2013352"/>
                  <a:pt x="2879550" y="2027517"/>
                </a:cubicBezTo>
                <a:cubicBezTo>
                  <a:pt x="2879550" y="2041682"/>
                  <a:pt x="2868056" y="2053176"/>
                  <a:pt x="2853890" y="2053176"/>
                </a:cubicBezTo>
                <a:cubicBezTo>
                  <a:pt x="2839726" y="2053176"/>
                  <a:pt x="2828231" y="2041682"/>
                  <a:pt x="2828231" y="2027517"/>
                </a:cubicBezTo>
                <a:cubicBezTo>
                  <a:pt x="2828231" y="2013352"/>
                  <a:pt x="2839726" y="2001858"/>
                  <a:pt x="2853890" y="2001858"/>
                </a:cubicBezTo>
                <a:close/>
                <a:moveTo>
                  <a:pt x="2789686" y="2001858"/>
                </a:moveTo>
                <a:cubicBezTo>
                  <a:pt x="2803850" y="2001858"/>
                  <a:pt x="2815344" y="2013352"/>
                  <a:pt x="2815344" y="2027517"/>
                </a:cubicBezTo>
                <a:cubicBezTo>
                  <a:pt x="2815344" y="2041682"/>
                  <a:pt x="2803850" y="2053176"/>
                  <a:pt x="2789686" y="2053176"/>
                </a:cubicBezTo>
                <a:cubicBezTo>
                  <a:pt x="2775521" y="2053176"/>
                  <a:pt x="2764027" y="2041682"/>
                  <a:pt x="2764027" y="2027517"/>
                </a:cubicBezTo>
                <a:cubicBezTo>
                  <a:pt x="2764027" y="2013352"/>
                  <a:pt x="2775521" y="2001858"/>
                  <a:pt x="2789686" y="2001858"/>
                </a:cubicBezTo>
                <a:close/>
                <a:moveTo>
                  <a:pt x="2725480" y="2001858"/>
                </a:moveTo>
                <a:cubicBezTo>
                  <a:pt x="2739644" y="2001858"/>
                  <a:pt x="2751140" y="2013352"/>
                  <a:pt x="2751140" y="2027517"/>
                </a:cubicBezTo>
                <a:cubicBezTo>
                  <a:pt x="2751140" y="2041682"/>
                  <a:pt x="2739644" y="2053176"/>
                  <a:pt x="2725480" y="2053176"/>
                </a:cubicBezTo>
                <a:cubicBezTo>
                  <a:pt x="2711315" y="2053176"/>
                  <a:pt x="2699821" y="2041682"/>
                  <a:pt x="2699821" y="2027517"/>
                </a:cubicBezTo>
                <a:cubicBezTo>
                  <a:pt x="2699821" y="2013352"/>
                  <a:pt x="2711315" y="2001858"/>
                  <a:pt x="2725480" y="2001858"/>
                </a:cubicBezTo>
                <a:close/>
                <a:moveTo>
                  <a:pt x="2661276" y="2001858"/>
                </a:moveTo>
                <a:cubicBezTo>
                  <a:pt x="2675440" y="2001858"/>
                  <a:pt x="2686933" y="2013352"/>
                  <a:pt x="2686933" y="2027517"/>
                </a:cubicBezTo>
                <a:cubicBezTo>
                  <a:pt x="2686933" y="2041682"/>
                  <a:pt x="2675440" y="2053176"/>
                  <a:pt x="2661276" y="2053176"/>
                </a:cubicBezTo>
                <a:cubicBezTo>
                  <a:pt x="2647111" y="2053176"/>
                  <a:pt x="2635616" y="2041682"/>
                  <a:pt x="2635616" y="2027517"/>
                </a:cubicBezTo>
                <a:cubicBezTo>
                  <a:pt x="2635616" y="2013352"/>
                  <a:pt x="2647111" y="2001858"/>
                  <a:pt x="2661276" y="2001858"/>
                </a:cubicBezTo>
                <a:close/>
                <a:moveTo>
                  <a:pt x="2597069" y="2001858"/>
                </a:moveTo>
                <a:cubicBezTo>
                  <a:pt x="2611234" y="2001858"/>
                  <a:pt x="2622729" y="2013352"/>
                  <a:pt x="2622729" y="2027517"/>
                </a:cubicBezTo>
                <a:cubicBezTo>
                  <a:pt x="2622729" y="2041682"/>
                  <a:pt x="2611234" y="2053176"/>
                  <a:pt x="2597069" y="2053176"/>
                </a:cubicBezTo>
                <a:cubicBezTo>
                  <a:pt x="2582904" y="2053176"/>
                  <a:pt x="2571410" y="2041682"/>
                  <a:pt x="2571410" y="2027517"/>
                </a:cubicBezTo>
                <a:cubicBezTo>
                  <a:pt x="2571410" y="2013352"/>
                  <a:pt x="2582904" y="2001858"/>
                  <a:pt x="2597069" y="2001858"/>
                </a:cubicBezTo>
                <a:close/>
                <a:moveTo>
                  <a:pt x="2532865" y="2001858"/>
                </a:moveTo>
                <a:cubicBezTo>
                  <a:pt x="2547030" y="2001858"/>
                  <a:pt x="2558523" y="2013352"/>
                  <a:pt x="2558523" y="2027517"/>
                </a:cubicBezTo>
                <a:cubicBezTo>
                  <a:pt x="2558523" y="2041682"/>
                  <a:pt x="2547030" y="2053176"/>
                  <a:pt x="2532865" y="2053176"/>
                </a:cubicBezTo>
                <a:cubicBezTo>
                  <a:pt x="2518700" y="2053176"/>
                  <a:pt x="2507205" y="2041682"/>
                  <a:pt x="2507205" y="2027517"/>
                </a:cubicBezTo>
                <a:cubicBezTo>
                  <a:pt x="2507205" y="2013352"/>
                  <a:pt x="2518700" y="2001858"/>
                  <a:pt x="2532865" y="2001858"/>
                </a:cubicBezTo>
                <a:close/>
                <a:moveTo>
                  <a:pt x="2468659" y="2001858"/>
                </a:moveTo>
                <a:cubicBezTo>
                  <a:pt x="2482823" y="2001858"/>
                  <a:pt x="2494318" y="2013352"/>
                  <a:pt x="2494318" y="2027517"/>
                </a:cubicBezTo>
                <a:cubicBezTo>
                  <a:pt x="2494318" y="2041682"/>
                  <a:pt x="2482823" y="2053176"/>
                  <a:pt x="2468659" y="2053176"/>
                </a:cubicBezTo>
                <a:cubicBezTo>
                  <a:pt x="2454494" y="2053176"/>
                  <a:pt x="2443000" y="2041682"/>
                  <a:pt x="2443000" y="2027517"/>
                </a:cubicBezTo>
                <a:cubicBezTo>
                  <a:pt x="2443000" y="2013352"/>
                  <a:pt x="2454494" y="2001858"/>
                  <a:pt x="2468659" y="2001858"/>
                </a:cubicBezTo>
                <a:close/>
                <a:moveTo>
                  <a:pt x="2404454" y="2001858"/>
                </a:moveTo>
                <a:cubicBezTo>
                  <a:pt x="2418619" y="2001858"/>
                  <a:pt x="2430112" y="2013352"/>
                  <a:pt x="2430112" y="2027517"/>
                </a:cubicBezTo>
                <a:cubicBezTo>
                  <a:pt x="2430112" y="2041682"/>
                  <a:pt x="2418619" y="2053176"/>
                  <a:pt x="2404454" y="2053176"/>
                </a:cubicBezTo>
                <a:cubicBezTo>
                  <a:pt x="2390289" y="2053176"/>
                  <a:pt x="2378795" y="2041682"/>
                  <a:pt x="2378795" y="2027517"/>
                </a:cubicBezTo>
                <a:cubicBezTo>
                  <a:pt x="2378795" y="2013352"/>
                  <a:pt x="2390289" y="2001858"/>
                  <a:pt x="2404454" y="2001858"/>
                </a:cubicBezTo>
                <a:close/>
                <a:moveTo>
                  <a:pt x="2340249" y="2001858"/>
                </a:moveTo>
                <a:cubicBezTo>
                  <a:pt x="2354413" y="2001858"/>
                  <a:pt x="2365908" y="2013352"/>
                  <a:pt x="2365908" y="2027517"/>
                </a:cubicBezTo>
                <a:cubicBezTo>
                  <a:pt x="2365908" y="2041682"/>
                  <a:pt x="2354413" y="2053176"/>
                  <a:pt x="2340249" y="2053176"/>
                </a:cubicBezTo>
                <a:cubicBezTo>
                  <a:pt x="2326084" y="2053176"/>
                  <a:pt x="2314590" y="2041682"/>
                  <a:pt x="2314590" y="2027517"/>
                </a:cubicBezTo>
                <a:cubicBezTo>
                  <a:pt x="2314590" y="2013352"/>
                  <a:pt x="2326084" y="2001858"/>
                  <a:pt x="2340249" y="2001858"/>
                </a:cubicBezTo>
                <a:close/>
                <a:moveTo>
                  <a:pt x="2276044" y="2001858"/>
                </a:moveTo>
                <a:cubicBezTo>
                  <a:pt x="2290208" y="2001858"/>
                  <a:pt x="2301702" y="2013352"/>
                  <a:pt x="2301702" y="2027517"/>
                </a:cubicBezTo>
                <a:cubicBezTo>
                  <a:pt x="2301702" y="2041682"/>
                  <a:pt x="2290208" y="2053176"/>
                  <a:pt x="2276044" y="2053176"/>
                </a:cubicBezTo>
                <a:cubicBezTo>
                  <a:pt x="2261879" y="2053176"/>
                  <a:pt x="2250385" y="2041682"/>
                  <a:pt x="2250385" y="2027517"/>
                </a:cubicBezTo>
                <a:cubicBezTo>
                  <a:pt x="2250385" y="2013352"/>
                  <a:pt x="2261879" y="2001858"/>
                  <a:pt x="2276044" y="2001858"/>
                </a:cubicBezTo>
                <a:close/>
                <a:moveTo>
                  <a:pt x="2211838" y="2001858"/>
                </a:moveTo>
                <a:cubicBezTo>
                  <a:pt x="2226003" y="2001858"/>
                  <a:pt x="2237497" y="2013352"/>
                  <a:pt x="2237497" y="2027517"/>
                </a:cubicBezTo>
                <a:cubicBezTo>
                  <a:pt x="2237497" y="2041682"/>
                  <a:pt x="2226003" y="2053176"/>
                  <a:pt x="2211838" y="2053176"/>
                </a:cubicBezTo>
                <a:cubicBezTo>
                  <a:pt x="2197673" y="2053176"/>
                  <a:pt x="2186178" y="2041682"/>
                  <a:pt x="2186178" y="2027517"/>
                </a:cubicBezTo>
                <a:cubicBezTo>
                  <a:pt x="2186178" y="2013352"/>
                  <a:pt x="2197673" y="2001858"/>
                  <a:pt x="2211838" y="2001858"/>
                </a:cubicBezTo>
                <a:close/>
                <a:moveTo>
                  <a:pt x="2147633" y="2001858"/>
                </a:moveTo>
                <a:cubicBezTo>
                  <a:pt x="2161798" y="2001858"/>
                  <a:pt x="2173293" y="2013352"/>
                  <a:pt x="2173293" y="2027517"/>
                </a:cubicBezTo>
                <a:cubicBezTo>
                  <a:pt x="2173293" y="2041682"/>
                  <a:pt x="2161798" y="2053176"/>
                  <a:pt x="2147633" y="2053176"/>
                </a:cubicBezTo>
                <a:cubicBezTo>
                  <a:pt x="2133469" y="2053176"/>
                  <a:pt x="2121975" y="2041682"/>
                  <a:pt x="2121975" y="2027517"/>
                </a:cubicBezTo>
                <a:cubicBezTo>
                  <a:pt x="2121975" y="2013352"/>
                  <a:pt x="2133469" y="2001858"/>
                  <a:pt x="2147633" y="2001858"/>
                </a:cubicBezTo>
                <a:close/>
                <a:moveTo>
                  <a:pt x="2083427" y="2001858"/>
                </a:moveTo>
                <a:cubicBezTo>
                  <a:pt x="2097592" y="2001858"/>
                  <a:pt x="2109087" y="2013352"/>
                  <a:pt x="2109087" y="2027517"/>
                </a:cubicBezTo>
                <a:cubicBezTo>
                  <a:pt x="2109087" y="2041682"/>
                  <a:pt x="2097592" y="2053176"/>
                  <a:pt x="2083427" y="2053176"/>
                </a:cubicBezTo>
                <a:cubicBezTo>
                  <a:pt x="2069262" y="2053176"/>
                  <a:pt x="2057768" y="2041682"/>
                  <a:pt x="2057768" y="2027517"/>
                </a:cubicBezTo>
                <a:cubicBezTo>
                  <a:pt x="2057768" y="2013352"/>
                  <a:pt x="2069262" y="2001858"/>
                  <a:pt x="2083427" y="2001858"/>
                </a:cubicBezTo>
                <a:close/>
                <a:moveTo>
                  <a:pt x="2019222" y="2001858"/>
                </a:moveTo>
                <a:cubicBezTo>
                  <a:pt x="2033387" y="2001858"/>
                  <a:pt x="2044880" y="2013352"/>
                  <a:pt x="2044880" y="2027517"/>
                </a:cubicBezTo>
                <a:cubicBezTo>
                  <a:pt x="2044880" y="2041682"/>
                  <a:pt x="2033387" y="2053176"/>
                  <a:pt x="2019222" y="2053176"/>
                </a:cubicBezTo>
                <a:cubicBezTo>
                  <a:pt x="2005058" y="2053176"/>
                  <a:pt x="1993563" y="2041682"/>
                  <a:pt x="1993563" y="2027517"/>
                </a:cubicBezTo>
                <a:cubicBezTo>
                  <a:pt x="1993563" y="2013352"/>
                  <a:pt x="2005058" y="2001858"/>
                  <a:pt x="2019222" y="2001858"/>
                </a:cubicBezTo>
                <a:close/>
                <a:moveTo>
                  <a:pt x="1955016" y="2001858"/>
                </a:moveTo>
                <a:cubicBezTo>
                  <a:pt x="1969181" y="2001858"/>
                  <a:pt x="1980676" y="2013352"/>
                  <a:pt x="1980676" y="2027517"/>
                </a:cubicBezTo>
                <a:cubicBezTo>
                  <a:pt x="1980676" y="2041682"/>
                  <a:pt x="1969181" y="2053176"/>
                  <a:pt x="1955016" y="2053176"/>
                </a:cubicBezTo>
                <a:cubicBezTo>
                  <a:pt x="1940851" y="2053176"/>
                  <a:pt x="1929358" y="2041682"/>
                  <a:pt x="1929358" y="2027517"/>
                </a:cubicBezTo>
                <a:cubicBezTo>
                  <a:pt x="1929358" y="2013352"/>
                  <a:pt x="1940851" y="2001858"/>
                  <a:pt x="1955016" y="2001858"/>
                </a:cubicBezTo>
                <a:close/>
                <a:moveTo>
                  <a:pt x="1890696" y="2001858"/>
                </a:moveTo>
                <a:cubicBezTo>
                  <a:pt x="1904860" y="2001858"/>
                  <a:pt x="1916355" y="2013352"/>
                  <a:pt x="1916355" y="2027517"/>
                </a:cubicBezTo>
                <a:cubicBezTo>
                  <a:pt x="1916355" y="2041682"/>
                  <a:pt x="1904860" y="2053176"/>
                  <a:pt x="1890696" y="2053176"/>
                </a:cubicBezTo>
                <a:cubicBezTo>
                  <a:pt x="1876531" y="2053176"/>
                  <a:pt x="1865037" y="2041682"/>
                  <a:pt x="1865037" y="2027517"/>
                </a:cubicBezTo>
                <a:cubicBezTo>
                  <a:pt x="1865037" y="2013352"/>
                  <a:pt x="1876531" y="2001858"/>
                  <a:pt x="1890696" y="2001858"/>
                </a:cubicBezTo>
                <a:close/>
                <a:moveTo>
                  <a:pt x="1826490" y="2001858"/>
                </a:moveTo>
                <a:cubicBezTo>
                  <a:pt x="1840654" y="2001858"/>
                  <a:pt x="1852149" y="2013352"/>
                  <a:pt x="1852149" y="2027517"/>
                </a:cubicBezTo>
                <a:cubicBezTo>
                  <a:pt x="1852149" y="2041682"/>
                  <a:pt x="1840654" y="2053176"/>
                  <a:pt x="1826490" y="2053176"/>
                </a:cubicBezTo>
                <a:cubicBezTo>
                  <a:pt x="1812325" y="2053176"/>
                  <a:pt x="1800830" y="2041682"/>
                  <a:pt x="1800830" y="2027517"/>
                </a:cubicBezTo>
                <a:cubicBezTo>
                  <a:pt x="1800830" y="2013352"/>
                  <a:pt x="1812325" y="2001858"/>
                  <a:pt x="1826490" y="2001858"/>
                </a:cubicBezTo>
                <a:close/>
                <a:moveTo>
                  <a:pt x="1762285" y="2001858"/>
                </a:moveTo>
                <a:cubicBezTo>
                  <a:pt x="1776450" y="2001858"/>
                  <a:pt x="1787944" y="2013352"/>
                  <a:pt x="1787944" y="2027517"/>
                </a:cubicBezTo>
                <a:cubicBezTo>
                  <a:pt x="1787944" y="2041682"/>
                  <a:pt x="1776450" y="2053176"/>
                  <a:pt x="1762285" y="2053176"/>
                </a:cubicBezTo>
                <a:cubicBezTo>
                  <a:pt x="1748121" y="2053176"/>
                  <a:pt x="1736626" y="2041682"/>
                  <a:pt x="1736626" y="2027517"/>
                </a:cubicBezTo>
                <a:cubicBezTo>
                  <a:pt x="1736626" y="2013352"/>
                  <a:pt x="1748121" y="2001858"/>
                  <a:pt x="1762285" y="2001858"/>
                </a:cubicBezTo>
                <a:close/>
                <a:moveTo>
                  <a:pt x="1698080" y="2001858"/>
                </a:moveTo>
                <a:cubicBezTo>
                  <a:pt x="1712244" y="2001858"/>
                  <a:pt x="1723738" y="2013352"/>
                  <a:pt x="1723738" y="2027517"/>
                </a:cubicBezTo>
                <a:cubicBezTo>
                  <a:pt x="1723738" y="2041682"/>
                  <a:pt x="1712244" y="2053176"/>
                  <a:pt x="1698080" y="2053176"/>
                </a:cubicBezTo>
                <a:cubicBezTo>
                  <a:pt x="1683915" y="2053176"/>
                  <a:pt x="1672420" y="2041682"/>
                  <a:pt x="1672420" y="2027517"/>
                </a:cubicBezTo>
                <a:cubicBezTo>
                  <a:pt x="1672420" y="2013352"/>
                  <a:pt x="1683915" y="2001858"/>
                  <a:pt x="1698080" y="2001858"/>
                </a:cubicBezTo>
                <a:close/>
                <a:moveTo>
                  <a:pt x="1633874" y="2001858"/>
                </a:moveTo>
                <a:cubicBezTo>
                  <a:pt x="1648039" y="2001858"/>
                  <a:pt x="1659533" y="2013352"/>
                  <a:pt x="1659533" y="2027517"/>
                </a:cubicBezTo>
                <a:cubicBezTo>
                  <a:pt x="1659533" y="2041682"/>
                  <a:pt x="1648039" y="2053176"/>
                  <a:pt x="1633874" y="2053176"/>
                </a:cubicBezTo>
                <a:cubicBezTo>
                  <a:pt x="1619710" y="2053176"/>
                  <a:pt x="1608216" y="2041682"/>
                  <a:pt x="1608216" y="2027517"/>
                </a:cubicBezTo>
                <a:cubicBezTo>
                  <a:pt x="1608216" y="2013352"/>
                  <a:pt x="1619710" y="2001858"/>
                  <a:pt x="1633874" y="2001858"/>
                </a:cubicBezTo>
                <a:close/>
                <a:moveTo>
                  <a:pt x="1569669" y="2001858"/>
                </a:moveTo>
                <a:cubicBezTo>
                  <a:pt x="1583834" y="2001858"/>
                  <a:pt x="1595328" y="2013352"/>
                  <a:pt x="1595328" y="2027517"/>
                </a:cubicBezTo>
                <a:cubicBezTo>
                  <a:pt x="1595328" y="2041682"/>
                  <a:pt x="1583834" y="2053176"/>
                  <a:pt x="1569669" y="2053176"/>
                </a:cubicBezTo>
                <a:cubicBezTo>
                  <a:pt x="1555504" y="2053176"/>
                  <a:pt x="1544010" y="2041682"/>
                  <a:pt x="1544010" y="2027517"/>
                </a:cubicBezTo>
                <a:cubicBezTo>
                  <a:pt x="1544010" y="2013352"/>
                  <a:pt x="1555504" y="2001858"/>
                  <a:pt x="1569669" y="2001858"/>
                </a:cubicBezTo>
                <a:close/>
                <a:moveTo>
                  <a:pt x="1505464" y="2001858"/>
                </a:moveTo>
                <a:cubicBezTo>
                  <a:pt x="1519629" y="2001858"/>
                  <a:pt x="1531123" y="2013352"/>
                  <a:pt x="1531123" y="2027517"/>
                </a:cubicBezTo>
                <a:cubicBezTo>
                  <a:pt x="1531123" y="2041682"/>
                  <a:pt x="1519629" y="2053176"/>
                  <a:pt x="1505464" y="2053176"/>
                </a:cubicBezTo>
                <a:cubicBezTo>
                  <a:pt x="1491299" y="2053176"/>
                  <a:pt x="1479806" y="2041682"/>
                  <a:pt x="1479806" y="2027517"/>
                </a:cubicBezTo>
                <a:cubicBezTo>
                  <a:pt x="1479806" y="2013352"/>
                  <a:pt x="1491299" y="2001858"/>
                  <a:pt x="1505464" y="2001858"/>
                </a:cubicBezTo>
                <a:close/>
                <a:moveTo>
                  <a:pt x="1441258" y="2001858"/>
                </a:moveTo>
                <a:cubicBezTo>
                  <a:pt x="1455423" y="2001858"/>
                  <a:pt x="1466917" y="2013352"/>
                  <a:pt x="1466917" y="2027517"/>
                </a:cubicBezTo>
                <a:cubicBezTo>
                  <a:pt x="1466917" y="2041682"/>
                  <a:pt x="1455423" y="2053176"/>
                  <a:pt x="1441258" y="2053176"/>
                </a:cubicBezTo>
                <a:cubicBezTo>
                  <a:pt x="1427093" y="2053176"/>
                  <a:pt x="1415599" y="2041682"/>
                  <a:pt x="1415599" y="2027517"/>
                </a:cubicBezTo>
                <a:cubicBezTo>
                  <a:pt x="1415599" y="2013352"/>
                  <a:pt x="1427093" y="2001858"/>
                  <a:pt x="1441258" y="2001858"/>
                </a:cubicBezTo>
                <a:close/>
                <a:moveTo>
                  <a:pt x="1377053" y="2001858"/>
                </a:moveTo>
                <a:cubicBezTo>
                  <a:pt x="1391218" y="2001858"/>
                  <a:pt x="1402712" y="2013352"/>
                  <a:pt x="1402712" y="2027517"/>
                </a:cubicBezTo>
                <a:cubicBezTo>
                  <a:pt x="1402712" y="2041682"/>
                  <a:pt x="1391218" y="2053176"/>
                  <a:pt x="1377053" y="2053176"/>
                </a:cubicBezTo>
                <a:cubicBezTo>
                  <a:pt x="1362889" y="2053176"/>
                  <a:pt x="1351395" y="2041682"/>
                  <a:pt x="1351395" y="2027517"/>
                </a:cubicBezTo>
                <a:cubicBezTo>
                  <a:pt x="1351395" y="2013352"/>
                  <a:pt x="1362889" y="2001858"/>
                  <a:pt x="1377053" y="2001858"/>
                </a:cubicBezTo>
                <a:close/>
                <a:moveTo>
                  <a:pt x="1312848" y="2001858"/>
                </a:moveTo>
                <a:cubicBezTo>
                  <a:pt x="1327013" y="2001858"/>
                  <a:pt x="1338507" y="2013352"/>
                  <a:pt x="1338507" y="2027517"/>
                </a:cubicBezTo>
                <a:cubicBezTo>
                  <a:pt x="1338507" y="2041682"/>
                  <a:pt x="1327013" y="2053176"/>
                  <a:pt x="1312848" y="2053176"/>
                </a:cubicBezTo>
                <a:cubicBezTo>
                  <a:pt x="1298683" y="2053176"/>
                  <a:pt x="1287190" y="2041682"/>
                  <a:pt x="1287190" y="2027517"/>
                </a:cubicBezTo>
                <a:cubicBezTo>
                  <a:pt x="1287190" y="2013352"/>
                  <a:pt x="1298683" y="2001858"/>
                  <a:pt x="1312848" y="2001858"/>
                </a:cubicBezTo>
                <a:close/>
                <a:moveTo>
                  <a:pt x="1248643" y="2001858"/>
                </a:moveTo>
                <a:cubicBezTo>
                  <a:pt x="1262808" y="2001858"/>
                  <a:pt x="1274302" y="2013352"/>
                  <a:pt x="1274302" y="2027517"/>
                </a:cubicBezTo>
                <a:cubicBezTo>
                  <a:pt x="1274302" y="2041682"/>
                  <a:pt x="1262808" y="2053176"/>
                  <a:pt x="1248643" y="2053176"/>
                </a:cubicBezTo>
                <a:cubicBezTo>
                  <a:pt x="1234479" y="2053176"/>
                  <a:pt x="1222984" y="2041682"/>
                  <a:pt x="1222984" y="2027517"/>
                </a:cubicBezTo>
                <a:cubicBezTo>
                  <a:pt x="1222984" y="2013352"/>
                  <a:pt x="1234479" y="2001858"/>
                  <a:pt x="1248643" y="2001858"/>
                </a:cubicBezTo>
                <a:close/>
                <a:moveTo>
                  <a:pt x="1184437" y="2001858"/>
                </a:moveTo>
                <a:cubicBezTo>
                  <a:pt x="1198602" y="2001858"/>
                  <a:pt x="1210096" y="2013352"/>
                  <a:pt x="1210096" y="2027517"/>
                </a:cubicBezTo>
                <a:cubicBezTo>
                  <a:pt x="1210096" y="2041682"/>
                  <a:pt x="1198602" y="2053176"/>
                  <a:pt x="1184437" y="2053176"/>
                </a:cubicBezTo>
                <a:cubicBezTo>
                  <a:pt x="1170273" y="2053176"/>
                  <a:pt x="1158780" y="2041682"/>
                  <a:pt x="1158780" y="2027517"/>
                </a:cubicBezTo>
                <a:cubicBezTo>
                  <a:pt x="1158780" y="2013352"/>
                  <a:pt x="1170273" y="2001858"/>
                  <a:pt x="1184437" y="2001858"/>
                </a:cubicBezTo>
                <a:close/>
                <a:moveTo>
                  <a:pt x="1120233" y="2001858"/>
                </a:moveTo>
                <a:cubicBezTo>
                  <a:pt x="1134398" y="2001858"/>
                  <a:pt x="1145892" y="2013352"/>
                  <a:pt x="1145892" y="2027517"/>
                </a:cubicBezTo>
                <a:cubicBezTo>
                  <a:pt x="1145892" y="2041682"/>
                  <a:pt x="1134398" y="2053176"/>
                  <a:pt x="1120233" y="2053176"/>
                </a:cubicBezTo>
                <a:cubicBezTo>
                  <a:pt x="1106068" y="2053176"/>
                  <a:pt x="1094573" y="2041682"/>
                  <a:pt x="1094573" y="2027517"/>
                </a:cubicBezTo>
                <a:cubicBezTo>
                  <a:pt x="1094573" y="2013352"/>
                  <a:pt x="1106068" y="2001858"/>
                  <a:pt x="1120233" y="2001858"/>
                </a:cubicBezTo>
                <a:close/>
                <a:moveTo>
                  <a:pt x="1056027" y="2001858"/>
                </a:moveTo>
                <a:cubicBezTo>
                  <a:pt x="1070191" y="2001858"/>
                  <a:pt x="1081685" y="2013352"/>
                  <a:pt x="1081685" y="2027517"/>
                </a:cubicBezTo>
                <a:cubicBezTo>
                  <a:pt x="1081685" y="2041682"/>
                  <a:pt x="1070191" y="2053176"/>
                  <a:pt x="1056027" y="2053176"/>
                </a:cubicBezTo>
                <a:cubicBezTo>
                  <a:pt x="1041862" y="2053176"/>
                  <a:pt x="1030369" y="2041682"/>
                  <a:pt x="1030369" y="2027517"/>
                </a:cubicBezTo>
                <a:cubicBezTo>
                  <a:pt x="1030369" y="2013352"/>
                  <a:pt x="1041862" y="2001858"/>
                  <a:pt x="1056027" y="2001858"/>
                </a:cubicBezTo>
                <a:close/>
                <a:moveTo>
                  <a:pt x="991823" y="2001858"/>
                </a:moveTo>
                <a:cubicBezTo>
                  <a:pt x="1005986" y="2001858"/>
                  <a:pt x="1017481" y="2013352"/>
                  <a:pt x="1017481" y="2027517"/>
                </a:cubicBezTo>
                <a:cubicBezTo>
                  <a:pt x="1017481" y="2041682"/>
                  <a:pt x="1005986" y="2053176"/>
                  <a:pt x="991823" y="2053176"/>
                </a:cubicBezTo>
                <a:cubicBezTo>
                  <a:pt x="977657" y="2053176"/>
                  <a:pt x="966162" y="2041682"/>
                  <a:pt x="966162" y="2027517"/>
                </a:cubicBezTo>
                <a:cubicBezTo>
                  <a:pt x="966162" y="2013352"/>
                  <a:pt x="977657" y="2001858"/>
                  <a:pt x="991823" y="2001858"/>
                </a:cubicBezTo>
                <a:close/>
                <a:moveTo>
                  <a:pt x="927616" y="2001858"/>
                </a:moveTo>
                <a:cubicBezTo>
                  <a:pt x="941781" y="2001858"/>
                  <a:pt x="953275" y="2013352"/>
                  <a:pt x="953275" y="2027517"/>
                </a:cubicBezTo>
                <a:cubicBezTo>
                  <a:pt x="953275" y="2041682"/>
                  <a:pt x="941781" y="2053176"/>
                  <a:pt x="927616" y="2053176"/>
                </a:cubicBezTo>
                <a:cubicBezTo>
                  <a:pt x="913452" y="2053176"/>
                  <a:pt x="901957" y="2041682"/>
                  <a:pt x="901957" y="2027517"/>
                </a:cubicBezTo>
                <a:cubicBezTo>
                  <a:pt x="901957" y="2013352"/>
                  <a:pt x="913452" y="2001858"/>
                  <a:pt x="927616" y="2001858"/>
                </a:cubicBezTo>
                <a:close/>
                <a:moveTo>
                  <a:pt x="863411" y="2001858"/>
                </a:moveTo>
                <a:cubicBezTo>
                  <a:pt x="877576" y="2001858"/>
                  <a:pt x="889071" y="2013352"/>
                  <a:pt x="889071" y="2027517"/>
                </a:cubicBezTo>
                <a:cubicBezTo>
                  <a:pt x="889071" y="2041682"/>
                  <a:pt x="877576" y="2053176"/>
                  <a:pt x="863411" y="2053176"/>
                </a:cubicBezTo>
                <a:cubicBezTo>
                  <a:pt x="849248" y="2053176"/>
                  <a:pt x="837752" y="2041682"/>
                  <a:pt x="837752" y="2027517"/>
                </a:cubicBezTo>
                <a:cubicBezTo>
                  <a:pt x="837752" y="2013352"/>
                  <a:pt x="849248" y="2001858"/>
                  <a:pt x="863411" y="2001858"/>
                </a:cubicBezTo>
                <a:close/>
                <a:moveTo>
                  <a:pt x="799089" y="2001858"/>
                </a:moveTo>
                <a:cubicBezTo>
                  <a:pt x="813255" y="2001858"/>
                  <a:pt x="824748" y="2013352"/>
                  <a:pt x="824748" y="2027517"/>
                </a:cubicBezTo>
                <a:cubicBezTo>
                  <a:pt x="824748" y="2041682"/>
                  <a:pt x="813255" y="2053176"/>
                  <a:pt x="799089" y="2053176"/>
                </a:cubicBezTo>
                <a:cubicBezTo>
                  <a:pt x="784925" y="2053176"/>
                  <a:pt x="773432" y="2041682"/>
                  <a:pt x="773432" y="2027517"/>
                </a:cubicBezTo>
                <a:cubicBezTo>
                  <a:pt x="773432" y="2013352"/>
                  <a:pt x="784925" y="2001858"/>
                  <a:pt x="799089" y="2001858"/>
                </a:cubicBezTo>
                <a:close/>
                <a:moveTo>
                  <a:pt x="734885" y="2001858"/>
                </a:moveTo>
                <a:cubicBezTo>
                  <a:pt x="749049" y="2001858"/>
                  <a:pt x="760544" y="2013352"/>
                  <a:pt x="760544" y="2027517"/>
                </a:cubicBezTo>
                <a:cubicBezTo>
                  <a:pt x="760544" y="2041682"/>
                  <a:pt x="749049" y="2053176"/>
                  <a:pt x="734885" y="2053176"/>
                </a:cubicBezTo>
                <a:cubicBezTo>
                  <a:pt x="720720" y="2053176"/>
                  <a:pt x="709225" y="2041682"/>
                  <a:pt x="709225" y="2027517"/>
                </a:cubicBezTo>
                <a:cubicBezTo>
                  <a:pt x="709225" y="2013352"/>
                  <a:pt x="720720" y="2001858"/>
                  <a:pt x="734885" y="2001858"/>
                </a:cubicBezTo>
                <a:close/>
                <a:moveTo>
                  <a:pt x="670679" y="2001858"/>
                </a:moveTo>
                <a:cubicBezTo>
                  <a:pt x="684844" y="2001858"/>
                  <a:pt x="696338" y="2013352"/>
                  <a:pt x="696338" y="2027517"/>
                </a:cubicBezTo>
                <a:cubicBezTo>
                  <a:pt x="696338" y="2041682"/>
                  <a:pt x="684844" y="2053176"/>
                  <a:pt x="670679" y="2053176"/>
                </a:cubicBezTo>
                <a:cubicBezTo>
                  <a:pt x="656514" y="2053176"/>
                  <a:pt x="645020" y="2041682"/>
                  <a:pt x="645020" y="2027517"/>
                </a:cubicBezTo>
                <a:cubicBezTo>
                  <a:pt x="645020" y="2013352"/>
                  <a:pt x="656514" y="2001858"/>
                  <a:pt x="670679" y="2001858"/>
                </a:cubicBezTo>
                <a:close/>
                <a:moveTo>
                  <a:pt x="606475" y="2001858"/>
                </a:moveTo>
                <a:cubicBezTo>
                  <a:pt x="620639" y="2001858"/>
                  <a:pt x="632134" y="2013352"/>
                  <a:pt x="632134" y="2027517"/>
                </a:cubicBezTo>
                <a:cubicBezTo>
                  <a:pt x="632134" y="2041682"/>
                  <a:pt x="620639" y="2053176"/>
                  <a:pt x="606475" y="2053176"/>
                </a:cubicBezTo>
                <a:cubicBezTo>
                  <a:pt x="592310" y="2053176"/>
                  <a:pt x="580815" y="2041682"/>
                  <a:pt x="580815" y="2027517"/>
                </a:cubicBezTo>
                <a:cubicBezTo>
                  <a:pt x="580815" y="2013352"/>
                  <a:pt x="592310" y="2001858"/>
                  <a:pt x="606475" y="2001858"/>
                </a:cubicBezTo>
                <a:close/>
                <a:moveTo>
                  <a:pt x="542268" y="2001858"/>
                </a:moveTo>
                <a:cubicBezTo>
                  <a:pt x="556433" y="2001858"/>
                  <a:pt x="567927" y="2013352"/>
                  <a:pt x="567927" y="2027517"/>
                </a:cubicBezTo>
                <a:cubicBezTo>
                  <a:pt x="567927" y="2041682"/>
                  <a:pt x="556433" y="2053176"/>
                  <a:pt x="542268" y="2053176"/>
                </a:cubicBezTo>
                <a:cubicBezTo>
                  <a:pt x="528104" y="2053176"/>
                  <a:pt x="516610" y="2041682"/>
                  <a:pt x="516610" y="2027517"/>
                </a:cubicBezTo>
                <a:cubicBezTo>
                  <a:pt x="516610" y="2013352"/>
                  <a:pt x="528104" y="2001858"/>
                  <a:pt x="542268" y="2001858"/>
                </a:cubicBezTo>
                <a:close/>
                <a:moveTo>
                  <a:pt x="478063" y="2001858"/>
                </a:moveTo>
                <a:cubicBezTo>
                  <a:pt x="492228" y="2001858"/>
                  <a:pt x="503724" y="2013352"/>
                  <a:pt x="503724" y="2027517"/>
                </a:cubicBezTo>
                <a:cubicBezTo>
                  <a:pt x="503724" y="2041682"/>
                  <a:pt x="492228" y="2053176"/>
                  <a:pt x="478063" y="2053176"/>
                </a:cubicBezTo>
                <a:cubicBezTo>
                  <a:pt x="463900" y="2053176"/>
                  <a:pt x="452404" y="2041682"/>
                  <a:pt x="452404" y="2027517"/>
                </a:cubicBezTo>
                <a:cubicBezTo>
                  <a:pt x="452404" y="2013352"/>
                  <a:pt x="463900" y="2001858"/>
                  <a:pt x="478063" y="2001858"/>
                </a:cubicBezTo>
                <a:close/>
                <a:moveTo>
                  <a:pt x="413858" y="2001858"/>
                </a:moveTo>
                <a:cubicBezTo>
                  <a:pt x="428023" y="2001858"/>
                  <a:pt x="439517" y="2013352"/>
                  <a:pt x="439517" y="2027517"/>
                </a:cubicBezTo>
                <a:cubicBezTo>
                  <a:pt x="439517" y="2041682"/>
                  <a:pt x="428023" y="2053176"/>
                  <a:pt x="413858" y="2053176"/>
                </a:cubicBezTo>
                <a:cubicBezTo>
                  <a:pt x="399694" y="2053176"/>
                  <a:pt x="388200" y="2041682"/>
                  <a:pt x="388200" y="2027517"/>
                </a:cubicBezTo>
                <a:cubicBezTo>
                  <a:pt x="388200" y="2013352"/>
                  <a:pt x="399694" y="2001858"/>
                  <a:pt x="413858" y="2001858"/>
                </a:cubicBezTo>
                <a:close/>
                <a:moveTo>
                  <a:pt x="346686" y="2001858"/>
                </a:moveTo>
                <a:cubicBezTo>
                  <a:pt x="360849" y="2001858"/>
                  <a:pt x="372344" y="2013352"/>
                  <a:pt x="372344" y="2027517"/>
                </a:cubicBezTo>
                <a:cubicBezTo>
                  <a:pt x="372344" y="2041682"/>
                  <a:pt x="360849" y="2053176"/>
                  <a:pt x="346686" y="2053176"/>
                </a:cubicBezTo>
                <a:cubicBezTo>
                  <a:pt x="332520" y="2053176"/>
                  <a:pt x="321027" y="2041682"/>
                  <a:pt x="321027" y="2027517"/>
                </a:cubicBezTo>
                <a:cubicBezTo>
                  <a:pt x="321027" y="2013352"/>
                  <a:pt x="332520" y="2001858"/>
                  <a:pt x="346686" y="2001858"/>
                </a:cubicBezTo>
                <a:close/>
                <a:moveTo>
                  <a:pt x="282480" y="2001858"/>
                </a:moveTo>
                <a:cubicBezTo>
                  <a:pt x="296644" y="2001858"/>
                  <a:pt x="308138" y="2013352"/>
                  <a:pt x="308138" y="2027517"/>
                </a:cubicBezTo>
                <a:cubicBezTo>
                  <a:pt x="308138" y="2041682"/>
                  <a:pt x="296644" y="2053176"/>
                  <a:pt x="282480" y="2053176"/>
                </a:cubicBezTo>
                <a:cubicBezTo>
                  <a:pt x="268314" y="2053176"/>
                  <a:pt x="256820" y="2041682"/>
                  <a:pt x="256820" y="2027517"/>
                </a:cubicBezTo>
                <a:cubicBezTo>
                  <a:pt x="256820" y="2013352"/>
                  <a:pt x="268314" y="2001858"/>
                  <a:pt x="282480" y="2001858"/>
                </a:cubicBezTo>
                <a:close/>
                <a:moveTo>
                  <a:pt x="218274" y="2001858"/>
                </a:moveTo>
                <a:cubicBezTo>
                  <a:pt x="232438" y="2001858"/>
                  <a:pt x="243932" y="2013352"/>
                  <a:pt x="243932" y="2027517"/>
                </a:cubicBezTo>
                <a:cubicBezTo>
                  <a:pt x="243932" y="2041682"/>
                  <a:pt x="232438" y="2053176"/>
                  <a:pt x="218274" y="2053176"/>
                </a:cubicBezTo>
                <a:cubicBezTo>
                  <a:pt x="204109" y="2053176"/>
                  <a:pt x="192615" y="2041682"/>
                  <a:pt x="192615" y="2027517"/>
                </a:cubicBezTo>
                <a:cubicBezTo>
                  <a:pt x="192615" y="2013352"/>
                  <a:pt x="204109" y="2001858"/>
                  <a:pt x="218274" y="2001858"/>
                </a:cubicBezTo>
                <a:close/>
                <a:moveTo>
                  <a:pt x="154069" y="2001858"/>
                </a:moveTo>
                <a:cubicBezTo>
                  <a:pt x="168233" y="2001858"/>
                  <a:pt x="179727" y="2013352"/>
                  <a:pt x="179727" y="2027517"/>
                </a:cubicBezTo>
                <a:cubicBezTo>
                  <a:pt x="179727" y="2041682"/>
                  <a:pt x="168233" y="2053176"/>
                  <a:pt x="154069" y="2053176"/>
                </a:cubicBezTo>
                <a:cubicBezTo>
                  <a:pt x="139904" y="2053176"/>
                  <a:pt x="128410" y="2041682"/>
                  <a:pt x="128410" y="2027517"/>
                </a:cubicBezTo>
                <a:cubicBezTo>
                  <a:pt x="128410" y="2013352"/>
                  <a:pt x="139904" y="2001858"/>
                  <a:pt x="154069" y="2001858"/>
                </a:cubicBezTo>
                <a:close/>
                <a:moveTo>
                  <a:pt x="89864" y="2001858"/>
                </a:moveTo>
                <a:cubicBezTo>
                  <a:pt x="104029" y="2001858"/>
                  <a:pt x="115522" y="2013352"/>
                  <a:pt x="115522" y="2027517"/>
                </a:cubicBezTo>
                <a:cubicBezTo>
                  <a:pt x="115522" y="2041682"/>
                  <a:pt x="104029" y="2053176"/>
                  <a:pt x="89864" y="2053176"/>
                </a:cubicBezTo>
                <a:cubicBezTo>
                  <a:pt x="75699" y="2053176"/>
                  <a:pt x="64205" y="2041682"/>
                  <a:pt x="64205" y="2027517"/>
                </a:cubicBezTo>
                <a:cubicBezTo>
                  <a:pt x="64205" y="2013352"/>
                  <a:pt x="75699" y="2001858"/>
                  <a:pt x="89864" y="2001858"/>
                </a:cubicBezTo>
                <a:close/>
                <a:moveTo>
                  <a:pt x="25659" y="2001858"/>
                </a:moveTo>
                <a:cubicBezTo>
                  <a:pt x="39824" y="2001858"/>
                  <a:pt x="51317" y="2013352"/>
                  <a:pt x="51317" y="2027517"/>
                </a:cubicBezTo>
                <a:cubicBezTo>
                  <a:pt x="51317" y="2041682"/>
                  <a:pt x="39824" y="2053176"/>
                  <a:pt x="25659" y="2053176"/>
                </a:cubicBezTo>
                <a:cubicBezTo>
                  <a:pt x="11494" y="2053176"/>
                  <a:pt x="0" y="2041682"/>
                  <a:pt x="0" y="2027517"/>
                </a:cubicBezTo>
                <a:cubicBezTo>
                  <a:pt x="0" y="2013352"/>
                  <a:pt x="11494" y="2001858"/>
                  <a:pt x="25659" y="2001858"/>
                </a:cubicBezTo>
                <a:close/>
                <a:moveTo>
                  <a:pt x="12163307" y="1934634"/>
                </a:moveTo>
                <a:cubicBezTo>
                  <a:pt x="12177471" y="1934634"/>
                  <a:pt x="12188965" y="1946129"/>
                  <a:pt x="12188965" y="1960293"/>
                </a:cubicBezTo>
                <a:cubicBezTo>
                  <a:pt x="12188965" y="1974458"/>
                  <a:pt x="12177471" y="1985952"/>
                  <a:pt x="12163307" y="1985952"/>
                </a:cubicBezTo>
                <a:cubicBezTo>
                  <a:pt x="12149141" y="1985952"/>
                  <a:pt x="12137649" y="1974458"/>
                  <a:pt x="12137649" y="1960293"/>
                </a:cubicBezTo>
                <a:cubicBezTo>
                  <a:pt x="12137649" y="1946129"/>
                  <a:pt x="12149141" y="1934634"/>
                  <a:pt x="12163307" y="1934634"/>
                </a:cubicBezTo>
                <a:close/>
                <a:moveTo>
                  <a:pt x="12099103" y="1934634"/>
                </a:moveTo>
                <a:cubicBezTo>
                  <a:pt x="12113273" y="1934634"/>
                  <a:pt x="12124761" y="1946122"/>
                  <a:pt x="12124761" y="1960293"/>
                </a:cubicBezTo>
                <a:cubicBezTo>
                  <a:pt x="12124761" y="1974465"/>
                  <a:pt x="12113273" y="1985952"/>
                  <a:pt x="12099103" y="1985952"/>
                </a:cubicBezTo>
                <a:cubicBezTo>
                  <a:pt x="12084931" y="1985952"/>
                  <a:pt x="12073441" y="1974465"/>
                  <a:pt x="12073441" y="1960293"/>
                </a:cubicBezTo>
                <a:cubicBezTo>
                  <a:pt x="12073441" y="1946122"/>
                  <a:pt x="12084931" y="1934634"/>
                  <a:pt x="12099103" y="1934634"/>
                </a:cubicBezTo>
                <a:close/>
                <a:moveTo>
                  <a:pt x="12034897" y="1934634"/>
                </a:moveTo>
                <a:cubicBezTo>
                  <a:pt x="12049061" y="1934634"/>
                  <a:pt x="12060557" y="1946129"/>
                  <a:pt x="12060557" y="1960293"/>
                </a:cubicBezTo>
                <a:cubicBezTo>
                  <a:pt x="12060557" y="1974458"/>
                  <a:pt x="12049061" y="1985952"/>
                  <a:pt x="12034897" y="1985952"/>
                </a:cubicBezTo>
                <a:cubicBezTo>
                  <a:pt x="12020731" y="1985952"/>
                  <a:pt x="12009237" y="1974458"/>
                  <a:pt x="12009237" y="1960293"/>
                </a:cubicBezTo>
                <a:cubicBezTo>
                  <a:pt x="12009237" y="1946129"/>
                  <a:pt x="12020731" y="1934634"/>
                  <a:pt x="12034897" y="1934634"/>
                </a:cubicBezTo>
                <a:close/>
                <a:moveTo>
                  <a:pt x="11970691" y="1934634"/>
                </a:moveTo>
                <a:cubicBezTo>
                  <a:pt x="11984855" y="1934634"/>
                  <a:pt x="11996349" y="1946129"/>
                  <a:pt x="11996349" y="1960293"/>
                </a:cubicBezTo>
                <a:cubicBezTo>
                  <a:pt x="11996349" y="1974458"/>
                  <a:pt x="11984855" y="1985952"/>
                  <a:pt x="11970691" y="1985952"/>
                </a:cubicBezTo>
                <a:cubicBezTo>
                  <a:pt x="11956525" y="1985952"/>
                  <a:pt x="11945033" y="1974458"/>
                  <a:pt x="11945033" y="1960293"/>
                </a:cubicBezTo>
                <a:cubicBezTo>
                  <a:pt x="11945033" y="1946129"/>
                  <a:pt x="11956525" y="1934634"/>
                  <a:pt x="11970691" y="1934634"/>
                </a:cubicBezTo>
                <a:close/>
                <a:moveTo>
                  <a:pt x="11906483" y="1934634"/>
                </a:moveTo>
                <a:cubicBezTo>
                  <a:pt x="11920649" y="1934634"/>
                  <a:pt x="11932145" y="1946129"/>
                  <a:pt x="11932145" y="1960293"/>
                </a:cubicBezTo>
                <a:cubicBezTo>
                  <a:pt x="11932145" y="1974458"/>
                  <a:pt x="11920649" y="1985952"/>
                  <a:pt x="11906483" y="1985952"/>
                </a:cubicBezTo>
                <a:cubicBezTo>
                  <a:pt x="11892321" y="1985952"/>
                  <a:pt x="11880825" y="1974458"/>
                  <a:pt x="11880825" y="1960293"/>
                </a:cubicBezTo>
                <a:cubicBezTo>
                  <a:pt x="11880825" y="1946129"/>
                  <a:pt x="11892321" y="1934634"/>
                  <a:pt x="11906483" y="1934634"/>
                </a:cubicBezTo>
                <a:close/>
                <a:moveTo>
                  <a:pt x="11842279" y="1934634"/>
                </a:moveTo>
                <a:cubicBezTo>
                  <a:pt x="11856445" y="1934634"/>
                  <a:pt x="11867941" y="1946129"/>
                  <a:pt x="11867941" y="1960293"/>
                </a:cubicBezTo>
                <a:cubicBezTo>
                  <a:pt x="11867941" y="1974458"/>
                  <a:pt x="11856445" y="1985952"/>
                  <a:pt x="11842279" y="1985952"/>
                </a:cubicBezTo>
                <a:cubicBezTo>
                  <a:pt x="11828117" y="1985952"/>
                  <a:pt x="11816621" y="1974458"/>
                  <a:pt x="11816621" y="1960293"/>
                </a:cubicBezTo>
                <a:cubicBezTo>
                  <a:pt x="11816621" y="1946129"/>
                  <a:pt x="11828117" y="1934634"/>
                  <a:pt x="11842279" y="1934634"/>
                </a:cubicBezTo>
                <a:close/>
                <a:moveTo>
                  <a:pt x="11775107" y="1934634"/>
                </a:moveTo>
                <a:cubicBezTo>
                  <a:pt x="11789271" y="1934634"/>
                  <a:pt x="11800767" y="1946129"/>
                  <a:pt x="11800767" y="1960293"/>
                </a:cubicBezTo>
                <a:cubicBezTo>
                  <a:pt x="11800767" y="1974458"/>
                  <a:pt x="11789271" y="1985952"/>
                  <a:pt x="11775107" y="1985952"/>
                </a:cubicBezTo>
                <a:cubicBezTo>
                  <a:pt x="11760941" y="1985952"/>
                  <a:pt x="11749449" y="1974458"/>
                  <a:pt x="11749449" y="1960293"/>
                </a:cubicBezTo>
                <a:cubicBezTo>
                  <a:pt x="11749449" y="1946129"/>
                  <a:pt x="11760941" y="1934634"/>
                  <a:pt x="11775107" y="1934634"/>
                </a:cubicBezTo>
                <a:close/>
                <a:moveTo>
                  <a:pt x="11710901" y="1934634"/>
                </a:moveTo>
                <a:cubicBezTo>
                  <a:pt x="11725067" y="1934634"/>
                  <a:pt x="11736561" y="1946129"/>
                  <a:pt x="11736561" y="1960293"/>
                </a:cubicBezTo>
                <a:cubicBezTo>
                  <a:pt x="11736561" y="1974458"/>
                  <a:pt x="11725067" y="1985952"/>
                  <a:pt x="11710901" y="1985952"/>
                </a:cubicBezTo>
                <a:cubicBezTo>
                  <a:pt x="11696737" y="1985952"/>
                  <a:pt x="11685243" y="1974458"/>
                  <a:pt x="11685243" y="1960293"/>
                </a:cubicBezTo>
                <a:cubicBezTo>
                  <a:pt x="11685243" y="1946129"/>
                  <a:pt x="11696737" y="1934634"/>
                  <a:pt x="11710901" y="1934634"/>
                </a:cubicBezTo>
                <a:close/>
                <a:moveTo>
                  <a:pt x="11646697" y="1934634"/>
                </a:moveTo>
                <a:cubicBezTo>
                  <a:pt x="11660859" y="1934634"/>
                  <a:pt x="11672355" y="1946129"/>
                  <a:pt x="11672355" y="1960293"/>
                </a:cubicBezTo>
                <a:cubicBezTo>
                  <a:pt x="11672355" y="1974458"/>
                  <a:pt x="11660859" y="1985952"/>
                  <a:pt x="11646697" y="1985952"/>
                </a:cubicBezTo>
                <a:cubicBezTo>
                  <a:pt x="11632529" y="1985952"/>
                  <a:pt x="11621037" y="1974458"/>
                  <a:pt x="11621037" y="1960293"/>
                </a:cubicBezTo>
                <a:cubicBezTo>
                  <a:pt x="11621037" y="1946129"/>
                  <a:pt x="11632529" y="1934634"/>
                  <a:pt x="11646697" y="1934634"/>
                </a:cubicBezTo>
                <a:close/>
                <a:moveTo>
                  <a:pt x="11582491" y="1934634"/>
                </a:moveTo>
                <a:cubicBezTo>
                  <a:pt x="11596655" y="1934634"/>
                  <a:pt x="11608149" y="1946129"/>
                  <a:pt x="11608149" y="1960293"/>
                </a:cubicBezTo>
                <a:cubicBezTo>
                  <a:pt x="11608149" y="1974458"/>
                  <a:pt x="11596655" y="1985952"/>
                  <a:pt x="11582491" y="1985952"/>
                </a:cubicBezTo>
                <a:cubicBezTo>
                  <a:pt x="11568325" y="1985952"/>
                  <a:pt x="11556833" y="1974458"/>
                  <a:pt x="11556833" y="1960293"/>
                </a:cubicBezTo>
                <a:cubicBezTo>
                  <a:pt x="11556833" y="1946129"/>
                  <a:pt x="11568325" y="1934634"/>
                  <a:pt x="11582491" y="1934634"/>
                </a:cubicBezTo>
                <a:close/>
                <a:moveTo>
                  <a:pt x="11518287" y="1934634"/>
                </a:moveTo>
                <a:cubicBezTo>
                  <a:pt x="11532457" y="1934634"/>
                  <a:pt x="11543945" y="1946122"/>
                  <a:pt x="11543945" y="1960293"/>
                </a:cubicBezTo>
                <a:cubicBezTo>
                  <a:pt x="11543945" y="1974465"/>
                  <a:pt x="11532457" y="1985952"/>
                  <a:pt x="11518287" y="1985952"/>
                </a:cubicBezTo>
                <a:cubicBezTo>
                  <a:pt x="11504115" y="1985952"/>
                  <a:pt x="11492627" y="1974465"/>
                  <a:pt x="11492627" y="1960293"/>
                </a:cubicBezTo>
                <a:cubicBezTo>
                  <a:pt x="11492627" y="1946122"/>
                  <a:pt x="11504115" y="1934634"/>
                  <a:pt x="11518287" y="1934634"/>
                </a:cubicBezTo>
                <a:close/>
                <a:moveTo>
                  <a:pt x="11454081" y="1934634"/>
                </a:moveTo>
                <a:cubicBezTo>
                  <a:pt x="11468253" y="1934634"/>
                  <a:pt x="11479739" y="1946122"/>
                  <a:pt x="11479739" y="1960293"/>
                </a:cubicBezTo>
                <a:cubicBezTo>
                  <a:pt x="11479739" y="1974465"/>
                  <a:pt x="11468253" y="1985952"/>
                  <a:pt x="11454081" y="1985952"/>
                </a:cubicBezTo>
                <a:cubicBezTo>
                  <a:pt x="11439909" y="1985952"/>
                  <a:pt x="11428421" y="1974465"/>
                  <a:pt x="11428421" y="1960293"/>
                </a:cubicBezTo>
                <a:cubicBezTo>
                  <a:pt x="11428421" y="1946122"/>
                  <a:pt x="11439909" y="1934634"/>
                  <a:pt x="11454081" y="1934634"/>
                </a:cubicBezTo>
                <a:close/>
                <a:moveTo>
                  <a:pt x="11389875" y="1934634"/>
                </a:moveTo>
                <a:cubicBezTo>
                  <a:pt x="11404040" y="1934634"/>
                  <a:pt x="11415533" y="1946129"/>
                  <a:pt x="11415533" y="1960293"/>
                </a:cubicBezTo>
                <a:cubicBezTo>
                  <a:pt x="11415533" y="1974458"/>
                  <a:pt x="11404040" y="1985952"/>
                  <a:pt x="11389875" y="1985952"/>
                </a:cubicBezTo>
                <a:cubicBezTo>
                  <a:pt x="11375710" y="1985952"/>
                  <a:pt x="11364217" y="1974458"/>
                  <a:pt x="11364217" y="1960293"/>
                </a:cubicBezTo>
                <a:cubicBezTo>
                  <a:pt x="11364217" y="1946129"/>
                  <a:pt x="11375710" y="1934634"/>
                  <a:pt x="11389875" y="1934634"/>
                </a:cubicBezTo>
                <a:close/>
                <a:moveTo>
                  <a:pt x="11325670" y="1934634"/>
                </a:moveTo>
                <a:cubicBezTo>
                  <a:pt x="11339835" y="1934634"/>
                  <a:pt x="11351329" y="1946129"/>
                  <a:pt x="11351329" y="1960293"/>
                </a:cubicBezTo>
                <a:cubicBezTo>
                  <a:pt x="11351329" y="1974458"/>
                  <a:pt x="11339835" y="1985952"/>
                  <a:pt x="11325670" y="1985952"/>
                </a:cubicBezTo>
                <a:cubicBezTo>
                  <a:pt x="11311505" y="1985952"/>
                  <a:pt x="11300012" y="1974458"/>
                  <a:pt x="11300012" y="1960293"/>
                </a:cubicBezTo>
                <a:cubicBezTo>
                  <a:pt x="11300012" y="1946129"/>
                  <a:pt x="11311505" y="1934634"/>
                  <a:pt x="11325670" y="1934634"/>
                </a:cubicBezTo>
                <a:close/>
                <a:moveTo>
                  <a:pt x="11261466" y="1934634"/>
                </a:moveTo>
                <a:cubicBezTo>
                  <a:pt x="11275628" y="1934634"/>
                  <a:pt x="11287124" y="1946129"/>
                  <a:pt x="11287124" y="1960293"/>
                </a:cubicBezTo>
                <a:cubicBezTo>
                  <a:pt x="11287124" y="1974458"/>
                  <a:pt x="11275628" y="1985952"/>
                  <a:pt x="11261466" y="1985952"/>
                </a:cubicBezTo>
                <a:cubicBezTo>
                  <a:pt x="11247301" y="1985952"/>
                  <a:pt x="11235805" y="1974458"/>
                  <a:pt x="11235805" y="1960293"/>
                </a:cubicBezTo>
                <a:cubicBezTo>
                  <a:pt x="11235805" y="1946129"/>
                  <a:pt x="11247301" y="1934634"/>
                  <a:pt x="11261466" y="1934634"/>
                </a:cubicBezTo>
                <a:close/>
                <a:moveTo>
                  <a:pt x="11197259" y="1934634"/>
                </a:moveTo>
                <a:cubicBezTo>
                  <a:pt x="11211424" y="1934634"/>
                  <a:pt x="11222917" y="1946129"/>
                  <a:pt x="11222917" y="1960293"/>
                </a:cubicBezTo>
                <a:cubicBezTo>
                  <a:pt x="11222917" y="1974458"/>
                  <a:pt x="11211424" y="1985952"/>
                  <a:pt x="11197259" y="1985952"/>
                </a:cubicBezTo>
                <a:cubicBezTo>
                  <a:pt x="11183094" y="1985952"/>
                  <a:pt x="11171601" y="1974458"/>
                  <a:pt x="11171601" y="1960293"/>
                </a:cubicBezTo>
                <a:cubicBezTo>
                  <a:pt x="11171601" y="1946129"/>
                  <a:pt x="11183094" y="1934634"/>
                  <a:pt x="11197259" y="1934634"/>
                </a:cubicBezTo>
                <a:close/>
                <a:moveTo>
                  <a:pt x="11133055" y="1934634"/>
                </a:moveTo>
                <a:cubicBezTo>
                  <a:pt x="11147225" y="1934634"/>
                  <a:pt x="11158713" y="1946122"/>
                  <a:pt x="11158713" y="1960293"/>
                </a:cubicBezTo>
                <a:cubicBezTo>
                  <a:pt x="11158713" y="1974465"/>
                  <a:pt x="11147225" y="1985952"/>
                  <a:pt x="11133055" y="1985952"/>
                </a:cubicBezTo>
                <a:cubicBezTo>
                  <a:pt x="11118884" y="1985952"/>
                  <a:pt x="11107396" y="1974465"/>
                  <a:pt x="11107396" y="1960293"/>
                </a:cubicBezTo>
                <a:cubicBezTo>
                  <a:pt x="11107396" y="1946122"/>
                  <a:pt x="11118884" y="1934634"/>
                  <a:pt x="11133055" y="1934634"/>
                </a:cubicBezTo>
                <a:close/>
                <a:moveTo>
                  <a:pt x="11068848" y="1934634"/>
                </a:moveTo>
                <a:cubicBezTo>
                  <a:pt x="11083021" y="1934634"/>
                  <a:pt x="11094509" y="1946122"/>
                  <a:pt x="11094509" y="1960293"/>
                </a:cubicBezTo>
                <a:cubicBezTo>
                  <a:pt x="11094509" y="1974465"/>
                  <a:pt x="11083021" y="1985952"/>
                  <a:pt x="11068848" y="1985952"/>
                </a:cubicBezTo>
                <a:cubicBezTo>
                  <a:pt x="11054677" y="1985952"/>
                  <a:pt x="11043189" y="1974465"/>
                  <a:pt x="11043189" y="1960293"/>
                </a:cubicBezTo>
                <a:cubicBezTo>
                  <a:pt x="11043189" y="1946122"/>
                  <a:pt x="11054677" y="1934634"/>
                  <a:pt x="11068848" y="1934634"/>
                </a:cubicBezTo>
                <a:close/>
                <a:moveTo>
                  <a:pt x="11004643" y="1934634"/>
                </a:moveTo>
                <a:cubicBezTo>
                  <a:pt x="11018808" y="1934634"/>
                  <a:pt x="11030301" y="1946129"/>
                  <a:pt x="11030301" y="1960293"/>
                </a:cubicBezTo>
                <a:cubicBezTo>
                  <a:pt x="11030301" y="1974458"/>
                  <a:pt x="11018808" y="1985952"/>
                  <a:pt x="11004643" y="1985952"/>
                </a:cubicBezTo>
                <a:cubicBezTo>
                  <a:pt x="10990478" y="1985952"/>
                  <a:pt x="10978985" y="1974458"/>
                  <a:pt x="10978985" y="1960293"/>
                </a:cubicBezTo>
                <a:cubicBezTo>
                  <a:pt x="10978985" y="1946129"/>
                  <a:pt x="10990478" y="1934634"/>
                  <a:pt x="11004643" y="1934634"/>
                </a:cubicBezTo>
                <a:close/>
                <a:moveTo>
                  <a:pt x="10940321" y="1934634"/>
                </a:moveTo>
                <a:cubicBezTo>
                  <a:pt x="10954604" y="1934634"/>
                  <a:pt x="10965982" y="1946129"/>
                  <a:pt x="10965982" y="1960293"/>
                </a:cubicBezTo>
                <a:cubicBezTo>
                  <a:pt x="10965982" y="1974458"/>
                  <a:pt x="10954486" y="1985952"/>
                  <a:pt x="10940321" y="1985952"/>
                </a:cubicBezTo>
                <a:cubicBezTo>
                  <a:pt x="10926156" y="1985952"/>
                  <a:pt x="10914663" y="1974458"/>
                  <a:pt x="10914663" y="1960293"/>
                </a:cubicBezTo>
                <a:cubicBezTo>
                  <a:pt x="10914663" y="1946129"/>
                  <a:pt x="10926156" y="1934634"/>
                  <a:pt x="10940321" y="1934634"/>
                </a:cubicBezTo>
                <a:close/>
                <a:moveTo>
                  <a:pt x="10876117" y="1934634"/>
                </a:moveTo>
                <a:cubicBezTo>
                  <a:pt x="10890282" y="1934634"/>
                  <a:pt x="10901775" y="1946129"/>
                  <a:pt x="10901775" y="1960293"/>
                </a:cubicBezTo>
                <a:cubicBezTo>
                  <a:pt x="10901775" y="1974458"/>
                  <a:pt x="10890282" y="1985952"/>
                  <a:pt x="10876117" y="1985952"/>
                </a:cubicBezTo>
                <a:cubicBezTo>
                  <a:pt x="10861952" y="1985952"/>
                  <a:pt x="10850459" y="1974458"/>
                  <a:pt x="10850459" y="1960293"/>
                </a:cubicBezTo>
                <a:cubicBezTo>
                  <a:pt x="10850459" y="1946129"/>
                  <a:pt x="10861952" y="1934634"/>
                  <a:pt x="10876117" y="1934634"/>
                </a:cubicBezTo>
                <a:close/>
                <a:moveTo>
                  <a:pt x="10811912" y="1934634"/>
                </a:moveTo>
                <a:cubicBezTo>
                  <a:pt x="10826077" y="1934634"/>
                  <a:pt x="10837571" y="1946129"/>
                  <a:pt x="10837571" y="1960293"/>
                </a:cubicBezTo>
                <a:cubicBezTo>
                  <a:pt x="10837571" y="1974458"/>
                  <a:pt x="10826077" y="1985952"/>
                  <a:pt x="10811912" y="1985952"/>
                </a:cubicBezTo>
                <a:cubicBezTo>
                  <a:pt x="10797747" y="1985952"/>
                  <a:pt x="10786254" y="1974458"/>
                  <a:pt x="10786254" y="1960293"/>
                </a:cubicBezTo>
                <a:cubicBezTo>
                  <a:pt x="10786254" y="1946129"/>
                  <a:pt x="10797747" y="1934634"/>
                  <a:pt x="10811912" y="1934634"/>
                </a:cubicBezTo>
                <a:close/>
                <a:moveTo>
                  <a:pt x="10747708" y="1934634"/>
                </a:moveTo>
                <a:cubicBezTo>
                  <a:pt x="10761878" y="1934634"/>
                  <a:pt x="10773366" y="1946122"/>
                  <a:pt x="10773366" y="1960293"/>
                </a:cubicBezTo>
                <a:cubicBezTo>
                  <a:pt x="10773366" y="1974465"/>
                  <a:pt x="10761878" y="1985952"/>
                  <a:pt x="10747708" y="1985952"/>
                </a:cubicBezTo>
                <a:cubicBezTo>
                  <a:pt x="10733535" y="1985952"/>
                  <a:pt x="10722047" y="1974465"/>
                  <a:pt x="10722047" y="1960293"/>
                </a:cubicBezTo>
                <a:cubicBezTo>
                  <a:pt x="10722047" y="1946122"/>
                  <a:pt x="10733535" y="1934634"/>
                  <a:pt x="10747708" y="1934634"/>
                </a:cubicBezTo>
                <a:close/>
                <a:moveTo>
                  <a:pt x="10683501" y="1934634"/>
                </a:moveTo>
                <a:cubicBezTo>
                  <a:pt x="10697666" y="1934634"/>
                  <a:pt x="10709159" y="1946129"/>
                  <a:pt x="10709159" y="1960293"/>
                </a:cubicBezTo>
                <a:cubicBezTo>
                  <a:pt x="10709159" y="1974458"/>
                  <a:pt x="10697666" y="1985952"/>
                  <a:pt x="10683501" y="1985952"/>
                </a:cubicBezTo>
                <a:cubicBezTo>
                  <a:pt x="10669336" y="1985952"/>
                  <a:pt x="10657843" y="1974458"/>
                  <a:pt x="10657843" y="1960293"/>
                </a:cubicBezTo>
                <a:cubicBezTo>
                  <a:pt x="10657843" y="1946129"/>
                  <a:pt x="10669336" y="1934634"/>
                  <a:pt x="10683501" y="1934634"/>
                </a:cubicBezTo>
                <a:close/>
                <a:moveTo>
                  <a:pt x="10619297" y="1934634"/>
                </a:moveTo>
                <a:cubicBezTo>
                  <a:pt x="10633462" y="1934634"/>
                  <a:pt x="10644955" y="1946129"/>
                  <a:pt x="10644955" y="1960293"/>
                </a:cubicBezTo>
                <a:cubicBezTo>
                  <a:pt x="10644955" y="1974458"/>
                  <a:pt x="10633462" y="1985952"/>
                  <a:pt x="10619297" y="1985952"/>
                </a:cubicBezTo>
                <a:cubicBezTo>
                  <a:pt x="10605132" y="1985952"/>
                  <a:pt x="10593639" y="1974458"/>
                  <a:pt x="10593639" y="1960293"/>
                </a:cubicBezTo>
                <a:cubicBezTo>
                  <a:pt x="10593639" y="1946129"/>
                  <a:pt x="10605132" y="1934634"/>
                  <a:pt x="10619297" y="1934634"/>
                </a:cubicBezTo>
                <a:close/>
                <a:moveTo>
                  <a:pt x="10555092" y="1934634"/>
                </a:moveTo>
                <a:cubicBezTo>
                  <a:pt x="10569255" y="1934634"/>
                  <a:pt x="10580751" y="1946129"/>
                  <a:pt x="10580751" y="1960293"/>
                </a:cubicBezTo>
                <a:cubicBezTo>
                  <a:pt x="10580751" y="1974458"/>
                  <a:pt x="10569255" y="1985952"/>
                  <a:pt x="10555092" y="1985952"/>
                </a:cubicBezTo>
                <a:cubicBezTo>
                  <a:pt x="10540927" y="1985952"/>
                  <a:pt x="10529432" y="1974458"/>
                  <a:pt x="10529432" y="1960293"/>
                </a:cubicBezTo>
                <a:cubicBezTo>
                  <a:pt x="10529432" y="1946129"/>
                  <a:pt x="10540927" y="1934634"/>
                  <a:pt x="10555092" y="1934634"/>
                </a:cubicBezTo>
                <a:close/>
                <a:moveTo>
                  <a:pt x="10490885" y="1934634"/>
                </a:moveTo>
                <a:cubicBezTo>
                  <a:pt x="10505050" y="1934634"/>
                  <a:pt x="10516544" y="1946129"/>
                  <a:pt x="10516544" y="1960293"/>
                </a:cubicBezTo>
                <a:cubicBezTo>
                  <a:pt x="10516544" y="1974458"/>
                  <a:pt x="10505050" y="1985952"/>
                  <a:pt x="10490885" y="1985952"/>
                </a:cubicBezTo>
                <a:cubicBezTo>
                  <a:pt x="10476720" y="1985952"/>
                  <a:pt x="10465227" y="1974458"/>
                  <a:pt x="10465227" y="1960293"/>
                </a:cubicBezTo>
                <a:cubicBezTo>
                  <a:pt x="10465227" y="1946129"/>
                  <a:pt x="10476720" y="1934634"/>
                  <a:pt x="10490885" y="1934634"/>
                </a:cubicBezTo>
                <a:close/>
                <a:moveTo>
                  <a:pt x="10426681" y="1934634"/>
                </a:moveTo>
                <a:cubicBezTo>
                  <a:pt x="10440851" y="1934634"/>
                  <a:pt x="10452339" y="1946122"/>
                  <a:pt x="10452339" y="1960293"/>
                </a:cubicBezTo>
                <a:cubicBezTo>
                  <a:pt x="10452339" y="1974465"/>
                  <a:pt x="10440851" y="1985952"/>
                  <a:pt x="10426681" y="1985952"/>
                </a:cubicBezTo>
                <a:cubicBezTo>
                  <a:pt x="10412508" y="1985952"/>
                  <a:pt x="10401023" y="1974465"/>
                  <a:pt x="10401023" y="1960293"/>
                </a:cubicBezTo>
                <a:cubicBezTo>
                  <a:pt x="10401023" y="1946122"/>
                  <a:pt x="10412508" y="1934634"/>
                  <a:pt x="10426681" y="1934634"/>
                </a:cubicBezTo>
                <a:close/>
                <a:moveTo>
                  <a:pt x="10362474" y="1934634"/>
                </a:moveTo>
                <a:cubicBezTo>
                  <a:pt x="10376647" y="1934634"/>
                  <a:pt x="10388135" y="1946122"/>
                  <a:pt x="10388135" y="1960293"/>
                </a:cubicBezTo>
                <a:cubicBezTo>
                  <a:pt x="10388135" y="1974465"/>
                  <a:pt x="10376647" y="1985952"/>
                  <a:pt x="10362474" y="1985952"/>
                </a:cubicBezTo>
                <a:cubicBezTo>
                  <a:pt x="10348304" y="1985952"/>
                  <a:pt x="10336816" y="1974465"/>
                  <a:pt x="10336816" y="1960293"/>
                </a:cubicBezTo>
                <a:cubicBezTo>
                  <a:pt x="10336816" y="1946122"/>
                  <a:pt x="10348304" y="1934634"/>
                  <a:pt x="10362474" y="1934634"/>
                </a:cubicBezTo>
                <a:close/>
                <a:moveTo>
                  <a:pt x="10298270" y="1934634"/>
                </a:moveTo>
                <a:cubicBezTo>
                  <a:pt x="10312435" y="1934634"/>
                  <a:pt x="10323928" y="1946129"/>
                  <a:pt x="10323928" y="1960293"/>
                </a:cubicBezTo>
                <a:cubicBezTo>
                  <a:pt x="10323928" y="1974458"/>
                  <a:pt x="10312435" y="1985952"/>
                  <a:pt x="10298270" y="1985952"/>
                </a:cubicBezTo>
                <a:cubicBezTo>
                  <a:pt x="10284105" y="1985952"/>
                  <a:pt x="10272611" y="1974458"/>
                  <a:pt x="10272611" y="1960293"/>
                </a:cubicBezTo>
                <a:cubicBezTo>
                  <a:pt x="10272611" y="1946129"/>
                  <a:pt x="10284105" y="1934634"/>
                  <a:pt x="10298270" y="1934634"/>
                </a:cubicBezTo>
                <a:close/>
                <a:moveTo>
                  <a:pt x="10234065" y="1934634"/>
                </a:moveTo>
                <a:cubicBezTo>
                  <a:pt x="10248228" y="1934634"/>
                  <a:pt x="10259723" y="1946129"/>
                  <a:pt x="10259723" y="1960293"/>
                </a:cubicBezTo>
                <a:cubicBezTo>
                  <a:pt x="10259723" y="1974458"/>
                  <a:pt x="10248228" y="1985952"/>
                  <a:pt x="10234065" y="1985952"/>
                </a:cubicBezTo>
                <a:cubicBezTo>
                  <a:pt x="10219900" y="1985952"/>
                  <a:pt x="10208404" y="1974458"/>
                  <a:pt x="10208404" y="1960293"/>
                </a:cubicBezTo>
                <a:cubicBezTo>
                  <a:pt x="10208404" y="1946129"/>
                  <a:pt x="10219900" y="1934634"/>
                  <a:pt x="10234065" y="1934634"/>
                </a:cubicBezTo>
                <a:close/>
                <a:moveTo>
                  <a:pt x="10169858" y="1934634"/>
                </a:moveTo>
                <a:cubicBezTo>
                  <a:pt x="10184023" y="1934634"/>
                  <a:pt x="10195519" y="1946129"/>
                  <a:pt x="10195519" y="1960293"/>
                </a:cubicBezTo>
                <a:cubicBezTo>
                  <a:pt x="10195519" y="1974458"/>
                  <a:pt x="10184023" y="1985952"/>
                  <a:pt x="10169858" y="1985952"/>
                </a:cubicBezTo>
                <a:cubicBezTo>
                  <a:pt x="10155693" y="1985952"/>
                  <a:pt x="10144200" y="1974458"/>
                  <a:pt x="10144200" y="1960293"/>
                </a:cubicBezTo>
                <a:cubicBezTo>
                  <a:pt x="10144200" y="1946129"/>
                  <a:pt x="10155693" y="1934634"/>
                  <a:pt x="10169858" y="1934634"/>
                </a:cubicBezTo>
                <a:close/>
                <a:moveTo>
                  <a:pt x="10105654" y="1934634"/>
                </a:moveTo>
                <a:cubicBezTo>
                  <a:pt x="10119819" y="1934634"/>
                  <a:pt x="10131312" y="1946129"/>
                  <a:pt x="10131312" y="1960293"/>
                </a:cubicBezTo>
                <a:cubicBezTo>
                  <a:pt x="10131312" y="1974458"/>
                  <a:pt x="10119819" y="1985952"/>
                  <a:pt x="10105654" y="1985952"/>
                </a:cubicBezTo>
                <a:cubicBezTo>
                  <a:pt x="10091489" y="1985952"/>
                  <a:pt x="10079996" y="1974458"/>
                  <a:pt x="10079996" y="1960293"/>
                </a:cubicBezTo>
                <a:cubicBezTo>
                  <a:pt x="10079996" y="1946129"/>
                  <a:pt x="10091489" y="1934634"/>
                  <a:pt x="10105654" y="1934634"/>
                </a:cubicBezTo>
                <a:close/>
                <a:moveTo>
                  <a:pt x="10041450" y="1934634"/>
                </a:moveTo>
                <a:cubicBezTo>
                  <a:pt x="10055620" y="1934634"/>
                  <a:pt x="10067108" y="1946122"/>
                  <a:pt x="10067108" y="1960293"/>
                </a:cubicBezTo>
                <a:cubicBezTo>
                  <a:pt x="10067108" y="1974465"/>
                  <a:pt x="10055620" y="1985952"/>
                  <a:pt x="10041450" y="1985952"/>
                </a:cubicBezTo>
                <a:cubicBezTo>
                  <a:pt x="10027279" y="1985952"/>
                  <a:pt x="10015789" y="1974465"/>
                  <a:pt x="10015789" y="1960293"/>
                </a:cubicBezTo>
                <a:cubicBezTo>
                  <a:pt x="10015789" y="1946122"/>
                  <a:pt x="10027279" y="1934634"/>
                  <a:pt x="10041450" y="1934634"/>
                </a:cubicBezTo>
                <a:close/>
                <a:moveTo>
                  <a:pt x="9977242" y="1934634"/>
                </a:moveTo>
                <a:cubicBezTo>
                  <a:pt x="9991416" y="1934634"/>
                  <a:pt x="10002903" y="1946122"/>
                  <a:pt x="10002903" y="1960293"/>
                </a:cubicBezTo>
                <a:cubicBezTo>
                  <a:pt x="10002903" y="1974465"/>
                  <a:pt x="9991416" y="1985952"/>
                  <a:pt x="9977242" y="1985952"/>
                </a:cubicBezTo>
                <a:cubicBezTo>
                  <a:pt x="9963072" y="1985952"/>
                  <a:pt x="9951584" y="1974465"/>
                  <a:pt x="9951584" y="1960293"/>
                </a:cubicBezTo>
                <a:cubicBezTo>
                  <a:pt x="9951584" y="1946122"/>
                  <a:pt x="9963072" y="1934634"/>
                  <a:pt x="9977242" y="1934634"/>
                </a:cubicBezTo>
                <a:close/>
                <a:moveTo>
                  <a:pt x="9913038" y="1934634"/>
                </a:moveTo>
                <a:cubicBezTo>
                  <a:pt x="9927203" y="1934634"/>
                  <a:pt x="9938696" y="1946129"/>
                  <a:pt x="9938696" y="1960293"/>
                </a:cubicBezTo>
                <a:cubicBezTo>
                  <a:pt x="9938696" y="1974458"/>
                  <a:pt x="9927203" y="1985952"/>
                  <a:pt x="9913038" y="1985952"/>
                </a:cubicBezTo>
                <a:cubicBezTo>
                  <a:pt x="9898873" y="1985952"/>
                  <a:pt x="9887380" y="1974458"/>
                  <a:pt x="9887380" y="1960293"/>
                </a:cubicBezTo>
                <a:cubicBezTo>
                  <a:pt x="9887380" y="1946129"/>
                  <a:pt x="9898873" y="1934634"/>
                  <a:pt x="9913038" y="1934634"/>
                </a:cubicBezTo>
                <a:close/>
                <a:moveTo>
                  <a:pt x="9848716" y="1934634"/>
                </a:moveTo>
                <a:cubicBezTo>
                  <a:pt x="9862996" y="1934634"/>
                  <a:pt x="9874374" y="1946129"/>
                  <a:pt x="9874374" y="1960293"/>
                </a:cubicBezTo>
                <a:cubicBezTo>
                  <a:pt x="9874374" y="1974458"/>
                  <a:pt x="9862881" y="1985952"/>
                  <a:pt x="9848716" y="1985952"/>
                </a:cubicBezTo>
                <a:cubicBezTo>
                  <a:pt x="9834551" y="1985952"/>
                  <a:pt x="9823058" y="1974458"/>
                  <a:pt x="9823058" y="1960293"/>
                </a:cubicBezTo>
                <a:cubicBezTo>
                  <a:pt x="9823058" y="1946129"/>
                  <a:pt x="9834551" y="1934634"/>
                  <a:pt x="9848716" y="1934634"/>
                </a:cubicBezTo>
                <a:close/>
                <a:moveTo>
                  <a:pt x="9784512" y="1934634"/>
                </a:moveTo>
                <a:cubicBezTo>
                  <a:pt x="9798677" y="1934634"/>
                  <a:pt x="9810170" y="1946129"/>
                  <a:pt x="9810170" y="1960293"/>
                </a:cubicBezTo>
                <a:cubicBezTo>
                  <a:pt x="9810170" y="1974458"/>
                  <a:pt x="9798677" y="1985952"/>
                  <a:pt x="9784512" y="1985952"/>
                </a:cubicBezTo>
                <a:cubicBezTo>
                  <a:pt x="9770347" y="1985952"/>
                  <a:pt x="9758853" y="1974458"/>
                  <a:pt x="9758853" y="1960293"/>
                </a:cubicBezTo>
                <a:cubicBezTo>
                  <a:pt x="9758853" y="1946129"/>
                  <a:pt x="9770347" y="1934634"/>
                  <a:pt x="9784512" y="1934634"/>
                </a:cubicBezTo>
                <a:close/>
                <a:moveTo>
                  <a:pt x="9720307" y="1934634"/>
                </a:moveTo>
                <a:cubicBezTo>
                  <a:pt x="9734470" y="1934634"/>
                  <a:pt x="9745965" y="1946129"/>
                  <a:pt x="9745965" y="1960293"/>
                </a:cubicBezTo>
                <a:cubicBezTo>
                  <a:pt x="9745965" y="1974458"/>
                  <a:pt x="9734470" y="1985952"/>
                  <a:pt x="9720307" y="1985952"/>
                </a:cubicBezTo>
                <a:cubicBezTo>
                  <a:pt x="9706142" y="1985952"/>
                  <a:pt x="9694646" y="1974458"/>
                  <a:pt x="9694646" y="1960293"/>
                </a:cubicBezTo>
                <a:cubicBezTo>
                  <a:pt x="9694646" y="1946129"/>
                  <a:pt x="9706142" y="1934634"/>
                  <a:pt x="9720307" y="1934634"/>
                </a:cubicBezTo>
                <a:close/>
                <a:moveTo>
                  <a:pt x="9656100" y="1934634"/>
                </a:moveTo>
                <a:cubicBezTo>
                  <a:pt x="9670271" y="1934634"/>
                  <a:pt x="9681758" y="1946122"/>
                  <a:pt x="9681758" y="1960293"/>
                </a:cubicBezTo>
                <a:cubicBezTo>
                  <a:pt x="9681758" y="1974465"/>
                  <a:pt x="9670271" y="1985952"/>
                  <a:pt x="9656100" y="1985952"/>
                </a:cubicBezTo>
                <a:cubicBezTo>
                  <a:pt x="9641930" y="1985952"/>
                  <a:pt x="9630442" y="1974465"/>
                  <a:pt x="9630442" y="1960293"/>
                </a:cubicBezTo>
                <a:cubicBezTo>
                  <a:pt x="9630442" y="1946122"/>
                  <a:pt x="9641930" y="1934634"/>
                  <a:pt x="9656100" y="1934634"/>
                </a:cubicBezTo>
                <a:close/>
                <a:moveTo>
                  <a:pt x="9591896" y="1934634"/>
                </a:moveTo>
                <a:cubicBezTo>
                  <a:pt x="9606061" y="1934634"/>
                  <a:pt x="9617554" y="1946129"/>
                  <a:pt x="9617554" y="1960293"/>
                </a:cubicBezTo>
                <a:cubicBezTo>
                  <a:pt x="9617554" y="1974458"/>
                  <a:pt x="9606061" y="1985952"/>
                  <a:pt x="9591896" y="1985952"/>
                </a:cubicBezTo>
                <a:cubicBezTo>
                  <a:pt x="9577731" y="1985952"/>
                  <a:pt x="9566238" y="1974458"/>
                  <a:pt x="9566238" y="1960293"/>
                </a:cubicBezTo>
                <a:cubicBezTo>
                  <a:pt x="9566238" y="1946129"/>
                  <a:pt x="9577731" y="1934634"/>
                  <a:pt x="9591896" y="1934634"/>
                </a:cubicBezTo>
                <a:close/>
                <a:moveTo>
                  <a:pt x="9527689" y="1934634"/>
                </a:moveTo>
                <a:cubicBezTo>
                  <a:pt x="9541854" y="1934634"/>
                  <a:pt x="9553350" y="1946129"/>
                  <a:pt x="9553350" y="1960293"/>
                </a:cubicBezTo>
                <a:cubicBezTo>
                  <a:pt x="9553350" y="1974458"/>
                  <a:pt x="9541854" y="1985952"/>
                  <a:pt x="9527689" y="1985952"/>
                </a:cubicBezTo>
                <a:cubicBezTo>
                  <a:pt x="9513524" y="1985952"/>
                  <a:pt x="9502031" y="1974458"/>
                  <a:pt x="9502031" y="1960293"/>
                </a:cubicBezTo>
                <a:cubicBezTo>
                  <a:pt x="9502031" y="1946129"/>
                  <a:pt x="9513524" y="1934634"/>
                  <a:pt x="9527689" y="1934634"/>
                </a:cubicBezTo>
                <a:close/>
                <a:moveTo>
                  <a:pt x="9463485" y="1934634"/>
                </a:moveTo>
                <a:cubicBezTo>
                  <a:pt x="9477650" y="1934634"/>
                  <a:pt x="9489143" y="1946129"/>
                  <a:pt x="9489143" y="1960293"/>
                </a:cubicBezTo>
                <a:cubicBezTo>
                  <a:pt x="9489143" y="1974458"/>
                  <a:pt x="9477650" y="1985952"/>
                  <a:pt x="9463485" y="1985952"/>
                </a:cubicBezTo>
                <a:cubicBezTo>
                  <a:pt x="9449320" y="1985952"/>
                  <a:pt x="9437826" y="1974458"/>
                  <a:pt x="9437826" y="1960293"/>
                </a:cubicBezTo>
                <a:cubicBezTo>
                  <a:pt x="9437826" y="1946129"/>
                  <a:pt x="9449320" y="1934634"/>
                  <a:pt x="9463485" y="1934634"/>
                </a:cubicBezTo>
                <a:close/>
                <a:moveTo>
                  <a:pt x="9399280" y="1934634"/>
                </a:moveTo>
                <a:cubicBezTo>
                  <a:pt x="9413445" y="1934634"/>
                  <a:pt x="9424938" y="1946129"/>
                  <a:pt x="9424938" y="1960293"/>
                </a:cubicBezTo>
                <a:cubicBezTo>
                  <a:pt x="9424938" y="1974458"/>
                  <a:pt x="9413445" y="1985952"/>
                  <a:pt x="9399280" y="1985952"/>
                </a:cubicBezTo>
                <a:cubicBezTo>
                  <a:pt x="9385115" y="1985952"/>
                  <a:pt x="9373619" y="1974458"/>
                  <a:pt x="9373619" y="1960293"/>
                </a:cubicBezTo>
                <a:cubicBezTo>
                  <a:pt x="9373619" y="1946129"/>
                  <a:pt x="9385115" y="1934634"/>
                  <a:pt x="9399280" y="1934634"/>
                </a:cubicBezTo>
                <a:close/>
                <a:moveTo>
                  <a:pt x="9335073" y="1934634"/>
                </a:moveTo>
                <a:cubicBezTo>
                  <a:pt x="9349246" y="1934634"/>
                  <a:pt x="9360734" y="1946122"/>
                  <a:pt x="9360734" y="1960293"/>
                </a:cubicBezTo>
                <a:cubicBezTo>
                  <a:pt x="9360734" y="1974465"/>
                  <a:pt x="9349246" y="1985952"/>
                  <a:pt x="9335073" y="1985952"/>
                </a:cubicBezTo>
                <a:cubicBezTo>
                  <a:pt x="9320903" y="1985952"/>
                  <a:pt x="9309415" y="1974465"/>
                  <a:pt x="9309415" y="1960293"/>
                </a:cubicBezTo>
                <a:cubicBezTo>
                  <a:pt x="9309415" y="1946122"/>
                  <a:pt x="9320903" y="1934634"/>
                  <a:pt x="9335073" y="1934634"/>
                </a:cubicBezTo>
                <a:close/>
                <a:moveTo>
                  <a:pt x="9270869" y="1934634"/>
                </a:moveTo>
                <a:cubicBezTo>
                  <a:pt x="9285039" y="1934634"/>
                  <a:pt x="9296527" y="1946122"/>
                  <a:pt x="9296527" y="1960293"/>
                </a:cubicBezTo>
                <a:cubicBezTo>
                  <a:pt x="9296527" y="1974465"/>
                  <a:pt x="9285039" y="1985952"/>
                  <a:pt x="9270869" y="1985952"/>
                </a:cubicBezTo>
                <a:cubicBezTo>
                  <a:pt x="9256698" y="1985952"/>
                  <a:pt x="9245211" y="1974465"/>
                  <a:pt x="9245211" y="1960293"/>
                </a:cubicBezTo>
                <a:cubicBezTo>
                  <a:pt x="9245211" y="1946122"/>
                  <a:pt x="9256698" y="1934634"/>
                  <a:pt x="9270869" y="1934634"/>
                </a:cubicBezTo>
                <a:close/>
                <a:moveTo>
                  <a:pt x="9206664" y="1934634"/>
                </a:moveTo>
                <a:cubicBezTo>
                  <a:pt x="9220829" y="1934634"/>
                  <a:pt x="9232323" y="1946129"/>
                  <a:pt x="9232323" y="1960293"/>
                </a:cubicBezTo>
                <a:cubicBezTo>
                  <a:pt x="9232323" y="1974458"/>
                  <a:pt x="9220829" y="1985952"/>
                  <a:pt x="9206664" y="1985952"/>
                </a:cubicBezTo>
                <a:cubicBezTo>
                  <a:pt x="9192499" y="1985952"/>
                  <a:pt x="9181006" y="1974458"/>
                  <a:pt x="9181006" y="1960293"/>
                </a:cubicBezTo>
                <a:cubicBezTo>
                  <a:pt x="9181006" y="1946129"/>
                  <a:pt x="9192499" y="1934634"/>
                  <a:pt x="9206664" y="1934634"/>
                </a:cubicBezTo>
                <a:close/>
                <a:moveTo>
                  <a:pt x="9142457" y="1934634"/>
                </a:moveTo>
                <a:cubicBezTo>
                  <a:pt x="9156622" y="1934634"/>
                  <a:pt x="9168118" y="1946129"/>
                  <a:pt x="9168118" y="1960293"/>
                </a:cubicBezTo>
                <a:cubicBezTo>
                  <a:pt x="9168118" y="1974458"/>
                  <a:pt x="9156622" y="1985952"/>
                  <a:pt x="9142457" y="1985952"/>
                </a:cubicBezTo>
                <a:cubicBezTo>
                  <a:pt x="9128292" y="1985952"/>
                  <a:pt x="9116799" y="1974458"/>
                  <a:pt x="9116799" y="1960293"/>
                </a:cubicBezTo>
                <a:cubicBezTo>
                  <a:pt x="9116799" y="1946129"/>
                  <a:pt x="9128292" y="1934634"/>
                  <a:pt x="9142457" y="1934634"/>
                </a:cubicBezTo>
                <a:close/>
                <a:moveTo>
                  <a:pt x="9078253" y="1934634"/>
                </a:moveTo>
                <a:cubicBezTo>
                  <a:pt x="9092418" y="1934634"/>
                  <a:pt x="9103911" y="1946129"/>
                  <a:pt x="9103911" y="1960293"/>
                </a:cubicBezTo>
                <a:cubicBezTo>
                  <a:pt x="9103911" y="1974458"/>
                  <a:pt x="9092418" y="1985952"/>
                  <a:pt x="9078253" y="1985952"/>
                </a:cubicBezTo>
                <a:cubicBezTo>
                  <a:pt x="9064088" y="1985952"/>
                  <a:pt x="9052595" y="1974458"/>
                  <a:pt x="9052595" y="1960293"/>
                </a:cubicBezTo>
                <a:cubicBezTo>
                  <a:pt x="9052595" y="1946129"/>
                  <a:pt x="9064088" y="1934634"/>
                  <a:pt x="9078253" y="1934634"/>
                </a:cubicBezTo>
                <a:close/>
                <a:moveTo>
                  <a:pt x="9014049" y="1934634"/>
                </a:moveTo>
                <a:cubicBezTo>
                  <a:pt x="9028214" y="1934634"/>
                  <a:pt x="9039707" y="1946129"/>
                  <a:pt x="9039707" y="1960293"/>
                </a:cubicBezTo>
                <a:cubicBezTo>
                  <a:pt x="9039707" y="1974458"/>
                  <a:pt x="9028214" y="1985952"/>
                  <a:pt x="9014049" y="1985952"/>
                </a:cubicBezTo>
                <a:cubicBezTo>
                  <a:pt x="8999884" y="1985952"/>
                  <a:pt x="8988388" y="1974458"/>
                  <a:pt x="8988388" y="1960293"/>
                </a:cubicBezTo>
                <a:cubicBezTo>
                  <a:pt x="8988388" y="1946129"/>
                  <a:pt x="8999884" y="1934634"/>
                  <a:pt x="9014049" y="1934634"/>
                </a:cubicBezTo>
                <a:close/>
                <a:moveTo>
                  <a:pt x="8949842" y="1934634"/>
                </a:moveTo>
                <a:cubicBezTo>
                  <a:pt x="8964015" y="1934634"/>
                  <a:pt x="8975503" y="1946122"/>
                  <a:pt x="8975503" y="1960293"/>
                </a:cubicBezTo>
                <a:cubicBezTo>
                  <a:pt x="8975503" y="1974465"/>
                  <a:pt x="8964015" y="1985952"/>
                  <a:pt x="8949842" y="1985952"/>
                </a:cubicBezTo>
                <a:cubicBezTo>
                  <a:pt x="8935671" y="1985952"/>
                  <a:pt x="8924183" y="1974465"/>
                  <a:pt x="8924183" y="1960293"/>
                </a:cubicBezTo>
                <a:cubicBezTo>
                  <a:pt x="8924183" y="1946122"/>
                  <a:pt x="8935671" y="1934634"/>
                  <a:pt x="8949842" y="1934634"/>
                </a:cubicBezTo>
                <a:close/>
                <a:moveTo>
                  <a:pt x="8885637" y="1934634"/>
                </a:moveTo>
                <a:cubicBezTo>
                  <a:pt x="8899808" y="1934634"/>
                  <a:pt x="8911296" y="1946122"/>
                  <a:pt x="8911296" y="1960293"/>
                </a:cubicBezTo>
                <a:cubicBezTo>
                  <a:pt x="8911296" y="1974465"/>
                  <a:pt x="8899808" y="1985952"/>
                  <a:pt x="8885637" y="1985952"/>
                </a:cubicBezTo>
                <a:cubicBezTo>
                  <a:pt x="8871467" y="1985952"/>
                  <a:pt x="8859979" y="1974465"/>
                  <a:pt x="8859979" y="1960293"/>
                </a:cubicBezTo>
                <a:cubicBezTo>
                  <a:pt x="8859979" y="1946122"/>
                  <a:pt x="8871467" y="1934634"/>
                  <a:pt x="8885637" y="1934634"/>
                </a:cubicBezTo>
                <a:close/>
                <a:moveTo>
                  <a:pt x="8821433" y="1934634"/>
                </a:moveTo>
                <a:cubicBezTo>
                  <a:pt x="8835598" y="1934634"/>
                  <a:pt x="8847091" y="1946129"/>
                  <a:pt x="8847091" y="1960293"/>
                </a:cubicBezTo>
                <a:cubicBezTo>
                  <a:pt x="8847091" y="1974458"/>
                  <a:pt x="8835598" y="1985952"/>
                  <a:pt x="8821433" y="1985952"/>
                </a:cubicBezTo>
                <a:cubicBezTo>
                  <a:pt x="8807268" y="1985952"/>
                  <a:pt x="8795772" y="1974458"/>
                  <a:pt x="8795772" y="1960293"/>
                </a:cubicBezTo>
                <a:cubicBezTo>
                  <a:pt x="8795772" y="1946129"/>
                  <a:pt x="8807268" y="1934634"/>
                  <a:pt x="8821433" y="1934634"/>
                </a:cubicBezTo>
                <a:close/>
                <a:moveTo>
                  <a:pt x="8757226" y="1934634"/>
                </a:moveTo>
                <a:cubicBezTo>
                  <a:pt x="8771391" y="1934634"/>
                  <a:pt x="8782887" y="1946129"/>
                  <a:pt x="8782887" y="1960293"/>
                </a:cubicBezTo>
                <a:cubicBezTo>
                  <a:pt x="8782887" y="1974458"/>
                  <a:pt x="8771391" y="1985952"/>
                  <a:pt x="8757226" y="1985952"/>
                </a:cubicBezTo>
                <a:cubicBezTo>
                  <a:pt x="8743061" y="1985952"/>
                  <a:pt x="8731568" y="1974458"/>
                  <a:pt x="8731568" y="1960293"/>
                </a:cubicBezTo>
                <a:cubicBezTo>
                  <a:pt x="8731568" y="1946129"/>
                  <a:pt x="8743061" y="1934634"/>
                  <a:pt x="8757226" y="1934634"/>
                </a:cubicBezTo>
                <a:close/>
                <a:moveTo>
                  <a:pt x="8692904" y="1934634"/>
                </a:moveTo>
                <a:cubicBezTo>
                  <a:pt x="8707069" y="1934634"/>
                  <a:pt x="8718565" y="1946129"/>
                  <a:pt x="8718565" y="1960293"/>
                </a:cubicBezTo>
                <a:cubicBezTo>
                  <a:pt x="8718565" y="1974458"/>
                  <a:pt x="8707069" y="1985952"/>
                  <a:pt x="8692904" y="1985952"/>
                </a:cubicBezTo>
                <a:cubicBezTo>
                  <a:pt x="8678741" y="1985952"/>
                  <a:pt x="8667246" y="1974458"/>
                  <a:pt x="8667246" y="1960293"/>
                </a:cubicBezTo>
                <a:cubicBezTo>
                  <a:pt x="8667246" y="1946129"/>
                  <a:pt x="8678741" y="1934634"/>
                  <a:pt x="8692904" y="1934634"/>
                </a:cubicBezTo>
                <a:close/>
                <a:moveTo>
                  <a:pt x="8628699" y="1934634"/>
                </a:moveTo>
                <a:cubicBezTo>
                  <a:pt x="8642864" y="1934634"/>
                  <a:pt x="8654358" y="1946129"/>
                  <a:pt x="8654358" y="1960293"/>
                </a:cubicBezTo>
                <a:cubicBezTo>
                  <a:pt x="8654358" y="1974458"/>
                  <a:pt x="8642864" y="1985952"/>
                  <a:pt x="8628699" y="1985952"/>
                </a:cubicBezTo>
                <a:cubicBezTo>
                  <a:pt x="8614534" y="1985952"/>
                  <a:pt x="8603041" y="1974458"/>
                  <a:pt x="8603041" y="1960293"/>
                </a:cubicBezTo>
                <a:cubicBezTo>
                  <a:pt x="8603041" y="1946129"/>
                  <a:pt x="8614534" y="1934634"/>
                  <a:pt x="8628699" y="1934634"/>
                </a:cubicBezTo>
                <a:close/>
                <a:moveTo>
                  <a:pt x="8564495" y="1934634"/>
                </a:moveTo>
                <a:cubicBezTo>
                  <a:pt x="8578665" y="1934634"/>
                  <a:pt x="8590153" y="1946122"/>
                  <a:pt x="8590153" y="1960293"/>
                </a:cubicBezTo>
                <a:cubicBezTo>
                  <a:pt x="8590153" y="1974465"/>
                  <a:pt x="8578665" y="1985952"/>
                  <a:pt x="8564495" y="1985952"/>
                </a:cubicBezTo>
                <a:cubicBezTo>
                  <a:pt x="8550325" y="1985952"/>
                  <a:pt x="8538837" y="1974465"/>
                  <a:pt x="8538837" y="1960293"/>
                </a:cubicBezTo>
                <a:cubicBezTo>
                  <a:pt x="8538837" y="1946122"/>
                  <a:pt x="8550325" y="1934634"/>
                  <a:pt x="8564495" y="1934634"/>
                </a:cubicBezTo>
                <a:close/>
                <a:moveTo>
                  <a:pt x="8500288" y="1934634"/>
                </a:moveTo>
                <a:cubicBezTo>
                  <a:pt x="8514453" y="1934634"/>
                  <a:pt x="8525949" y="1946129"/>
                  <a:pt x="8525949" y="1960293"/>
                </a:cubicBezTo>
                <a:cubicBezTo>
                  <a:pt x="8525949" y="1974458"/>
                  <a:pt x="8514453" y="1985952"/>
                  <a:pt x="8500288" y="1985952"/>
                </a:cubicBezTo>
                <a:cubicBezTo>
                  <a:pt x="8486126" y="1985952"/>
                  <a:pt x="8474630" y="1974458"/>
                  <a:pt x="8474630" y="1960293"/>
                </a:cubicBezTo>
                <a:cubicBezTo>
                  <a:pt x="8474630" y="1946129"/>
                  <a:pt x="8486126" y="1934634"/>
                  <a:pt x="8500288" y="1934634"/>
                </a:cubicBezTo>
                <a:close/>
                <a:moveTo>
                  <a:pt x="8436084" y="1934634"/>
                </a:moveTo>
                <a:cubicBezTo>
                  <a:pt x="8450249" y="1934634"/>
                  <a:pt x="8461745" y="1946129"/>
                  <a:pt x="8461745" y="1960293"/>
                </a:cubicBezTo>
                <a:cubicBezTo>
                  <a:pt x="8461745" y="1974458"/>
                  <a:pt x="8450249" y="1985952"/>
                  <a:pt x="8436084" y="1985952"/>
                </a:cubicBezTo>
                <a:cubicBezTo>
                  <a:pt x="8421919" y="1985952"/>
                  <a:pt x="8410426" y="1974458"/>
                  <a:pt x="8410426" y="1960293"/>
                </a:cubicBezTo>
                <a:cubicBezTo>
                  <a:pt x="8410426" y="1946129"/>
                  <a:pt x="8421919" y="1934634"/>
                  <a:pt x="8436084" y="1934634"/>
                </a:cubicBezTo>
                <a:close/>
                <a:moveTo>
                  <a:pt x="8371879" y="1934634"/>
                </a:moveTo>
                <a:cubicBezTo>
                  <a:pt x="8386044" y="1934634"/>
                  <a:pt x="8397538" y="1946129"/>
                  <a:pt x="8397538" y="1960293"/>
                </a:cubicBezTo>
                <a:cubicBezTo>
                  <a:pt x="8397538" y="1974458"/>
                  <a:pt x="8386044" y="1985952"/>
                  <a:pt x="8371879" y="1985952"/>
                </a:cubicBezTo>
                <a:cubicBezTo>
                  <a:pt x="8357714" y="1985952"/>
                  <a:pt x="8346221" y="1974458"/>
                  <a:pt x="8346221" y="1960293"/>
                </a:cubicBezTo>
                <a:cubicBezTo>
                  <a:pt x="8346221" y="1946129"/>
                  <a:pt x="8357714" y="1934634"/>
                  <a:pt x="8371879" y="1934634"/>
                </a:cubicBezTo>
                <a:close/>
                <a:moveTo>
                  <a:pt x="8307675" y="1934634"/>
                </a:moveTo>
                <a:cubicBezTo>
                  <a:pt x="8321837" y="1934634"/>
                  <a:pt x="8333333" y="1946129"/>
                  <a:pt x="8333333" y="1960293"/>
                </a:cubicBezTo>
                <a:cubicBezTo>
                  <a:pt x="8333333" y="1974458"/>
                  <a:pt x="8321837" y="1985952"/>
                  <a:pt x="8307675" y="1985952"/>
                </a:cubicBezTo>
                <a:cubicBezTo>
                  <a:pt x="8293510" y="1985952"/>
                  <a:pt x="8282014" y="1974458"/>
                  <a:pt x="8282014" y="1960293"/>
                </a:cubicBezTo>
                <a:cubicBezTo>
                  <a:pt x="8282014" y="1946129"/>
                  <a:pt x="8293510" y="1934634"/>
                  <a:pt x="8307675" y="1934634"/>
                </a:cubicBezTo>
                <a:close/>
                <a:moveTo>
                  <a:pt x="8243468" y="1934634"/>
                </a:moveTo>
                <a:cubicBezTo>
                  <a:pt x="8257638" y="1934634"/>
                  <a:pt x="8269126" y="1946122"/>
                  <a:pt x="8269126" y="1960293"/>
                </a:cubicBezTo>
                <a:cubicBezTo>
                  <a:pt x="8269126" y="1974465"/>
                  <a:pt x="8257638" y="1985952"/>
                  <a:pt x="8243468" y="1985952"/>
                </a:cubicBezTo>
                <a:cubicBezTo>
                  <a:pt x="8229298" y="1985952"/>
                  <a:pt x="8217810" y="1974465"/>
                  <a:pt x="8217810" y="1960293"/>
                </a:cubicBezTo>
                <a:cubicBezTo>
                  <a:pt x="8217810" y="1946122"/>
                  <a:pt x="8229298" y="1934634"/>
                  <a:pt x="8243468" y="1934634"/>
                </a:cubicBezTo>
                <a:close/>
                <a:moveTo>
                  <a:pt x="8179264" y="1934634"/>
                </a:moveTo>
                <a:cubicBezTo>
                  <a:pt x="8193434" y="1934634"/>
                  <a:pt x="8204922" y="1946122"/>
                  <a:pt x="8204922" y="1960293"/>
                </a:cubicBezTo>
                <a:cubicBezTo>
                  <a:pt x="8204922" y="1974465"/>
                  <a:pt x="8193434" y="1985952"/>
                  <a:pt x="8179264" y="1985952"/>
                </a:cubicBezTo>
                <a:cubicBezTo>
                  <a:pt x="8165091" y="1985952"/>
                  <a:pt x="8153603" y="1974465"/>
                  <a:pt x="8153603" y="1960293"/>
                </a:cubicBezTo>
                <a:cubicBezTo>
                  <a:pt x="8153603" y="1946122"/>
                  <a:pt x="8165091" y="1934634"/>
                  <a:pt x="8179264" y="1934634"/>
                </a:cubicBezTo>
                <a:close/>
                <a:moveTo>
                  <a:pt x="8115057" y="1934634"/>
                </a:moveTo>
                <a:cubicBezTo>
                  <a:pt x="8129222" y="1934634"/>
                  <a:pt x="8140717" y="1946129"/>
                  <a:pt x="8140717" y="1960293"/>
                </a:cubicBezTo>
                <a:cubicBezTo>
                  <a:pt x="8140717" y="1974458"/>
                  <a:pt x="8129222" y="1985952"/>
                  <a:pt x="8115057" y="1985952"/>
                </a:cubicBezTo>
                <a:cubicBezTo>
                  <a:pt x="8100894" y="1985952"/>
                  <a:pt x="8089398" y="1974458"/>
                  <a:pt x="8089398" y="1960293"/>
                </a:cubicBezTo>
                <a:cubicBezTo>
                  <a:pt x="8089398" y="1946129"/>
                  <a:pt x="8100894" y="1934634"/>
                  <a:pt x="8115057" y="1934634"/>
                </a:cubicBezTo>
                <a:close/>
                <a:moveTo>
                  <a:pt x="8050852" y="1934634"/>
                </a:moveTo>
                <a:cubicBezTo>
                  <a:pt x="8065017" y="1934634"/>
                  <a:pt x="8076510" y="1946129"/>
                  <a:pt x="8076510" y="1960293"/>
                </a:cubicBezTo>
                <a:cubicBezTo>
                  <a:pt x="8076510" y="1974458"/>
                  <a:pt x="8065017" y="1985952"/>
                  <a:pt x="8050852" y="1985952"/>
                </a:cubicBezTo>
                <a:cubicBezTo>
                  <a:pt x="8036687" y="1985952"/>
                  <a:pt x="8025194" y="1974458"/>
                  <a:pt x="8025194" y="1960293"/>
                </a:cubicBezTo>
                <a:cubicBezTo>
                  <a:pt x="8025194" y="1946129"/>
                  <a:pt x="8036687" y="1934634"/>
                  <a:pt x="8050852" y="1934634"/>
                </a:cubicBezTo>
                <a:close/>
                <a:moveTo>
                  <a:pt x="7986648" y="1934634"/>
                </a:moveTo>
                <a:cubicBezTo>
                  <a:pt x="8000813" y="1934634"/>
                  <a:pt x="8012306" y="1946129"/>
                  <a:pt x="8012306" y="1960293"/>
                </a:cubicBezTo>
                <a:cubicBezTo>
                  <a:pt x="8012306" y="1974458"/>
                  <a:pt x="8000813" y="1985952"/>
                  <a:pt x="7986648" y="1985952"/>
                </a:cubicBezTo>
                <a:cubicBezTo>
                  <a:pt x="7972483" y="1985952"/>
                  <a:pt x="7960990" y="1974458"/>
                  <a:pt x="7960990" y="1960293"/>
                </a:cubicBezTo>
                <a:cubicBezTo>
                  <a:pt x="7960990" y="1946129"/>
                  <a:pt x="7972483" y="1934634"/>
                  <a:pt x="7986648" y="1934634"/>
                </a:cubicBezTo>
                <a:close/>
                <a:moveTo>
                  <a:pt x="7922444" y="1934634"/>
                </a:moveTo>
                <a:cubicBezTo>
                  <a:pt x="7936606" y="1934634"/>
                  <a:pt x="7948102" y="1946129"/>
                  <a:pt x="7948102" y="1960293"/>
                </a:cubicBezTo>
                <a:cubicBezTo>
                  <a:pt x="7948102" y="1974458"/>
                  <a:pt x="7936606" y="1985952"/>
                  <a:pt x="7922444" y="1985952"/>
                </a:cubicBezTo>
                <a:cubicBezTo>
                  <a:pt x="7908279" y="1985952"/>
                  <a:pt x="7896783" y="1974458"/>
                  <a:pt x="7896783" y="1960293"/>
                </a:cubicBezTo>
                <a:cubicBezTo>
                  <a:pt x="7896783" y="1946129"/>
                  <a:pt x="7908279" y="1934634"/>
                  <a:pt x="7922444" y="1934634"/>
                </a:cubicBezTo>
                <a:close/>
                <a:moveTo>
                  <a:pt x="7858237" y="1934634"/>
                </a:moveTo>
                <a:cubicBezTo>
                  <a:pt x="7872407" y="1934634"/>
                  <a:pt x="7883895" y="1946122"/>
                  <a:pt x="7883895" y="1960293"/>
                </a:cubicBezTo>
                <a:cubicBezTo>
                  <a:pt x="7883895" y="1974465"/>
                  <a:pt x="7872407" y="1985952"/>
                  <a:pt x="7858237" y="1985952"/>
                </a:cubicBezTo>
                <a:cubicBezTo>
                  <a:pt x="7844066" y="1985952"/>
                  <a:pt x="7832578" y="1974465"/>
                  <a:pt x="7832578" y="1960293"/>
                </a:cubicBezTo>
                <a:cubicBezTo>
                  <a:pt x="7832578" y="1946122"/>
                  <a:pt x="7844066" y="1934634"/>
                  <a:pt x="7858237" y="1934634"/>
                </a:cubicBezTo>
                <a:close/>
                <a:moveTo>
                  <a:pt x="7794032" y="1934634"/>
                </a:moveTo>
                <a:cubicBezTo>
                  <a:pt x="7808203" y="1934634"/>
                  <a:pt x="7819690" y="1946122"/>
                  <a:pt x="7819690" y="1960293"/>
                </a:cubicBezTo>
                <a:cubicBezTo>
                  <a:pt x="7819690" y="1974465"/>
                  <a:pt x="7808203" y="1985952"/>
                  <a:pt x="7794032" y="1985952"/>
                </a:cubicBezTo>
                <a:cubicBezTo>
                  <a:pt x="7779862" y="1985952"/>
                  <a:pt x="7768371" y="1974465"/>
                  <a:pt x="7768371" y="1960293"/>
                </a:cubicBezTo>
                <a:cubicBezTo>
                  <a:pt x="7768371" y="1946122"/>
                  <a:pt x="7779862" y="1934634"/>
                  <a:pt x="7794032" y="1934634"/>
                </a:cubicBezTo>
                <a:close/>
                <a:moveTo>
                  <a:pt x="7729825" y="1934634"/>
                </a:moveTo>
                <a:cubicBezTo>
                  <a:pt x="7743990" y="1934634"/>
                  <a:pt x="7755486" y="1946129"/>
                  <a:pt x="7755486" y="1960293"/>
                </a:cubicBezTo>
                <a:cubicBezTo>
                  <a:pt x="7755486" y="1974458"/>
                  <a:pt x="7743990" y="1985952"/>
                  <a:pt x="7729825" y="1985952"/>
                </a:cubicBezTo>
                <a:cubicBezTo>
                  <a:pt x="7715660" y="1985952"/>
                  <a:pt x="7704167" y="1974458"/>
                  <a:pt x="7704167" y="1960293"/>
                </a:cubicBezTo>
                <a:cubicBezTo>
                  <a:pt x="7704167" y="1946129"/>
                  <a:pt x="7715660" y="1934634"/>
                  <a:pt x="7729825" y="1934634"/>
                </a:cubicBezTo>
                <a:close/>
                <a:moveTo>
                  <a:pt x="7665621" y="1934634"/>
                </a:moveTo>
                <a:cubicBezTo>
                  <a:pt x="7679786" y="1934634"/>
                  <a:pt x="7691279" y="1946129"/>
                  <a:pt x="7691279" y="1960293"/>
                </a:cubicBezTo>
                <a:cubicBezTo>
                  <a:pt x="7691279" y="1974458"/>
                  <a:pt x="7679786" y="1985952"/>
                  <a:pt x="7665621" y="1985952"/>
                </a:cubicBezTo>
                <a:cubicBezTo>
                  <a:pt x="7651456" y="1985952"/>
                  <a:pt x="7639963" y="1974458"/>
                  <a:pt x="7639963" y="1960293"/>
                </a:cubicBezTo>
                <a:cubicBezTo>
                  <a:pt x="7639963" y="1946129"/>
                  <a:pt x="7651456" y="1934634"/>
                  <a:pt x="7665621" y="1934634"/>
                </a:cubicBezTo>
                <a:close/>
                <a:moveTo>
                  <a:pt x="7601299" y="1934634"/>
                </a:moveTo>
                <a:cubicBezTo>
                  <a:pt x="7615464" y="1934634"/>
                  <a:pt x="7626959" y="1946129"/>
                  <a:pt x="7626959" y="1960293"/>
                </a:cubicBezTo>
                <a:cubicBezTo>
                  <a:pt x="7626959" y="1974458"/>
                  <a:pt x="7615464" y="1985952"/>
                  <a:pt x="7601299" y="1985952"/>
                </a:cubicBezTo>
                <a:cubicBezTo>
                  <a:pt x="7587134" y="1985952"/>
                  <a:pt x="7575640" y="1974458"/>
                  <a:pt x="7575640" y="1960293"/>
                </a:cubicBezTo>
                <a:cubicBezTo>
                  <a:pt x="7575640" y="1946129"/>
                  <a:pt x="7587134" y="1934634"/>
                  <a:pt x="7601299" y="1934634"/>
                </a:cubicBezTo>
                <a:close/>
                <a:moveTo>
                  <a:pt x="7537094" y="1934634"/>
                </a:moveTo>
                <a:cubicBezTo>
                  <a:pt x="7551259" y="1934634"/>
                  <a:pt x="7562752" y="1946129"/>
                  <a:pt x="7562752" y="1960293"/>
                </a:cubicBezTo>
                <a:cubicBezTo>
                  <a:pt x="7562752" y="1974458"/>
                  <a:pt x="7551259" y="1985952"/>
                  <a:pt x="7537094" y="1985952"/>
                </a:cubicBezTo>
                <a:cubicBezTo>
                  <a:pt x="7522929" y="1985952"/>
                  <a:pt x="7511436" y="1974458"/>
                  <a:pt x="7511436" y="1960293"/>
                </a:cubicBezTo>
                <a:cubicBezTo>
                  <a:pt x="7511436" y="1946129"/>
                  <a:pt x="7522929" y="1934634"/>
                  <a:pt x="7537094" y="1934634"/>
                </a:cubicBezTo>
                <a:close/>
                <a:moveTo>
                  <a:pt x="7472890" y="1934634"/>
                </a:moveTo>
                <a:cubicBezTo>
                  <a:pt x="7487060" y="1934634"/>
                  <a:pt x="7498548" y="1946122"/>
                  <a:pt x="7498548" y="1960293"/>
                </a:cubicBezTo>
                <a:cubicBezTo>
                  <a:pt x="7498548" y="1974465"/>
                  <a:pt x="7487060" y="1985952"/>
                  <a:pt x="7472890" y="1985952"/>
                </a:cubicBezTo>
                <a:cubicBezTo>
                  <a:pt x="7458717" y="1985952"/>
                  <a:pt x="7447229" y="1974465"/>
                  <a:pt x="7447229" y="1960293"/>
                </a:cubicBezTo>
                <a:cubicBezTo>
                  <a:pt x="7447229" y="1946122"/>
                  <a:pt x="7458717" y="1934634"/>
                  <a:pt x="7472890" y="1934634"/>
                </a:cubicBezTo>
                <a:close/>
                <a:moveTo>
                  <a:pt x="7408683" y="1934634"/>
                </a:moveTo>
                <a:cubicBezTo>
                  <a:pt x="7422848" y="1934634"/>
                  <a:pt x="7434341" y="1946129"/>
                  <a:pt x="7434341" y="1960293"/>
                </a:cubicBezTo>
                <a:cubicBezTo>
                  <a:pt x="7434341" y="1974458"/>
                  <a:pt x="7422848" y="1985952"/>
                  <a:pt x="7408683" y="1985952"/>
                </a:cubicBezTo>
                <a:cubicBezTo>
                  <a:pt x="7394518" y="1985952"/>
                  <a:pt x="7383025" y="1974458"/>
                  <a:pt x="7383025" y="1960293"/>
                </a:cubicBezTo>
                <a:cubicBezTo>
                  <a:pt x="7383025" y="1946129"/>
                  <a:pt x="7394518" y="1934634"/>
                  <a:pt x="7408683" y="1934634"/>
                </a:cubicBezTo>
                <a:close/>
                <a:moveTo>
                  <a:pt x="7344479" y="1934634"/>
                </a:moveTo>
                <a:cubicBezTo>
                  <a:pt x="7358644" y="1934634"/>
                  <a:pt x="7370137" y="1946129"/>
                  <a:pt x="7370137" y="1960293"/>
                </a:cubicBezTo>
                <a:cubicBezTo>
                  <a:pt x="7370137" y="1974458"/>
                  <a:pt x="7358644" y="1985952"/>
                  <a:pt x="7344479" y="1985952"/>
                </a:cubicBezTo>
                <a:cubicBezTo>
                  <a:pt x="7330314" y="1985952"/>
                  <a:pt x="7318820" y="1974458"/>
                  <a:pt x="7318820" y="1960293"/>
                </a:cubicBezTo>
                <a:cubicBezTo>
                  <a:pt x="7318820" y="1946129"/>
                  <a:pt x="7330314" y="1934634"/>
                  <a:pt x="7344479" y="1934634"/>
                </a:cubicBezTo>
                <a:close/>
                <a:moveTo>
                  <a:pt x="7280274" y="1934634"/>
                </a:moveTo>
                <a:cubicBezTo>
                  <a:pt x="7294437" y="1934634"/>
                  <a:pt x="7305932" y="1946129"/>
                  <a:pt x="7305932" y="1960293"/>
                </a:cubicBezTo>
                <a:cubicBezTo>
                  <a:pt x="7305932" y="1974458"/>
                  <a:pt x="7294437" y="1985952"/>
                  <a:pt x="7280274" y="1985952"/>
                </a:cubicBezTo>
                <a:cubicBezTo>
                  <a:pt x="7266109" y="1985952"/>
                  <a:pt x="7254613" y="1974458"/>
                  <a:pt x="7254613" y="1960293"/>
                </a:cubicBezTo>
                <a:cubicBezTo>
                  <a:pt x="7254613" y="1946129"/>
                  <a:pt x="7266109" y="1934634"/>
                  <a:pt x="7280274" y="1934634"/>
                </a:cubicBezTo>
                <a:close/>
                <a:moveTo>
                  <a:pt x="7216067" y="1934634"/>
                </a:moveTo>
                <a:cubicBezTo>
                  <a:pt x="7230232" y="1934634"/>
                  <a:pt x="7241725" y="1946129"/>
                  <a:pt x="7241725" y="1960293"/>
                </a:cubicBezTo>
                <a:cubicBezTo>
                  <a:pt x="7241725" y="1974458"/>
                  <a:pt x="7230232" y="1985952"/>
                  <a:pt x="7216067" y="1985952"/>
                </a:cubicBezTo>
                <a:cubicBezTo>
                  <a:pt x="7201902" y="1985952"/>
                  <a:pt x="7190409" y="1974458"/>
                  <a:pt x="7190409" y="1960293"/>
                </a:cubicBezTo>
                <a:cubicBezTo>
                  <a:pt x="7190409" y="1946129"/>
                  <a:pt x="7201902" y="1934634"/>
                  <a:pt x="7216067" y="1934634"/>
                </a:cubicBezTo>
                <a:close/>
                <a:moveTo>
                  <a:pt x="7151863" y="1934634"/>
                </a:moveTo>
                <a:cubicBezTo>
                  <a:pt x="7166033" y="1934634"/>
                  <a:pt x="7177521" y="1946122"/>
                  <a:pt x="7177521" y="1960293"/>
                </a:cubicBezTo>
                <a:cubicBezTo>
                  <a:pt x="7177521" y="1974465"/>
                  <a:pt x="7166033" y="1985952"/>
                  <a:pt x="7151863" y="1985952"/>
                </a:cubicBezTo>
                <a:cubicBezTo>
                  <a:pt x="7137692" y="1985952"/>
                  <a:pt x="7126205" y="1974465"/>
                  <a:pt x="7126205" y="1960293"/>
                </a:cubicBezTo>
                <a:cubicBezTo>
                  <a:pt x="7126205" y="1946122"/>
                  <a:pt x="7137692" y="1934634"/>
                  <a:pt x="7151863" y="1934634"/>
                </a:cubicBezTo>
                <a:close/>
                <a:moveTo>
                  <a:pt x="7087658" y="1934634"/>
                </a:moveTo>
                <a:cubicBezTo>
                  <a:pt x="7101829" y="1934634"/>
                  <a:pt x="7113317" y="1946122"/>
                  <a:pt x="7113317" y="1960293"/>
                </a:cubicBezTo>
                <a:cubicBezTo>
                  <a:pt x="7113317" y="1974465"/>
                  <a:pt x="7101829" y="1985952"/>
                  <a:pt x="7087658" y="1985952"/>
                </a:cubicBezTo>
                <a:cubicBezTo>
                  <a:pt x="7073485" y="1985952"/>
                  <a:pt x="7061998" y="1974465"/>
                  <a:pt x="7061998" y="1960293"/>
                </a:cubicBezTo>
                <a:cubicBezTo>
                  <a:pt x="7061998" y="1946122"/>
                  <a:pt x="7073485" y="1934634"/>
                  <a:pt x="7087658" y="1934634"/>
                </a:cubicBezTo>
                <a:close/>
                <a:moveTo>
                  <a:pt x="7023451" y="1934634"/>
                </a:moveTo>
                <a:cubicBezTo>
                  <a:pt x="7037616" y="1934634"/>
                  <a:pt x="7049112" y="1946129"/>
                  <a:pt x="7049112" y="1960293"/>
                </a:cubicBezTo>
                <a:cubicBezTo>
                  <a:pt x="7049112" y="1974458"/>
                  <a:pt x="7037616" y="1985952"/>
                  <a:pt x="7023451" y="1985952"/>
                </a:cubicBezTo>
                <a:cubicBezTo>
                  <a:pt x="7009289" y="1985952"/>
                  <a:pt x="6997793" y="1974458"/>
                  <a:pt x="6997793" y="1960293"/>
                </a:cubicBezTo>
                <a:cubicBezTo>
                  <a:pt x="6997793" y="1946129"/>
                  <a:pt x="7009289" y="1934634"/>
                  <a:pt x="7023451" y="1934634"/>
                </a:cubicBezTo>
                <a:close/>
                <a:moveTo>
                  <a:pt x="6959247" y="1934634"/>
                </a:moveTo>
                <a:cubicBezTo>
                  <a:pt x="6973412" y="1934634"/>
                  <a:pt x="6984905" y="1946129"/>
                  <a:pt x="6984905" y="1960293"/>
                </a:cubicBezTo>
                <a:cubicBezTo>
                  <a:pt x="6984905" y="1974458"/>
                  <a:pt x="6973412" y="1985952"/>
                  <a:pt x="6959247" y="1985952"/>
                </a:cubicBezTo>
                <a:cubicBezTo>
                  <a:pt x="6945082" y="1985952"/>
                  <a:pt x="6933589" y="1974458"/>
                  <a:pt x="6933589" y="1960293"/>
                </a:cubicBezTo>
                <a:cubicBezTo>
                  <a:pt x="6933589" y="1946129"/>
                  <a:pt x="6945082" y="1934634"/>
                  <a:pt x="6959247" y="1934634"/>
                </a:cubicBezTo>
                <a:close/>
                <a:moveTo>
                  <a:pt x="6895043" y="1934634"/>
                </a:moveTo>
                <a:cubicBezTo>
                  <a:pt x="6909208" y="1934634"/>
                  <a:pt x="6920701" y="1946129"/>
                  <a:pt x="6920701" y="1960293"/>
                </a:cubicBezTo>
                <a:cubicBezTo>
                  <a:pt x="6920701" y="1974458"/>
                  <a:pt x="6909208" y="1985952"/>
                  <a:pt x="6895043" y="1985952"/>
                </a:cubicBezTo>
                <a:cubicBezTo>
                  <a:pt x="6880878" y="1985952"/>
                  <a:pt x="6869382" y="1974458"/>
                  <a:pt x="6869382" y="1960293"/>
                </a:cubicBezTo>
                <a:cubicBezTo>
                  <a:pt x="6869382" y="1946129"/>
                  <a:pt x="6880878" y="1934634"/>
                  <a:pt x="6895043" y="1934634"/>
                </a:cubicBezTo>
                <a:close/>
                <a:moveTo>
                  <a:pt x="6830836" y="1934634"/>
                </a:moveTo>
                <a:cubicBezTo>
                  <a:pt x="6845001" y="1934634"/>
                  <a:pt x="6856494" y="1946129"/>
                  <a:pt x="6856494" y="1960293"/>
                </a:cubicBezTo>
                <a:cubicBezTo>
                  <a:pt x="6856494" y="1974458"/>
                  <a:pt x="6845001" y="1985952"/>
                  <a:pt x="6830836" y="1985952"/>
                </a:cubicBezTo>
                <a:cubicBezTo>
                  <a:pt x="6816671" y="1985952"/>
                  <a:pt x="6805178" y="1974458"/>
                  <a:pt x="6805178" y="1960293"/>
                </a:cubicBezTo>
                <a:cubicBezTo>
                  <a:pt x="6805178" y="1946129"/>
                  <a:pt x="6816671" y="1934634"/>
                  <a:pt x="6830836" y="1934634"/>
                </a:cubicBezTo>
                <a:close/>
                <a:moveTo>
                  <a:pt x="6766631" y="1934634"/>
                </a:moveTo>
                <a:cubicBezTo>
                  <a:pt x="6780802" y="1934634"/>
                  <a:pt x="6792290" y="1946122"/>
                  <a:pt x="6792290" y="1960293"/>
                </a:cubicBezTo>
                <a:cubicBezTo>
                  <a:pt x="6792290" y="1974465"/>
                  <a:pt x="6780802" y="1985952"/>
                  <a:pt x="6766631" y="1985952"/>
                </a:cubicBezTo>
                <a:cubicBezTo>
                  <a:pt x="6752461" y="1985952"/>
                  <a:pt x="6740973" y="1974465"/>
                  <a:pt x="6740973" y="1960293"/>
                </a:cubicBezTo>
                <a:cubicBezTo>
                  <a:pt x="6740973" y="1946122"/>
                  <a:pt x="6752461" y="1934634"/>
                  <a:pt x="6766631" y="1934634"/>
                </a:cubicBezTo>
                <a:close/>
                <a:moveTo>
                  <a:pt x="6702427" y="1934634"/>
                </a:moveTo>
                <a:cubicBezTo>
                  <a:pt x="6716597" y="1934634"/>
                  <a:pt x="6728085" y="1946122"/>
                  <a:pt x="6728085" y="1960293"/>
                </a:cubicBezTo>
                <a:cubicBezTo>
                  <a:pt x="6728085" y="1974465"/>
                  <a:pt x="6716597" y="1985952"/>
                  <a:pt x="6702427" y="1985952"/>
                </a:cubicBezTo>
                <a:cubicBezTo>
                  <a:pt x="6688254" y="1985952"/>
                  <a:pt x="6676766" y="1974465"/>
                  <a:pt x="6676766" y="1960293"/>
                </a:cubicBezTo>
                <a:cubicBezTo>
                  <a:pt x="6676766" y="1946122"/>
                  <a:pt x="6688254" y="1934634"/>
                  <a:pt x="6702427" y="1934634"/>
                </a:cubicBezTo>
                <a:close/>
                <a:moveTo>
                  <a:pt x="6638220" y="1934634"/>
                </a:moveTo>
                <a:cubicBezTo>
                  <a:pt x="6652385" y="1934634"/>
                  <a:pt x="6663881" y="1946129"/>
                  <a:pt x="6663881" y="1960293"/>
                </a:cubicBezTo>
                <a:cubicBezTo>
                  <a:pt x="6663881" y="1974458"/>
                  <a:pt x="6652385" y="1985952"/>
                  <a:pt x="6638220" y="1985952"/>
                </a:cubicBezTo>
                <a:cubicBezTo>
                  <a:pt x="6624055" y="1985952"/>
                  <a:pt x="6612562" y="1974458"/>
                  <a:pt x="6612562" y="1960293"/>
                </a:cubicBezTo>
                <a:cubicBezTo>
                  <a:pt x="6612562" y="1946129"/>
                  <a:pt x="6624055" y="1934634"/>
                  <a:pt x="6638220" y="1934634"/>
                </a:cubicBezTo>
                <a:close/>
                <a:moveTo>
                  <a:pt x="6574016" y="1934634"/>
                </a:moveTo>
                <a:cubicBezTo>
                  <a:pt x="6588181" y="1934634"/>
                  <a:pt x="6599674" y="1946129"/>
                  <a:pt x="6599674" y="1960293"/>
                </a:cubicBezTo>
                <a:cubicBezTo>
                  <a:pt x="6599674" y="1974458"/>
                  <a:pt x="6588181" y="1985952"/>
                  <a:pt x="6574016" y="1985952"/>
                </a:cubicBezTo>
                <a:cubicBezTo>
                  <a:pt x="6559851" y="1985952"/>
                  <a:pt x="6548357" y="1974458"/>
                  <a:pt x="6548357" y="1960293"/>
                </a:cubicBezTo>
                <a:cubicBezTo>
                  <a:pt x="6548357" y="1946129"/>
                  <a:pt x="6559851" y="1934634"/>
                  <a:pt x="6574016" y="1934634"/>
                </a:cubicBezTo>
                <a:close/>
                <a:moveTo>
                  <a:pt x="6509693" y="1934634"/>
                </a:moveTo>
                <a:cubicBezTo>
                  <a:pt x="6523858" y="1934634"/>
                  <a:pt x="6535352" y="1946129"/>
                  <a:pt x="6535352" y="1960293"/>
                </a:cubicBezTo>
                <a:cubicBezTo>
                  <a:pt x="6535352" y="1974458"/>
                  <a:pt x="6523858" y="1985952"/>
                  <a:pt x="6509693" y="1985952"/>
                </a:cubicBezTo>
                <a:cubicBezTo>
                  <a:pt x="6495528" y="1985952"/>
                  <a:pt x="6484035" y="1974458"/>
                  <a:pt x="6484035" y="1960293"/>
                </a:cubicBezTo>
                <a:cubicBezTo>
                  <a:pt x="6484035" y="1946129"/>
                  <a:pt x="6495528" y="1934634"/>
                  <a:pt x="6509693" y="1934634"/>
                </a:cubicBezTo>
                <a:close/>
                <a:moveTo>
                  <a:pt x="6445489" y="1934634"/>
                </a:moveTo>
                <a:cubicBezTo>
                  <a:pt x="6459654" y="1934634"/>
                  <a:pt x="6471147" y="1946129"/>
                  <a:pt x="6471147" y="1960293"/>
                </a:cubicBezTo>
                <a:cubicBezTo>
                  <a:pt x="6471147" y="1974458"/>
                  <a:pt x="6459654" y="1985952"/>
                  <a:pt x="6445489" y="1985952"/>
                </a:cubicBezTo>
                <a:cubicBezTo>
                  <a:pt x="6431324" y="1985952"/>
                  <a:pt x="6419831" y="1974458"/>
                  <a:pt x="6419831" y="1960293"/>
                </a:cubicBezTo>
                <a:cubicBezTo>
                  <a:pt x="6419831" y="1946129"/>
                  <a:pt x="6431324" y="1934634"/>
                  <a:pt x="6445489" y="1934634"/>
                </a:cubicBezTo>
                <a:close/>
                <a:moveTo>
                  <a:pt x="6381282" y="1934634"/>
                </a:moveTo>
                <a:cubicBezTo>
                  <a:pt x="6395455" y="1934634"/>
                  <a:pt x="6406943" y="1946122"/>
                  <a:pt x="6406943" y="1960293"/>
                </a:cubicBezTo>
                <a:cubicBezTo>
                  <a:pt x="6406943" y="1974465"/>
                  <a:pt x="6395455" y="1985952"/>
                  <a:pt x="6381282" y="1985952"/>
                </a:cubicBezTo>
                <a:cubicBezTo>
                  <a:pt x="6367112" y="1985952"/>
                  <a:pt x="6355624" y="1974465"/>
                  <a:pt x="6355624" y="1960293"/>
                </a:cubicBezTo>
                <a:cubicBezTo>
                  <a:pt x="6355624" y="1946122"/>
                  <a:pt x="6367112" y="1934634"/>
                  <a:pt x="6381282" y="1934634"/>
                </a:cubicBezTo>
                <a:close/>
                <a:moveTo>
                  <a:pt x="6317078" y="1934634"/>
                </a:moveTo>
                <a:cubicBezTo>
                  <a:pt x="6331243" y="1934634"/>
                  <a:pt x="6342736" y="1946129"/>
                  <a:pt x="6342736" y="1960293"/>
                </a:cubicBezTo>
                <a:cubicBezTo>
                  <a:pt x="6342736" y="1974458"/>
                  <a:pt x="6331243" y="1985952"/>
                  <a:pt x="6317078" y="1985952"/>
                </a:cubicBezTo>
                <a:cubicBezTo>
                  <a:pt x="6302913" y="1985952"/>
                  <a:pt x="6291420" y="1974458"/>
                  <a:pt x="6291420" y="1960293"/>
                </a:cubicBezTo>
                <a:cubicBezTo>
                  <a:pt x="6291420" y="1946129"/>
                  <a:pt x="6302913" y="1934634"/>
                  <a:pt x="6317078" y="1934634"/>
                </a:cubicBezTo>
                <a:close/>
                <a:moveTo>
                  <a:pt x="6252873" y="1934634"/>
                </a:moveTo>
                <a:cubicBezTo>
                  <a:pt x="6267036" y="1934634"/>
                  <a:pt x="6278532" y="1946129"/>
                  <a:pt x="6278532" y="1960293"/>
                </a:cubicBezTo>
                <a:cubicBezTo>
                  <a:pt x="6278532" y="1974458"/>
                  <a:pt x="6267036" y="1985952"/>
                  <a:pt x="6252873" y="1985952"/>
                </a:cubicBezTo>
                <a:cubicBezTo>
                  <a:pt x="6238708" y="1985952"/>
                  <a:pt x="6227213" y="1974458"/>
                  <a:pt x="6227213" y="1960293"/>
                </a:cubicBezTo>
                <a:cubicBezTo>
                  <a:pt x="6227213" y="1946129"/>
                  <a:pt x="6238708" y="1934634"/>
                  <a:pt x="6252873" y="1934634"/>
                </a:cubicBezTo>
                <a:close/>
                <a:moveTo>
                  <a:pt x="6188666" y="1934634"/>
                </a:moveTo>
                <a:cubicBezTo>
                  <a:pt x="6202831" y="1934634"/>
                  <a:pt x="6214327" y="1946129"/>
                  <a:pt x="6214327" y="1960293"/>
                </a:cubicBezTo>
                <a:cubicBezTo>
                  <a:pt x="6214327" y="1974458"/>
                  <a:pt x="6202831" y="1985952"/>
                  <a:pt x="6188666" y="1985952"/>
                </a:cubicBezTo>
                <a:cubicBezTo>
                  <a:pt x="6174504" y="1985952"/>
                  <a:pt x="6163008" y="1974458"/>
                  <a:pt x="6163008" y="1960293"/>
                </a:cubicBezTo>
                <a:cubicBezTo>
                  <a:pt x="6163008" y="1946129"/>
                  <a:pt x="6174504" y="1934634"/>
                  <a:pt x="6188666" y="1934634"/>
                </a:cubicBezTo>
                <a:close/>
                <a:moveTo>
                  <a:pt x="6124462" y="1934634"/>
                </a:moveTo>
                <a:cubicBezTo>
                  <a:pt x="6138627" y="1934634"/>
                  <a:pt x="6150123" y="1946129"/>
                  <a:pt x="6150123" y="1960293"/>
                </a:cubicBezTo>
                <a:cubicBezTo>
                  <a:pt x="6150123" y="1974458"/>
                  <a:pt x="6138627" y="1985952"/>
                  <a:pt x="6124462" y="1985952"/>
                </a:cubicBezTo>
                <a:cubicBezTo>
                  <a:pt x="6110297" y="1985952"/>
                  <a:pt x="6098804" y="1974458"/>
                  <a:pt x="6098804" y="1960293"/>
                </a:cubicBezTo>
                <a:cubicBezTo>
                  <a:pt x="6098804" y="1946129"/>
                  <a:pt x="6110297" y="1934634"/>
                  <a:pt x="6124462" y="1934634"/>
                </a:cubicBezTo>
                <a:close/>
                <a:moveTo>
                  <a:pt x="6064505" y="1934634"/>
                </a:moveTo>
                <a:cubicBezTo>
                  <a:pt x="6078666" y="1934634"/>
                  <a:pt x="6090163" y="1946129"/>
                  <a:pt x="6090163" y="1960293"/>
                </a:cubicBezTo>
                <a:cubicBezTo>
                  <a:pt x="6090163" y="1974458"/>
                  <a:pt x="6078666" y="1985952"/>
                  <a:pt x="6064505" y="1985952"/>
                </a:cubicBezTo>
                <a:cubicBezTo>
                  <a:pt x="6050336" y="1985952"/>
                  <a:pt x="6038844" y="1974458"/>
                  <a:pt x="6038844" y="1960293"/>
                </a:cubicBezTo>
                <a:cubicBezTo>
                  <a:pt x="6038844" y="1946129"/>
                  <a:pt x="6050336" y="1934634"/>
                  <a:pt x="6064505" y="1934634"/>
                </a:cubicBezTo>
                <a:close/>
                <a:moveTo>
                  <a:pt x="6000298" y="1934634"/>
                </a:moveTo>
                <a:cubicBezTo>
                  <a:pt x="6014463" y="1934634"/>
                  <a:pt x="6025956" y="1946129"/>
                  <a:pt x="6025956" y="1960293"/>
                </a:cubicBezTo>
                <a:cubicBezTo>
                  <a:pt x="6025956" y="1974458"/>
                  <a:pt x="6014463" y="1985952"/>
                  <a:pt x="6000298" y="1985952"/>
                </a:cubicBezTo>
                <a:cubicBezTo>
                  <a:pt x="5986133" y="1985952"/>
                  <a:pt x="5974639" y="1974458"/>
                  <a:pt x="5974639" y="1960293"/>
                </a:cubicBezTo>
                <a:cubicBezTo>
                  <a:pt x="5974639" y="1946129"/>
                  <a:pt x="5986133" y="1934634"/>
                  <a:pt x="6000298" y="1934634"/>
                </a:cubicBezTo>
                <a:close/>
                <a:moveTo>
                  <a:pt x="5936092" y="1934634"/>
                </a:moveTo>
                <a:cubicBezTo>
                  <a:pt x="5950255" y="1934634"/>
                  <a:pt x="5961751" y="1946129"/>
                  <a:pt x="5961751" y="1960293"/>
                </a:cubicBezTo>
                <a:cubicBezTo>
                  <a:pt x="5961751" y="1974458"/>
                  <a:pt x="5950255" y="1985952"/>
                  <a:pt x="5936092" y="1985952"/>
                </a:cubicBezTo>
                <a:cubicBezTo>
                  <a:pt x="5921928" y="1985952"/>
                  <a:pt x="5910435" y="1974458"/>
                  <a:pt x="5910435" y="1960293"/>
                </a:cubicBezTo>
                <a:cubicBezTo>
                  <a:pt x="5910435" y="1946129"/>
                  <a:pt x="5921928" y="1934634"/>
                  <a:pt x="5936092" y="1934634"/>
                </a:cubicBezTo>
                <a:close/>
                <a:moveTo>
                  <a:pt x="5871887" y="1934634"/>
                </a:moveTo>
                <a:cubicBezTo>
                  <a:pt x="5886051" y="1934634"/>
                  <a:pt x="5897547" y="1946129"/>
                  <a:pt x="5897547" y="1960293"/>
                </a:cubicBezTo>
                <a:cubicBezTo>
                  <a:pt x="5897547" y="1974458"/>
                  <a:pt x="5886051" y="1985952"/>
                  <a:pt x="5871887" y="1985952"/>
                </a:cubicBezTo>
                <a:cubicBezTo>
                  <a:pt x="5857722" y="1985952"/>
                  <a:pt x="5846228" y="1974458"/>
                  <a:pt x="5846228" y="1960293"/>
                </a:cubicBezTo>
                <a:cubicBezTo>
                  <a:pt x="5846228" y="1946129"/>
                  <a:pt x="5857722" y="1934634"/>
                  <a:pt x="5871887" y="1934634"/>
                </a:cubicBezTo>
                <a:close/>
                <a:moveTo>
                  <a:pt x="5807683" y="1934634"/>
                </a:moveTo>
                <a:cubicBezTo>
                  <a:pt x="5821853" y="1934634"/>
                  <a:pt x="5833341" y="1946122"/>
                  <a:pt x="5833341" y="1960293"/>
                </a:cubicBezTo>
                <a:cubicBezTo>
                  <a:pt x="5833341" y="1974465"/>
                  <a:pt x="5821853" y="1985952"/>
                  <a:pt x="5807683" y="1985952"/>
                </a:cubicBezTo>
                <a:cubicBezTo>
                  <a:pt x="5793512" y="1985952"/>
                  <a:pt x="5782024" y="1974465"/>
                  <a:pt x="5782024" y="1960293"/>
                </a:cubicBezTo>
                <a:cubicBezTo>
                  <a:pt x="5782024" y="1946122"/>
                  <a:pt x="5793512" y="1934634"/>
                  <a:pt x="5807683" y="1934634"/>
                </a:cubicBezTo>
                <a:close/>
                <a:moveTo>
                  <a:pt x="5743477" y="1934634"/>
                </a:moveTo>
                <a:cubicBezTo>
                  <a:pt x="5757648" y="1934634"/>
                  <a:pt x="5769136" y="1946122"/>
                  <a:pt x="5769136" y="1960293"/>
                </a:cubicBezTo>
                <a:cubicBezTo>
                  <a:pt x="5769136" y="1974465"/>
                  <a:pt x="5757648" y="1985952"/>
                  <a:pt x="5743477" y="1985952"/>
                </a:cubicBezTo>
                <a:cubicBezTo>
                  <a:pt x="5729307" y="1985952"/>
                  <a:pt x="5717818" y="1974465"/>
                  <a:pt x="5717818" y="1960293"/>
                </a:cubicBezTo>
                <a:cubicBezTo>
                  <a:pt x="5717818" y="1946122"/>
                  <a:pt x="5729307" y="1934634"/>
                  <a:pt x="5743477" y="1934634"/>
                </a:cubicBezTo>
                <a:close/>
                <a:moveTo>
                  <a:pt x="5679272" y="1934634"/>
                </a:moveTo>
                <a:cubicBezTo>
                  <a:pt x="5693437" y="1934634"/>
                  <a:pt x="5704930" y="1946129"/>
                  <a:pt x="5704930" y="1960293"/>
                </a:cubicBezTo>
                <a:cubicBezTo>
                  <a:pt x="5704930" y="1974458"/>
                  <a:pt x="5693437" y="1985952"/>
                  <a:pt x="5679272" y="1985952"/>
                </a:cubicBezTo>
                <a:cubicBezTo>
                  <a:pt x="5665108" y="1985952"/>
                  <a:pt x="5653614" y="1974458"/>
                  <a:pt x="5653614" y="1960293"/>
                </a:cubicBezTo>
                <a:cubicBezTo>
                  <a:pt x="5653614" y="1946129"/>
                  <a:pt x="5665108" y="1934634"/>
                  <a:pt x="5679272" y="1934634"/>
                </a:cubicBezTo>
                <a:close/>
                <a:moveTo>
                  <a:pt x="5615066" y="1934634"/>
                </a:moveTo>
                <a:cubicBezTo>
                  <a:pt x="5629231" y="1934634"/>
                  <a:pt x="5640726" y="1946129"/>
                  <a:pt x="5640726" y="1960293"/>
                </a:cubicBezTo>
                <a:cubicBezTo>
                  <a:pt x="5640726" y="1974458"/>
                  <a:pt x="5629231" y="1985952"/>
                  <a:pt x="5615066" y="1985952"/>
                </a:cubicBezTo>
                <a:cubicBezTo>
                  <a:pt x="5600901" y="1985952"/>
                  <a:pt x="5589407" y="1974458"/>
                  <a:pt x="5589407" y="1960293"/>
                </a:cubicBezTo>
                <a:cubicBezTo>
                  <a:pt x="5589407" y="1946129"/>
                  <a:pt x="5600901" y="1934634"/>
                  <a:pt x="5615066" y="1934634"/>
                </a:cubicBezTo>
                <a:close/>
                <a:moveTo>
                  <a:pt x="5550862" y="1934634"/>
                </a:moveTo>
                <a:cubicBezTo>
                  <a:pt x="5565027" y="1934634"/>
                  <a:pt x="5576520" y="1946129"/>
                  <a:pt x="5576520" y="1960293"/>
                </a:cubicBezTo>
                <a:cubicBezTo>
                  <a:pt x="5576520" y="1974458"/>
                  <a:pt x="5565027" y="1985952"/>
                  <a:pt x="5550862" y="1985952"/>
                </a:cubicBezTo>
                <a:cubicBezTo>
                  <a:pt x="5536697" y="1985952"/>
                  <a:pt x="5525203" y="1974458"/>
                  <a:pt x="5525203" y="1960293"/>
                </a:cubicBezTo>
                <a:cubicBezTo>
                  <a:pt x="5525203" y="1946129"/>
                  <a:pt x="5536697" y="1934634"/>
                  <a:pt x="5550862" y="1934634"/>
                </a:cubicBezTo>
                <a:close/>
                <a:moveTo>
                  <a:pt x="5486655" y="1934634"/>
                </a:moveTo>
                <a:cubicBezTo>
                  <a:pt x="5500819" y="1934634"/>
                  <a:pt x="5512316" y="1946129"/>
                  <a:pt x="5512316" y="1960293"/>
                </a:cubicBezTo>
                <a:cubicBezTo>
                  <a:pt x="5512316" y="1974458"/>
                  <a:pt x="5500819" y="1985952"/>
                  <a:pt x="5486655" y="1985952"/>
                </a:cubicBezTo>
                <a:cubicBezTo>
                  <a:pt x="5472491" y="1985952"/>
                  <a:pt x="5460997" y="1974458"/>
                  <a:pt x="5460997" y="1960293"/>
                </a:cubicBezTo>
                <a:cubicBezTo>
                  <a:pt x="5460997" y="1946129"/>
                  <a:pt x="5472491" y="1934634"/>
                  <a:pt x="5486655" y="1934634"/>
                </a:cubicBezTo>
                <a:close/>
                <a:moveTo>
                  <a:pt x="5422451" y="1934634"/>
                </a:moveTo>
                <a:cubicBezTo>
                  <a:pt x="5436621" y="1934634"/>
                  <a:pt x="5448109" y="1946122"/>
                  <a:pt x="5448109" y="1960293"/>
                </a:cubicBezTo>
                <a:cubicBezTo>
                  <a:pt x="5448109" y="1974465"/>
                  <a:pt x="5436621" y="1985952"/>
                  <a:pt x="5422451" y="1985952"/>
                </a:cubicBezTo>
                <a:cubicBezTo>
                  <a:pt x="5408280" y="1985952"/>
                  <a:pt x="5396791" y="1974465"/>
                  <a:pt x="5396791" y="1960293"/>
                </a:cubicBezTo>
                <a:cubicBezTo>
                  <a:pt x="5396791" y="1946122"/>
                  <a:pt x="5408280" y="1934634"/>
                  <a:pt x="5422451" y="1934634"/>
                </a:cubicBezTo>
                <a:close/>
                <a:moveTo>
                  <a:pt x="5358245" y="1934634"/>
                </a:moveTo>
                <a:cubicBezTo>
                  <a:pt x="5372417" y="1934634"/>
                  <a:pt x="5383904" y="1946122"/>
                  <a:pt x="5383904" y="1960293"/>
                </a:cubicBezTo>
                <a:cubicBezTo>
                  <a:pt x="5383904" y="1974465"/>
                  <a:pt x="5372417" y="1985952"/>
                  <a:pt x="5358245" y="1985952"/>
                </a:cubicBezTo>
                <a:cubicBezTo>
                  <a:pt x="5344076" y="1985952"/>
                  <a:pt x="5332587" y="1974465"/>
                  <a:pt x="5332587" y="1960293"/>
                </a:cubicBezTo>
                <a:cubicBezTo>
                  <a:pt x="5332587" y="1946122"/>
                  <a:pt x="5344076" y="1934634"/>
                  <a:pt x="5358245" y="1934634"/>
                </a:cubicBezTo>
                <a:close/>
                <a:moveTo>
                  <a:pt x="5294040" y="1934634"/>
                </a:moveTo>
                <a:cubicBezTo>
                  <a:pt x="5308205" y="1934634"/>
                  <a:pt x="5319699" y="1946129"/>
                  <a:pt x="5319699" y="1960293"/>
                </a:cubicBezTo>
                <a:cubicBezTo>
                  <a:pt x="5319699" y="1974458"/>
                  <a:pt x="5308205" y="1985952"/>
                  <a:pt x="5294040" y="1985952"/>
                </a:cubicBezTo>
                <a:cubicBezTo>
                  <a:pt x="5279877" y="1985952"/>
                  <a:pt x="5268382" y="1974458"/>
                  <a:pt x="5268382" y="1960293"/>
                </a:cubicBezTo>
                <a:cubicBezTo>
                  <a:pt x="5268382" y="1946129"/>
                  <a:pt x="5279877" y="1934634"/>
                  <a:pt x="5294040" y="1934634"/>
                </a:cubicBezTo>
                <a:close/>
                <a:moveTo>
                  <a:pt x="5229719" y="1934634"/>
                </a:moveTo>
                <a:cubicBezTo>
                  <a:pt x="5243999" y="1934634"/>
                  <a:pt x="5255377" y="1946129"/>
                  <a:pt x="5255377" y="1960293"/>
                </a:cubicBezTo>
                <a:cubicBezTo>
                  <a:pt x="5255377" y="1974458"/>
                  <a:pt x="5243883" y="1985952"/>
                  <a:pt x="5229719" y="1985952"/>
                </a:cubicBezTo>
                <a:cubicBezTo>
                  <a:pt x="5215554" y="1985952"/>
                  <a:pt x="5204058" y="1974458"/>
                  <a:pt x="5204058" y="1960293"/>
                </a:cubicBezTo>
                <a:cubicBezTo>
                  <a:pt x="5204058" y="1946129"/>
                  <a:pt x="5215554" y="1934634"/>
                  <a:pt x="5229719" y="1934634"/>
                </a:cubicBezTo>
                <a:close/>
                <a:moveTo>
                  <a:pt x="5165514" y="1934634"/>
                </a:moveTo>
                <a:cubicBezTo>
                  <a:pt x="5179678" y="1934634"/>
                  <a:pt x="5191171" y="1946129"/>
                  <a:pt x="5191171" y="1960293"/>
                </a:cubicBezTo>
                <a:cubicBezTo>
                  <a:pt x="5191171" y="1974458"/>
                  <a:pt x="5179678" y="1985952"/>
                  <a:pt x="5165514" y="1985952"/>
                </a:cubicBezTo>
                <a:cubicBezTo>
                  <a:pt x="5151349" y="1985952"/>
                  <a:pt x="5139855" y="1974458"/>
                  <a:pt x="5139855" y="1960293"/>
                </a:cubicBezTo>
                <a:cubicBezTo>
                  <a:pt x="5139855" y="1946129"/>
                  <a:pt x="5151349" y="1934634"/>
                  <a:pt x="5165514" y="1934634"/>
                </a:cubicBezTo>
                <a:close/>
                <a:moveTo>
                  <a:pt x="5101309" y="1934634"/>
                </a:moveTo>
                <a:cubicBezTo>
                  <a:pt x="5115473" y="1934634"/>
                  <a:pt x="5126967" y="1946129"/>
                  <a:pt x="5126967" y="1960293"/>
                </a:cubicBezTo>
                <a:cubicBezTo>
                  <a:pt x="5126967" y="1974458"/>
                  <a:pt x="5115473" y="1985952"/>
                  <a:pt x="5101309" y="1985952"/>
                </a:cubicBezTo>
                <a:cubicBezTo>
                  <a:pt x="5087142" y="1985952"/>
                  <a:pt x="5075649" y="1974458"/>
                  <a:pt x="5075649" y="1960293"/>
                </a:cubicBezTo>
                <a:cubicBezTo>
                  <a:pt x="5075649" y="1946129"/>
                  <a:pt x="5087142" y="1934634"/>
                  <a:pt x="5101309" y="1934634"/>
                </a:cubicBezTo>
                <a:close/>
                <a:moveTo>
                  <a:pt x="5037104" y="1934634"/>
                </a:moveTo>
                <a:cubicBezTo>
                  <a:pt x="5051273" y="1934634"/>
                  <a:pt x="5062762" y="1946122"/>
                  <a:pt x="5062762" y="1960293"/>
                </a:cubicBezTo>
                <a:cubicBezTo>
                  <a:pt x="5062762" y="1974465"/>
                  <a:pt x="5051273" y="1985952"/>
                  <a:pt x="5037104" y="1985952"/>
                </a:cubicBezTo>
                <a:cubicBezTo>
                  <a:pt x="5022930" y="1985952"/>
                  <a:pt x="5011444" y="1974465"/>
                  <a:pt x="5011444" y="1960293"/>
                </a:cubicBezTo>
                <a:cubicBezTo>
                  <a:pt x="5011444" y="1946122"/>
                  <a:pt x="5022930" y="1934634"/>
                  <a:pt x="5037104" y="1934634"/>
                </a:cubicBezTo>
                <a:close/>
                <a:moveTo>
                  <a:pt x="4972896" y="1934634"/>
                </a:moveTo>
                <a:cubicBezTo>
                  <a:pt x="4987063" y="1934634"/>
                  <a:pt x="4998557" y="1946129"/>
                  <a:pt x="4998557" y="1960293"/>
                </a:cubicBezTo>
                <a:cubicBezTo>
                  <a:pt x="4998557" y="1974458"/>
                  <a:pt x="4987063" y="1985952"/>
                  <a:pt x="4972896" y="1985952"/>
                </a:cubicBezTo>
                <a:cubicBezTo>
                  <a:pt x="4958732" y="1985952"/>
                  <a:pt x="4947240" y="1974458"/>
                  <a:pt x="4947240" y="1960293"/>
                </a:cubicBezTo>
                <a:cubicBezTo>
                  <a:pt x="4947240" y="1946129"/>
                  <a:pt x="4958732" y="1934634"/>
                  <a:pt x="4972896" y="1934634"/>
                </a:cubicBezTo>
                <a:close/>
                <a:moveTo>
                  <a:pt x="4908693" y="1934634"/>
                </a:moveTo>
                <a:cubicBezTo>
                  <a:pt x="4922857" y="1934634"/>
                  <a:pt x="4934352" y="1946129"/>
                  <a:pt x="4934352" y="1960293"/>
                </a:cubicBezTo>
                <a:cubicBezTo>
                  <a:pt x="4934352" y="1974458"/>
                  <a:pt x="4922857" y="1985952"/>
                  <a:pt x="4908693" y="1985952"/>
                </a:cubicBezTo>
                <a:cubicBezTo>
                  <a:pt x="4894527" y="1985952"/>
                  <a:pt x="4883033" y="1974458"/>
                  <a:pt x="4883033" y="1960293"/>
                </a:cubicBezTo>
                <a:cubicBezTo>
                  <a:pt x="4883033" y="1946129"/>
                  <a:pt x="4894527" y="1934634"/>
                  <a:pt x="4908693" y="1934634"/>
                </a:cubicBezTo>
                <a:close/>
                <a:moveTo>
                  <a:pt x="4844487" y="1934634"/>
                </a:moveTo>
                <a:cubicBezTo>
                  <a:pt x="4858650" y="1934634"/>
                  <a:pt x="4870146" y="1946129"/>
                  <a:pt x="4870146" y="1960293"/>
                </a:cubicBezTo>
                <a:cubicBezTo>
                  <a:pt x="4870146" y="1974458"/>
                  <a:pt x="4858650" y="1985952"/>
                  <a:pt x="4844487" y="1985952"/>
                </a:cubicBezTo>
                <a:cubicBezTo>
                  <a:pt x="4830322" y="1985952"/>
                  <a:pt x="4818828" y="1974458"/>
                  <a:pt x="4818828" y="1960293"/>
                </a:cubicBezTo>
                <a:cubicBezTo>
                  <a:pt x="4818828" y="1946129"/>
                  <a:pt x="4830322" y="1934634"/>
                  <a:pt x="4844487" y="1934634"/>
                </a:cubicBezTo>
                <a:close/>
                <a:moveTo>
                  <a:pt x="4780282" y="1934634"/>
                </a:moveTo>
                <a:cubicBezTo>
                  <a:pt x="4794447" y="1934634"/>
                  <a:pt x="4805941" y="1946129"/>
                  <a:pt x="4805941" y="1960293"/>
                </a:cubicBezTo>
                <a:cubicBezTo>
                  <a:pt x="4805941" y="1974458"/>
                  <a:pt x="4794447" y="1985952"/>
                  <a:pt x="4780282" y="1985952"/>
                </a:cubicBezTo>
                <a:cubicBezTo>
                  <a:pt x="4766118" y="1985952"/>
                  <a:pt x="4754622" y="1974458"/>
                  <a:pt x="4754622" y="1960293"/>
                </a:cubicBezTo>
                <a:cubicBezTo>
                  <a:pt x="4754622" y="1946129"/>
                  <a:pt x="4766118" y="1934634"/>
                  <a:pt x="4780282" y="1934634"/>
                </a:cubicBezTo>
                <a:close/>
                <a:moveTo>
                  <a:pt x="4716077" y="1934634"/>
                </a:moveTo>
                <a:cubicBezTo>
                  <a:pt x="4730248" y="1934634"/>
                  <a:pt x="4741736" y="1946122"/>
                  <a:pt x="4741736" y="1960293"/>
                </a:cubicBezTo>
                <a:cubicBezTo>
                  <a:pt x="4741736" y="1974465"/>
                  <a:pt x="4730248" y="1985952"/>
                  <a:pt x="4716077" y="1985952"/>
                </a:cubicBezTo>
                <a:cubicBezTo>
                  <a:pt x="4701906" y="1985952"/>
                  <a:pt x="4690419" y="1974465"/>
                  <a:pt x="4690419" y="1960293"/>
                </a:cubicBezTo>
                <a:cubicBezTo>
                  <a:pt x="4690419" y="1946122"/>
                  <a:pt x="4701906" y="1934634"/>
                  <a:pt x="4716077" y="1934634"/>
                </a:cubicBezTo>
                <a:close/>
                <a:moveTo>
                  <a:pt x="4651872" y="1934634"/>
                </a:moveTo>
                <a:cubicBezTo>
                  <a:pt x="4666042" y="1934634"/>
                  <a:pt x="4677531" y="1946122"/>
                  <a:pt x="4677531" y="1960293"/>
                </a:cubicBezTo>
                <a:cubicBezTo>
                  <a:pt x="4677531" y="1974465"/>
                  <a:pt x="4666042" y="1985952"/>
                  <a:pt x="4651872" y="1985952"/>
                </a:cubicBezTo>
                <a:cubicBezTo>
                  <a:pt x="4637700" y="1985952"/>
                  <a:pt x="4626213" y="1974465"/>
                  <a:pt x="4626213" y="1960293"/>
                </a:cubicBezTo>
                <a:cubicBezTo>
                  <a:pt x="4626213" y="1946122"/>
                  <a:pt x="4637700" y="1934634"/>
                  <a:pt x="4651872" y="1934634"/>
                </a:cubicBezTo>
                <a:close/>
                <a:moveTo>
                  <a:pt x="4587666" y="1934634"/>
                </a:moveTo>
                <a:cubicBezTo>
                  <a:pt x="4601830" y="1934634"/>
                  <a:pt x="4613324" y="1946129"/>
                  <a:pt x="4613324" y="1960293"/>
                </a:cubicBezTo>
                <a:cubicBezTo>
                  <a:pt x="4613324" y="1974458"/>
                  <a:pt x="4601830" y="1985952"/>
                  <a:pt x="4587666" y="1985952"/>
                </a:cubicBezTo>
                <a:cubicBezTo>
                  <a:pt x="4573501" y="1985952"/>
                  <a:pt x="4562007" y="1974458"/>
                  <a:pt x="4562007" y="1960293"/>
                </a:cubicBezTo>
                <a:cubicBezTo>
                  <a:pt x="4562007" y="1946129"/>
                  <a:pt x="4573501" y="1934634"/>
                  <a:pt x="4587666" y="1934634"/>
                </a:cubicBezTo>
                <a:close/>
                <a:moveTo>
                  <a:pt x="4523461" y="1934634"/>
                </a:moveTo>
                <a:cubicBezTo>
                  <a:pt x="4537626" y="1934634"/>
                  <a:pt x="4549121" y="1946129"/>
                  <a:pt x="4549121" y="1960293"/>
                </a:cubicBezTo>
                <a:cubicBezTo>
                  <a:pt x="4549121" y="1974458"/>
                  <a:pt x="4537626" y="1985952"/>
                  <a:pt x="4523461" y="1985952"/>
                </a:cubicBezTo>
                <a:cubicBezTo>
                  <a:pt x="4509296" y="1985952"/>
                  <a:pt x="4497802" y="1974458"/>
                  <a:pt x="4497802" y="1960293"/>
                </a:cubicBezTo>
                <a:cubicBezTo>
                  <a:pt x="4497802" y="1946129"/>
                  <a:pt x="4509296" y="1934634"/>
                  <a:pt x="4523461" y="1934634"/>
                </a:cubicBezTo>
                <a:close/>
                <a:moveTo>
                  <a:pt x="4459256" y="1934634"/>
                </a:moveTo>
                <a:cubicBezTo>
                  <a:pt x="4473420" y="1934634"/>
                  <a:pt x="4484914" y="1946129"/>
                  <a:pt x="4484914" y="1960293"/>
                </a:cubicBezTo>
                <a:cubicBezTo>
                  <a:pt x="4484914" y="1974458"/>
                  <a:pt x="4473420" y="1985952"/>
                  <a:pt x="4459256" y="1985952"/>
                </a:cubicBezTo>
                <a:cubicBezTo>
                  <a:pt x="4445091" y="1985952"/>
                  <a:pt x="4433596" y="1974458"/>
                  <a:pt x="4433596" y="1960293"/>
                </a:cubicBezTo>
                <a:cubicBezTo>
                  <a:pt x="4433596" y="1946129"/>
                  <a:pt x="4445091" y="1934634"/>
                  <a:pt x="4459256" y="1934634"/>
                </a:cubicBezTo>
                <a:close/>
                <a:moveTo>
                  <a:pt x="4395050" y="1934634"/>
                </a:moveTo>
                <a:cubicBezTo>
                  <a:pt x="4409214" y="1934634"/>
                  <a:pt x="4420710" y="1946129"/>
                  <a:pt x="4420710" y="1960293"/>
                </a:cubicBezTo>
                <a:cubicBezTo>
                  <a:pt x="4420710" y="1974458"/>
                  <a:pt x="4409214" y="1985952"/>
                  <a:pt x="4395050" y="1985952"/>
                </a:cubicBezTo>
                <a:cubicBezTo>
                  <a:pt x="4380886" y="1985952"/>
                  <a:pt x="4369391" y="1974458"/>
                  <a:pt x="4369391" y="1960293"/>
                </a:cubicBezTo>
                <a:cubicBezTo>
                  <a:pt x="4369391" y="1946129"/>
                  <a:pt x="4380886" y="1934634"/>
                  <a:pt x="4395050" y="1934634"/>
                </a:cubicBezTo>
                <a:close/>
                <a:moveTo>
                  <a:pt x="4330845" y="1934634"/>
                </a:moveTo>
                <a:cubicBezTo>
                  <a:pt x="4345017" y="1934634"/>
                  <a:pt x="4356504" y="1946122"/>
                  <a:pt x="4356504" y="1960293"/>
                </a:cubicBezTo>
                <a:cubicBezTo>
                  <a:pt x="4356504" y="1974465"/>
                  <a:pt x="4345017" y="1985952"/>
                  <a:pt x="4330845" y="1985952"/>
                </a:cubicBezTo>
                <a:cubicBezTo>
                  <a:pt x="4316675" y="1985952"/>
                  <a:pt x="4305186" y="1974465"/>
                  <a:pt x="4305186" y="1960293"/>
                </a:cubicBezTo>
                <a:cubicBezTo>
                  <a:pt x="4305186" y="1946122"/>
                  <a:pt x="4316675" y="1934634"/>
                  <a:pt x="4330845" y="1934634"/>
                </a:cubicBezTo>
                <a:close/>
                <a:moveTo>
                  <a:pt x="4266640" y="1934634"/>
                </a:moveTo>
                <a:cubicBezTo>
                  <a:pt x="4280811" y="1934634"/>
                  <a:pt x="4292298" y="1946122"/>
                  <a:pt x="4292298" y="1960293"/>
                </a:cubicBezTo>
                <a:cubicBezTo>
                  <a:pt x="4292298" y="1974465"/>
                  <a:pt x="4280811" y="1985952"/>
                  <a:pt x="4266640" y="1985952"/>
                </a:cubicBezTo>
                <a:cubicBezTo>
                  <a:pt x="4252470" y="1985952"/>
                  <a:pt x="4240981" y="1974465"/>
                  <a:pt x="4240981" y="1960293"/>
                </a:cubicBezTo>
                <a:cubicBezTo>
                  <a:pt x="4240981" y="1946122"/>
                  <a:pt x="4252470" y="1934634"/>
                  <a:pt x="4266640" y="1934634"/>
                </a:cubicBezTo>
                <a:close/>
                <a:moveTo>
                  <a:pt x="4202435" y="1934634"/>
                </a:moveTo>
                <a:cubicBezTo>
                  <a:pt x="4216598" y="1934634"/>
                  <a:pt x="4228093" y="1946129"/>
                  <a:pt x="4228093" y="1960293"/>
                </a:cubicBezTo>
                <a:cubicBezTo>
                  <a:pt x="4228093" y="1974458"/>
                  <a:pt x="4216598" y="1985952"/>
                  <a:pt x="4202435" y="1985952"/>
                </a:cubicBezTo>
                <a:cubicBezTo>
                  <a:pt x="4188268" y="1985952"/>
                  <a:pt x="4176776" y="1974458"/>
                  <a:pt x="4176776" y="1960293"/>
                </a:cubicBezTo>
                <a:cubicBezTo>
                  <a:pt x="4176776" y="1946129"/>
                  <a:pt x="4188268" y="1934634"/>
                  <a:pt x="4202435" y="1934634"/>
                </a:cubicBezTo>
                <a:close/>
                <a:moveTo>
                  <a:pt x="4138112" y="1934634"/>
                </a:moveTo>
                <a:cubicBezTo>
                  <a:pt x="4152394" y="1934634"/>
                  <a:pt x="4163773" y="1946129"/>
                  <a:pt x="4163773" y="1960293"/>
                </a:cubicBezTo>
                <a:cubicBezTo>
                  <a:pt x="4163773" y="1974458"/>
                  <a:pt x="4152277" y="1985952"/>
                  <a:pt x="4138112" y="1985952"/>
                </a:cubicBezTo>
                <a:cubicBezTo>
                  <a:pt x="4123948" y="1985952"/>
                  <a:pt x="4112454" y="1974458"/>
                  <a:pt x="4112454" y="1960293"/>
                </a:cubicBezTo>
                <a:cubicBezTo>
                  <a:pt x="4112454" y="1946129"/>
                  <a:pt x="4123948" y="1934634"/>
                  <a:pt x="4138112" y="1934634"/>
                </a:cubicBezTo>
                <a:close/>
                <a:moveTo>
                  <a:pt x="4073908" y="1934634"/>
                </a:moveTo>
                <a:cubicBezTo>
                  <a:pt x="4088073" y="1934634"/>
                  <a:pt x="4099565" y="1946129"/>
                  <a:pt x="4099565" y="1960293"/>
                </a:cubicBezTo>
                <a:cubicBezTo>
                  <a:pt x="4099565" y="1974458"/>
                  <a:pt x="4088073" y="1985952"/>
                  <a:pt x="4073908" y="1985952"/>
                </a:cubicBezTo>
                <a:cubicBezTo>
                  <a:pt x="4059743" y="1985952"/>
                  <a:pt x="4048248" y="1974458"/>
                  <a:pt x="4048248" y="1960293"/>
                </a:cubicBezTo>
                <a:cubicBezTo>
                  <a:pt x="4048248" y="1946129"/>
                  <a:pt x="4059743" y="1934634"/>
                  <a:pt x="4073908" y="1934634"/>
                </a:cubicBezTo>
                <a:close/>
                <a:moveTo>
                  <a:pt x="4009702" y="1934634"/>
                </a:moveTo>
                <a:cubicBezTo>
                  <a:pt x="4023866" y="1934634"/>
                  <a:pt x="4035362" y="1946129"/>
                  <a:pt x="4035362" y="1960293"/>
                </a:cubicBezTo>
                <a:cubicBezTo>
                  <a:pt x="4035362" y="1974458"/>
                  <a:pt x="4023866" y="1985952"/>
                  <a:pt x="4009702" y="1985952"/>
                </a:cubicBezTo>
                <a:cubicBezTo>
                  <a:pt x="3995538" y="1985952"/>
                  <a:pt x="3984043" y="1974458"/>
                  <a:pt x="3984043" y="1960293"/>
                </a:cubicBezTo>
                <a:cubicBezTo>
                  <a:pt x="3984043" y="1946129"/>
                  <a:pt x="3995538" y="1934634"/>
                  <a:pt x="4009702" y="1934634"/>
                </a:cubicBezTo>
                <a:close/>
                <a:moveTo>
                  <a:pt x="3945497" y="1934634"/>
                </a:moveTo>
                <a:cubicBezTo>
                  <a:pt x="3959668" y="1934634"/>
                  <a:pt x="3971155" y="1946122"/>
                  <a:pt x="3971155" y="1960293"/>
                </a:cubicBezTo>
                <a:cubicBezTo>
                  <a:pt x="3971155" y="1974465"/>
                  <a:pt x="3959668" y="1985952"/>
                  <a:pt x="3945497" y="1985952"/>
                </a:cubicBezTo>
                <a:cubicBezTo>
                  <a:pt x="3931325" y="1985952"/>
                  <a:pt x="3919838" y="1974465"/>
                  <a:pt x="3919838" y="1960293"/>
                </a:cubicBezTo>
                <a:cubicBezTo>
                  <a:pt x="3919838" y="1946122"/>
                  <a:pt x="3931325" y="1934634"/>
                  <a:pt x="3945497" y="1934634"/>
                </a:cubicBezTo>
                <a:close/>
                <a:moveTo>
                  <a:pt x="3881291" y="1934634"/>
                </a:moveTo>
                <a:cubicBezTo>
                  <a:pt x="3895456" y="1934634"/>
                  <a:pt x="3906950" y="1946129"/>
                  <a:pt x="3906950" y="1960293"/>
                </a:cubicBezTo>
                <a:cubicBezTo>
                  <a:pt x="3906950" y="1974458"/>
                  <a:pt x="3895456" y="1985952"/>
                  <a:pt x="3881291" y="1985952"/>
                </a:cubicBezTo>
                <a:cubicBezTo>
                  <a:pt x="3867127" y="1985952"/>
                  <a:pt x="3855633" y="1974458"/>
                  <a:pt x="3855633" y="1960293"/>
                </a:cubicBezTo>
                <a:cubicBezTo>
                  <a:pt x="3855633" y="1946129"/>
                  <a:pt x="3867127" y="1934634"/>
                  <a:pt x="3881291" y="1934634"/>
                </a:cubicBezTo>
                <a:close/>
                <a:moveTo>
                  <a:pt x="3817085" y="1934634"/>
                </a:moveTo>
                <a:cubicBezTo>
                  <a:pt x="3831252" y="1934634"/>
                  <a:pt x="3842745" y="1946129"/>
                  <a:pt x="3842745" y="1960293"/>
                </a:cubicBezTo>
                <a:cubicBezTo>
                  <a:pt x="3842745" y="1974458"/>
                  <a:pt x="3831252" y="1985952"/>
                  <a:pt x="3817085" y="1985952"/>
                </a:cubicBezTo>
                <a:cubicBezTo>
                  <a:pt x="3802921" y="1985952"/>
                  <a:pt x="3791427" y="1974458"/>
                  <a:pt x="3791427" y="1960293"/>
                </a:cubicBezTo>
                <a:cubicBezTo>
                  <a:pt x="3791427" y="1946129"/>
                  <a:pt x="3802921" y="1934634"/>
                  <a:pt x="3817085" y="1934634"/>
                </a:cubicBezTo>
                <a:close/>
                <a:moveTo>
                  <a:pt x="3752882" y="1934634"/>
                </a:moveTo>
                <a:cubicBezTo>
                  <a:pt x="3767045" y="1934634"/>
                  <a:pt x="3778539" y="1946129"/>
                  <a:pt x="3778539" y="1960293"/>
                </a:cubicBezTo>
                <a:cubicBezTo>
                  <a:pt x="3778539" y="1974458"/>
                  <a:pt x="3767045" y="1985952"/>
                  <a:pt x="3752882" y="1985952"/>
                </a:cubicBezTo>
                <a:cubicBezTo>
                  <a:pt x="3738717" y="1985952"/>
                  <a:pt x="3727221" y="1974458"/>
                  <a:pt x="3727221" y="1960293"/>
                </a:cubicBezTo>
                <a:cubicBezTo>
                  <a:pt x="3727221" y="1946129"/>
                  <a:pt x="3738717" y="1934634"/>
                  <a:pt x="3752882" y="1934634"/>
                </a:cubicBezTo>
                <a:close/>
                <a:moveTo>
                  <a:pt x="3688674" y="1934634"/>
                </a:moveTo>
                <a:cubicBezTo>
                  <a:pt x="3702840" y="1934634"/>
                  <a:pt x="3714335" y="1946129"/>
                  <a:pt x="3714335" y="1960293"/>
                </a:cubicBezTo>
                <a:cubicBezTo>
                  <a:pt x="3714335" y="1974458"/>
                  <a:pt x="3702840" y="1985952"/>
                  <a:pt x="3688674" y="1985952"/>
                </a:cubicBezTo>
                <a:cubicBezTo>
                  <a:pt x="3674510" y="1985952"/>
                  <a:pt x="3663017" y="1974458"/>
                  <a:pt x="3663017" y="1960293"/>
                </a:cubicBezTo>
                <a:cubicBezTo>
                  <a:pt x="3663017" y="1946129"/>
                  <a:pt x="3674510" y="1934634"/>
                  <a:pt x="3688674" y="1934634"/>
                </a:cubicBezTo>
                <a:close/>
                <a:moveTo>
                  <a:pt x="3624472" y="1934634"/>
                </a:moveTo>
                <a:cubicBezTo>
                  <a:pt x="3638640" y="1934634"/>
                  <a:pt x="3650129" y="1946122"/>
                  <a:pt x="3650129" y="1960293"/>
                </a:cubicBezTo>
                <a:cubicBezTo>
                  <a:pt x="3650129" y="1974465"/>
                  <a:pt x="3638640" y="1985952"/>
                  <a:pt x="3624472" y="1985952"/>
                </a:cubicBezTo>
                <a:cubicBezTo>
                  <a:pt x="3610300" y="1985952"/>
                  <a:pt x="3598810" y="1974465"/>
                  <a:pt x="3598810" y="1960293"/>
                </a:cubicBezTo>
                <a:cubicBezTo>
                  <a:pt x="3598810" y="1946122"/>
                  <a:pt x="3610300" y="1934634"/>
                  <a:pt x="3624472" y="1934634"/>
                </a:cubicBezTo>
                <a:close/>
                <a:moveTo>
                  <a:pt x="3560264" y="1934634"/>
                </a:moveTo>
                <a:cubicBezTo>
                  <a:pt x="3574438" y="1934634"/>
                  <a:pt x="3585923" y="1946122"/>
                  <a:pt x="3585923" y="1960293"/>
                </a:cubicBezTo>
                <a:cubicBezTo>
                  <a:pt x="3585923" y="1974465"/>
                  <a:pt x="3574438" y="1985952"/>
                  <a:pt x="3560264" y="1985952"/>
                </a:cubicBezTo>
                <a:cubicBezTo>
                  <a:pt x="3546095" y="1985952"/>
                  <a:pt x="3534607" y="1974465"/>
                  <a:pt x="3534607" y="1960293"/>
                </a:cubicBezTo>
                <a:cubicBezTo>
                  <a:pt x="3534607" y="1946122"/>
                  <a:pt x="3546095" y="1934634"/>
                  <a:pt x="3560264" y="1934634"/>
                </a:cubicBezTo>
                <a:close/>
                <a:moveTo>
                  <a:pt x="3496060" y="1934634"/>
                </a:moveTo>
                <a:cubicBezTo>
                  <a:pt x="3510225" y="1934634"/>
                  <a:pt x="3521719" y="1946129"/>
                  <a:pt x="3521719" y="1960293"/>
                </a:cubicBezTo>
                <a:cubicBezTo>
                  <a:pt x="3521719" y="1974458"/>
                  <a:pt x="3510225" y="1985952"/>
                  <a:pt x="3496060" y="1985952"/>
                </a:cubicBezTo>
                <a:cubicBezTo>
                  <a:pt x="3481895" y="1985952"/>
                  <a:pt x="3470400" y="1974458"/>
                  <a:pt x="3470400" y="1960293"/>
                </a:cubicBezTo>
                <a:cubicBezTo>
                  <a:pt x="3470400" y="1946129"/>
                  <a:pt x="3481895" y="1934634"/>
                  <a:pt x="3496060" y="1934634"/>
                </a:cubicBezTo>
                <a:close/>
                <a:moveTo>
                  <a:pt x="3431855" y="1934634"/>
                </a:moveTo>
                <a:cubicBezTo>
                  <a:pt x="3446019" y="1934634"/>
                  <a:pt x="3457512" y="1946129"/>
                  <a:pt x="3457512" y="1960293"/>
                </a:cubicBezTo>
                <a:cubicBezTo>
                  <a:pt x="3457512" y="1974458"/>
                  <a:pt x="3446019" y="1985952"/>
                  <a:pt x="3431855" y="1985952"/>
                </a:cubicBezTo>
                <a:cubicBezTo>
                  <a:pt x="3417690" y="1985952"/>
                  <a:pt x="3406196" y="1974458"/>
                  <a:pt x="3406196" y="1960293"/>
                </a:cubicBezTo>
                <a:cubicBezTo>
                  <a:pt x="3406196" y="1946129"/>
                  <a:pt x="3417690" y="1934634"/>
                  <a:pt x="3431855" y="1934634"/>
                </a:cubicBezTo>
                <a:close/>
                <a:moveTo>
                  <a:pt x="3367649" y="1934634"/>
                </a:moveTo>
                <a:cubicBezTo>
                  <a:pt x="3381813" y="1934634"/>
                  <a:pt x="3393308" y="1946129"/>
                  <a:pt x="3393308" y="1960293"/>
                </a:cubicBezTo>
                <a:cubicBezTo>
                  <a:pt x="3393308" y="1974458"/>
                  <a:pt x="3381813" y="1985952"/>
                  <a:pt x="3367649" y="1985952"/>
                </a:cubicBezTo>
                <a:cubicBezTo>
                  <a:pt x="3353484" y="1985952"/>
                  <a:pt x="3341990" y="1974458"/>
                  <a:pt x="3341990" y="1960293"/>
                </a:cubicBezTo>
                <a:cubicBezTo>
                  <a:pt x="3341990" y="1946129"/>
                  <a:pt x="3353484" y="1934634"/>
                  <a:pt x="3367649" y="1934634"/>
                </a:cubicBezTo>
                <a:close/>
                <a:moveTo>
                  <a:pt x="3303444" y="1934634"/>
                </a:moveTo>
                <a:cubicBezTo>
                  <a:pt x="3317609" y="1934634"/>
                  <a:pt x="3329102" y="1946129"/>
                  <a:pt x="3329102" y="1960293"/>
                </a:cubicBezTo>
                <a:cubicBezTo>
                  <a:pt x="3329102" y="1974458"/>
                  <a:pt x="3317609" y="1985952"/>
                  <a:pt x="3303444" y="1985952"/>
                </a:cubicBezTo>
                <a:cubicBezTo>
                  <a:pt x="3289279" y="1985952"/>
                  <a:pt x="3277785" y="1974458"/>
                  <a:pt x="3277785" y="1960293"/>
                </a:cubicBezTo>
                <a:cubicBezTo>
                  <a:pt x="3277785" y="1946129"/>
                  <a:pt x="3289279" y="1934634"/>
                  <a:pt x="3303444" y="1934634"/>
                </a:cubicBezTo>
                <a:close/>
                <a:moveTo>
                  <a:pt x="3239238" y="1934634"/>
                </a:moveTo>
                <a:cubicBezTo>
                  <a:pt x="3253410" y="1934634"/>
                  <a:pt x="3264898" y="1946122"/>
                  <a:pt x="3264898" y="1960293"/>
                </a:cubicBezTo>
                <a:cubicBezTo>
                  <a:pt x="3264898" y="1974465"/>
                  <a:pt x="3253410" y="1985952"/>
                  <a:pt x="3239238" y="1985952"/>
                </a:cubicBezTo>
                <a:cubicBezTo>
                  <a:pt x="3225068" y="1985952"/>
                  <a:pt x="3213580" y="1974465"/>
                  <a:pt x="3213580" y="1960293"/>
                </a:cubicBezTo>
                <a:cubicBezTo>
                  <a:pt x="3213580" y="1946122"/>
                  <a:pt x="3225068" y="1934634"/>
                  <a:pt x="3239238" y="1934634"/>
                </a:cubicBezTo>
                <a:close/>
                <a:moveTo>
                  <a:pt x="3175034" y="1934634"/>
                </a:moveTo>
                <a:cubicBezTo>
                  <a:pt x="3189204" y="1934634"/>
                  <a:pt x="3200692" y="1946122"/>
                  <a:pt x="3200692" y="1960293"/>
                </a:cubicBezTo>
                <a:cubicBezTo>
                  <a:pt x="3200692" y="1974465"/>
                  <a:pt x="3189204" y="1985952"/>
                  <a:pt x="3175034" y="1985952"/>
                </a:cubicBezTo>
                <a:cubicBezTo>
                  <a:pt x="3160862" y="1985952"/>
                  <a:pt x="3149375" y="1974465"/>
                  <a:pt x="3149375" y="1960293"/>
                </a:cubicBezTo>
                <a:cubicBezTo>
                  <a:pt x="3149375" y="1946122"/>
                  <a:pt x="3160862" y="1934634"/>
                  <a:pt x="3175034" y="1934634"/>
                </a:cubicBezTo>
                <a:close/>
                <a:moveTo>
                  <a:pt x="3110828" y="1934634"/>
                </a:moveTo>
                <a:cubicBezTo>
                  <a:pt x="3124992" y="1934634"/>
                  <a:pt x="3136487" y="1946129"/>
                  <a:pt x="3136487" y="1960293"/>
                </a:cubicBezTo>
                <a:cubicBezTo>
                  <a:pt x="3136487" y="1974458"/>
                  <a:pt x="3124992" y="1985952"/>
                  <a:pt x="3110828" y="1985952"/>
                </a:cubicBezTo>
                <a:cubicBezTo>
                  <a:pt x="3096663" y="1985952"/>
                  <a:pt x="3085170" y="1974458"/>
                  <a:pt x="3085170" y="1960293"/>
                </a:cubicBezTo>
                <a:cubicBezTo>
                  <a:pt x="3085170" y="1946129"/>
                  <a:pt x="3096663" y="1934634"/>
                  <a:pt x="3110828" y="1934634"/>
                </a:cubicBezTo>
                <a:close/>
                <a:moveTo>
                  <a:pt x="3046623" y="1934634"/>
                </a:moveTo>
                <a:cubicBezTo>
                  <a:pt x="3060788" y="1934634"/>
                  <a:pt x="3072282" y="1946129"/>
                  <a:pt x="3072282" y="1960293"/>
                </a:cubicBezTo>
                <a:cubicBezTo>
                  <a:pt x="3072282" y="1974458"/>
                  <a:pt x="3060788" y="1985952"/>
                  <a:pt x="3046623" y="1985952"/>
                </a:cubicBezTo>
                <a:cubicBezTo>
                  <a:pt x="3032458" y="1985952"/>
                  <a:pt x="3020964" y="1974458"/>
                  <a:pt x="3020964" y="1960293"/>
                </a:cubicBezTo>
                <a:cubicBezTo>
                  <a:pt x="3020964" y="1946129"/>
                  <a:pt x="3032458" y="1934634"/>
                  <a:pt x="3046623" y="1934634"/>
                </a:cubicBezTo>
                <a:close/>
                <a:moveTo>
                  <a:pt x="2982301" y="1934634"/>
                </a:moveTo>
                <a:cubicBezTo>
                  <a:pt x="2996466" y="1934634"/>
                  <a:pt x="3007960" y="1946129"/>
                  <a:pt x="3007960" y="1960293"/>
                </a:cubicBezTo>
                <a:cubicBezTo>
                  <a:pt x="3007960" y="1974458"/>
                  <a:pt x="2996466" y="1985952"/>
                  <a:pt x="2982301" y="1985952"/>
                </a:cubicBezTo>
                <a:cubicBezTo>
                  <a:pt x="2968137" y="1985952"/>
                  <a:pt x="2956642" y="1974458"/>
                  <a:pt x="2956642" y="1960293"/>
                </a:cubicBezTo>
                <a:cubicBezTo>
                  <a:pt x="2956642" y="1946129"/>
                  <a:pt x="2968137" y="1934634"/>
                  <a:pt x="2982301" y="1934634"/>
                </a:cubicBezTo>
                <a:close/>
                <a:moveTo>
                  <a:pt x="2918096" y="1934634"/>
                </a:moveTo>
                <a:cubicBezTo>
                  <a:pt x="2932261" y="1934634"/>
                  <a:pt x="2943755" y="1946129"/>
                  <a:pt x="2943755" y="1960293"/>
                </a:cubicBezTo>
                <a:cubicBezTo>
                  <a:pt x="2943755" y="1974458"/>
                  <a:pt x="2932261" y="1985952"/>
                  <a:pt x="2918096" y="1985952"/>
                </a:cubicBezTo>
                <a:cubicBezTo>
                  <a:pt x="2903931" y="1985952"/>
                  <a:pt x="2892438" y="1974458"/>
                  <a:pt x="2892438" y="1960293"/>
                </a:cubicBezTo>
                <a:cubicBezTo>
                  <a:pt x="2892438" y="1946129"/>
                  <a:pt x="2903931" y="1934634"/>
                  <a:pt x="2918096" y="1934634"/>
                </a:cubicBezTo>
                <a:close/>
                <a:moveTo>
                  <a:pt x="2853890" y="1934634"/>
                </a:moveTo>
                <a:cubicBezTo>
                  <a:pt x="2868062" y="1934634"/>
                  <a:pt x="2879550" y="1946122"/>
                  <a:pt x="2879550" y="1960293"/>
                </a:cubicBezTo>
                <a:cubicBezTo>
                  <a:pt x="2879550" y="1974465"/>
                  <a:pt x="2868062" y="1985952"/>
                  <a:pt x="2853890" y="1985952"/>
                </a:cubicBezTo>
                <a:cubicBezTo>
                  <a:pt x="2839720" y="1985952"/>
                  <a:pt x="2828231" y="1974465"/>
                  <a:pt x="2828231" y="1960293"/>
                </a:cubicBezTo>
                <a:cubicBezTo>
                  <a:pt x="2828231" y="1946122"/>
                  <a:pt x="2839720" y="1934634"/>
                  <a:pt x="2853890" y="1934634"/>
                </a:cubicBezTo>
                <a:close/>
                <a:moveTo>
                  <a:pt x="2789686" y="1934634"/>
                </a:moveTo>
                <a:cubicBezTo>
                  <a:pt x="2803850" y="1934634"/>
                  <a:pt x="2815344" y="1946129"/>
                  <a:pt x="2815344" y="1960293"/>
                </a:cubicBezTo>
                <a:cubicBezTo>
                  <a:pt x="2815344" y="1974458"/>
                  <a:pt x="2803850" y="1985952"/>
                  <a:pt x="2789686" y="1985952"/>
                </a:cubicBezTo>
                <a:cubicBezTo>
                  <a:pt x="2775521" y="1985952"/>
                  <a:pt x="2764027" y="1974458"/>
                  <a:pt x="2764027" y="1960293"/>
                </a:cubicBezTo>
                <a:cubicBezTo>
                  <a:pt x="2764027" y="1946129"/>
                  <a:pt x="2775521" y="1934634"/>
                  <a:pt x="2789686" y="1934634"/>
                </a:cubicBezTo>
                <a:close/>
                <a:moveTo>
                  <a:pt x="2725480" y="1934634"/>
                </a:moveTo>
                <a:cubicBezTo>
                  <a:pt x="2739644" y="1934634"/>
                  <a:pt x="2751140" y="1946129"/>
                  <a:pt x="2751140" y="1960293"/>
                </a:cubicBezTo>
                <a:cubicBezTo>
                  <a:pt x="2751140" y="1974458"/>
                  <a:pt x="2739644" y="1985952"/>
                  <a:pt x="2725480" y="1985952"/>
                </a:cubicBezTo>
                <a:cubicBezTo>
                  <a:pt x="2711315" y="1985952"/>
                  <a:pt x="2699821" y="1974458"/>
                  <a:pt x="2699821" y="1960293"/>
                </a:cubicBezTo>
                <a:cubicBezTo>
                  <a:pt x="2699821" y="1946129"/>
                  <a:pt x="2711315" y="1934634"/>
                  <a:pt x="2725480" y="1934634"/>
                </a:cubicBezTo>
                <a:close/>
                <a:moveTo>
                  <a:pt x="2661276" y="1934634"/>
                </a:moveTo>
                <a:cubicBezTo>
                  <a:pt x="2675440" y="1934634"/>
                  <a:pt x="2686933" y="1946129"/>
                  <a:pt x="2686933" y="1960293"/>
                </a:cubicBezTo>
                <a:cubicBezTo>
                  <a:pt x="2686933" y="1974458"/>
                  <a:pt x="2675440" y="1985952"/>
                  <a:pt x="2661276" y="1985952"/>
                </a:cubicBezTo>
                <a:cubicBezTo>
                  <a:pt x="2647111" y="1985952"/>
                  <a:pt x="2635616" y="1974458"/>
                  <a:pt x="2635616" y="1960293"/>
                </a:cubicBezTo>
                <a:cubicBezTo>
                  <a:pt x="2635616" y="1946129"/>
                  <a:pt x="2647111" y="1934634"/>
                  <a:pt x="2661276" y="1934634"/>
                </a:cubicBezTo>
                <a:close/>
                <a:moveTo>
                  <a:pt x="2597069" y="1934634"/>
                </a:moveTo>
                <a:cubicBezTo>
                  <a:pt x="2611234" y="1934634"/>
                  <a:pt x="2622729" y="1946129"/>
                  <a:pt x="2622729" y="1960293"/>
                </a:cubicBezTo>
                <a:cubicBezTo>
                  <a:pt x="2622729" y="1974458"/>
                  <a:pt x="2611234" y="1985952"/>
                  <a:pt x="2597069" y="1985952"/>
                </a:cubicBezTo>
                <a:cubicBezTo>
                  <a:pt x="2582904" y="1985952"/>
                  <a:pt x="2571410" y="1974458"/>
                  <a:pt x="2571410" y="1960293"/>
                </a:cubicBezTo>
                <a:cubicBezTo>
                  <a:pt x="2571410" y="1946129"/>
                  <a:pt x="2582904" y="1934634"/>
                  <a:pt x="2597069" y="1934634"/>
                </a:cubicBezTo>
                <a:close/>
                <a:moveTo>
                  <a:pt x="2532865" y="1934634"/>
                </a:moveTo>
                <a:cubicBezTo>
                  <a:pt x="2547035" y="1934634"/>
                  <a:pt x="2558523" y="1946122"/>
                  <a:pt x="2558523" y="1960293"/>
                </a:cubicBezTo>
                <a:cubicBezTo>
                  <a:pt x="2558523" y="1974465"/>
                  <a:pt x="2547035" y="1985952"/>
                  <a:pt x="2532865" y="1985952"/>
                </a:cubicBezTo>
                <a:cubicBezTo>
                  <a:pt x="2518693" y="1985952"/>
                  <a:pt x="2507205" y="1974465"/>
                  <a:pt x="2507205" y="1960293"/>
                </a:cubicBezTo>
                <a:cubicBezTo>
                  <a:pt x="2507205" y="1946122"/>
                  <a:pt x="2518693" y="1934634"/>
                  <a:pt x="2532865" y="1934634"/>
                </a:cubicBezTo>
                <a:close/>
                <a:moveTo>
                  <a:pt x="2468658" y="1934634"/>
                </a:moveTo>
                <a:cubicBezTo>
                  <a:pt x="2482831" y="1934634"/>
                  <a:pt x="2494318" y="1946122"/>
                  <a:pt x="2494318" y="1960293"/>
                </a:cubicBezTo>
                <a:cubicBezTo>
                  <a:pt x="2494318" y="1974465"/>
                  <a:pt x="2482831" y="1985952"/>
                  <a:pt x="2468658" y="1985952"/>
                </a:cubicBezTo>
                <a:cubicBezTo>
                  <a:pt x="2454488" y="1985952"/>
                  <a:pt x="2443000" y="1974465"/>
                  <a:pt x="2443000" y="1960293"/>
                </a:cubicBezTo>
                <a:cubicBezTo>
                  <a:pt x="2443000" y="1946122"/>
                  <a:pt x="2454488" y="1934634"/>
                  <a:pt x="2468658" y="1934634"/>
                </a:cubicBezTo>
                <a:close/>
                <a:moveTo>
                  <a:pt x="2404454" y="1934634"/>
                </a:moveTo>
                <a:cubicBezTo>
                  <a:pt x="2418619" y="1934634"/>
                  <a:pt x="2430112" y="1946129"/>
                  <a:pt x="2430112" y="1960293"/>
                </a:cubicBezTo>
                <a:cubicBezTo>
                  <a:pt x="2430112" y="1974458"/>
                  <a:pt x="2418619" y="1985952"/>
                  <a:pt x="2404454" y="1985952"/>
                </a:cubicBezTo>
                <a:cubicBezTo>
                  <a:pt x="2390289" y="1985952"/>
                  <a:pt x="2378795" y="1974458"/>
                  <a:pt x="2378795" y="1960293"/>
                </a:cubicBezTo>
                <a:cubicBezTo>
                  <a:pt x="2378795" y="1946129"/>
                  <a:pt x="2390289" y="1934634"/>
                  <a:pt x="2404454" y="1934634"/>
                </a:cubicBezTo>
                <a:close/>
                <a:moveTo>
                  <a:pt x="2340249" y="1934634"/>
                </a:moveTo>
                <a:cubicBezTo>
                  <a:pt x="2354413" y="1934634"/>
                  <a:pt x="2365908" y="1946129"/>
                  <a:pt x="2365908" y="1960293"/>
                </a:cubicBezTo>
                <a:cubicBezTo>
                  <a:pt x="2365908" y="1974458"/>
                  <a:pt x="2354413" y="1985952"/>
                  <a:pt x="2340249" y="1985952"/>
                </a:cubicBezTo>
                <a:cubicBezTo>
                  <a:pt x="2326084" y="1985952"/>
                  <a:pt x="2314590" y="1974458"/>
                  <a:pt x="2314590" y="1960293"/>
                </a:cubicBezTo>
                <a:cubicBezTo>
                  <a:pt x="2314590" y="1946129"/>
                  <a:pt x="2326084" y="1934634"/>
                  <a:pt x="2340249" y="1934634"/>
                </a:cubicBezTo>
                <a:close/>
                <a:moveTo>
                  <a:pt x="2276044" y="1934634"/>
                </a:moveTo>
                <a:cubicBezTo>
                  <a:pt x="2290208" y="1934634"/>
                  <a:pt x="2301702" y="1946129"/>
                  <a:pt x="2301702" y="1960293"/>
                </a:cubicBezTo>
                <a:cubicBezTo>
                  <a:pt x="2301702" y="1974458"/>
                  <a:pt x="2290208" y="1985952"/>
                  <a:pt x="2276044" y="1985952"/>
                </a:cubicBezTo>
                <a:cubicBezTo>
                  <a:pt x="2261879" y="1985952"/>
                  <a:pt x="2250385" y="1974458"/>
                  <a:pt x="2250385" y="1960293"/>
                </a:cubicBezTo>
                <a:cubicBezTo>
                  <a:pt x="2250385" y="1946129"/>
                  <a:pt x="2261879" y="1934634"/>
                  <a:pt x="2276044" y="1934634"/>
                </a:cubicBezTo>
                <a:close/>
                <a:moveTo>
                  <a:pt x="2211838" y="1934634"/>
                </a:moveTo>
                <a:cubicBezTo>
                  <a:pt x="2226003" y="1934634"/>
                  <a:pt x="2237497" y="1946129"/>
                  <a:pt x="2237497" y="1960293"/>
                </a:cubicBezTo>
                <a:cubicBezTo>
                  <a:pt x="2237497" y="1974458"/>
                  <a:pt x="2226003" y="1985952"/>
                  <a:pt x="2211838" y="1985952"/>
                </a:cubicBezTo>
                <a:cubicBezTo>
                  <a:pt x="2197673" y="1985952"/>
                  <a:pt x="2186178" y="1974458"/>
                  <a:pt x="2186178" y="1960293"/>
                </a:cubicBezTo>
                <a:cubicBezTo>
                  <a:pt x="2186178" y="1946129"/>
                  <a:pt x="2197673" y="1934634"/>
                  <a:pt x="2211838" y="1934634"/>
                </a:cubicBezTo>
                <a:close/>
                <a:moveTo>
                  <a:pt x="2147633" y="1934634"/>
                </a:moveTo>
                <a:cubicBezTo>
                  <a:pt x="2161804" y="1934634"/>
                  <a:pt x="2173293" y="1946122"/>
                  <a:pt x="2173293" y="1960293"/>
                </a:cubicBezTo>
                <a:cubicBezTo>
                  <a:pt x="2173293" y="1974465"/>
                  <a:pt x="2161804" y="1985952"/>
                  <a:pt x="2147633" y="1985952"/>
                </a:cubicBezTo>
                <a:cubicBezTo>
                  <a:pt x="2133462" y="1985952"/>
                  <a:pt x="2121975" y="1974465"/>
                  <a:pt x="2121975" y="1960293"/>
                </a:cubicBezTo>
                <a:cubicBezTo>
                  <a:pt x="2121975" y="1946122"/>
                  <a:pt x="2133462" y="1934634"/>
                  <a:pt x="2147633" y="1934634"/>
                </a:cubicBezTo>
                <a:close/>
                <a:moveTo>
                  <a:pt x="2083427" y="1934634"/>
                </a:moveTo>
                <a:cubicBezTo>
                  <a:pt x="2097599" y="1934634"/>
                  <a:pt x="2109087" y="1946122"/>
                  <a:pt x="2109087" y="1960293"/>
                </a:cubicBezTo>
                <a:cubicBezTo>
                  <a:pt x="2109087" y="1974465"/>
                  <a:pt x="2097599" y="1985952"/>
                  <a:pt x="2083427" y="1985952"/>
                </a:cubicBezTo>
                <a:cubicBezTo>
                  <a:pt x="2069257" y="1985952"/>
                  <a:pt x="2057768" y="1974465"/>
                  <a:pt x="2057768" y="1960293"/>
                </a:cubicBezTo>
                <a:cubicBezTo>
                  <a:pt x="2057768" y="1946122"/>
                  <a:pt x="2069257" y="1934634"/>
                  <a:pt x="2083427" y="1934634"/>
                </a:cubicBezTo>
                <a:close/>
                <a:moveTo>
                  <a:pt x="2019222" y="1934634"/>
                </a:moveTo>
                <a:cubicBezTo>
                  <a:pt x="2033387" y="1934634"/>
                  <a:pt x="2044880" y="1946129"/>
                  <a:pt x="2044880" y="1960293"/>
                </a:cubicBezTo>
                <a:cubicBezTo>
                  <a:pt x="2044880" y="1974458"/>
                  <a:pt x="2033387" y="1985952"/>
                  <a:pt x="2019222" y="1985952"/>
                </a:cubicBezTo>
                <a:cubicBezTo>
                  <a:pt x="2005058" y="1985952"/>
                  <a:pt x="1993563" y="1974458"/>
                  <a:pt x="1993563" y="1960293"/>
                </a:cubicBezTo>
                <a:cubicBezTo>
                  <a:pt x="1993563" y="1946129"/>
                  <a:pt x="2005058" y="1934634"/>
                  <a:pt x="2019222" y="1934634"/>
                </a:cubicBezTo>
                <a:close/>
                <a:moveTo>
                  <a:pt x="1955016" y="1934634"/>
                </a:moveTo>
                <a:cubicBezTo>
                  <a:pt x="1969181" y="1934634"/>
                  <a:pt x="1980676" y="1946129"/>
                  <a:pt x="1980676" y="1960293"/>
                </a:cubicBezTo>
                <a:cubicBezTo>
                  <a:pt x="1980676" y="1974458"/>
                  <a:pt x="1969181" y="1985952"/>
                  <a:pt x="1955016" y="1985952"/>
                </a:cubicBezTo>
                <a:cubicBezTo>
                  <a:pt x="1940851" y="1985952"/>
                  <a:pt x="1929358" y="1974458"/>
                  <a:pt x="1929358" y="1960293"/>
                </a:cubicBezTo>
                <a:cubicBezTo>
                  <a:pt x="1929358" y="1946129"/>
                  <a:pt x="1940851" y="1934634"/>
                  <a:pt x="1955016" y="1934634"/>
                </a:cubicBezTo>
                <a:close/>
                <a:moveTo>
                  <a:pt x="1890696" y="1934634"/>
                </a:moveTo>
                <a:cubicBezTo>
                  <a:pt x="1904860" y="1934634"/>
                  <a:pt x="1916355" y="1946129"/>
                  <a:pt x="1916355" y="1960293"/>
                </a:cubicBezTo>
                <a:cubicBezTo>
                  <a:pt x="1916355" y="1974458"/>
                  <a:pt x="1904860" y="1985952"/>
                  <a:pt x="1890696" y="1985952"/>
                </a:cubicBezTo>
                <a:cubicBezTo>
                  <a:pt x="1876531" y="1985952"/>
                  <a:pt x="1865037" y="1974458"/>
                  <a:pt x="1865037" y="1960293"/>
                </a:cubicBezTo>
                <a:cubicBezTo>
                  <a:pt x="1865037" y="1946129"/>
                  <a:pt x="1876531" y="1934634"/>
                  <a:pt x="1890696" y="1934634"/>
                </a:cubicBezTo>
                <a:close/>
                <a:moveTo>
                  <a:pt x="1826490" y="1934634"/>
                </a:moveTo>
                <a:cubicBezTo>
                  <a:pt x="1840654" y="1934634"/>
                  <a:pt x="1852149" y="1946129"/>
                  <a:pt x="1852149" y="1960293"/>
                </a:cubicBezTo>
                <a:cubicBezTo>
                  <a:pt x="1852149" y="1974458"/>
                  <a:pt x="1840654" y="1985952"/>
                  <a:pt x="1826490" y="1985952"/>
                </a:cubicBezTo>
                <a:cubicBezTo>
                  <a:pt x="1812325" y="1985952"/>
                  <a:pt x="1800830" y="1974458"/>
                  <a:pt x="1800830" y="1960293"/>
                </a:cubicBezTo>
                <a:cubicBezTo>
                  <a:pt x="1800830" y="1946129"/>
                  <a:pt x="1812325" y="1934634"/>
                  <a:pt x="1826490" y="1934634"/>
                </a:cubicBezTo>
                <a:close/>
                <a:moveTo>
                  <a:pt x="1762285" y="1934634"/>
                </a:moveTo>
                <a:cubicBezTo>
                  <a:pt x="1776456" y="1934634"/>
                  <a:pt x="1787944" y="1946122"/>
                  <a:pt x="1787944" y="1960293"/>
                </a:cubicBezTo>
                <a:cubicBezTo>
                  <a:pt x="1787944" y="1974465"/>
                  <a:pt x="1776456" y="1985952"/>
                  <a:pt x="1762285" y="1985952"/>
                </a:cubicBezTo>
                <a:cubicBezTo>
                  <a:pt x="1748114" y="1985952"/>
                  <a:pt x="1736626" y="1974465"/>
                  <a:pt x="1736626" y="1960293"/>
                </a:cubicBezTo>
                <a:cubicBezTo>
                  <a:pt x="1736626" y="1946122"/>
                  <a:pt x="1748114" y="1934634"/>
                  <a:pt x="1762285" y="1934634"/>
                </a:cubicBezTo>
                <a:close/>
                <a:moveTo>
                  <a:pt x="1698080" y="1934634"/>
                </a:moveTo>
                <a:cubicBezTo>
                  <a:pt x="1712244" y="1934634"/>
                  <a:pt x="1723738" y="1946129"/>
                  <a:pt x="1723738" y="1960293"/>
                </a:cubicBezTo>
                <a:cubicBezTo>
                  <a:pt x="1723738" y="1974458"/>
                  <a:pt x="1712244" y="1985952"/>
                  <a:pt x="1698080" y="1985952"/>
                </a:cubicBezTo>
                <a:cubicBezTo>
                  <a:pt x="1683915" y="1985952"/>
                  <a:pt x="1672420" y="1974458"/>
                  <a:pt x="1672420" y="1960293"/>
                </a:cubicBezTo>
                <a:cubicBezTo>
                  <a:pt x="1672420" y="1946129"/>
                  <a:pt x="1683915" y="1934634"/>
                  <a:pt x="1698080" y="1934634"/>
                </a:cubicBezTo>
                <a:close/>
                <a:moveTo>
                  <a:pt x="1633874" y="1934634"/>
                </a:moveTo>
                <a:cubicBezTo>
                  <a:pt x="1648039" y="1934634"/>
                  <a:pt x="1659533" y="1946129"/>
                  <a:pt x="1659533" y="1960293"/>
                </a:cubicBezTo>
                <a:cubicBezTo>
                  <a:pt x="1659533" y="1974458"/>
                  <a:pt x="1648039" y="1985952"/>
                  <a:pt x="1633874" y="1985952"/>
                </a:cubicBezTo>
                <a:cubicBezTo>
                  <a:pt x="1619710" y="1985952"/>
                  <a:pt x="1608216" y="1974458"/>
                  <a:pt x="1608216" y="1960293"/>
                </a:cubicBezTo>
                <a:cubicBezTo>
                  <a:pt x="1608216" y="1946129"/>
                  <a:pt x="1619710" y="1934634"/>
                  <a:pt x="1633874" y="1934634"/>
                </a:cubicBezTo>
                <a:close/>
                <a:moveTo>
                  <a:pt x="1569669" y="1934634"/>
                </a:moveTo>
                <a:cubicBezTo>
                  <a:pt x="1583834" y="1934634"/>
                  <a:pt x="1595328" y="1946129"/>
                  <a:pt x="1595328" y="1960293"/>
                </a:cubicBezTo>
                <a:cubicBezTo>
                  <a:pt x="1595328" y="1974458"/>
                  <a:pt x="1583834" y="1985952"/>
                  <a:pt x="1569669" y="1985952"/>
                </a:cubicBezTo>
                <a:cubicBezTo>
                  <a:pt x="1555504" y="1985952"/>
                  <a:pt x="1544010" y="1974458"/>
                  <a:pt x="1544010" y="1960293"/>
                </a:cubicBezTo>
                <a:cubicBezTo>
                  <a:pt x="1544010" y="1946129"/>
                  <a:pt x="1555504" y="1934634"/>
                  <a:pt x="1569669" y="1934634"/>
                </a:cubicBezTo>
                <a:close/>
                <a:moveTo>
                  <a:pt x="1505464" y="1934634"/>
                </a:moveTo>
                <a:cubicBezTo>
                  <a:pt x="1519629" y="1934634"/>
                  <a:pt x="1531123" y="1946129"/>
                  <a:pt x="1531123" y="1960293"/>
                </a:cubicBezTo>
                <a:cubicBezTo>
                  <a:pt x="1531123" y="1974458"/>
                  <a:pt x="1519629" y="1985952"/>
                  <a:pt x="1505464" y="1985952"/>
                </a:cubicBezTo>
                <a:cubicBezTo>
                  <a:pt x="1491299" y="1985952"/>
                  <a:pt x="1479806" y="1974458"/>
                  <a:pt x="1479806" y="1960293"/>
                </a:cubicBezTo>
                <a:cubicBezTo>
                  <a:pt x="1479806" y="1946129"/>
                  <a:pt x="1491299" y="1934634"/>
                  <a:pt x="1505464" y="1934634"/>
                </a:cubicBezTo>
                <a:close/>
                <a:moveTo>
                  <a:pt x="1441258" y="1934634"/>
                </a:moveTo>
                <a:cubicBezTo>
                  <a:pt x="1455430" y="1934634"/>
                  <a:pt x="1466917" y="1946122"/>
                  <a:pt x="1466917" y="1960293"/>
                </a:cubicBezTo>
                <a:cubicBezTo>
                  <a:pt x="1466917" y="1974465"/>
                  <a:pt x="1455430" y="1985952"/>
                  <a:pt x="1441258" y="1985952"/>
                </a:cubicBezTo>
                <a:cubicBezTo>
                  <a:pt x="1427087" y="1985952"/>
                  <a:pt x="1415599" y="1974465"/>
                  <a:pt x="1415599" y="1960293"/>
                </a:cubicBezTo>
                <a:cubicBezTo>
                  <a:pt x="1415599" y="1946122"/>
                  <a:pt x="1427087" y="1934634"/>
                  <a:pt x="1441258" y="1934634"/>
                </a:cubicBezTo>
                <a:close/>
                <a:moveTo>
                  <a:pt x="1377053" y="1934634"/>
                </a:moveTo>
                <a:cubicBezTo>
                  <a:pt x="1391224" y="1934634"/>
                  <a:pt x="1402712" y="1946122"/>
                  <a:pt x="1402712" y="1960293"/>
                </a:cubicBezTo>
                <a:cubicBezTo>
                  <a:pt x="1402712" y="1974465"/>
                  <a:pt x="1391224" y="1985952"/>
                  <a:pt x="1377053" y="1985952"/>
                </a:cubicBezTo>
                <a:cubicBezTo>
                  <a:pt x="1362882" y="1985952"/>
                  <a:pt x="1351395" y="1974465"/>
                  <a:pt x="1351395" y="1960293"/>
                </a:cubicBezTo>
                <a:cubicBezTo>
                  <a:pt x="1351395" y="1946122"/>
                  <a:pt x="1362882" y="1934634"/>
                  <a:pt x="1377053" y="1934634"/>
                </a:cubicBezTo>
                <a:close/>
                <a:moveTo>
                  <a:pt x="1312848" y="1934634"/>
                </a:moveTo>
                <a:cubicBezTo>
                  <a:pt x="1327013" y="1934634"/>
                  <a:pt x="1338507" y="1946129"/>
                  <a:pt x="1338507" y="1960293"/>
                </a:cubicBezTo>
                <a:cubicBezTo>
                  <a:pt x="1338507" y="1974458"/>
                  <a:pt x="1327013" y="1985952"/>
                  <a:pt x="1312848" y="1985952"/>
                </a:cubicBezTo>
                <a:cubicBezTo>
                  <a:pt x="1298683" y="1985952"/>
                  <a:pt x="1287190" y="1974458"/>
                  <a:pt x="1287190" y="1960293"/>
                </a:cubicBezTo>
                <a:cubicBezTo>
                  <a:pt x="1287190" y="1946129"/>
                  <a:pt x="1298683" y="1934634"/>
                  <a:pt x="1312848" y="1934634"/>
                </a:cubicBezTo>
                <a:close/>
                <a:moveTo>
                  <a:pt x="1248643" y="1934634"/>
                </a:moveTo>
                <a:cubicBezTo>
                  <a:pt x="1262808" y="1934634"/>
                  <a:pt x="1274302" y="1946129"/>
                  <a:pt x="1274302" y="1960293"/>
                </a:cubicBezTo>
                <a:cubicBezTo>
                  <a:pt x="1274302" y="1974458"/>
                  <a:pt x="1262808" y="1985952"/>
                  <a:pt x="1248643" y="1985952"/>
                </a:cubicBezTo>
                <a:cubicBezTo>
                  <a:pt x="1234479" y="1985952"/>
                  <a:pt x="1222984" y="1974458"/>
                  <a:pt x="1222984" y="1960293"/>
                </a:cubicBezTo>
                <a:cubicBezTo>
                  <a:pt x="1222984" y="1946129"/>
                  <a:pt x="1234479" y="1934634"/>
                  <a:pt x="1248643" y="1934634"/>
                </a:cubicBezTo>
                <a:close/>
                <a:moveTo>
                  <a:pt x="1184437" y="1934634"/>
                </a:moveTo>
                <a:cubicBezTo>
                  <a:pt x="1198602" y="1934634"/>
                  <a:pt x="1210096" y="1946129"/>
                  <a:pt x="1210096" y="1960293"/>
                </a:cubicBezTo>
                <a:cubicBezTo>
                  <a:pt x="1210096" y="1974458"/>
                  <a:pt x="1198602" y="1985952"/>
                  <a:pt x="1184437" y="1985952"/>
                </a:cubicBezTo>
                <a:cubicBezTo>
                  <a:pt x="1170273" y="1985952"/>
                  <a:pt x="1158780" y="1974458"/>
                  <a:pt x="1158780" y="1960293"/>
                </a:cubicBezTo>
                <a:cubicBezTo>
                  <a:pt x="1158780" y="1946129"/>
                  <a:pt x="1170273" y="1934634"/>
                  <a:pt x="1184437" y="1934634"/>
                </a:cubicBezTo>
                <a:close/>
                <a:moveTo>
                  <a:pt x="1120233" y="1934634"/>
                </a:moveTo>
                <a:cubicBezTo>
                  <a:pt x="1134398" y="1934634"/>
                  <a:pt x="1145892" y="1946129"/>
                  <a:pt x="1145892" y="1960293"/>
                </a:cubicBezTo>
                <a:cubicBezTo>
                  <a:pt x="1145892" y="1974458"/>
                  <a:pt x="1134398" y="1985952"/>
                  <a:pt x="1120233" y="1985952"/>
                </a:cubicBezTo>
                <a:cubicBezTo>
                  <a:pt x="1106068" y="1985952"/>
                  <a:pt x="1094573" y="1974458"/>
                  <a:pt x="1094573" y="1960293"/>
                </a:cubicBezTo>
                <a:cubicBezTo>
                  <a:pt x="1094573" y="1946129"/>
                  <a:pt x="1106068" y="1934634"/>
                  <a:pt x="1120233" y="1934634"/>
                </a:cubicBezTo>
                <a:close/>
                <a:moveTo>
                  <a:pt x="1056027" y="1934634"/>
                </a:moveTo>
                <a:cubicBezTo>
                  <a:pt x="1070199" y="1934634"/>
                  <a:pt x="1081685" y="1946122"/>
                  <a:pt x="1081685" y="1960293"/>
                </a:cubicBezTo>
                <a:cubicBezTo>
                  <a:pt x="1081685" y="1974465"/>
                  <a:pt x="1070199" y="1985952"/>
                  <a:pt x="1056027" y="1985952"/>
                </a:cubicBezTo>
                <a:cubicBezTo>
                  <a:pt x="1041857" y="1985952"/>
                  <a:pt x="1030369" y="1974465"/>
                  <a:pt x="1030369" y="1960293"/>
                </a:cubicBezTo>
                <a:cubicBezTo>
                  <a:pt x="1030369" y="1946122"/>
                  <a:pt x="1041857" y="1934634"/>
                  <a:pt x="1056027" y="1934634"/>
                </a:cubicBezTo>
                <a:close/>
                <a:moveTo>
                  <a:pt x="991823" y="1934634"/>
                </a:moveTo>
                <a:cubicBezTo>
                  <a:pt x="1005993" y="1934634"/>
                  <a:pt x="1017481" y="1946122"/>
                  <a:pt x="1017481" y="1960293"/>
                </a:cubicBezTo>
                <a:cubicBezTo>
                  <a:pt x="1017481" y="1974465"/>
                  <a:pt x="1005993" y="1985952"/>
                  <a:pt x="991823" y="1985952"/>
                </a:cubicBezTo>
                <a:cubicBezTo>
                  <a:pt x="977652" y="1985952"/>
                  <a:pt x="966162" y="1974465"/>
                  <a:pt x="966162" y="1960293"/>
                </a:cubicBezTo>
                <a:cubicBezTo>
                  <a:pt x="966162" y="1946122"/>
                  <a:pt x="977652" y="1934634"/>
                  <a:pt x="991823" y="1934634"/>
                </a:cubicBezTo>
                <a:close/>
                <a:moveTo>
                  <a:pt x="927616" y="1934634"/>
                </a:moveTo>
                <a:cubicBezTo>
                  <a:pt x="941781" y="1934634"/>
                  <a:pt x="953275" y="1946129"/>
                  <a:pt x="953275" y="1960293"/>
                </a:cubicBezTo>
                <a:cubicBezTo>
                  <a:pt x="953275" y="1974458"/>
                  <a:pt x="941781" y="1985952"/>
                  <a:pt x="927616" y="1985952"/>
                </a:cubicBezTo>
                <a:cubicBezTo>
                  <a:pt x="913452" y="1985952"/>
                  <a:pt x="901957" y="1974458"/>
                  <a:pt x="901957" y="1960293"/>
                </a:cubicBezTo>
                <a:cubicBezTo>
                  <a:pt x="901957" y="1946129"/>
                  <a:pt x="913452" y="1934634"/>
                  <a:pt x="927616" y="1934634"/>
                </a:cubicBezTo>
                <a:close/>
                <a:moveTo>
                  <a:pt x="863411" y="1934634"/>
                </a:moveTo>
                <a:cubicBezTo>
                  <a:pt x="877576" y="1934634"/>
                  <a:pt x="889071" y="1946129"/>
                  <a:pt x="889071" y="1960293"/>
                </a:cubicBezTo>
                <a:cubicBezTo>
                  <a:pt x="889071" y="1974458"/>
                  <a:pt x="877576" y="1985952"/>
                  <a:pt x="863411" y="1985952"/>
                </a:cubicBezTo>
                <a:cubicBezTo>
                  <a:pt x="849248" y="1985952"/>
                  <a:pt x="837752" y="1974458"/>
                  <a:pt x="837752" y="1960293"/>
                </a:cubicBezTo>
                <a:cubicBezTo>
                  <a:pt x="837752" y="1946129"/>
                  <a:pt x="849248" y="1934634"/>
                  <a:pt x="863411" y="1934634"/>
                </a:cubicBezTo>
                <a:close/>
                <a:moveTo>
                  <a:pt x="799089" y="1934634"/>
                </a:moveTo>
                <a:cubicBezTo>
                  <a:pt x="813255" y="1934634"/>
                  <a:pt x="824748" y="1946129"/>
                  <a:pt x="824748" y="1960293"/>
                </a:cubicBezTo>
                <a:cubicBezTo>
                  <a:pt x="824748" y="1974458"/>
                  <a:pt x="813255" y="1985952"/>
                  <a:pt x="799089" y="1985952"/>
                </a:cubicBezTo>
                <a:cubicBezTo>
                  <a:pt x="784925" y="1985952"/>
                  <a:pt x="773432" y="1974458"/>
                  <a:pt x="773432" y="1960293"/>
                </a:cubicBezTo>
                <a:cubicBezTo>
                  <a:pt x="773432" y="1946129"/>
                  <a:pt x="784925" y="1934634"/>
                  <a:pt x="799089" y="1934634"/>
                </a:cubicBezTo>
                <a:close/>
                <a:moveTo>
                  <a:pt x="734885" y="1934634"/>
                </a:moveTo>
                <a:cubicBezTo>
                  <a:pt x="749049" y="1934634"/>
                  <a:pt x="760544" y="1946129"/>
                  <a:pt x="760544" y="1960293"/>
                </a:cubicBezTo>
                <a:cubicBezTo>
                  <a:pt x="760544" y="1974458"/>
                  <a:pt x="749049" y="1985952"/>
                  <a:pt x="734885" y="1985952"/>
                </a:cubicBezTo>
                <a:cubicBezTo>
                  <a:pt x="720720" y="1985952"/>
                  <a:pt x="709225" y="1974458"/>
                  <a:pt x="709225" y="1960293"/>
                </a:cubicBezTo>
                <a:cubicBezTo>
                  <a:pt x="709225" y="1946129"/>
                  <a:pt x="720720" y="1934634"/>
                  <a:pt x="734885" y="1934634"/>
                </a:cubicBezTo>
                <a:close/>
                <a:moveTo>
                  <a:pt x="670679" y="1934634"/>
                </a:moveTo>
                <a:cubicBezTo>
                  <a:pt x="684851" y="1934634"/>
                  <a:pt x="696338" y="1946122"/>
                  <a:pt x="696338" y="1960293"/>
                </a:cubicBezTo>
                <a:cubicBezTo>
                  <a:pt x="696338" y="1974465"/>
                  <a:pt x="684851" y="1985952"/>
                  <a:pt x="670679" y="1985952"/>
                </a:cubicBezTo>
                <a:cubicBezTo>
                  <a:pt x="656509" y="1985952"/>
                  <a:pt x="645020" y="1974465"/>
                  <a:pt x="645020" y="1960293"/>
                </a:cubicBezTo>
                <a:cubicBezTo>
                  <a:pt x="645020" y="1946122"/>
                  <a:pt x="656509" y="1934634"/>
                  <a:pt x="670679" y="1934634"/>
                </a:cubicBezTo>
                <a:close/>
                <a:moveTo>
                  <a:pt x="606475" y="1934634"/>
                </a:moveTo>
                <a:cubicBezTo>
                  <a:pt x="620639" y="1934634"/>
                  <a:pt x="632134" y="1946129"/>
                  <a:pt x="632134" y="1960293"/>
                </a:cubicBezTo>
                <a:cubicBezTo>
                  <a:pt x="632134" y="1974458"/>
                  <a:pt x="620639" y="1985952"/>
                  <a:pt x="606475" y="1985952"/>
                </a:cubicBezTo>
                <a:cubicBezTo>
                  <a:pt x="592310" y="1985952"/>
                  <a:pt x="580815" y="1974458"/>
                  <a:pt x="580815" y="1960293"/>
                </a:cubicBezTo>
                <a:cubicBezTo>
                  <a:pt x="580815" y="1946129"/>
                  <a:pt x="592310" y="1934634"/>
                  <a:pt x="606475" y="1934634"/>
                </a:cubicBezTo>
                <a:close/>
                <a:moveTo>
                  <a:pt x="542268" y="1934634"/>
                </a:moveTo>
                <a:cubicBezTo>
                  <a:pt x="556433" y="1934634"/>
                  <a:pt x="567927" y="1946129"/>
                  <a:pt x="567927" y="1960293"/>
                </a:cubicBezTo>
                <a:cubicBezTo>
                  <a:pt x="567927" y="1974458"/>
                  <a:pt x="556433" y="1985952"/>
                  <a:pt x="542268" y="1985952"/>
                </a:cubicBezTo>
                <a:cubicBezTo>
                  <a:pt x="528104" y="1985952"/>
                  <a:pt x="516610" y="1974458"/>
                  <a:pt x="516610" y="1960293"/>
                </a:cubicBezTo>
                <a:cubicBezTo>
                  <a:pt x="516610" y="1946129"/>
                  <a:pt x="528104" y="1934634"/>
                  <a:pt x="542268" y="1934634"/>
                </a:cubicBezTo>
                <a:close/>
                <a:moveTo>
                  <a:pt x="478063" y="1934634"/>
                </a:moveTo>
                <a:cubicBezTo>
                  <a:pt x="492228" y="1934634"/>
                  <a:pt x="503724" y="1946129"/>
                  <a:pt x="503724" y="1960293"/>
                </a:cubicBezTo>
                <a:cubicBezTo>
                  <a:pt x="503724" y="1974458"/>
                  <a:pt x="492228" y="1985952"/>
                  <a:pt x="478063" y="1985952"/>
                </a:cubicBezTo>
                <a:cubicBezTo>
                  <a:pt x="463900" y="1985952"/>
                  <a:pt x="452404" y="1974458"/>
                  <a:pt x="452404" y="1960293"/>
                </a:cubicBezTo>
                <a:cubicBezTo>
                  <a:pt x="452404" y="1946129"/>
                  <a:pt x="463900" y="1934634"/>
                  <a:pt x="478063" y="1934634"/>
                </a:cubicBezTo>
                <a:close/>
                <a:moveTo>
                  <a:pt x="413858" y="1934634"/>
                </a:moveTo>
                <a:cubicBezTo>
                  <a:pt x="428023" y="1934634"/>
                  <a:pt x="439517" y="1946129"/>
                  <a:pt x="439517" y="1960293"/>
                </a:cubicBezTo>
                <a:cubicBezTo>
                  <a:pt x="439517" y="1974458"/>
                  <a:pt x="428023" y="1985952"/>
                  <a:pt x="413858" y="1985952"/>
                </a:cubicBezTo>
                <a:cubicBezTo>
                  <a:pt x="399694" y="1985952"/>
                  <a:pt x="388200" y="1974458"/>
                  <a:pt x="388200" y="1960293"/>
                </a:cubicBezTo>
                <a:cubicBezTo>
                  <a:pt x="388200" y="1946129"/>
                  <a:pt x="399694" y="1934634"/>
                  <a:pt x="413858" y="1934634"/>
                </a:cubicBezTo>
                <a:close/>
                <a:moveTo>
                  <a:pt x="346686" y="1934634"/>
                </a:moveTo>
                <a:cubicBezTo>
                  <a:pt x="360849" y="1934634"/>
                  <a:pt x="372344" y="1946129"/>
                  <a:pt x="372344" y="1960293"/>
                </a:cubicBezTo>
                <a:cubicBezTo>
                  <a:pt x="372344" y="1974458"/>
                  <a:pt x="360849" y="1985952"/>
                  <a:pt x="346686" y="1985952"/>
                </a:cubicBezTo>
                <a:cubicBezTo>
                  <a:pt x="332520" y="1985952"/>
                  <a:pt x="321027" y="1974458"/>
                  <a:pt x="321027" y="1960293"/>
                </a:cubicBezTo>
                <a:cubicBezTo>
                  <a:pt x="321027" y="1946129"/>
                  <a:pt x="332520" y="1934634"/>
                  <a:pt x="346686" y="1934634"/>
                </a:cubicBezTo>
                <a:close/>
                <a:moveTo>
                  <a:pt x="282480" y="1934634"/>
                </a:moveTo>
                <a:cubicBezTo>
                  <a:pt x="296644" y="1934634"/>
                  <a:pt x="308138" y="1946129"/>
                  <a:pt x="308138" y="1960293"/>
                </a:cubicBezTo>
                <a:cubicBezTo>
                  <a:pt x="308138" y="1974458"/>
                  <a:pt x="296644" y="1985952"/>
                  <a:pt x="282480" y="1985952"/>
                </a:cubicBezTo>
                <a:cubicBezTo>
                  <a:pt x="268314" y="1985952"/>
                  <a:pt x="256820" y="1974458"/>
                  <a:pt x="256820" y="1960293"/>
                </a:cubicBezTo>
                <a:cubicBezTo>
                  <a:pt x="256820" y="1946129"/>
                  <a:pt x="268314" y="1934634"/>
                  <a:pt x="282480" y="1934634"/>
                </a:cubicBezTo>
                <a:close/>
                <a:moveTo>
                  <a:pt x="218274" y="1934634"/>
                </a:moveTo>
                <a:cubicBezTo>
                  <a:pt x="232438" y="1934634"/>
                  <a:pt x="243932" y="1946129"/>
                  <a:pt x="243932" y="1960293"/>
                </a:cubicBezTo>
                <a:cubicBezTo>
                  <a:pt x="243932" y="1974458"/>
                  <a:pt x="232438" y="1985952"/>
                  <a:pt x="218274" y="1985952"/>
                </a:cubicBezTo>
                <a:cubicBezTo>
                  <a:pt x="204109" y="1985952"/>
                  <a:pt x="192615" y="1974458"/>
                  <a:pt x="192615" y="1960293"/>
                </a:cubicBezTo>
                <a:cubicBezTo>
                  <a:pt x="192615" y="1946129"/>
                  <a:pt x="204109" y="1934634"/>
                  <a:pt x="218274" y="1934634"/>
                </a:cubicBezTo>
                <a:close/>
                <a:moveTo>
                  <a:pt x="154069" y="1934634"/>
                </a:moveTo>
                <a:cubicBezTo>
                  <a:pt x="168233" y="1934634"/>
                  <a:pt x="179727" y="1946129"/>
                  <a:pt x="179727" y="1960293"/>
                </a:cubicBezTo>
                <a:cubicBezTo>
                  <a:pt x="179727" y="1974458"/>
                  <a:pt x="168233" y="1985952"/>
                  <a:pt x="154069" y="1985952"/>
                </a:cubicBezTo>
                <a:cubicBezTo>
                  <a:pt x="139904" y="1985952"/>
                  <a:pt x="128410" y="1974458"/>
                  <a:pt x="128410" y="1960293"/>
                </a:cubicBezTo>
                <a:cubicBezTo>
                  <a:pt x="128410" y="1946129"/>
                  <a:pt x="139904" y="1934634"/>
                  <a:pt x="154069" y="1934634"/>
                </a:cubicBezTo>
                <a:close/>
                <a:moveTo>
                  <a:pt x="89864" y="1934634"/>
                </a:moveTo>
                <a:cubicBezTo>
                  <a:pt x="104034" y="1934634"/>
                  <a:pt x="115522" y="1946122"/>
                  <a:pt x="115522" y="1960293"/>
                </a:cubicBezTo>
                <a:cubicBezTo>
                  <a:pt x="115522" y="1974465"/>
                  <a:pt x="104034" y="1985952"/>
                  <a:pt x="89864" y="1985952"/>
                </a:cubicBezTo>
                <a:cubicBezTo>
                  <a:pt x="75693" y="1985952"/>
                  <a:pt x="64205" y="1974465"/>
                  <a:pt x="64205" y="1960293"/>
                </a:cubicBezTo>
                <a:cubicBezTo>
                  <a:pt x="64205" y="1946122"/>
                  <a:pt x="75693" y="1934634"/>
                  <a:pt x="89864" y="1934634"/>
                </a:cubicBezTo>
                <a:close/>
                <a:moveTo>
                  <a:pt x="25659" y="1934634"/>
                </a:moveTo>
                <a:cubicBezTo>
                  <a:pt x="39829" y="1934634"/>
                  <a:pt x="51317" y="1946122"/>
                  <a:pt x="51317" y="1960293"/>
                </a:cubicBezTo>
                <a:cubicBezTo>
                  <a:pt x="51317" y="1974465"/>
                  <a:pt x="39829" y="1985952"/>
                  <a:pt x="25659" y="1985952"/>
                </a:cubicBezTo>
                <a:cubicBezTo>
                  <a:pt x="11488" y="1985952"/>
                  <a:pt x="0" y="1974465"/>
                  <a:pt x="0" y="1960293"/>
                </a:cubicBezTo>
                <a:cubicBezTo>
                  <a:pt x="0" y="1946122"/>
                  <a:pt x="11488" y="1934634"/>
                  <a:pt x="25659" y="1934634"/>
                </a:cubicBezTo>
                <a:close/>
                <a:moveTo>
                  <a:pt x="12163307" y="1867527"/>
                </a:moveTo>
                <a:cubicBezTo>
                  <a:pt x="12177471" y="1867527"/>
                  <a:pt x="12188965" y="1879020"/>
                  <a:pt x="12188965" y="1893185"/>
                </a:cubicBezTo>
                <a:cubicBezTo>
                  <a:pt x="12188965" y="1907350"/>
                  <a:pt x="12177471" y="1918844"/>
                  <a:pt x="12163307" y="1918844"/>
                </a:cubicBezTo>
                <a:cubicBezTo>
                  <a:pt x="12149141" y="1918844"/>
                  <a:pt x="12137649" y="1907350"/>
                  <a:pt x="12137649" y="1893185"/>
                </a:cubicBezTo>
                <a:cubicBezTo>
                  <a:pt x="12137649" y="1879020"/>
                  <a:pt x="12149141" y="1867527"/>
                  <a:pt x="12163307" y="1867527"/>
                </a:cubicBezTo>
                <a:close/>
                <a:moveTo>
                  <a:pt x="12099103" y="1867527"/>
                </a:moveTo>
                <a:cubicBezTo>
                  <a:pt x="12113273" y="1867527"/>
                  <a:pt x="12124761" y="1879014"/>
                  <a:pt x="12124761" y="1893185"/>
                </a:cubicBezTo>
                <a:cubicBezTo>
                  <a:pt x="12124761" y="1907356"/>
                  <a:pt x="12113273" y="1918844"/>
                  <a:pt x="12099103" y="1918844"/>
                </a:cubicBezTo>
                <a:cubicBezTo>
                  <a:pt x="12084931" y="1918844"/>
                  <a:pt x="12073441" y="1907356"/>
                  <a:pt x="12073441" y="1893185"/>
                </a:cubicBezTo>
                <a:cubicBezTo>
                  <a:pt x="12073441" y="1879014"/>
                  <a:pt x="12084931" y="1867527"/>
                  <a:pt x="12099103" y="1867527"/>
                </a:cubicBezTo>
                <a:close/>
                <a:moveTo>
                  <a:pt x="12034897" y="1867527"/>
                </a:moveTo>
                <a:cubicBezTo>
                  <a:pt x="12049061" y="1867527"/>
                  <a:pt x="12060557" y="1879020"/>
                  <a:pt x="12060557" y="1893185"/>
                </a:cubicBezTo>
                <a:cubicBezTo>
                  <a:pt x="12060557" y="1907350"/>
                  <a:pt x="12049061" y="1918844"/>
                  <a:pt x="12034897" y="1918844"/>
                </a:cubicBezTo>
                <a:cubicBezTo>
                  <a:pt x="12020731" y="1918844"/>
                  <a:pt x="12009237" y="1907350"/>
                  <a:pt x="12009237" y="1893185"/>
                </a:cubicBezTo>
                <a:cubicBezTo>
                  <a:pt x="12009237" y="1879020"/>
                  <a:pt x="12020731" y="1867527"/>
                  <a:pt x="12034897" y="1867527"/>
                </a:cubicBezTo>
                <a:close/>
                <a:moveTo>
                  <a:pt x="11970691" y="1867527"/>
                </a:moveTo>
                <a:cubicBezTo>
                  <a:pt x="11984855" y="1867527"/>
                  <a:pt x="11996349" y="1879020"/>
                  <a:pt x="11996349" y="1893185"/>
                </a:cubicBezTo>
                <a:cubicBezTo>
                  <a:pt x="11996349" y="1907350"/>
                  <a:pt x="11984855" y="1918844"/>
                  <a:pt x="11970691" y="1918844"/>
                </a:cubicBezTo>
                <a:cubicBezTo>
                  <a:pt x="11956525" y="1918844"/>
                  <a:pt x="11945033" y="1907350"/>
                  <a:pt x="11945033" y="1893185"/>
                </a:cubicBezTo>
                <a:cubicBezTo>
                  <a:pt x="11945033" y="1879020"/>
                  <a:pt x="11956525" y="1867527"/>
                  <a:pt x="11970691" y="1867527"/>
                </a:cubicBezTo>
                <a:close/>
                <a:moveTo>
                  <a:pt x="11906483" y="1867527"/>
                </a:moveTo>
                <a:cubicBezTo>
                  <a:pt x="11920649" y="1867527"/>
                  <a:pt x="11932145" y="1879020"/>
                  <a:pt x="11932145" y="1893185"/>
                </a:cubicBezTo>
                <a:cubicBezTo>
                  <a:pt x="11932145" y="1907350"/>
                  <a:pt x="11920649" y="1918844"/>
                  <a:pt x="11906483" y="1918844"/>
                </a:cubicBezTo>
                <a:cubicBezTo>
                  <a:pt x="11892321" y="1918844"/>
                  <a:pt x="11880825" y="1907350"/>
                  <a:pt x="11880825" y="1893185"/>
                </a:cubicBezTo>
                <a:cubicBezTo>
                  <a:pt x="11880825" y="1879020"/>
                  <a:pt x="11892321" y="1867527"/>
                  <a:pt x="11906483" y="1867527"/>
                </a:cubicBezTo>
                <a:close/>
                <a:moveTo>
                  <a:pt x="11842279" y="1867527"/>
                </a:moveTo>
                <a:cubicBezTo>
                  <a:pt x="11856445" y="1867527"/>
                  <a:pt x="11867941" y="1879020"/>
                  <a:pt x="11867941" y="1893185"/>
                </a:cubicBezTo>
                <a:cubicBezTo>
                  <a:pt x="11867941" y="1907350"/>
                  <a:pt x="11856445" y="1918844"/>
                  <a:pt x="11842279" y="1918844"/>
                </a:cubicBezTo>
                <a:cubicBezTo>
                  <a:pt x="11828117" y="1918844"/>
                  <a:pt x="11816621" y="1907350"/>
                  <a:pt x="11816621" y="1893185"/>
                </a:cubicBezTo>
                <a:cubicBezTo>
                  <a:pt x="11816621" y="1879020"/>
                  <a:pt x="11828117" y="1867527"/>
                  <a:pt x="11842279" y="1867527"/>
                </a:cubicBezTo>
                <a:close/>
                <a:moveTo>
                  <a:pt x="11775107" y="1867527"/>
                </a:moveTo>
                <a:cubicBezTo>
                  <a:pt x="11789271" y="1867527"/>
                  <a:pt x="11800767" y="1879020"/>
                  <a:pt x="11800767" y="1893185"/>
                </a:cubicBezTo>
                <a:cubicBezTo>
                  <a:pt x="11800767" y="1907350"/>
                  <a:pt x="11789271" y="1918844"/>
                  <a:pt x="11775107" y="1918844"/>
                </a:cubicBezTo>
                <a:cubicBezTo>
                  <a:pt x="11760941" y="1918844"/>
                  <a:pt x="11749449" y="1907350"/>
                  <a:pt x="11749449" y="1893185"/>
                </a:cubicBezTo>
                <a:cubicBezTo>
                  <a:pt x="11749449" y="1879020"/>
                  <a:pt x="11760941" y="1867527"/>
                  <a:pt x="11775107" y="1867527"/>
                </a:cubicBezTo>
                <a:close/>
                <a:moveTo>
                  <a:pt x="11710901" y="1867527"/>
                </a:moveTo>
                <a:cubicBezTo>
                  <a:pt x="11725067" y="1867527"/>
                  <a:pt x="11736561" y="1879020"/>
                  <a:pt x="11736561" y="1893185"/>
                </a:cubicBezTo>
                <a:cubicBezTo>
                  <a:pt x="11736561" y="1907350"/>
                  <a:pt x="11725067" y="1918844"/>
                  <a:pt x="11710901" y="1918844"/>
                </a:cubicBezTo>
                <a:cubicBezTo>
                  <a:pt x="11696737" y="1918844"/>
                  <a:pt x="11685243" y="1907350"/>
                  <a:pt x="11685243" y="1893185"/>
                </a:cubicBezTo>
                <a:cubicBezTo>
                  <a:pt x="11685243" y="1879020"/>
                  <a:pt x="11696737" y="1867527"/>
                  <a:pt x="11710901" y="1867527"/>
                </a:cubicBezTo>
                <a:close/>
                <a:moveTo>
                  <a:pt x="11646697" y="1867527"/>
                </a:moveTo>
                <a:cubicBezTo>
                  <a:pt x="11660859" y="1867527"/>
                  <a:pt x="11672355" y="1879020"/>
                  <a:pt x="11672355" y="1893185"/>
                </a:cubicBezTo>
                <a:cubicBezTo>
                  <a:pt x="11672355" y="1907350"/>
                  <a:pt x="11660859" y="1918844"/>
                  <a:pt x="11646697" y="1918844"/>
                </a:cubicBezTo>
                <a:cubicBezTo>
                  <a:pt x="11632529" y="1918844"/>
                  <a:pt x="11621037" y="1907350"/>
                  <a:pt x="11621037" y="1893185"/>
                </a:cubicBezTo>
                <a:cubicBezTo>
                  <a:pt x="11621037" y="1879020"/>
                  <a:pt x="11632529" y="1867527"/>
                  <a:pt x="11646697" y="1867527"/>
                </a:cubicBezTo>
                <a:close/>
                <a:moveTo>
                  <a:pt x="11582491" y="1867527"/>
                </a:moveTo>
                <a:cubicBezTo>
                  <a:pt x="11596655" y="1867527"/>
                  <a:pt x="11608149" y="1879020"/>
                  <a:pt x="11608149" y="1893185"/>
                </a:cubicBezTo>
                <a:cubicBezTo>
                  <a:pt x="11608149" y="1907350"/>
                  <a:pt x="11596655" y="1918844"/>
                  <a:pt x="11582491" y="1918844"/>
                </a:cubicBezTo>
                <a:cubicBezTo>
                  <a:pt x="11568325" y="1918844"/>
                  <a:pt x="11556833" y="1907350"/>
                  <a:pt x="11556833" y="1893185"/>
                </a:cubicBezTo>
                <a:cubicBezTo>
                  <a:pt x="11556833" y="1879020"/>
                  <a:pt x="11568325" y="1867527"/>
                  <a:pt x="11582491" y="1867527"/>
                </a:cubicBezTo>
                <a:close/>
                <a:moveTo>
                  <a:pt x="11518287" y="1867527"/>
                </a:moveTo>
                <a:cubicBezTo>
                  <a:pt x="11532457" y="1867527"/>
                  <a:pt x="11543945" y="1879014"/>
                  <a:pt x="11543945" y="1893185"/>
                </a:cubicBezTo>
                <a:cubicBezTo>
                  <a:pt x="11543945" y="1907356"/>
                  <a:pt x="11532457" y="1918844"/>
                  <a:pt x="11518287" y="1918844"/>
                </a:cubicBezTo>
                <a:cubicBezTo>
                  <a:pt x="11504115" y="1918844"/>
                  <a:pt x="11492627" y="1907356"/>
                  <a:pt x="11492627" y="1893185"/>
                </a:cubicBezTo>
                <a:cubicBezTo>
                  <a:pt x="11492627" y="1879014"/>
                  <a:pt x="11504115" y="1867527"/>
                  <a:pt x="11518287" y="1867527"/>
                </a:cubicBezTo>
                <a:close/>
                <a:moveTo>
                  <a:pt x="11454081" y="1867527"/>
                </a:moveTo>
                <a:cubicBezTo>
                  <a:pt x="11468253" y="1867527"/>
                  <a:pt x="11479739" y="1879014"/>
                  <a:pt x="11479739" y="1893185"/>
                </a:cubicBezTo>
                <a:cubicBezTo>
                  <a:pt x="11479739" y="1907356"/>
                  <a:pt x="11468253" y="1918844"/>
                  <a:pt x="11454081" y="1918844"/>
                </a:cubicBezTo>
                <a:cubicBezTo>
                  <a:pt x="11439909" y="1918844"/>
                  <a:pt x="11428421" y="1907356"/>
                  <a:pt x="11428421" y="1893185"/>
                </a:cubicBezTo>
                <a:cubicBezTo>
                  <a:pt x="11428421" y="1879014"/>
                  <a:pt x="11439909" y="1867527"/>
                  <a:pt x="11454081" y="1867527"/>
                </a:cubicBezTo>
                <a:close/>
                <a:moveTo>
                  <a:pt x="11389875" y="1867527"/>
                </a:moveTo>
                <a:cubicBezTo>
                  <a:pt x="11404040" y="1867527"/>
                  <a:pt x="11415533" y="1879020"/>
                  <a:pt x="11415533" y="1893185"/>
                </a:cubicBezTo>
                <a:cubicBezTo>
                  <a:pt x="11415533" y="1907350"/>
                  <a:pt x="11404040" y="1918844"/>
                  <a:pt x="11389875" y="1918844"/>
                </a:cubicBezTo>
                <a:cubicBezTo>
                  <a:pt x="11375710" y="1918844"/>
                  <a:pt x="11364217" y="1907350"/>
                  <a:pt x="11364217" y="1893185"/>
                </a:cubicBezTo>
                <a:cubicBezTo>
                  <a:pt x="11364217" y="1879020"/>
                  <a:pt x="11375710" y="1867527"/>
                  <a:pt x="11389875" y="1867527"/>
                </a:cubicBezTo>
                <a:close/>
                <a:moveTo>
                  <a:pt x="11325670" y="1867527"/>
                </a:moveTo>
                <a:cubicBezTo>
                  <a:pt x="11339835" y="1867527"/>
                  <a:pt x="11351329" y="1879020"/>
                  <a:pt x="11351329" y="1893185"/>
                </a:cubicBezTo>
                <a:cubicBezTo>
                  <a:pt x="11351329" y="1907350"/>
                  <a:pt x="11339835" y="1918844"/>
                  <a:pt x="11325670" y="1918844"/>
                </a:cubicBezTo>
                <a:cubicBezTo>
                  <a:pt x="11311505" y="1918844"/>
                  <a:pt x="11300012" y="1907350"/>
                  <a:pt x="11300012" y="1893185"/>
                </a:cubicBezTo>
                <a:cubicBezTo>
                  <a:pt x="11300012" y="1879020"/>
                  <a:pt x="11311505" y="1867527"/>
                  <a:pt x="11325670" y="1867527"/>
                </a:cubicBezTo>
                <a:close/>
                <a:moveTo>
                  <a:pt x="11261466" y="1867527"/>
                </a:moveTo>
                <a:cubicBezTo>
                  <a:pt x="11275628" y="1867527"/>
                  <a:pt x="11287124" y="1879020"/>
                  <a:pt x="11287124" y="1893185"/>
                </a:cubicBezTo>
                <a:cubicBezTo>
                  <a:pt x="11287124" y="1907350"/>
                  <a:pt x="11275628" y="1918844"/>
                  <a:pt x="11261466" y="1918844"/>
                </a:cubicBezTo>
                <a:cubicBezTo>
                  <a:pt x="11247301" y="1918844"/>
                  <a:pt x="11235805" y="1907350"/>
                  <a:pt x="11235805" y="1893185"/>
                </a:cubicBezTo>
                <a:cubicBezTo>
                  <a:pt x="11235805" y="1879020"/>
                  <a:pt x="11247301" y="1867527"/>
                  <a:pt x="11261466" y="1867527"/>
                </a:cubicBezTo>
                <a:close/>
                <a:moveTo>
                  <a:pt x="11197259" y="1867527"/>
                </a:moveTo>
                <a:cubicBezTo>
                  <a:pt x="11211424" y="1867527"/>
                  <a:pt x="11222917" y="1879020"/>
                  <a:pt x="11222917" y="1893185"/>
                </a:cubicBezTo>
                <a:cubicBezTo>
                  <a:pt x="11222917" y="1907350"/>
                  <a:pt x="11211424" y="1918844"/>
                  <a:pt x="11197259" y="1918844"/>
                </a:cubicBezTo>
                <a:cubicBezTo>
                  <a:pt x="11183094" y="1918844"/>
                  <a:pt x="11171601" y="1907350"/>
                  <a:pt x="11171601" y="1893185"/>
                </a:cubicBezTo>
                <a:cubicBezTo>
                  <a:pt x="11171601" y="1879020"/>
                  <a:pt x="11183094" y="1867527"/>
                  <a:pt x="11197259" y="1867527"/>
                </a:cubicBezTo>
                <a:close/>
                <a:moveTo>
                  <a:pt x="11133055" y="1867527"/>
                </a:moveTo>
                <a:cubicBezTo>
                  <a:pt x="11147225" y="1867527"/>
                  <a:pt x="11158713" y="1879014"/>
                  <a:pt x="11158713" y="1893185"/>
                </a:cubicBezTo>
                <a:cubicBezTo>
                  <a:pt x="11158713" y="1907356"/>
                  <a:pt x="11147225" y="1918844"/>
                  <a:pt x="11133055" y="1918844"/>
                </a:cubicBezTo>
                <a:cubicBezTo>
                  <a:pt x="11118884" y="1918844"/>
                  <a:pt x="11107396" y="1907356"/>
                  <a:pt x="11107396" y="1893185"/>
                </a:cubicBezTo>
                <a:cubicBezTo>
                  <a:pt x="11107396" y="1879014"/>
                  <a:pt x="11118884" y="1867527"/>
                  <a:pt x="11133055" y="1867527"/>
                </a:cubicBezTo>
                <a:close/>
                <a:moveTo>
                  <a:pt x="11068848" y="1867527"/>
                </a:moveTo>
                <a:cubicBezTo>
                  <a:pt x="11083021" y="1867527"/>
                  <a:pt x="11094509" y="1879014"/>
                  <a:pt x="11094509" y="1893185"/>
                </a:cubicBezTo>
                <a:cubicBezTo>
                  <a:pt x="11094509" y="1907356"/>
                  <a:pt x="11083021" y="1918844"/>
                  <a:pt x="11068848" y="1918844"/>
                </a:cubicBezTo>
                <a:cubicBezTo>
                  <a:pt x="11054677" y="1918844"/>
                  <a:pt x="11043189" y="1907356"/>
                  <a:pt x="11043189" y="1893185"/>
                </a:cubicBezTo>
                <a:cubicBezTo>
                  <a:pt x="11043189" y="1879014"/>
                  <a:pt x="11054677" y="1867527"/>
                  <a:pt x="11068848" y="1867527"/>
                </a:cubicBezTo>
                <a:close/>
                <a:moveTo>
                  <a:pt x="11004643" y="1867527"/>
                </a:moveTo>
                <a:cubicBezTo>
                  <a:pt x="11018808" y="1867527"/>
                  <a:pt x="11030301" y="1879020"/>
                  <a:pt x="11030301" y="1893185"/>
                </a:cubicBezTo>
                <a:cubicBezTo>
                  <a:pt x="11030301" y="1907350"/>
                  <a:pt x="11018808" y="1918844"/>
                  <a:pt x="11004643" y="1918844"/>
                </a:cubicBezTo>
                <a:cubicBezTo>
                  <a:pt x="10990478" y="1918844"/>
                  <a:pt x="10978985" y="1907350"/>
                  <a:pt x="10978985" y="1893185"/>
                </a:cubicBezTo>
                <a:cubicBezTo>
                  <a:pt x="10978985" y="1879020"/>
                  <a:pt x="10990478" y="1867527"/>
                  <a:pt x="11004643" y="1867527"/>
                </a:cubicBezTo>
                <a:close/>
                <a:moveTo>
                  <a:pt x="10940321" y="1867527"/>
                </a:moveTo>
                <a:cubicBezTo>
                  <a:pt x="10954604" y="1867527"/>
                  <a:pt x="10965982" y="1879020"/>
                  <a:pt x="10965982" y="1893185"/>
                </a:cubicBezTo>
                <a:cubicBezTo>
                  <a:pt x="10965982" y="1907350"/>
                  <a:pt x="10954486" y="1918844"/>
                  <a:pt x="10940321" y="1918844"/>
                </a:cubicBezTo>
                <a:cubicBezTo>
                  <a:pt x="10926156" y="1918844"/>
                  <a:pt x="10914663" y="1907350"/>
                  <a:pt x="10914663" y="1893185"/>
                </a:cubicBezTo>
                <a:cubicBezTo>
                  <a:pt x="10914663" y="1879020"/>
                  <a:pt x="10926156" y="1867527"/>
                  <a:pt x="10940321" y="1867527"/>
                </a:cubicBezTo>
                <a:close/>
                <a:moveTo>
                  <a:pt x="10876117" y="1867527"/>
                </a:moveTo>
                <a:cubicBezTo>
                  <a:pt x="10890282" y="1867527"/>
                  <a:pt x="10901775" y="1879020"/>
                  <a:pt x="10901775" y="1893185"/>
                </a:cubicBezTo>
                <a:cubicBezTo>
                  <a:pt x="10901775" y="1907350"/>
                  <a:pt x="10890282" y="1918844"/>
                  <a:pt x="10876117" y="1918844"/>
                </a:cubicBezTo>
                <a:cubicBezTo>
                  <a:pt x="10861952" y="1918844"/>
                  <a:pt x="10850459" y="1907350"/>
                  <a:pt x="10850459" y="1893185"/>
                </a:cubicBezTo>
                <a:cubicBezTo>
                  <a:pt x="10850459" y="1879020"/>
                  <a:pt x="10861952" y="1867527"/>
                  <a:pt x="10876117" y="1867527"/>
                </a:cubicBezTo>
                <a:close/>
                <a:moveTo>
                  <a:pt x="10811912" y="1867527"/>
                </a:moveTo>
                <a:cubicBezTo>
                  <a:pt x="10826077" y="1867527"/>
                  <a:pt x="10837571" y="1879020"/>
                  <a:pt x="10837571" y="1893185"/>
                </a:cubicBezTo>
                <a:cubicBezTo>
                  <a:pt x="10837571" y="1907350"/>
                  <a:pt x="10826077" y="1918844"/>
                  <a:pt x="10811912" y="1918844"/>
                </a:cubicBezTo>
                <a:cubicBezTo>
                  <a:pt x="10797747" y="1918844"/>
                  <a:pt x="10786254" y="1907350"/>
                  <a:pt x="10786254" y="1893185"/>
                </a:cubicBezTo>
                <a:cubicBezTo>
                  <a:pt x="10786254" y="1879020"/>
                  <a:pt x="10797747" y="1867527"/>
                  <a:pt x="10811912" y="1867527"/>
                </a:cubicBezTo>
                <a:close/>
                <a:moveTo>
                  <a:pt x="10747708" y="1867527"/>
                </a:moveTo>
                <a:cubicBezTo>
                  <a:pt x="10761878" y="1867527"/>
                  <a:pt x="10773366" y="1879014"/>
                  <a:pt x="10773366" y="1893185"/>
                </a:cubicBezTo>
                <a:cubicBezTo>
                  <a:pt x="10773366" y="1907356"/>
                  <a:pt x="10761878" y="1918844"/>
                  <a:pt x="10747708" y="1918844"/>
                </a:cubicBezTo>
                <a:cubicBezTo>
                  <a:pt x="10733535" y="1918844"/>
                  <a:pt x="10722047" y="1907356"/>
                  <a:pt x="10722047" y="1893185"/>
                </a:cubicBezTo>
                <a:cubicBezTo>
                  <a:pt x="10722047" y="1879014"/>
                  <a:pt x="10733535" y="1867527"/>
                  <a:pt x="10747708" y="1867527"/>
                </a:cubicBezTo>
                <a:close/>
                <a:moveTo>
                  <a:pt x="10683501" y="1867527"/>
                </a:moveTo>
                <a:cubicBezTo>
                  <a:pt x="10697666" y="1867527"/>
                  <a:pt x="10709159" y="1879020"/>
                  <a:pt x="10709159" y="1893185"/>
                </a:cubicBezTo>
                <a:cubicBezTo>
                  <a:pt x="10709159" y="1907350"/>
                  <a:pt x="10697666" y="1918844"/>
                  <a:pt x="10683501" y="1918844"/>
                </a:cubicBezTo>
                <a:cubicBezTo>
                  <a:pt x="10669336" y="1918844"/>
                  <a:pt x="10657843" y="1907350"/>
                  <a:pt x="10657843" y="1893185"/>
                </a:cubicBezTo>
                <a:cubicBezTo>
                  <a:pt x="10657843" y="1879020"/>
                  <a:pt x="10669336" y="1867527"/>
                  <a:pt x="10683501" y="1867527"/>
                </a:cubicBezTo>
                <a:close/>
                <a:moveTo>
                  <a:pt x="10619297" y="1867527"/>
                </a:moveTo>
                <a:cubicBezTo>
                  <a:pt x="10633462" y="1867527"/>
                  <a:pt x="10644955" y="1879020"/>
                  <a:pt x="10644955" y="1893185"/>
                </a:cubicBezTo>
                <a:cubicBezTo>
                  <a:pt x="10644955" y="1907350"/>
                  <a:pt x="10633462" y="1918844"/>
                  <a:pt x="10619297" y="1918844"/>
                </a:cubicBezTo>
                <a:cubicBezTo>
                  <a:pt x="10605132" y="1918844"/>
                  <a:pt x="10593639" y="1907350"/>
                  <a:pt x="10593639" y="1893185"/>
                </a:cubicBezTo>
                <a:cubicBezTo>
                  <a:pt x="10593639" y="1879020"/>
                  <a:pt x="10605132" y="1867527"/>
                  <a:pt x="10619297" y="1867527"/>
                </a:cubicBezTo>
                <a:close/>
                <a:moveTo>
                  <a:pt x="10555092" y="1867527"/>
                </a:moveTo>
                <a:cubicBezTo>
                  <a:pt x="10569255" y="1867527"/>
                  <a:pt x="10580751" y="1879020"/>
                  <a:pt x="10580751" y="1893185"/>
                </a:cubicBezTo>
                <a:cubicBezTo>
                  <a:pt x="10580751" y="1907350"/>
                  <a:pt x="10569255" y="1918844"/>
                  <a:pt x="10555092" y="1918844"/>
                </a:cubicBezTo>
                <a:cubicBezTo>
                  <a:pt x="10540927" y="1918844"/>
                  <a:pt x="10529432" y="1907350"/>
                  <a:pt x="10529432" y="1893185"/>
                </a:cubicBezTo>
                <a:cubicBezTo>
                  <a:pt x="10529432" y="1879020"/>
                  <a:pt x="10540927" y="1867527"/>
                  <a:pt x="10555092" y="1867527"/>
                </a:cubicBezTo>
                <a:close/>
                <a:moveTo>
                  <a:pt x="10490885" y="1867527"/>
                </a:moveTo>
                <a:cubicBezTo>
                  <a:pt x="10505050" y="1867527"/>
                  <a:pt x="10516544" y="1879020"/>
                  <a:pt x="10516544" y="1893185"/>
                </a:cubicBezTo>
                <a:cubicBezTo>
                  <a:pt x="10516544" y="1907350"/>
                  <a:pt x="10505050" y="1918844"/>
                  <a:pt x="10490885" y="1918844"/>
                </a:cubicBezTo>
                <a:cubicBezTo>
                  <a:pt x="10476720" y="1918844"/>
                  <a:pt x="10465227" y="1907350"/>
                  <a:pt x="10465227" y="1893185"/>
                </a:cubicBezTo>
                <a:cubicBezTo>
                  <a:pt x="10465227" y="1879020"/>
                  <a:pt x="10476720" y="1867527"/>
                  <a:pt x="10490885" y="1867527"/>
                </a:cubicBezTo>
                <a:close/>
                <a:moveTo>
                  <a:pt x="10426681" y="1867527"/>
                </a:moveTo>
                <a:cubicBezTo>
                  <a:pt x="10440851" y="1867527"/>
                  <a:pt x="10452339" y="1879014"/>
                  <a:pt x="10452339" y="1893185"/>
                </a:cubicBezTo>
                <a:cubicBezTo>
                  <a:pt x="10452339" y="1907356"/>
                  <a:pt x="10440851" y="1918844"/>
                  <a:pt x="10426681" y="1918844"/>
                </a:cubicBezTo>
                <a:cubicBezTo>
                  <a:pt x="10412508" y="1918844"/>
                  <a:pt x="10401023" y="1907356"/>
                  <a:pt x="10401023" y="1893185"/>
                </a:cubicBezTo>
                <a:cubicBezTo>
                  <a:pt x="10401023" y="1879014"/>
                  <a:pt x="10412508" y="1867527"/>
                  <a:pt x="10426681" y="1867527"/>
                </a:cubicBezTo>
                <a:close/>
                <a:moveTo>
                  <a:pt x="10362474" y="1867527"/>
                </a:moveTo>
                <a:cubicBezTo>
                  <a:pt x="10376647" y="1867527"/>
                  <a:pt x="10388135" y="1879014"/>
                  <a:pt x="10388135" y="1893185"/>
                </a:cubicBezTo>
                <a:cubicBezTo>
                  <a:pt x="10388135" y="1907356"/>
                  <a:pt x="10376647" y="1918844"/>
                  <a:pt x="10362474" y="1918844"/>
                </a:cubicBezTo>
                <a:cubicBezTo>
                  <a:pt x="10348304" y="1918844"/>
                  <a:pt x="10336816" y="1907356"/>
                  <a:pt x="10336816" y="1893185"/>
                </a:cubicBezTo>
                <a:cubicBezTo>
                  <a:pt x="10336816" y="1879014"/>
                  <a:pt x="10348304" y="1867527"/>
                  <a:pt x="10362474" y="1867527"/>
                </a:cubicBezTo>
                <a:close/>
                <a:moveTo>
                  <a:pt x="10298270" y="1867527"/>
                </a:moveTo>
                <a:cubicBezTo>
                  <a:pt x="10312435" y="1867527"/>
                  <a:pt x="10323928" y="1879020"/>
                  <a:pt x="10323928" y="1893185"/>
                </a:cubicBezTo>
                <a:cubicBezTo>
                  <a:pt x="10323928" y="1907350"/>
                  <a:pt x="10312435" y="1918844"/>
                  <a:pt x="10298270" y="1918844"/>
                </a:cubicBezTo>
                <a:cubicBezTo>
                  <a:pt x="10284105" y="1918844"/>
                  <a:pt x="10272611" y="1907350"/>
                  <a:pt x="10272611" y="1893185"/>
                </a:cubicBezTo>
                <a:cubicBezTo>
                  <a:pt x="10272611" y="1879020"/>
                  <a:pt x="10284105" y="1867527"/>
                  <a:pt x="10298270" y="1867527"/>
                </a:cubicBezTo>
                <a:close/>
                <a:moveTo>
                  <a:pt x="10234065" y="1867527"/>
                </a:moveTo>
                <a:cubicBezTo>
                  <a:pt x="10248228" y="1867527"/>
                  <a:pt x="10259723" y="1879020"/>
                  <a:pt x="10259723" y="1893185"/>
                </a:cubicBezTo>
                <a:cubicBezTo>
                  <a:pt x="10259723" y="1907350"/>
                  <a:pt x="10248228" y="1918844"/>
                  <a:pt x="10234065" y="1918844"/>
                </a:cubicBezTo>
                <a:cubicBezTo>
                  <a:pt x="10219900" y="1918844"/>
                  <a:pt x="10208404" y="1907350"/>
                  <a:pt x="10208404" y="1893185"/>
                </a:cubicBezTo>
                <a:cubicBezTo>
                  <a:pt x="10208404" y="1879020"/>
                  <a:pt x="10219900" y="1867527"/>
                  <a:pt x="10234065" y="1867527"/>
                </a:cubicBezTo>
                <a:close/>
                <a:moveTo>
                  <a:pt x="10169858" y="1867527"/>
                </a:moveTo>
                <a:cubicBezTo>
                  <a:pt x="10184023" y="1867527"/>
                  <a:pt x="10195519" y="1879020"/>
                  <a:pt x="10195519" y="1893185"/>
                </a:cubicBezTo>
                <a:cubicBezTo>
                  <a:pt x="10195519" y="1907350"/>
                  <a:pt x="10184023" y="1918844"/>
                  <a:pt x="10169858" y="1918844"/>
                </a:cubicBezTo>
                <a:cubicBezTo>
                  <a:pt x="10155693" y="1918844"/>
                  <a:pt x="10144200" y="1907350"/>
                  <a:pt x="10144200" y="1893185"/>
                </a:cubicBezTo>
                <a:cubicBezTo>
                  <a:pt x="10144200" y="1879020"/>
                  <a:pt x="10155693" y="1867527"/>
                  <a:pt x="10169858" y="1867527"/>
                </a:cubicBezTo>
                <a:close/>
                <a:moveTo>
                  <a:pt x="10105654" y="1867527"/>
                </a:moveTo>
                <a:cubicBezTo>
                  <a:pt x="10119819" y="1867527"/>
                  <a:pt x="10131312" y="1879020"/>
                  <a:pt x="10131312" y="1893185"/>
                </a:cubicBezTo>
                <a:cubicBezTo>
                  <a:pt x="10131312" y="1907350"/>
                  <a:pt x="10119819" y="1918844"/>
                  <a:pt x="10105654" y="1918844"/>
                </a:cubicBezTo>
                <a:cubicBezTo>
                  <a:pt x="10091489" y="1918844"/>
                  <a:pt x="10079996" y="1907350"/>
                  <a:pt x="10079996" y="1893185"/>
                </a:cubicBezTo>
                <a:cubicBezTo>
                  <a:pt x="10079996" y="1879020"/>
                  <a:pt x="10091489" y="1867527"/>
                  <a:pt x="10105654" y="1867527"/>
                </a:cubicBezTo>
                <a:close/>
                <a:moveTo>
                  <a:pt x="10041450" y="1867527"/>
                </a:moveTo>
                <a:cubicBezTo>
                  <a:pt x="10055620" y="1867527"/>
                  <a:pt x="10067108" y="1879014"/>
                  <a:pt x="10067108" y="1893185"/>
                </a:cubicBezTo>
                <a:cubicBezTo>
                  <a:pt x="10067108" y="1907356"/>
                  <a:pt x="10055620" y="1918844"/>
                  <a:pt x="10041450" y="1918844"/>
                </a:cubicBezTo>
                <a:cubicBezTo>
                  <a:pt x="10027279" y="1918844"/>
                  <a:pt x="10015789" y="1907356"/>
                  <a:pt x="10015789" y="1893185"/>
                </a:cubicBezTo>
                <a:cubicBezTo>
                  <a:pt x="10015789" y="1879014"/>
                  <a:pt x="10027279" y="1867527"/>
                  <a:pt x="10041450" y="1867527"/>
                </a:cubicBezTo>
                <a:close/>
                <a:moveTo>
                  <a:pt x="9977242" y="1867527"/>
                </a:moveTo>
                <a:cubicBezTo>
                  <a:pt x="9991416" y="1867527"/>
                  <a:pt x="10002903" y="1879014"/>
                  <a:pt x="10002903" y="1893185"/>
                </a:cubicBezTo>
                <a:cubicBezTo>
                  <a:pt x="10002903" y="1907356"/>
                  <a:pt x="9991416" y="1918844"/>
                  <a:pt x="9977242" y="1918844"/>
                </a:cubicBezTo>
                <a:cubicBezTo>
                  <a:pt x="9963072" y="1918844"/>
                  <a:pt x="9951584" y="1907356"/>
                  <a:pt x="9951584" y="1893185"/>
                </a:cubicBezTo>
                <a:cubicBezTo>
                  <a:pt x="9951584" y="1879014"/>
                  <a:pt x="9963072" y="1867527"/>
                  <a:pt x="9977242" y="1867527"/>
                </a:cubicBezTo>
                <a:close/>
                <a:moveTo>
                  <a:pt x="9913038" y="1867527"/>
                </a:moveTo>
                <a:cubicBezTo>
                  <a:pt x="9927203" y="1867527"/>
                  <a:pt x="9938696" y="1879020"/>
                  <a:pt x="9938696" y="1893185"/>
                </a:cubicBezTo>
                <a:cubicBezTo>
                  <a:pt x="9938696" y="1907350"/>
                  <a:pt x="9927203" y="1918844"/>
                  <a:pt x="9913038" y="1918844"/>
                </a:cubicBezTo>
                <a:cubicBezTo>
                  <a:pt x="9898873" y="1918844"/>
                  <a:pt x="9887380" y="1907350"/>
                  <a:pt x="9887380" y="1893185"/>
                </a:cubicBezTo>
                <a:cubicBezTo>
                  <a:pt x="9887380" y="1879020"/>
                  <a:pt x="9898873" y="1867527"/>
                  <a:pt x="9913038" y="1867527"/>
                </a:cubicBezTo>
                <a:close/>
                <a:moveTo>
                  <a:pt x="9848716" y="1867527"/>
                </a:moveTo>
                <a:cubicBezTo>
                  <a:pt x="9862996" y="1867527"/>
                  <a:pt x="9874374" y="1879020"/>
                  <a:pt x="9874374" y="1893185"/>
                </a:cubicBezTo>
                <a:cubicBezTo>
                  <a:pt x="9874374" y="1907350"/>
                  <a:pt x="9862881" y="1918844"/>
                  <a:pt x="9848716" y="1918844"/>
                </a:cubicBezTo>
                <a:cubicBezTo>
                  <a:pt x="9834551" y="1918844"/>
                  <a:pt x="9823058" y="1907350"/>
                  <a:pt x="9823058" y="1893185"/>
                </a:cubicBezTo>
                <a:cubicBezTo>
                  <a:pt x="9823058" y="1879020"/>
                  <a:pt x="9834551" y="1867527"/>
                  <a:pt x="9848716" y="1867527"/>
                </a:cubicBezTo>
                <a:close/>
                <a:moveTo>
                  <a:pt x="9784512" y="1867527"/>
                </a:moveTo>
                <a:cubicBezTo>
                  <a:pt x="9798677" y="1867527"/>
                  <a:pt x="9810170" y="1879020"/>
                  <a:pt x="9810170" y="1893185"/>
                </a:cubicBezTo>
                <a:cubicBezTo>
                  <a:pt x="9810170" y="1907350"/>
                  <a:pt x="9798677" y="1918844"/>
                  <a:pt x="9784512" y="1918844"/>
                </a:cubicBezTo>
                <a:cubicBezTo>
                  <a:pt x="9770347" y="1918844"/>
                  <a:pt x="9758853" y="1907350"/>
                  <a:pt x="9758853" y="1893185"/>
                </a:cubicBezTo>
                <a:cubicBezTo>
                  <a:pt x="9758853" y="1879020"/>
                  <a:pt x="9770347" y="1867527"/>
                  <a:pt x="9784512" y="1867527"/>
                </a:cubicBezTo>
                <a:close/>
                <a:moveTo>
                  <a:pt x="9720307" y="1867527"/>
                </a:moveTo>
                <a:cubicBezTo>
                  <a:pt x="9734470" y="1867527"/>
                  <a:pt x="9745965" y="1879020"/>
                  <a:pt x="9745965" y="1893185"/>
                </a:cubicBezTo>
                <a:cubicBezTo>
                  <a:pt x="9745965" y="1907350"/>
                  <a:pt x="9734470" y="1918844"/>
                  <a:pt x="9720307" y="1918844"/>
                </a:cubicBezTo>
                <a:cubicBezTo>
                  <a:pt x="9706142" y="1918844"/>
                  <a:pt x="9694646" y="1907350"/>
                  <a:pt x="9694646" y="1893185"/>
                </a:cubicBezTo>
                <a:cubicBezTo>
                  <a:pt x="9694646" y="1879020"/>
                  <a:pt x="9706142" y="1867527"/>
                  <a:pt x="9720307" y="1867527"/>
                </a:cubicBezTo>
                <a:close/>
                <a:moveTo>
                  <a:pt x="9656100" y="1867527"/>
                </a:moveTo>
                <a:cubicBezTo>
                  <a:pt x="9670271" y="1867527"/>
                  <a:pt x="9681758" y="1879014"/>
                  <a:pt x="9681758" y="1893185"/>
                </a:cubicBezTo>
                <a:cubicBezTo>
                  <a:pt x="9681758" y="1907356"/>
                  <a:pt x="9670271" y="1918844"/>
                  <a:pt x="9656100" y="1918844"/>
                </a:cubicBezTo>
                <a:cubicBezTo>
                  <a:pt x="9641930" y="1918844"/>
                  <a:pt x="9630442" y="1907356"/>
                  <a:pt x="9630442" y="1893185"/>
                </a:cubicBezTo>
                <a:cubicBezTo>
                  <a:pt x="9630442" y="1879014"/>
                  <a:pt x="9641930" y="1867527"/>
                  <a:pt x="9656100" y="1867527"/>
                </a:cubicBezTo>
                <a:close/>
                <a:moveTo>
                  <a:pt x="9591896" y="1867527"/>
                </a:moveTo>
                <a:cubicBezTo>
                  <a:pt x="9606061" y="1867527"/>
                  <a:pt x="9617554" y="1879020"/>
                  <a:pt x="9617554" y="1893185"/>
                </a:cubicBezTo>
                <a:cubicBezTo>
                  <a:pt x="9617554" y="1907350"/>
                  <a:pt x="9606061" y="1918844"/>
                  <a:pt x="9591896" y="1918844"/>
                </a:cubicBezTo>
                <a:cubicBezTo>
                  <a:pt x="9577731" y="1918844"/>
                  <a:pt x="9566238" y="1907350"/>
                  <a:pt x="9566238" y="1893185"/>
                </a:cubicBezTo>
                <a:cubicBezTo>
                  <a:pt x="9566238" y="1879020"/>
                  <a:pt x="9577731" y="1867527"/>
                  <a:pt x="9591896" y="1867527"/>
                </a:cubicBezTo>
                <a:close/>
                <a:moveTo>
                  <a:pt x="9527689" y="1867527"/>
                </a:moveTo>
                <a:cubicBezTo>
                  <a:pt x="9541854" y="1867527"/>
                  <a:pt x="9553350" y="1879020"/>
                  <a:pt x="9553350" y="1893185"/>
                </a:cubicBezTo>
                <a:cubicBezTo>
                  <a:pt x="9553350" y="1907350"/>
                  <a:pt x="9541854" y="1918844"/>
                  <a:pt x="9527689" y="1918844"/>
                </a:cubicBezTo>
                <a:cubicBezTo>
                  <a:pt x="9513524" y="1918844"/>
                  <a:pt x="9502031" y="1907350"/>
                  <a:pt x="9502031" y="1893185"/>
                </a:cubicBezTo>
                <a:cubicBezTo>
                  <a:pt x="9502031" y="1879020"/>
                  <a:pt x="9513524" y="1867527"/>
                  <a:pt x="9527689" y="1867527"/>
                </a:cubicBezTo>
                <a:close/>
                <a:moveTo>
                  <a:pt x="9463485" y="1867527"/>
                </a:moveTo>
                <a:cubicBezTo>
                  <a:pt x="9477650" y="1867527"/>
                  <a:pt x="9489143" y="1879020"/>
                  <a:pt x="9489143" y="1893185"/>
                </a:cubicBezTo>
                <a:cubicBezTo>
                  <a:pt x="9489143" y="1907350"/>
                  <a:pt x="9477650" y="1918844"/>
                  <a:pt x="9463485" y="1918844"/>
                </a:cubicBezTo>
                <a:cubicBezTo>
                  <a:pt x="9449320" y="1918844"/>
                  <a:pt x="9437826" y="1907350"/>
                  <a:pt x="9437826" y="1893185"/>
                </a:cubicBezTo>
                <a:cubicBezTo>
                  <a:pt x="9437826" y="1879020"/>
                  <a:pt x="9449320" y="1867527"/>
                  <a:pt x="9463485" y="1867527"/>
                </a:cubicBezTo>
                <a:close/>
                <a:moveTo>
                  <a:pt x="9399280" y="1867527"/>
                </a:moveTo>
                <a:cubicBezTo>
                  <a:pt x="9413445" y="1867527"/>
                  <a:pt x="9424938" y="1879020"/>
                  <a:pt x="9424938" y="1893185"/>
                </a:cubicBezTo>
                <a:cubicBezTo>
                  <a:pt x="9424938" y="1907350"/>
                  <a:pt x="9413445" y="1918844"/>
                  <a:pt x="9399280" y="1918844"/>
                </a:cubicBezTo>
                <a:cubicBezTo>
                  <a:pt x="9385115" y="1918844"/>
                  <a:pt x="9373619" y="1907350"/>
                  <a:pt x="9373619" y="1893185"/>
                </a:cubicBezTo>
                <a:cubicBezTo>
                  <a:pt x="9373619" y="1879020"/>
                  <a:pt x="9385115" y="1867527"/>
                  <a:pt x="9399280" y="1867527"/>
                </a:cubicBezTo>
                <a:close/>
                <a:moveTo>
                  <a:pt x="9335073" y="1867527"/>
                </a:moveTo>
                <a:cubicBezTo>
                  <a:pt x="9349246" y="1867527"/>
                  <a:pt x="9360734" y="1879014"/>
                  <a:pt x="9360734" y="1893185"/>
                </a:cubicBezTo>
                <a:cubicBezTo>
                  <a:pt x="9360734" y="1907356"/>
                  <a:pt x="9349246" y="1918844"/>
                  <a:pt x="9335073" y="1918844"/>
                </a:cubicBezTo>
                <a:cubicBezTo>
                  <a:pt x="9320903" y="1918844"/>
                  <a:pt x="9309415" y="1907356"/>
                  <a:pt x="9309415" y="1893185"/>
                </a:cubicBezTo>
                <a:cubicBezTo>
                  <a:pt x="9309415" y="1879014"/>
                  <a:pt x="9320903" y="1867527"/>
                  <a:pt x="9335073" y="1867527"/>
                </a:cubicBezTo>
                <a:close/>
                <a:moveTo>
                  <a:pt x="9270869" y="1867527"/>
                </a:moveTo>
                <a:cubicBezTo>
                  <a:pt x="9285039" y="1867527"/>
                  <a:pt x="9296527" y="1879014"/>
                  <a:pt x="9296527" y="1893185"/>
                </a:cubicBezTo>
                <a:cubicBezTo>
                  <a:pt x="9296527" y="1907356"/>
                  <a:pt x="9285039" y="1918844"/>
                  <a:pt x="9270869" y="1918844"/>
                </a:cubicBezTo>
                <a:cubicBezTo>
                  <a:pt x="9256698" y="1918844"/>
                  <a:pt x="9245211" y="1907356"/>
                  <a:pt x="9245211" y="1893185"/>
                </a:cubicBezTo>
                <a:cubicBezTo>
                  <a:pt x="9245211" y="1879014"/>
                  <a:pt x="9256698" y="1867527"/>
                  <a:pt x="9270869" y="1867527"/>
                </a:cubicBezTo>
                <a:close/>
                <a:moveTo>
                  <a:pt x="9206664" y="1867527"/>
                </a:moveTo>
                <a:cubicBezTo>
                  <a:pt x="9220829" y="1867527"/>
                  <a:pt x="9232323" y="1879020"/>
                  <a:pt x="9232323" y="1893185"/>
                </a:cubicBezTo>
                <a:cubicBezTo>
                  <a:pt x="9232323" y="1907350"/>
                  <a:pt x="9220829" y="1918844"/>
                  <a:pt x="9206664" y="1918844"/>
                </a:cubicBezTo>
                <a:cubicBezTo>
                  <a:pt x="9192499" y="1918844"/>
                  <a:pt x="9181006" y="1907350"/>
                  <a:pt x="9181006" y="1893185"/>
                </a:cubicBezTo>
                <a:cubicBezTo>
                  <a:pt x="9181006" y="1879020"/>
                  <a:pt x="9192499" y="1867527"/>
                  <a:pt x="9206664" y="1867527"/>
                </a:cubicBezTo>
                <a:close/>
                <a:moveTo>
                  <a:pt x="9142457" y="1867527"/>
                </a:moveTo>
                <a:cubicBezTo>
                  <a:pt x="9156622" y="1867527"/>
                  <a:pt x="9168118" y="1879020"/>
                  <a:pt x="9168118" y="1893185"/>
                </a:cubicBezTo>
                <a:cubicBezTo>
                  <a:pt x="9168118" y="1907350"/>
                  <a:pt x="9156622" y="1918844"/>
                  <a:pt x="9142457" y="1918844"/>
                </a:cubicBezTo>
                <a:cubicBezTo>
                  <a:pt x="9128292" y="1918844"/>
                  <a:pt x="9116799" y="1907350"/>
                  <a:pt x="9116799" y="1893185"/>
                </a:cubicBezTo>
                <a:cubicBezTo>
                  <a:pt x="9116799" y="1879020"/>
                  <a:pt x="9128292" y="1867527"/>
                  <a:pt x="9142457" y="1867527"/>
                </a:cubicBezTo>
                <a:close/>
                <a:moveTo>
                  <a:pt x="9078253" y="1867527"/>
                </a:moveTo>
                <a:cubicBezTo>
                  <a:pt x="9092418" y="1867527"/>
                  <a:pt x="9103911" y="1879020"/>
                  <a:pt x="9103911" y="1893185"/>
                </a:cubicBezTo>
                <a:cubicBezTo>
                  <a:pt x="9103911" y="1907350"/>
                  <a:pt x="9092418" y="1918844"/>
                  <a:pt x="9078253" y="1918844"/>
                </a:cubicBezTo>
                <a:cubicBezTo>
                  <a:pt x="9064088" y="1918844"/>
                  <a:pt x="9052595" y="1907350"/>
                  <a:pt x="9052595" y="1893185"/>
                </a:cubicBezTo>
                <a:cubicBezTo>
                  <a:pt x="9052595" y="1879020"/>
                  <a:pt x="9064088" y="1867527"/>
                  <a:pt x="9078253" y="1867527"/>
                </a:cubicBezTo>
                <a:close/>
                <a:moveTo>
                  <a:pt x="9014049" y="1867527"/>
                </a:moveTo>
                <a:cubicBezTo>
                  <a:pt x="9028214" y="1867527"/>
                  <a:pt x="9039707" y="1879020"/>
                  <a:pt x="9039707" y="1893185"/>
                </a:cubicBezTo>
                <a:cubicBezTo>
                  <a:pt x="9039707" y="1907350"/>
                  <a:pt x="9028214" y="1918844"/>
                  <a:pt x="9014049" y="1918844"/>
                </a:cubicBezTo>
                <a:cubicBezTo>
                  <a:pt x="8999884" y="1918844"/>
                  <a:pt x="8988388" y="1907350"/>
                  <a:pt x="8988388" y="1893185"/>
                </a:cubicBezTo>
                <a:cubicBezTo>
                  <a:pt x="8988388" y="1879020"/>
                  <a:pt x="8999884" y="1867527"/>
                  <a:pt x="9014049" y="1867527"/>
                </a:cubicBezTo>
                <a:close/>
                <a:moveTo>
                  <a:pt x="8949842" y="1867527"/>
                </a:moveTo>
                <a:cubicBezTo>
                  <a:pt x="8964015" y="1867527"/>
                  <a:pt x="8975503" y="1879014"/>
                  <a:pt x="8975503" y="1893185"/>
                </a:cubicBezTo>
                <a:cubicBezTo>
                  <a:pt x="8975503" y="1907356"/>
                  <a:pt x="8964015" y="1918844"/>
                  <a:pt x="8949842" y="1918844"/>
                </a:cubicBezTo>
                <a:cubicBezTo>
                  <a:pt x="8935671" y="1918844"/>
                  <a:pt x="8924183" y="1907356"/>
                  <a:pt x="8924183" y="1893185"/>
                </a:cubicBezTo>
                <a:cubicBezTo>
                  <a:pt x="8924183" y="1879014"/>
                  <a:pt x="8935671" y="1867527"/>
                  <a:pt x="8949842" y="1867527"/>
                </a:cubicBezTo>
                <a:close/>
                <a:moveTo>
                  <a:pt x="8885637" y="1867527"/>
                </a:moveTo>
                <a:cubicBezTo>
                  <a:pt x="8899808" y="1867527"/>
                  <a:pt x="8911296" y="1879014"/>
                  <a:pt x="8911296" y="1893185"/>
                </a:cubicBezTo>
                <a:cubicBezTo>
                  <a:pt x="8911296" y="1907356"/>
                  <a:pt x="8899808" y="1918844"/>
                  <a:pt x="8885637" y="1918844"/>
                </a:cubicBezTo>
                <a:cubicBezTo>
                  <a:pt x="8871467" y="1918844"/>
                  <a:pt x="8859979" y="1907356"/>
                  <a:pt x="8859979" y="1893185"/>
                </a:cubicBezTo>
                <a:cubicBezTo>
                  <a:pt x="8859979" y="1879014"/>
                  <a:pt x="8871467" y="1867527"/>
                  <a:pt x="8885637" y="1867527"/>
                </a:cubicBezTo>
                <a:close/>
                <a:moveTo>
                  <a:pt x="8821433" y="1867527"/>
                </a:moveTo>
                <a:cubicBezTo>
                  <a:pt x="8835598" y="1867527"/>
                  <a:pt x="8847091" y="1879020"/>
                  <a:pt x="8847091" y="1893185"/>
                </a:cubicBezTo>
                <a:cubicBezTo>
                  <a:pt x="8847091" y="1907350"/>
                  <a:pt x="8835598" y="1918844"/>
                  <a:pt x="8821433" y="1918844"/>
                </a:cubicBezTo>
                <a:cubicBezTo>
                  <a:pt x="8807268" y="1918844"/>
                  <a:pt x="8795772" y="1907350"/>
                  <a:pt x="8795772" y="1893185"/>
                </a:cubicBezTo>
                <a:cubicBezTo>
                  <a:pt x="8795772" y="1879020"/>
                  <a:pt x="8807268" y="1867527"/>
                  <a:pt x="8821433" y="1867527"/>
                </a:cubicBezTo>
                <a:close/>
                <a:moveTo>
                  <a:pt x="8757226" y="1867527"/>
                </a:moveTo>
                <a:cubicBezTo>
                  <a:pt x="8771391" y="1867527"/>
                  <a:pt x="8782887" y="1879020"/>
                  <a:pt x="8782887" y="1893185"/>
                </a:cubicBezTo>
                <a:cubicBezTo>
                  <a:pt x="8782887" y="1907350"/>
                  <a:pt x="8771391" y="1918844"/>
                  <a:pt x="8757226" y="1918844"/>
                </a:cubicBezTo>
                <a:cubicBezTo>
                  <a:pt x="8743061" y="1918844"/>
                  <a:pt x="8731568" y="1907350"/>
                  <a:pt x="8731568" y="1893185"/>
                </a:cubicBezTo>
                <a:cubicBezTo>
                  <a:pt x="8731568" y="1879020"/>
                  <a:pt x="8743061" y="1867527"/>
                  <a:pt x="8757226" y="1867527"/>
                </a:cubicBezTo>
                <a:close/>
                <a:moveTo>
                  <a:pt x="8692904" y="1867527"/>
                </a:moveTo>
                <a:cubicBezTo>
                  <a:pt x="8707069" y="1867527"/>
                  <a:pt x="8718565" y="1879020"/>
                  <a:pt x="8718565" y="1893185"/>
                </a:cubicBezTo>
                <a:cubicBezTo>
                  <a:pt x="8718565" y="1907350"/>
                  <a:pt x="8707069" y="1918844"/>
                  <a:pt x="8692904" y="1918844"/>
                </a:cubicBezTo>
                <a:cubicBezTo>
                  <a:pt x="8678741" y="1918844"/>
                  <a:pt x="8667246" y="1907350"/>
                  <a:pt x="8667246" y="1893185"/>
                </a:cubicBezTo>
                <a:cubicBezTo>
                  <a:pt x="8667246" y="1879020"/>
                  <a:pt x="8678741" y="1867527"/>
                  <a:pt x="8692904" y="1867527"/>
                </a:cubicBezTo>
                <a:close/>
                <a:moveTo>
                  <a:pt x="8628699" y="1867527"/>
                </a:moveTo>
                <a:cubicBezTo>
                  <a:pt x="8642864" y="1867527"/>
                  <a:pt x="8654358" y="1879020"/>
                  <a:pt x="8654358" y="1893185"/>
                </a:cubicBezTo>
                <a:cubicBezTo>
                  <a:pt x="8654358" y="1907350"/>
                  <a:pt x="8642864" y="1918844"/>
                  <a:pt x="8628699" y="1918844"/>
                </a:cubicBezTo>
                <a:cubicBezTo>
                  <a:pt x="8614534" y="1918844"/>
                  <a:pt x="8603041" y="1907350"/>
                  <a:pt x="8603041" y="1893185"/>
                </a:cubicBezTo>
                <a:cubicBezTo>
                  <a:pt x="8603041" y="1879020"/>
                  <a:pt x="8614534" y="1867527"/>
                  <a:pt x="8628699" y="1867527"/>
                </a:cubicBezTo>
                <a:close/>
                <a:moveTo>
                  <a:pt x="8564495" y="1867527"/>
                </a:moveTo>
                <a:cubicBezTo>
                  <a:pt x="8578665" y="1867527"/>
                  <a:pt x="8590153" y="1879014"/>
                  <a:pt x="8590153" y="1893185"/>
                </a:cubicBezTo>
                <a:cubicBezTo>
                  <a:pt x="8590153" y="1907356"/>
                  <a:pt x="8578665" y="1918844"/>
                  <a:pt x="8564495" y="1918844"/>
                </a:cubicBezTo>
                <a:cubicBezTo>
                  <a:pt x="8550325" y="1918844"/>
                  <a:pt x="8538837" y="1907356"/>
                  <a:pt x="8538837" y="1893185"/>
                </a:cubicBezTo>
                <a:cubicBezTo>
                  <a:pt x="8538837" y="1879014"/>
                  <a:pt x="8550325" y="1867527"/>
                  <a:pt x="8564495" y="1867527"/>
                </a:cubicBezTo>
                <a:close/>
                <a:moveTo>
                  <a:pt x="8500288" y="1867527"/>
                </a:moveTo>
                <a:cubicBezTo>
                  <a:pt x="8514453" y="1867527"/>
                  <a:pt x="8525949" y="1879020"/>
                  <a:pt x="8525949" y="1893185"/>
                </a:cubicBezTo>
                <a:cubicBezTo>
                  <a:pt x="8525949" y="1907350"/>
                  <a:pt x="8514453" y="1918844"/>
                  <a:pt x="8500288" y="1918844"/>
                </a:cubicBezTo>
                <a:cubicBezTo>
                  <a:pt x="8486126" y="1918844"/>
                  <a:pt x="8474630" y="1907350"/>
                  <a:pt x="8474630" y="1893185"/>
                </a:cubicBezTo>
                <a:cubicBezTo>
                  <a:pt x="8474630" y="1879020"/>
                  <a:pt x="8486126" y="1867527"/>
                  <a:pt x="8500288" y="1867527"/>
                </a:cubicBezTo>
                <a:close/>
                <a:moveTo>
                  <a:pt x="8436084" y="1867527"/>
                </a:moveTo>
                <a:cubicBezTo>
                  <a:pt x="8450249" y="1867527"/>
                  <a:pt x="8461745" y="1879020"/>
                  <a:pt x="8461745" y="1893185"/>
                </a:cubicBezTo>
                <a:cubicBezTo>
                  <a:pt x="8461745" y="1907350"/>
                  <a:pt x="8450249" y="1918844"/>
                  <a:pt x="8436084" y="1918844"/>
                </a:cubicBezTo>
                <a:cubicBezTo>
                  <a:pt x="8421919" y="1918844"/>
                  <a:pt x="8410426" y="1907350"/>
                  <a:pt x="8410426" y="1893185"/>
                </a:cubicBezTo>
                <a:cubicBezTo>
                  <a:pt x="8410426" y="1879020"/>
                  <a:pt x="8421919" y="1867527"/>
                  <a:pt x="8436084" y="1867527"/>
                </a:cubicBezTo>
                <a:close/>
                <a:moveTo>
                  <a:pt x="8307675" y="1867527"/>
                </a:moveTo>
                <a:cubicBezTo>
                  <a:pt x="8321837" y="1867527"/>
                  <a:pt x="8333333" y="1879020"/>
                  <a:pt x="8333333" y="1893185"/>
                </a:cubicBezTo>
                <a:cubicBezTo>
                  <a:pt x="8333333" y="1907350"/>
                  <a:pt x="8321837" y="1918844"/>
                  <a:pt x="8307675" y="1918844"/>
                </a:cubicBezTo>
                <a:cubicBezTo>
                  <a:pt x="8293510" y="1918844"/>
                  <a:pt x="8282014" y="1907350"/>
                  <a:pt x="8282014" y="1893185"/>
                </a:cubicBezTo>
                <a:cubicBezTo>
                  <a:pt x="8282014" y="1879020"/>
                  <a:pt x="8293510" y="1867527"/>
                  <a:pt x="8307675" y="1867527"/>
                </a:cubicBezTo>
                <a:close/>
                <a:moveTo>
                  <a:pt x="8243468" y="1867527"/>
                </a:moveTo>
                <a:cubicBezTo>
                  <a:pt x="8257638" y="1867527"/>
                  <a:pt x="8269126" y="1879014"/>
                  <a:pt x="8269126" y="1893185"/>
                </a:cubicBezTo>
                <a:cubicBezTo>
                  <a:pt x="8269126" y="1907356"/>
                  <a:pt x="8257638" y="1918844"/>
                  <a:pt x="8243468" y="1918844"/>
                </a:cubicBezTo>
                <a:cubicBezTo>
                  <a:pt x="8229298" y="1918844"/>
                  <a:pt x="8217810" y="1907356"/>
                  <a:pt x="8217810" y="1893185"/>
                </a:cubicBezTo>
                <a:cubicBezTo>
                  <a:pt x="8217810" y="1879014"/>
                  <a:pt x="8229298" y="1867527"/>
                  <a:pt x="8243468" y="1867527"/>
                </a:cubicBezTo>
                <a:close/>
                <a:moveTo>
                  <a:pt x="8179264" y="1867527"/>
                </a:moveTo>
                <a:cubicBezTo>
                  <a:pt x="8193434" y="1867527"/>
                  <a:pt x="8204922" y="1879014"/>
                  <a:pt x="8204922" y="1893185"/>
                </a:cubicBezTo>
                <a:cubicBezTo>
                  <a:pt x="8204922" y="1907356"/>
                  <a:pt x="8193434" y="1918844"/>
                  <a:pt x="8179264" y="1918844"/>
                </a:cubicBezTo>
                <a:cubicBezTo>
                  <a:pt x="8165091" y="1918844"/>
                  <a:pt x="8153603" y="1907356"/>
                  <a:pt x="8153603" y="1893185"/>
                </a:cubicBezTo>
                <a:cubicBezTo>
                  <a:pt x="8153603" y="1879014"/>
                  <a:pt x="8165091" y="1867527"/>
                  <a:pt x="8179264" y="1867527"/>
                </a:cubicBezTo>
                <a:close/>
                <a:moveTo>
                  <a:pt x="8115057" y="1867527"/>
                </a:moveTo>
                <a:cubicBezTo>
                  <a:pt x="8129222" y="1867527"/>
                  <a:pt x="8140717" y="1879020"/>
                  <a:pt x="8140717" y="1893185"/>
                </a:cubicBezTo>
                <a:cubicBezTo>
                  <a:pt x="8140717" y="1907350"/>
                  <a:pt x="8129222" y="1918844"/>
                  <a:pt x="8115057" y="1918844"/>
                </a:cubicBezTo>
                <a:cubicBezTo>
                  <a:pt x="8100894" y="1918844"/>
                  <a:pt x="8089398" y="1907350"/>
                  <a:pt x="8089398" y="1893185"/>
                </a:cubicBezTo>
                <a:cubicBezTo>
                  <a:pt x="8089398" y="1879020"/>
                  <a:pt x="8100894" y="1867527"/>
                  <a:pt x="8115057" y="1867527"/>
                </a:cubicBezTo>
                <a:close/>
                <a:moveTo>
                  <a:pt x="8050852" y="1867527"/>
                </a:moveTo>
                <a:cubicBezTo>
                  <a:pt x="8065017" y="1867527"/>
                  <a:pt x="8076510" y="1879020"/>
                  <a:pt x="8076510" y="1893185"/>
                </a:cubicBezTo>
                <a:cubicBezTo>
                  <a:pt x="8076510" y="1907350"/>
                  <a:pt x="8065017" y="1918844"/>
                  <a:pt x="8050852" y="1918844"/>
                </a:cubicBezTo>
                <a:cubicBezTo>
                  <a:pt x="8036687" y="1918844"/>
                  <a:pt x="8025194" y="1907350"/>
                  <a:pt x="8025194" y="1893185"/>
                </a:cubicBezTo>
                <a:cubicBezTo>
                  <a:pt x="8025194" y="1879020"/>
                  <a:pt x="8036687" y="1867527"/>
                  <a:pt x="8050852" y="1867527"/>
                </a:cubicBezTo>
                <a:close/>
                <a:moveTo>
                  <a:pt x="7986648" y="1867527"/>
                </a:moveTo>
                <a:cubicBezTo>
                  <a:pt x="8000813" y="1867527"/>
                  <a:pt x="8012306" y="1879020"/>
                  <a:pt x="8012306" y="1893185"/>
                </a:cubicBezTo>
                <a:cubicBezTo>
                  <a:pt x="8012306" y="1907350"/>
                  <a:pt x="8000813" y="1918844"/>
                  <a:pt x="7986648" y="1918844"/>
                </a:cubicBezTo>
                <a:cubicBezTo>
                  <a:pt x="7972483" y="1918844"/>
                  <a:pt x="7960990" y="1907350"/>
                  <a:pt x="7960990" y="1893185"/>
                </a:cubicBezTo>
                <a:cubicBezTo>
                  <a:pt x="7960990" y="1879020"/>
                  <a:pt x="7972483" y="1867527"/>
                  <a:pt x="7986648" y="1867527"/>
                </a:cubicBezTo>
                <a:close/>
                <a:moveTo>
                  <a:pt x="7922444" y="1867527"/>
                </a:moveTo>
                <a:cubicBezTo>
                  <a:pt x="7936606" y="1867527"/>
                  <a:pt x="7948102" y="1879020"/>
                  <a:pt x="7948102" y="1893185"/>
                </a:cubicBezTo>
                <a:cubicBezTo>
                  <a:pt x="7948102" y="1907350"/>
                  <a:pt x="7936606" y="1918844"/>
                  <a:pt x="7922444" y="1918844"/>
                </a:cubicBezTo>
                <a:cubicBezTo>
                  <a:pt x="7908279" y="1918844"/>
                  <a:pt x="7896783" y="1907350"/>
                  <a:pt x="7896783" y="1893185"/>
                </a:cubicBezTo>
                <a:cubicBezTo>
                  <a:pt x="7896783" y="1879020"/>
                  <a:pt x="7908279" y="1867527"/>
                  <a:pt x="7922444" y="1867527"/>
                </a:cubicBezTo>
                <a:close/>
                <a:moveTo>
                  <a:pt x="7858237" y="1867527"/>
                </a:moveTo>
                <a:cubicBezTo>
                  <a:pt x="7872407" y="1867527"/>
                  <a:pt x="7883895" y="1879014"/>
                  <a:pt x="7883895" y="1893185"/>
                </a:cubicBezTo>
                <a:cubicBezTo>
                  <a:pt x="7883895" y="1907356"/>
                  <a:pt x="7872407" y="1918844"/>
                  <a:pt x="7858237" y="1918844"/>
                </a:cubicBezTo>
                <a:cubicBezTo>
                  <a:pt x="7844066" y="1918844"/>
                  <a:pt x="7832578" y="1907356"/>
                  <a:pt x="7832578" y="1893185"/>
                </a:cubicBezTo>
                <a:cubicBezTo>
                  <a:pt x="7832578" y="1879014"/>
                  <a:pt x="7844066" y="1867527"/>
                  <a:pt x="7858237" y="1867527"/>
                </a:cubicBezTo>
                <a:close/>
                <a:moveTo>
                  <a:pt x="7794032" y="1867527"/>
                </a:moveTo>
                <a:cubicBezTo>
                  <a:pt x="7808203" y="1867527"/>
                  <a:pt x="7819690" y="1879014"/>
                  <a:pt x="7819690" y="1893185"/>
                </a:cubicBezTo>
                <a:cubicBezTo>
                  <a:pt x="7819690" y="1907356"/>
                  <a:pt x="7808203" y="1918844"/>
                  <a:pt x="7794032" y="1918844"/>
                </a:cubicBezTo>
                <a:cubicBezTo>
                  <a:pt x="7779862" y="1918844"/>
                  <a:pt x="7768371" y="1907356"/>
                  <a:pt x="7768371" y="1893185"/>
                </a:cubicBezTo>
                <a:cubicBezTo>
                  <a:pt x="7768371" y="1879014"/>
                  <a:pt x="7779862" y="1867527"/>
                  <a:pt x="7794032" y="1867527"/>
                </a:cubicBezTo>
                <a:close/>
                <a:moveTo>
                  <a:pt x="7729825" y="1867527"/>
                </a:moveTo>
                <a:cubicBezTo>
                  <a:pt x="7743990" y="1867527"/>
                  <a:pt x="7755486" y="1879020"/>
                  <a:pt x="7755486" y="1893185"/>
                </a:cubicBezTo>
                <a:cubicBezTo>
                  <a:pt x="7755486" y="1907350"/>
                  <a:pt x="7743990" y="1918844"/>
                  <a:pt x="7729825" y="1918844"/>
                </a:cubicBezTo>
                <a:cubicBezTo>
                  <a:pt x="7715660" y="1918844"/>
                  <a:pt x="7704167" y="1907350"/>
                  <a:pt x="7704167" y="1893185"/>
                </a:cubicBezTo>
                <a:cubicBezTo>
                  <a:pt x="7704167" y="1879020"/>
                  <a:pt x="7715660" y="1867527"/>
                  <a:pt x="7729825" y="1867527"/>
                </a:cubicBezTo>
                <a:close/>
                <a:moveTo>
                  <a:pt x="7665621" y="1867527"/>
                </a:moveTo>
                <a:cubicBezTo>
                  <a:pt x="7679786" y="1867527"/>
                  <a:pt x="7691279" y="1879020"/>
                  <a:pt x="7691279" y="1893185"/>
                </a:cubicBezTo>
                <a:cubicBezTo>
                  <a:pt x="7691279" y="1907350"/>
                  <a:pt x="7679786" y="1918844"/>
                  <a:pt x="7665621" y="1918844"/>
                </a:cubicBezTo>
                <a:cubicBezTo>
                  <a:pt x="7651456" y="1918844"/>
                  <a:pt x="7639963" y="1907350"/>
                  <a:pt x="7639963" y="1893185"/>
                </a:cubicBezTo>
                <a:cubicBezTo>
                  <a:pt x="7639963" y="1879020"/>
                  <a:pt x="7651456" y="1867527"/>
                  <a:pt x="7665621" y="1867527"/>
                </a:cubicBezTo>
                <a:close/>
                <a:moveTo>
                  <a:pt x="7601299" y="1867527"/>
                </a:moveTo>
                <a:cubicBezTo>
                  <a:pt x="7615464" y="1867527"/>
                  <a:pt x="7626959" y="1879020"/>
                  <a:pt x="7626959" y="1893185"/>
                </a:cubicBezTo>
                <a:cubicBezTo>
                  <a:pt x="7626959" y="1907350"/>
                  <a:pt x="7615464" y="1918844"/>
                  <a:pt x="7601299" y="1918844"/>
                </a:cubicBezTo>
                <a:cubicBezTo>
                  <a:pt x="7587134" y="1918844"/>
                  <a:pt x="7575640" y="1907350"/>
                  <a:pt x="7575640" y="1893185"/>
                </a:cubicBezTo>
                <a:cubicBezTo>
                  <a:pt x="7575640" y="1879020"/>
                  <a:pt x="7587134" y="1867527"/>
                  <a:pt x="7601299" y="1867527"/>
                </a:cubicBezTo>
                <a:close/>
                <a:moveTo>
                  <a:pt x="7537094" y="1867527"/>
                </a:moveTo>
                <a:cubicBezTo>
                  <a:pt x="7551259" y="1867527"/>
                  <a:pt x="7562752" y="1879020"/>
                  <a:pt x="7562752" y="1893185"/>
                </a:cubicBezTo>
                <a:cubicBezTo>
                  <a:pt x="7562752" y="1907350"/>
                  <a:pt x="7551259" y="1918844"/>
                  <a:pt x="7537094" y="1918844"/>
                </a:cubicBezTo>
                <a:cubicBezTo>
                  <a:pt x="7522929" y="1918844"/>
                  <a:pt x="7511436" y="1907350"/>
                  <a:pt x="7511436" y="1893185"/>
                </a:cubicBezTo>
                <a:cubicBezTo>
                  <a:pt x="7511436" y="1879020"/>
                  <a:pt x="7522929" y="1867527"/>
                  <a:pt x="7537094" y="1867527"/>
                </a:cubicBezTo>
                <a:close/>
                <a:moveTo>
                  <a:pt x="7472890" y="1867527"/>
                </a:moveTo>
                <a:cubicBezTo>
                  <a:pt x="7487060" y="1867527"/>
                  <a:pt x="7498548" y="1879014"/>
                  <a:pt x="7498548" y="1893185"/>
                </a:cubicBezTo>
                <a:cubicBezTo>
                  <a:pt x="7498548" y="1907356"/>
                  <a:pt x="7487060" y="1918844"/>
                  <a:pt x="7472890" y="1918844"/>
                </a:cubicBezTo>
                <a:cubicBezTo>
                  <a:pt x="7458717" y="1918844"/>
                  <a:pt x="7447229" y="1907356"/>
                  <a:pt x="7447229" y="1893185"/>
                </a:cubicBezTo>
                <a:cubicBezTo>
                  <a:pt x="7447229" y="1879014"/>
                  <a:pt x="7458717" y="1867527"/>
                  <a:pt x="7472890" y="1867527"/>
                </a:cubicBezTo>
                <a:close/>
                <a:moveTo>
                  <a:pt x="7408683" y="1867527"/>
                </a:moveTo>
                <a:cubicBezTo>
                  <a:pt x="7422848" y="1867527"/>
                  <a:pt x="7434341" y="1879020"/>
                  <a:pt x="7434341" y="1893185"/>
                </a:cubicBezTo>
                <a:cubicBezTo>
                  <a:pt x="7434341" y="1907350"/>
                  <a:pt x="7422848" y="1918844"/>
                  <a:pt x="7408683" y="1918844"/>
                </a:cubicBezTo>
                <a:cubicBezTo>
                  <a:pt x="7394518" y="1918844"/>
                  <a:pt x="7383025" y="1907350"/>
                  <a:pt x="7383025" y="1893185"/>
                </a:cubicBezTo>
                <a:cubicBezTo>
                  <a:pt x="7383025" y="1879020"/>
                  <a:pt x="7394518" y="1867527"/>
                  <a:pt x="7408683" y="1867527"/>
                </a:cubicBezTo>
                <a:close/>
                <a:moveTo>
                  <a:pt x="7344479" y="1867527"/>
                </a:moveTo>
                <a:cubicBezTo>
                  <a:pt x="7358644" y="1867527"/>
                  <a:pt x="7370137" y="1879020"/>
                  <a:pt x="7370137" y="1893185"/>
                </a:cubicBezTo>
                <a:cubicBezTo>
                  <a:pt x="7370137" y="1907350"/>
                  <a:pt x="7358644" y="1918844"/>
                  <a:pt x="7344479" y="1918844"/>
                </a:cubicBezTo>
                <a:cubicBezTo>
                  <a:pt x="7330314" y="1918844"/>
                  <a:pt x="7318820" y="1907350"/>
                  <a:pt x="7318820" y="1893185"/>
                </a:cubicBezTo>
                <a:cubicBezTo>
                  <a:pt x="7318820" y="1879020"/>
                  <a:pt x="7330314" y="1867527"/>
                  <a:pt x="7344479" y="1867527"/>
                </a:cubicBezTo>
                <a:close/>
                <a:moveTo>
                  <a:pt x="7280274" y="1867527"/>
                </a:moveTo>
                <a:cubicBezTo>
                  <a:pt x="7294437" y="1867527"/>
                  <a:pt x="7305932" y="1879020"/>
                  <a:pt x="7305932" y="1893185"/>
                </a:cubicBezTo>
                <a:cubicBezTo>
                  <a:pt x="7305932" y="1907350"/>
                  <a:pt x="7294437" y="1918844"/>
                  <a:pt x="7280274" y="1918844"/>
                </a:cubicBezTo>
                <a:cubicBezTo>
                  <a:pt x="7266109" y="1918844"/>
                  <a:pt x="7254613" y="1907350"/>
                  <a:pt x="7254613" y="1893185"/>
                </a:cubicBezTo>
                <a:cubicBezTo>
                  <a:pt x="7254613" y="1879020"/>
                  <a:pt x="7266109" y="1867527"/>
                  <a:pt x="7280274" y="1867527"/>
                </a:cubicBezTo>
                <a:close/>
                <a:moveTo>
                  <a:pt x="7216067" y="1867527"/>
                </a:moveTo>
                <a:cubicBezTo>
                  <a:pt x="7230232" y="1867527"/>
                  <a:pt x="7241725" y="1879020"/>
                  <a:pt x="7241725" y="1893185"/>
                </a:cubicBezTo>
                <a:cubicBezTo>
                  <a:pt x="7241725" y="1907350"/>
                  <a:pt x="7230232" y="1918844"/>
                  <a:pt x="7216067" y="1918844"/>
                </a:cubicBezTo>
                <a:cubicBezTo>
                  <a:pt x="7201902" y="1918844"/>
                  <a:pt x="7190409" y="1907350"/>
                  <a:pt x="7190409" y="1893185"/>
                </a:cubicBezTo>
                <a:cubicBezTo>
                  <a:pt x="7190409" y="1879020"/>
                  <a:pt x="7201902" y="1867527"/>
                  <a:pt x="7216067" y="1867527"/>
                </a:cubicBezTo>
                <a:close/>
                <a:moveTo>
                  <a:pt x="7151863" y="1867527"/>
                </a:moveTo>
                <a:cubicBezTo>
                  <a:pt x="7166033" y="1867527"/>
                  <a:pt x="7177521" y="1879014"/>
                  <a:pt x="7177521" y="1893185"/>
                </a:cubicBezTo>
                <a:cubicBezTo>
                  <a:pt x="7177521" y="1907356"/>
                  <a:pt x="7166033" y="1918844"/>
                  <a:pt x="7151863" y="1918844"/>
                </a:cubicBezTo>
                <a:cubicBezTo>
                  <a:pt x="7137692" y="1918844"/>
                  <a:pt x="7126205" y="1907356"/>
                  <a:pt x="7126205" y="1893185"/>
                </a:cubicBezTo>
                <a:cubicBezTo>
                  <a:pt x="7126205" y="1879014"/>
                  <a:pt x="7137692" y="1867527"/>
                  <a:pt x="7151863" y="1867527"/>
                </a:cubicBezTo>
                <a:close/>
                <a:moveTo>
                  <a:pt x="7087658" y="1867527"/>
                </a:moveTo>
                <a:cubicBezTo>
                  <a:pt x="7101829" y="1867527"/>
                  <a:pt x="7113317" y="1879014"/>
                  <a:pt x="7113317" y="1893185"/>
                </a:cubicBezTo>
                <a:cubicBezTo>
                  <a:pt x="7113317" y="1907356"/>
                  <a:pt x="7101829" y="1918844"/>
                  <a:pt x="7087658" y="1918844"/>
                </a:cubicBezTo>
                <a:cubicBezTo>
                  <a:pt x="7073485" y="1918844"/>
                  <a:pt x="7061998" y="1907356"/>
                  <a:pt x="7061998" y="1893185"/>
                </a:cubicBezTo>
                <a:cubicBezTo>
                  <a:pt x="7061998" y="1879014"/>
                  <a:pt x="7073485" y="1867527"/>
                  <a:pt x="7087658" y="1867527"/>
                </a:cubicBezTo>
                <a:close/>
                <a:moveTo>
                  <a:pt x="7023451" y="1867527"/>
                </a:moveTo>
                <a:cubicBezTo>
                  <a:pt x="7037616" y="1867527"/>
                  <a:pt x="7049112" y="1879020"/>
                  <a:pt x="7049112" y="1893185"/>
                </a:cubicBezTo>
                <a:cubicBezTo>
                  <a:pt x="7049112" y="1907350"/>
                  <a:pt x="7037616" y="1918844"/>
                  <a:pt x="7023451" y="1918844"/>
                </a:cubicBezTo>
                <a:cubicBezTo>
                  <a:pt x="7009289" y="1918844"/>
                  <a:pt x="6997793" y="1907350"/>
                  <a:pt x="6997793" y="1893185"/>
                </a:cubicBezTo>
                <a:cubicBezTo>
                  <a:pt x="6997793" y="1879020"/>
                  <a:pt x="7009289" y="1867527"/>
                  <a:pt x="7023451" y="1867527"/>
                </a:cubicBezTo>
                <a:close/>
                <a:moveTo>
                  <a:pt x="6959247" y="1867527"/>
                </a:moveTo>
                <a:cubicBezTo>
                  <a:pt x="6973412" y="1867527"/>
                  <a:pt x="6984905" y="1879020"/>
                  <a:pt x="6984905" y="1893185"/>
                </a:cubicBezTo>
                <a:cubicBezTo>
                  <a:pt x="6984905" y="1907350"/>
                  <a:pt x="6973412" y="1918844"/>
                  <a:pt x="6959247" y="1918844"/>
                </a:cubicBezTo>
                <a:cubicBezTo>
                  <a:pt x="6945082" y="1918844"/>
                  <a:pt x="6933589" y="1907350"/>
                  <a:pt x="6933589" y="1893185"/>
                </a:cubicBezTo>
                <a:cubicBezTo>
                  <a:pt x="6933589" y="1879020"/>
                  <a:pt x="6945082" y="1867527"/>
                  <a:pt x="6959247" y="1867527"/>
                </a:cubicBezTo>
                <a:close/>
                <a:moveTo>
                  <a:pt x="6895043" y="1867527"/>
                </a:moveTo>
                <a:cubicBezTo>
                  <a:pt x="6909208" y="1867527"/>
                  <a:pt x="6920701" y="1879020"/>
                  <a:pt x="6920701" y="1893185"/>
                </a:cubicBezTo>
                <a:cubicBezTo>
                  <a:pt x="6920701" y="1907350"/>
                  <a:pt x="6909208" y="1918844"/>
                  <a:pt x="6895043" y="1918844"/>
                </a:cubicBezTo>
                <a:cubicBezTo>
                  <a:pt x="6880878" y="1918844"/>
                  <a:pt x="6869382" y="1907350"/>
                  <a:pt x="6869382" y="1893185"/>
                </a:cubicBezTo>
                <a:cubicBezTo>
                  <a:pt x="6869382" y="1879020"/>
                  <a:pt x="6880878" y="1867527"/>
                  <a:pt x="6895043" y="1867527"/>
                </a:cubicBezTo>
                <a:close/>
                <a:moveTo>
                  <a:pt x="6830836" y="1867527"/>
                </a:moveTo>
                <a:cubicBezTo>
                  <a:pt x="6845001" y="1867527"/>
                  <a:pt x="6856494" y="1879020"/>
                  <a:pt x="6856494" y="1893185"/>
                </a:cubicBezTo>
                <a:cubicBezTo>
                  <a:pt x="6856494" y="1907350"/>
                  <a:pt x="6845001" y="1918844"/>
                  <a:pt x="6830836" y="1918844"/>
                </a:cubicBezTo>
                <a:cubicBezTo>
                  <a:pt x="6816671" y="1918844"/>
                  <a:pt x="6805178" y="1907350"/>
                  <a:pt x="6805178" y="1893185"/>
                </a:cubicBezTo>
                <a:cubicBezTo>
                  <a:pt x="6805178" y="1879020"/>
                  <a:pt x="6816671" y="1867527"/>
                  <a:pt x="6830836" y="1867527"/>
                </a:cubicBezTo>
                <a:close/>
                <a:moveTo>
                  <a:pt x="6766631" y="1867527"/>
                </a:moveTo>
                <a:cubicBezTo>
                  <a:pt x="6780802" y="1867527"/>
                  <a:pt x="6792290" y="1879014"/>
                  <a:pt x="6792290" y="1893185"/>
                </a:cubicBezTo>
                <a:cubicBezTo>
                  <a:pt x="6792290" y="1907356"/>
                  <a:pt x="6780802" y="1918844"/>
                  <a:pt x="6766631" y="1918844"/>
                </a:cubicBezTo>
                <a:cubicBezTo>
                  <a:pt x="6752461" y="1918844"/>
                  <a:pt x="6740973" y="1907356"/>
                  <a:pt x="6740973" y="1893185"/>
                </a:cubicBezTo>
                <a:cubicBezTo>
                  <a:pt x="6740973" y="1879014"/>
                  <a:pt x="6752461" y="1867527"/>
                  <a:pt x="6766631" y="1867527"/>
                </a:cubicBezTo>
                <a:close/>
                <a:moveTo>
                  <a:pt x="6702427" y="1867527"/>
                </a:moveTo>
                <a:cubicBezTo>
                  <a:pt x="6716597" y="1867527"/>
                  <a:pt x="6728085" y="1879014"/>
                  <a:pt x="6728085" y="1893185"/>
                </a:cubicBezTo>
                <a:cubicBezTo>
                  <a:pt x="6728085" y="1907356"/>
                  <a:pt x="6716597" y="1918844"/>
                  <a:pt x="6702427" y="1918844"/>
                </a:cubicBezTo>
                <a:cubicBezTo>
                  <a:pt x="6688254" y="1918844"/>
                  <a:pt x="6676766" y="1907356"/>
                  <a:pt x="6676766" y="1893185"/>
                </a:cubicBezTo>
                <a:cubicBezTo>
                  <a:pt x="6676766" y="1879014"/>
                  <a:pt x="6688254" y="1867527"/>
                  <a:pt x="6702427" y="1867527"/>
                </a:cubicBezTo>
                <a:close/>
                <a:moveTo>
                  <a:pt x="6638220" y="1867527"/>
                </a:moveTo>
                <a:cubicBezTo>
                  <a:pt x="6652385" y="1867527"/>
                  <a:pt x="6663881" y="1879020"/>
                  <a:pt x="6663881" y="1893185"/>
                </a:cubicBezTo>
                <a:cubicBezTo>
                  <a:pt x="6663881" y="1907350"/>
                  <a:pt x="6652385" y="1918844"/>
                  <a:pt x="6638220" y="1918844"/>
                </a:cubicBezTo>
                <a:cubicBezTo>
                  <a:pt x="6624055" y="1918844"/>
                  <a:pt x="6612562" y="1907350"/>
                  <a:pt x="6612562" y="1893185"/>
                </a:cubicBezTo>
                <a:cubicBezTo>
                  <a:pt x="6612562" y="1879020"/>
                  <a:pt x="6624055" y="1867527"/>
                  <a:pt x="6638220" y="1867527"/>
                </a:cubicBezTo>
                <a:close/>
                <a:moveTo>
                  <a:pt x="6574016" y="1867527"/>
                </a:moveTo>
                <a:cubicBezTo>
                  <a:pt x="6588181" y="1867527"/>
                  <a:pt x="6599674" y="1879020"/>
                  <a:pt x="6599674" y="1893185"/>
                </a:cubicBezTo>
                <a:cubicBezTo>
                  <a:pt x="6599674" y="1907350"/>
                  <a:pt x="6588181" y="1918844"/>
                  <a:pt x="6574016" y="1918844"/>
                </a:cubicBezTo>
                <a:cubicBezTo>
                  <a:pt x="6559851" y="1918844"/>
                  <a:pt x="6548357" y="1907350"/>
                  <a:pt x="6548357" y="1893185"/>
                </a:cubicBezTo>
                <a:cubicBezTo>
                  <a:pt x="6548357" y="1879020"/>
                  <a:pt x="6559851" y="1867527"/>
                  <a:pt x="6574016" y="1867527"/>
                </a:cubicBezTo>
                <a:close/>
                <a:moveTo>
                  <a:pt x="6509693" y="1867527"/>
                </a:moveTo>
                <a:cubicBezTo>
                  <a:pt x="6523858" y="1867527"/>
                  <a:pt x="6535352" y="1879020"/>
                  <a:pt x="6535352" y="1893185"/>
                </a:cubicBezTo>
                <a:cubicBezTo>
                  <a:pt x="6535352" y="1907350"/>
                  <a:pt x="6523858" y="1918844"/>
                  <a:pt x="6509693" y="1918844"/>
                </a:cubicBezTo>
                <a:cubicBezTo>
                  <a:pt x="6495528" y="1918844"/>
                  <a:pt x="6484035" y="1907350"/>
                  <a:pt x="6484035" y="1893185"/>
                </a:cubicBezTo>
                <a:cubicBezTo>
                  <a:pt x="6484035" y="1879020"/>
                  <a:pt x="6495528" y="1867527"/>
                  <a:pt x="6509693" y="1867527"/>
                </a:cubicBezTo>
                <a:close/>
                <a:moveTo>
                  <a:pt x="6445489" y="1867527"/>
                </a:moveTo>
                <a:cubicBezTo>
                  <a:pt x="6459654" y="1867527"/>
                  <a:pt x="6471147" y="1879020"/>
                  <a:pt x="6471147" y="1893185"/>
                </a:cubicBezTo>
                <a:cubicBezTo>
                  <a:pt x="6471147" y="1907350"/>
                  <a:pt x="6459654" y="1918844"/>
                  <a:pt x="6445489" y="1918844"/>
                </a:cubicBezTo>
                <a:cubicBezTo>
                  <a:pt x="6431324" y="1918844"/>
                  <a:pt x="6419831" y="1907350"/>
                  <a:pt x="6419831" y="1893185"/>
                </a:cubicBezTo>
                <a:cubicBezTo>
                  <a:pt x="6419831" y="1879020"/>
                  <a:pt x="6431324" y="1867527"/>
                  <a:pt x="6445489" y="1867527"/>
                </a:cubicBezTo>
                <a:close/>
                <a:moveTo>
                  <a:pt x="6381282" y="1867527"/>
                </a:moveTo>
                <a:cubicBezTo>
                  <a:pt x="6395455" y="1867527"/>
                  <a:pt x="6406943" y="1879014"/>
                  <a:pt x="6406943" y="1893185"/>
                </a:cubicBezTo>
                <a:cubicBezTo>
                  <a:pt x="6406943" y="1907356"/>
                  <a:pt x="6395455" y="1918844"/>
                  <a:pt x="6381282" y="1918844"/>
                </a:cubicBezTo>
                <a:cubicBezTo>
                  <a:pt x="6367112" y="1918844"/>
                  <a:pt x="6355624" y="1907356"/>
                  <a:pt x="6355624" y="1893185"/>
                </a:cubicBezTo>
                <a:cubicBezTo>
                  <a:pt x="6355624" y="1879014"/>
                  <a:pt x="6367112" y="1867527"/>
                  <a:pt x="6381282" y="1867527"/>
                </a:cubicBezTo>
                <a:close/>
                <a:moveTo>
                  <a:pt x="6317078" y="1867527"/>
                </a:moveTo>
                <a:cubicBezTo>
                  <a:pt x="6331243" y="1867527"/>
                  <a:pt x="6342736" y="1879020"/>
                  <a:pt x="6342736" y="1893185"/>
                </a:cubicBezTo>
                <a:cubicBezTo>
                  <a:pt x="6342736" y="1907350"/>
                  <a:pt x="6331243" y="1918844"/>
                  <a:pt x="6317078" y="1918844"/>
                </a:cubicBezTo>
                <a:cubicBezTo>
                  <a:pt x="6302913" y="1918844"/>
                  <a:pt x="6291420" y="1907350"/>
                  <a:pt x="6291420" y="1893185"/>
                </a:cubicBezTo>
                <a:cubicBezTo>
                  <a:pt x="6291420" y="1879020"/>
                  <a:pt x="6302913" y="1867527"/>
                  <a:pt x="6317078" y="1867527"/>
                </a:cubicBezTo>
                <a:close/>
                <a:moveTo>
                  <a:pt x="6252873" y="1867527"/>
                </a:moveTo>
                <a:cubicBezTo>
                  <a:pt x="6267036" y="1867527"/>
                  <a:pt x="6278532" y="1879020"/>
                  <a:pt x="6278532" y="1893185"/>
                </a:cubicBezTo>
                <a:cubicBezTo>
                  <a:pt x="6278532" y="1907350"/>
                  <a:pt x="6267036" y="1918844"/>
                  <a:pt x="6252873" y="1918844"/>
                </a:cubicBezTo>
                <a:cubicBezTo>
                  <a:pt x="6238708" y="1918844"/>
                  <a:pt x="6227213" y="1907350"/>
                  <a:pt x="6227213" y="1893185"/>
                </a:cubicBezTo>
                <a:cubicBezTo>
                  <a:pt x="6227213" y="1879020"/>
                  <a:pt x="6238708" y="1867527"/>
                  <a:pt x="6252873" y="1867527"/>
                </a:cubicBezTo>
                <a:close/>
                <a:moveTo>
                  <a:pt x="6188666" y="1867527"/>
                </a:moveTo>
                <a:cubicBezTo>
                  <a:pt x="6202831" y="1867527"/>
                  <a:pt x="6214327" y="1879020"/>
                  <a:pt x="6214327" y="1893185"/>
                </a:cubicBezTo>
                <a:cubicBezTo>
                  <a:pt x="6214327" y="1907350"/>
                  <a:pt x="6202831" y="1918844"/>
                  <a:pt x="6188666" y="1918844"/>
                </a:cubicBezTo>
                <a:cubicBezTo>
                  <a:pt x="6174504" y="1918844"/>
                  <a:pt x="6163008" y="1907350"/>
                  <a:pt x="6163008" y="1893185"/>
                </a:cubicBezTo>
                <a:cubicBezTo>
                  <a:pt x="6163008" y="1879020"/>
                  <a:pt x="6174504" y="1867527"/>
                  <a:pt x="6188666" y="1867527"/>
                </a:cubicBezTo>
                <a:close/>
                <a:moveTo>
                  <a:pt x="6124462" y="1867527"/>
                </a:moveTo>
                <a:cubicBezTo>
                  <a:pt x="6138627" y="1867527"/>
                  <a:pt x="6150123" y="1879020"/>
                  <a:pt x="6150123" y="1893185"/>
                </a:cubicBezTo>
                <a:cubicBezTo>
                  <a:pt x="6150123" y="1907350"/>
                  <a:pt x="6138627" y="1918844"/>
                  <a:pt x="6124462" y="1918844"/>
                </a:cubicBezTo>
                <a:cubicBezTo>
                  <a:pt x="6110297" y="1918844"/>
                  <a:pt x="6098804" y="1907350"/>
                  <a:pt x="6098804" y="1893185"/>
                </a:cubicBezTo>
                <a:cubicBezTo>
                  <a:pt x="6098804" y="1879020"/>
                  <a:pt x="6110297" y="1867527"/>
                  <a:pt x="6124462" y="1867527"/>
                </a:cubicBezTo>
                <a:close/>
                <a:moveTo>
                  <a:pt x="6064505" y="1867527"/>
                </a:moveTo>
                <a:cubicBezTo>
                  <a:pt x="6078666" y="1867527"/>
                  <a:pt x="6090163" y="1879020"/>
                  <a:pt x="6090163" y="1893185"/>
                </a:cubicBezTo>
                <a:cubicBezTo>
                  <a:pt x="6090163" y="1907350"/>
                  <a:pt x="6078666" y="1918844"/>
                  <a:pt x="6064505" y="1918844"/>
                </a:cubicBezTo>
                <a:cubicBezTo>
                  <a:pt x="6050336" y="1918844"/>
                  <a:pt x="6038844" y="1907350"/>
                  <a:pt x="6038844" y="1893185"/>
                </a:cubicBezTo>
                <a:cubicBezTo>
                  <a:pt x="6038844" y="1879020"/>
                  <a:pt x="6050336" y="1867527"/>
                  <a:pt x="6064505" y="1867527"/>
                </a:cubicBezTo>
                <a:close/>
                <a:moveTo>
                  <a:pt x="6000298" y="1867527"/>
                </a:moveTo>
                <a:cubicBezTo>
                  <a:pt x="6014463" y="1867527"/>
                  <a:pt x="6025956" y="1879020"/>
                  <a:pt x="6025956" y="1893185"/>
                </a:cubicBezTo>
                <a:cubicBezTo>
                  <a:pt x="6025956" y="1907350"/>
                  <a:pt x="6014463" y="1918844"/>
                  <a:pt x="6000298" y="1918844"/>
                </a:cubicBezTo>
                <a:cubicBezTo>
                  <a:pt x="5986133" y="1918844"/>
                  <a:pt x="5974639" y="1907350"/>
                  <a:pt x="5974639" y="1893185"/>
                </a:cubicBezTo>
                <a:cubicBezTo>
                  <a:pt x="5974639" y="1879020"/>
                  <a:pt x="5986133" y="1867527"/>
                  <a:pt x="6000298" y="1867527"/>
                </a:cubicBezTo>
                <a:close/>
                <a:moveTo>
                  <a:pt x="5936092" y="1867527"/>
                </a:moveTo>
                <a:cubicBezTo>
                  <a:pt x="5950255" y="1867527"/>
                  <a:pt x="5961751" y="1879020"/>
                  <a:pt x="5961751" y="1893185"/>
                </a:cubicBezTo>
                <a:cubicBezTo>
                  <a:pt x="5961751" y="1907350"/>
                  <a:pt x="5950255" y="1918844"/>
                  <a:pt x="5936092" y="1918844"/>
                </a:cubicBezTo>
                <a:cubicBezTo>
                  <a:pt x="5921928" y="1918844"/>
                  <a:pt x="5910435" y="1907350"/>
                  <a:pt x="5910435" y="1893185"/>
                </a:cubicBezTo>
                <a:cubicBezTo>
                  <a:pt x="5910435" y="1879020"/>
                  <a:pt x="5921928" y="1867527"/>
                  <a:pt x="5936092" y="1867527"/>
                </a:cubicBezTo>
                <a:close/>
                <a:moveTo>
                  <a:pt x="5871887" y="1867527"/>
                </a:moveTo>
                <a:cubicBezTo>
                  <a:pt x="5886051" y="1867527"/>
                  <a:pt x="5897547" y="1879020"/>
                  <a:pt x="5897547" y="1893185"/>
                </a:cubicBezTo>
                <a:cubicBezTo>
                  <a:pt x="5897547" y="1907350"/>
                  <a:pt x="5886051" y="1918844"/>
                  <a:pt x="5871887" y="1918844"/>
                </a:cubicBezTo>
                <a:cubicBezTo>
                  <a:pt x="5857722" y="1918844"/>
                  <a:pt x="5846228" y="1907350"/>
                  <a:pt x="5846228" y="1893185"/>
                </a:cubicBezTo>
                <a:cubicBezTo>
                  <a:pt x="5846228" y="1879020"/>
                  <a:pt x="5857722" y="1867527"/>
                  <a:pt x="5871887" y="1867527"/>
                </a:cubicBezTo>
                <a:close/>
                <a:moveTo>
                  <a:pt x="5807683" y="1867527"/>
                </a:moveTo>
                <a:cubicBezTo>
                  <a:pt x="5821853" y="1867527"/>
                  <a:pt x="5833341" y="1879014"/>
                  <a:pt x="5833341" y="1893185"/>
                </a:cubicBezTo>
                <a:cubicBezTo>
                  <a:pt x="5833341" y="1907356"/>
                  <a:pt x="5821853" y="1918844"/>
                  <a:pt x="5807683" y="1918844"/>
                </a:cubicBezTo>
                <a:cubicBezTo>
                  <a:pt x="5793512" y="1918844"/>
                  <a:pt x="5782024" y="1907356"/>
                  <a:pt x="5782024" y="1893185"/>
                </a:cubicBezTo>
                <a:cubicBezTo>
                  <a:pt x="5782024" y="1879014"/>
                  <a:pt x="5793512" y="1867527"/>
                  <a:pt x="5807683" y="1867527"/>
                </a:cubicBezTo>
                <a:close/>
                <a:moveTo>
                  <a:pt x="5743477" y="1867527"/>
                </a:moveTo>
                <a:cubicBezTo>
                  <a:pt x="5757648" y="1867527"/>
                  <a:pt x="5769136" y="1879014"/>
                  <a:pt x="5769136" y="1893185"/>
                </a:cubicBezTo>
                <a:cubicBezTo>
                  <a:pt x="5769136" y="1907356"/>
                  <a:pt x="5757648" y="1918844"/>
                  <a:pt x="5743477" y="1918844"/>
                </a:cubicBezTo>
                <a:cubicBezTo>
                  <a:pt x="5729307" y="1918844"/>
                  <a:pt x="5717818" y="1907356"/>
                  <a:pt x="5717818" y="1893185"/>
                </a:cubicBezTo>
                <a:cubicBezTo>
                  <a:pt x="5717818" y="1879014"/>
                  <a:pt x="5729307" y="1867527"/>
                  <a:pt x="5743477" y="1867527"/>
                </a:cubicBezTo>
                <a:close/>
                <a:moveTo>
                  <a:pt x="5679272" y="1867527"/>
                </a:moveTo>
                <a:cubicBezTo>
                  <a:pt x="5693437" y="1867527"/>
                  <a:pt x="5704930" y="1879020"/>
                  <a:pt x="5704930" y="1893185"/>
                </a:cubicBezTo>
                <a:cubicBezTo>
                  <a:pt x="5704930" y="1907350"/>
                  <a:pt x="5693437" y="1918844"/>
                  <a:pt x="5679272" y="1918844"/>
                </a:cubicBezTo>
                <a:cubicBezTo>
                  <a:pt x="5665108" y="1918844"/>
                  <a:pt x="5653614" y="1907350"/>
                  <a:pt x="5653614" y="1893185"/>
                </a:cubicBezTo>
                <a:cubicBezTo>
                  <a:pt x="5653614" y="1879020"/>
                  <a:pt x="5665108" y="1867527"/>
                  <a:pt x="5679272" y="1867527"/>
                </a:cubicBezTo>
                <a:close/>
                <a:moveTo>
                  <a:pt x="5615066" y="1867527"/>
                </a:moveTo>
                <a:cubicBezTo>
                  <a:pt x="5629231" y="1867527"/>
                  <a:pt x="5640726" y="1879020"/>
                  <a:pt x="5640726" y="1893185"/>
                </a:cubicBezTo>
                <a:cubicBezTo>
                  <a:pt x="5640726" y="1907350"/>
                  <a:pt x="5629231" y="1918844"/>
                  <a:pt x="5615066" y="1918844"/>
                </a:cubicBezTo>
                <a:cubicBezTo>
                  <a:pt x="5600901" y="1918844"/>
                  <a:pt x="5589407" y="1907350"/>
                  <a:pt x="5589407" y="1893185"/>
                </a:cubicBezTo>
                <a:cubicBezTo>
                  <a:pt x="5589407" y="1879020"/>
                  <a:pt x="5600901" y="1867527"/>
                  <a:pt x="5615066" y="1867527"/>
                </a:cubicBezTo>
                <a:close/>
                <a:moveTo>
                  <a:pt x="5550862" y="1867527"/>
                </a:moveTo>
                <a:cubicBezTo>
                  <a:pt x="5565027" y="1867527"/>
                  <a:pt x="5576520" y="1879020"/>
                  <a:pt x="5576520" y="1893185"/>
                </a:cubicBezTo>
                <a:cubicBezTo>
                  <a:pt x="5576520" y="1907350"/>
                  <a:pt x="5565027" y="1918844"/>
                  <a:pt x="5550862" y="1918844"/>
                </a:cubicBezTo>
                <a:cubicBezTo>
                  <a:pt x="5536697" y="1918844"/>
                  <a:pt x="5525203" y="1907350"/>
                  <a:pt x="5525203" y="1893185"/>
                </a:cubicBezTo>
                <a:cubicBezTo>
                  <a:pt x="5525203" y="1879020"/>
                  <a:pt x="5536697" y="1867527"/>
                  <a:pt x="5550862" y="1867527"/>
                </a:cubicBezTo>
                <a:close/>
                <a:moveTo>
                  <a:pt x="5486655" y="1867527"/>
                </a:moveTo>
                <a:cubicBezTo>
                  <a:pt x="5500819" y="1867527"/>
                  <a:pt x="5512316" y="1879020"/>
                  <a:pt x="5512316" y="1893185"/>
                </a:cubicBezTo>
                <a:cubicBezTo>
                  <a:pt x="5512316" y="1907350"/>
                  <a:pt x="5500819" y="1918844"/>
                  <a:pt x="5486655" y="1918844"/>
                </a:cubicBezTo>
                <a:cubicBezTo>
                  <a:pt x="5472491" y="1918844"/>
                  <a:pt x="5460997" y="1907350"/>
                  <a:pt x="5460997" y="1893185"/>
                </a:cubicBezTo>
                <a:cubicBezTo>
                  <a:pt x="5460997" y="1879020"/>
                  <a:pt x="5472491" y="1867527"/>
                  <a:pt x="5486655" y="1867527"/>
                </a:cubicBezTo>
                <a:close/>
                <a:moveTo>
                  <a:pt x="5422451" y="1867527"/>
                </a:moveTo>
                <a:cubicBezTo>
                  <a:pt x="5436621" y="1867527"/>
                  <a:pt x="5448109" y="1879014"/>
                  <a:pt x="5448109" y="1893185"/>
                </a:cubicBezTo>
                <a:cubicBezTo>
                  <a:pt x="5448109" y="1907356"/>
                  <a:pt x="5436621" y="1918844"/>
                  <a:pt x="5422451" y="1918844"/>
                </a:cubicBezTo>
                <a:cubicBezTo>
                  <a:pt x="5408280" y="1918844"/>
                  <a:pt x="5396791" y="1907356"/>
                  <a:pt x="5396791" y="1893185"/>
                </a:cubicBezTo>
                <a:cubicBezTo>
                  <a:pt x="5396791" y="1879014"/>
                  <a:pt x="5408280" y="1867527"/>
                  <a:pt x="5422451" y="1867527"/>
                </a:cubicBezTo>
                <a:close/>
                <a:moveTo>
                  <a:pt x="5358245" y="1867527"/>
                </a:moveTo>
                <a:cubicBezTo>
                  <a:pt x="5372417" y="1867527"/>
                  <a:pt x="5383904" y="1879014"/>
                  <a:pt x="5383904" y="1893185"/>
                </a:cubicBezTo>
                <a:cubicBezTo>
                  <a:pt x="5383904" y="1907356"/>
                  <a:pt x="5372417" y="1918844"/>
                  <a:pt x="5358245" y="1918844"/>
                </a:cubicBezTo>
                <a:cubicBezTo>
                  <a:pt x="5344076" y="1918844"/>
                  <a:pt x="5332587" y="1907356"/>
                  <a:pt x="5332587" y="1893185"/>
                </a:cubicBezTo>
                <a:cubicBezTo>
                  <a:pt x="5332587" y="1879014"/>
                  <a:pt x="5344076" y="1867527"/>
                  <a:pt x="5358245" y="1867527"/>
                </a:cubicBezTo>
                <a:close/>
                <a:moveTo>
                  <a:pt x="5294040" y="1867527"/>
                </a:moveTo>
                <a:cubicBezTo>
                  <a:pt x="5308205" y="1867527"/>
                  <a:pt x="5319699" y="1879020"/>
                  <a:pt x="5319699" y="1893185"/>
                </a:cubicBezTo>
                <a:cubicBezTo>
                  <a:pt x="5319699" y="1907350"/>
                  <a:pt x="5308205" y="1918844"/>
                  <a:pt x="5294040" y="1918844"/>
                </a:cubicBezTo>
                <a:cubicBezTo>
                  <a:pt x="5279877" y="1918844"/>
                  <a:pt x="5268382" y="1907350"/>
                  <a:pt x="5268382" y="1893185"/>
                </a:cubicBezTo>
                <a:cubicBezTo>
                  <a:pt x="5268382" y="1879020"/>
                  <a:pt x="5279877" y="1867527"/>
                  <a:pt x="5294040" y="1867527"/>
                </a:cubicBezTo>
                <a:close/>
                <a:moveTo>
                  <a:pt x="5229719" y="1867527"/>
                </a:moveTo>
                <a:cubicBezTo>
                  <a:pt x="5243999" y="1867527"/>
                  <a:pt x="5255377" y="1879020"/>
                  <a:pt x="5255377" y="1893185"/>
                </a:cubicBezTo>
                <a:cubicBezTo>
                  <a:pt x="5255377" y="1907350"/>
                  <a:pt x="5243883" y="1918844"/>
                  <a:pt x="5229719" y="1918844"/>
                </a:cubicBezTo>
                <a:cubicBezTo>
                  <a:pt x="5215554" y="1918844"/>
                  <a:pt x="5204058" y="1907350"/>
                  <a:pt x="5204058" y="1893185"/>
                </a:cubicBezTo>
                <a:cubicBezTo>
                  <a:pt x="5204058" y="1879020"/>
                  <a:pt x="5215554" y="1867527"/>
                  <a:pt x="5229719" y="1867527"/>
                </a:cubicBezTo>
                <a:close/>
                <a:moveTo>
                  <a:pt x="5165514" y="1867527"/>
                </a:moveTo>
                <a:cubicBezTo>
                  <a:pt x="5179678" y="1867527"/>
                  <a:pt x="5191171" y="1879020"/>
                  <a:pt x="5191171" y="1893185"/>
                </a:cubicBezTo>
                <a:cubicBezTo>
                  <a:pt x="5191171" y="1907350"/>
                  <a:pt x="5179678" y="1918844"/>
                  <a:pt x="5165514" y="1918844"/>
                </a:cubicBezTo>
                <a:cubicBezTo>
                  <a:pt x="5151349" y="1918844"/>
                  <a:pt x="5139855" y="1907350"/>
                  <a:pt x="5139855" y="1893185"/>
                </a:cubicBezTo>
                <a:cubicBezTo>
                  <a:pt x="5139855" y="1879020"/>
                  <a:pt x="5151349" y="1867527"/>
                  <a:pt x="5165514" y="1867527"/>
                </a:cubicBezTo>
                <a:close/>
                <a:moveTo>
                  <a:pt x="5101309" y="1867527"/>
                </a:moveTo>
                <a:cubicBezTo>
                  <a:pt x="5115473" y="1867527"/>
                  <a:pt x="5126967" y="1879020"/>
                  <a:pt x="5126967" y="1893185"/>
                </a:cubicBezTo>
                <a:cubicBezTo>
                  <a:pt x="5126967" y="1907350"/>
                  <a:pt x="5115473" y="1918844"/>
                  <a:pt x="5101309" y="1918844"/>
                </a:cubicBezTo>
                <a:cubicBezTo>
                  <a:pt x="5087142" y="1918844"/>
                  <a:pt x="5075649" y="1907350"/>
                  <a:pt x="5075649" y="1893185"/>
                </a:cubicBezTo>
                <a:cubicBezTo>
                  <a:pt x="5075649" y="1879020"/>
                  <a:pt x="5087142" y="1867527"/>
                  <a:pt x="5101309" y="1867527"/>
                </a:cubicBezTo>
                <a:close/>
                <a:moveTo>
                  <a:pt x="5037104" y="1867527"/>
                </a:moveTo>
                <a:cubicBezTo>
                  <a:pt x="5051273" y="1867527"/>
                  <a:pt x="5062762" y="1879014"/>
                  <a:pt x="5062762" y="1893185"/>
                </a:cubicBezTo>
                <a:cubicBezTo>
                  <a:pt x="5062762" y="1907356"/>
                  <a:pt x="5051273" y="1918844"/>
                  <a:pt x="5037104" y="1918844"/>
                </a:cubicBezTo>
                <a:cubicBezTo>
                  <a:pt x="5022930" y="1918844"/>
                  <a:pt x="5011444" y="1907356"/>
                  <a:pt x="5011444" y="1893185"/>
                </a:cubicBezTo>
                <a:cubicBezTo>
                  <a:pt x="5011444" y="1879014"/>
                  <a:pt x="5022930" y="1867527"/>
                  <a:pt x="5037104" y="1867527"/>
                </a:cubicBezTo>
                <a:close/>
                <a:moveTo>
                  <a:pt x="4972896" y="1867527"/>
                </a:moveTo>
                <a:cubicBezTo>
                  <a:pt x="4987063" y="1867527"/>
                  <a:pt x="4998557" y="1879020"/>
                  <a:pt x="4998557" y="1893185"/>
                </a:cubicBezTo>
                <a:cubicBezTo>
                  <a:pt x="4998557" y="1907350"/>
                  <a:pt x="4987063" y="1918844"/>
                  <a:pt x="4972896" y="1918844"/>
                </a:cubicBezTo>
                <a:cubicBezTo>
                  <a:pt x="4958732" y="1918844"/>
                  <a:pt x="4947240" y="1907350"/>
                  <a:pt x="4947240" y="1893185"/>
                </a:cubicBezTo>
                <a:cubicBezTo>
                  <a:pt x="4947240" y="1879020"/>
                  <a:pt x="4958732" y="1867527"/>
                  <a:pt x="4972896" y="1867527"/>
                </a:cubicBezTo>
                <a:close/>
                <a:moveTo>
                  <a:pt x="4908693" y="1867527"/>
                </a:moveTo>
                <a:cubicBezTo>
                  <a:pt x="4922857" y="1867527"/>
                  <a:pt x="4934352" y="1879020"/>
                  <a:pt x="4934352" y="1893185"/>
                </a:cubicBezTo>
                <a:cubicBezTo>
                  <a:pt x="4934352" y="1907350"/>
                  <a:pt x="4922857" y="1918844"/>
                  <a:pt x="4908693" y="1918844"/>
                </a:cubicBezTo>
                <a:cubicBezTo>
                  <a:pt x="4894527" y="1918844"/>
                  <a:pt x="4883033" y="1907350"/>
                  <a:pt x="4883033" y="1893185"/>
                </a:cubicBezTo>
                <a:cubicBezTo>
                  <a:pt x="4883033" y="1879020"/>
                  <a:pt x="4894527" y="1867527"/>
                  <a:pt x="4908693" y="1867527"/>
                </a:cubicBezTo>
                <a:close/>
                <a:moveTo>
                  <a:pt x="4844487" y="1867527"/>
                </a:moveTo>
                <a:cubicBezTo>
                  <a:pt x="4858650" y="1867527"/>
                  <a:pt x="4870146" y="1879020"/>
                  <a:pt x="4870146" y="1893185"/>
                </a:cubicBezTo>
                <a:cubicBezTo>
                  <a:pt x="4870146" y="1907350"/>
                  <a:pt x="4858650" y="1918844"/>
                  <a:pt x="4844487" y="1918844"/>
                </a:cubicBezTo>
                <a:cubicBezTo>
                  <a:pt x="4830322" y="1918844"/>
                  <a:pt x="4818828" y="1907350"/>
                  <a:pt x="4818828" y="1893185"/>
                </a:cubicBezTo>
                <a:cubicBezTo>
                  <a:pt x="4818828" y="1879020"/>
                  <a:pt x="4830322" y="1867527"/>
                  <a:pt x="4844487" y="1867527"/>
                </a:cubicBezTo>
                <a:close/>
                <a:moveTo>
                  <a:pt x="4780282" y="1867527"/>
                </a:moveTo>
                <a:cubicBezTo>
                  <a:pt x="4794447" y="1867527"/>
                  <a:pt x="4805941" y="1879020"/>
                  <a:pt x="4805941" y="1893185"/>
                </a:cubicBezTo>
                <a:cubicBezTo>
                  <a:pt x="4805941" y="1907350"/>
                  <a:pt x="4794447" y="1918844"/>
                  <a:pt x="4780282" y="1918844"/>
                </a:cubicBezTo>
                <a:cubicBezTo>
                  <a:pt x="4766118" y="1918844"/>
                  <a:pt x="4754622" y="1907350"/>
                  <a:pt x="4754622" y="1893185"/>
                </a:cubicBezTo>
                <a:cubicBezTo>
                  <a:pt x="4754622" y="1879020"/>
                  <a:pt x="4766118" y="1867527"/>
                  <a:pt x="4780282" y="1867527"/>
                </a:cubicBezTo>
                <a:close/>
                <a:moveTo>
                  <a:pt x="4716077" y="1867527"/>
                </a:moveTo>
                <a:cubicBezTo>
                  <a:pt x="4730248" y="1867527"/>
                  <a:pt x="4741736" y="1879014"/>
                  <a:pt x="4741736" y="1893185"/>
                </a:cubicBezTo>
                <a:cubicBezTo>
                  <a:pt x="4741736" y="1907356"/>
                  <a:pt x="4730248" y="1918844"/>
                  <a:pt x="4716077" y="1918844"/>
                </a:cubicBezTo>
                <a:cubicBezTo>
                  <a:pt x="4701906" y="1918844"/>
                  <a:pt x="4690419" y="1907356"/>
                  <a:pt x="4690419" y="1893185"/>
                </a:cubicBezTo>
                <a:cubicBezTo>
                  <a:pt x="4690419" y="1879014"/>
                  <a:pt x="4701906" y="1867527"/>
                  <a:pt x="4716077" y="1867527"/>
                </a:cubicBezTo>
                <a:close/>
                <a:moveTo>
                  <a:pt x="4651872" y="1867527"/>
                </a:moveTo>
                <a:cubicBezTo>
                  <a:pt x="4666042" y="1867527"/>
                  <a:pt x="4677531" y="1879014"/>
                  <a:pt x="4677531" y="1893185"/>
                </a:cubicBezTo>
                <a:cubicBezTo>
                  <a:pt x="4677531" y="1907356"/>
                  <a:pt x="4666042" y="1918844"/>
                  <a:pt x="4651872" y="1918844"/>
                </a:cubicBezTo>
                <a:cubicBezTo>
                  <a:pt x="4637700" y="1918844"/>
                  <a:pt x="4626213" y="1907356"/>
                  <a:pt x="4626213" y="1893185"/>
                </a:cubicBezTo>
                <a:cubicBezTo>
                  <a:pt x="4626213" y="1879014"/>
                  <a:pt x="4637700" y="1867527"/>
                  <a:pt x="4651872" y="1867527"/>
                </a:cubicBezTo>
                <a:close/>
                <a:moveTo>
                  <a:pt x="4587666" y="1867527"/>
                </a:moveTo>
                <a:cubicBezTo>
                  <a:pt x="4601830" y="1867527"/>
                  <a:pt x="4613324" y="1879020"/>
                  <a:pt x="4613324" y="1893185"/>
                </a:cubicBezTo>
                <a:cubicBezTo>
                  <a:pt x="4613324" y="1907350"/>
                  <a:pt x="4601830" y="1918844"/>
                  <a:pt x="4587666" y="1918844"/>
                </a:cubicBezTo>
                <a:cubicBezTo>
                  <a:pt x="4573501" y="1918844"/>
                  <a:pt x="4562007" y="1907350"/>
                  <a:pt x="4562007" y="1893185"/>
                </a:cubicBezTo>
                <a:cubicBezTo>
                  <a:pt x="4562007" y="1879020"/>
                  <a:pt x="4573501" y="1867527"/>
                  <a:pt x="4587666" y="1867527"/>
                </a:cubicBezTo>
                <a:close/>
                <a:moveTo>
                  <a:pt x="4523461" y="1867527"/>
                </a:moveTo>
                <a:cubicBezTo>
                  <a:pt x="4537626" y="1867527"/>
                  <a:pt x="4549121" y="1879020"/>
                  <a:pt x="4549121" y="1893185"/>
                </a:cubicBezTo>
                <a:cubicBezTo>
                  <a:pt x="4549121" y="1907350"/>
                  <a:pt x="4537626" y="1918844"/>
                  <a:pt x="4523461" y="1918844"/>
                </a:cubicBezTo>
                <a:cubicBezTo>
                  <a:pt x="4509296" y="1918844"/>
                  <a:pt x="4497802" y="1907350"/>
                  <a:pt x="4497802" y="1893185"/>
                </a:cubicBezTo>
                <a:cubicBezTo>
                  <a:pt x="4497802" y="1879020"/>
                  <a:pt x="4509296" y="1867527"/>
                  <a:pt x="4523461" y="1867527"/>
                </a:cubicBezTo>
                <a:close/>
                <a:moveTo>
                  <a:pt x="4459256" y="1867527"/>
                </a:moveTo>
                <a:cubicBezTo>
                  <a:pt x="4473420" y="1867527"/>
                  <a:pt x="4484914" y="1879020"/>
                  <a:pt x="4484914" y="1893185"/>
                </a:cubicBezTo>
                <a:cubicBezTo>
                  <a:pt x="4484914" y="1907350"/>
                  <a:pt x="4473420" y="1918844"/>
                  <a:pt x="4459256" y="1918844"/>
                </a:cubicBezTo>
                <a:cubicBezTo>
                  <a:pt x="4445091" y="1918844"/>
                  <a:pt x="4433596" y="1907350"/>
                  <a:pt x="4433596" y="1893185"/>
                </a:cubicBezTo>
                <a:cubicBezTo>
                  <a:pt x="4433596" y="1879020"/>
                  <a:pt x="4445091" y="1867527"/>
                  <a:pt x="4459256" y="1867527"/>
                </a:cubicBezTo>
                <a:close/>
                <a:moveTo>
                  <a:pt x="4395050" y="1867527"/>
                </a:moveTo>
                <a:cubicBezTo>
                  <a:pt x="4409214" y="1867527"/>
                  <a:pt x="4420710" y="1879020"/>
                  <a:pt x="4420710" y="1893185"/>
                </a:cubicBezTo>
                <a:cubicBezTo>
                  <a:pt x="4420710" y="1907350"/>
                  <a:pt x="4409214" y="1918844"/>
                  <a:pt x="4395050" y="1918844"/>
                </a:cubicBezTo>
                <a:cubicBezTo>
                  <a:pt x="4380886" y="1918844"/>
                  <a:pt x="4369391" y="1907350"/>
                  <a:pt x="4369391" y="1893185"/>
                </a:cubicBezTo>
                <a:cubicBezTo>
                  <a:pt x="4369391" y="1879020"/>
                  <a:pt x="4380886" y="1867527"/>
                  <a:pt x="4395050" y="1867527"/>
                </a:cubicBezTo>
                <a:close/>
                <a:moveTo>
                  <a:pt x="4330845" y="1867527"/>
                </a:moveTo>
                <a:cubicBezTo>
                  <a:pt x="4345017" y="1867527"/>
                  <a:pt x="4356504" y="1879014"/>
                  <a:pt x="4356504" y="1893185"/>
                </a:cubicBezTo>
                <a:cubicBezTo>
                  <a:pt x="4356504" y="1907356"/>
                  <a:pt x="4345017" y="1918844"/>
                  <a:pt x="4330845" y="1918844"/>
                </a:cubicBezTo>
                <a:cubicBezTo>
                  <a:pt x="4316675" y="1918844"/>
                  <a:pt x="4305186" y="1907356"/>
                  <a:pt x="4305186" y="1893185"/>
                </a:cubicBezTo>
                <a:cubicBezTo>
                  <a:pt x="4305186" y="1879014"/>
                  <a:pt x="4316675" y="1867527"/>
                  <a:pt x="4330845" y="1867527"/>
                </a:cubicBezTo>
                <a:close/>
                <a:moveTo>
                  <a:pt x="4266640" y="1867527"/>
                </a:moveTo>
                <a:cubicBezTo>
                  <a:pt x="4280811" y="1867527"/>
                  <a:pt x="4292298" y="1879014"/>
                  <a:pt x="4292298" y="1893185"/>
                </a:cubicBezTo>
                <a:cubicBezTo>
                  <a:pt x="4292298" y="1907356"/>
                  <a:pt x="4280811" y="1918844"/>
                  <a:pt x="4266640" y="1918844"/>
                </a:cubicBezTo>
                <a:cubicBezTo>
                  <a:pt x="4252470" y="1918844"/>
                  <a:pt x="4240981" y="1907356"/>
                  <a:pt x="4240981" y="1893185"/>
                </a:cubicBezTo>
                <a:cubicBezTo>
                  <a:pt x="4240981" y="1879014"/>
                  <a:pt x="4252470" y="1867527"/>
                  <a:pt x="4266640" y="1867527"/>
                </a:cubicBezTo>
                <a:close/>
                <a:moveTo>
                  <a:pt x="4202435" y="1867527"/>
                </a:moveTo>
                <a:cubicBezTo>
                  <a:pt x="4216598" y="1867527"/>
                  <a:pt x="4228093" y="1879020"/>
                  <a:pt x="4228093" y="1893185"/>
                </a:cubicBezTo>
                <a:cubicBezTo>
                  <a:pt x="4228093" y="1907350"/>
                  <a:pt x="4216598" y="1918844"/>
                  <a:pt x="4202435" y="1918844"/>
                </a:cubicBezTo>
                <a:cubicBezTo>
                  <a:pt x="4188268" y="1918844"/>
                  <a:pt x="4176776" y="1907350"/>
                  <a:pt x="4176776" y="1893185"/>
                </a:cubicBezTo>
                <a:cubicBezTo>
                  <a:pt x="4176776" y="1879020"/>
                  <a:pt x="4188268" y="1867527"/>
                  <a:pt x="4202435" y="1867527"/>
                </a:cubicBezTo>
                <a:close/>
                <a:moveTo>
                  <a:pt x="4138112" y="1867527"/>
                </a:moveTo>
                <a:cubicBezTo>
                  <a:pt x="4152394" y="1867527"/>
                  <a:pt x="4163773" y="1879020"/>
                  <a:pt x="4163773" y="1893185"/>
                </a:cubicBezTo>
                <a:cubicBezTo>
                  <a:pt x="4163773" y="1907350"/>
                  <a:pt x="4152277" y="1918844"/>
                  <a:pt x="4138112" y="1918844"/>
                </a:cubicBezTo>
                <a:cubicBezTo>
                  <a:pt x="4123948" y="1918844"/>
                  <a:pt x="4112454" y="1907350"/>
                  <a:pt x="4112454" y="1893185"/>
                </a:cubicBezTo>
                <a:cubicBezTo>
                  <a:pt x="4112454" y="1879020"/>
                  <a:pt x="4123948" y="1867527"/>
                  <a:pt x="4138112" y="1867527"/>
                </a:cubicBezTo>
                <a:close/>
                <a:moveTo>
                  <a:pt x="4073908" y="1867527"/>
                </a:moveTo>
                <a:cubicBezTo>
                  <a:pt x="4088073" y="1867527"/>
                  <a:pt x="4099565" y="1879020"/>
                  <a:pt x="4099565" y="1893185"/>
                </a:cubicBezTo>
                <a:cubicBezTo>
                  <a:pt x="4099565" y="1907350"/>
                  <a:pt x="4088073" y="1918844"/>
                  <a:pt x="4073908" y="1918844"/>
                </a:cubicBezTo>
                <a:cubicBezTo>
                  <a:pt x="4059743" y="1918844"/>
                  <a:pt x="4048248" y="1907350"/>
                  <a:pt x="4048248" y="1893185"/>
                </a:cubicBezTo>
                <a:cubicBezTo>
                  <a:pt x="4048248" y="1879020"/>
                  <a:pt x="4059743" y="1867527"/>
                  <a:pt x="4073908" y="1867527"/>
                </a:cubicBezTo>
                <a:close/>
                <a:moveTo>
                  <a:pt x="4009702" y="1867527"/>
                </a:moveTo>
                <a:cubicBezTo>
                  <a:pt x="4023866" y="1867527"/>
                  <a:pt x="4035362" y="1879020"/>
                  <a:pt x="4035362" y="1893185"/>
                </a:cubicBezTo>
                <a:cubicBezTo>
                  <a:pt x="4035362" y="1907350"/>
                  <a:pt x="4023866" y="1918844"/>
                  <a:pt x="4009702" y="1918844"/>
                </a:cubicBezTo>
                <a:cubicBezTo>
                  <a:pt x="3995538" y="1918844"/>
                  <a:pt x="3984043" y="1907350"/>
                  <a:pt x="3984043" y="1893185"/>
                </a:cubicBezTo>
                <a:cubicBezTo>
                  <a:pt x="3984043" y="1879020"/>
                  <a:pt x="3995538" y="1867527"/>
                  <a:pt x="4009702" y="1867527"/>
                </a:cubicBezTo>
                <a:close/>
                <a:moveTo>
                  <a:pt x="3945497" y="1867527"/>
                </a:moveTo>
                <a:cubicBezTo>
                  <a:pt x="3959668" y="1867527"/>
                  <a:pt x="3971155" y="1879014"/>
                  <a:pt x="3971155" y="1893185"/>
                </a:cubicBezTo>
                <a:cubicBezTo>
                  <a:pt x="3971155" y="1907356"/>
                  <a:pt x="3959668" y="1918844"/>
                  <a:pt x="3945497" y="1918844"/>
                </a:cubicBezTo>
                <a:cubicBezTo>
                  <a:pt x="3931325" y="1918844"/>
                  <a:pt x="3919838" y="1907356"/>
                  <a:pt x="3919838" y="1893185"/>
                </a:cubicBezTo>
                <a:cubicBezTo>
                  <a:pt x="3919838" y="1879014"/>
                  <a:pt x="3931325" y="1867527"/>
                  <a:pt x="3945497" y="1867527"/>
                </a:cubicBezTo>
                <a:close/>
                <a:moveTo>
                  <a:pt x="3881291" y="1867527"/>
                </a:moveTo>
                <a:cubicBezTo>
                  <a:pt x="3895456" y="1867527"/>
                  <a:pt x="3906950" y="1879020"/>
                  <a:pt x="3906950" y="1893185"/>
                </a:cubicBezTo>
                <a:cubicBezTo>
                  <a:pt x="3906950" y="1907350"/>
                  <a:pt x="3895456" y="1918844"/>
                  <a:pt x="3881291" y="1918844"/>
                </a:cubicBezTo>
                <a:cubicBezTo>
                  <a:pt x="3867127" y="1918844"/>
                  <a:pt x="3855633" y="1907350"/>
                  <a:pt x="3855633" y="1893185"/>
                </a:cubicBezTo>
                <a:cubicBezTo>
                  <a:pt x="3855633" y="1879020"/>
                  <a:pt x="3867127" y="1867527"/>
                  <a:pt x="3881291" y="1867527"/>
                </a:cubicBezTo>
                <a:close/>
                <a:moveTo>
                  <a:pt x="3817085" y="1867527"/>
                </a:moveTo>
                <a:cubicBezTo>
                  <a:pt x="3831252" y="1867527"/>
                  <a:pt x="3842745" y="1879020"/>
                  <a:pt x="3842745" y="1893185"/>
                </a:cubicBezTo>
                <a:cubicBezTo>
                  <a:pt x="3842745" y="1907350"/>
                  <a:pt x="3831252" y="1918844"/>
                  <a:pt x="3817085" y="1918844"/>
                </a:cubicBezTo>
                <a:cubicBezTo>
                  <a:pt x="3802921" y="1918844"/>
                  <a:pt x="3791427" y="1907350"/>
                  <a:pt x="3791427" y="1893185"/>
                </a:cubicBezTo>
                <a:cubicBezTo>
                  <a:pt x="3791427" y="1879020"/>
                  <a:pt x="3802921" y="1867527"/>
                  <a:pt x="3817085" y="1867527"/>
                </a:cubicBezTo>
                <a:close/>
                <a:moveTo>
                  <a:pt x="3752882" y="1867527"/>
                </a:moveTo>
                <a:cubicBezTo>
                  <a:pt x="3767045" y="1867527"/>
                  <a:pt x="3778539" y="1879020"/>
                  <a:pt x="3778539" y="1893185"/>
                </a:cubicBezTo>
                <a:cubicBezTo>
                  <a:pt x="3778539" y="1907350"/>
                  <a:pt x="3767045" y="1918844"/>
                  <a:pt x="3752882" y="1918844"/>
                </a:cubicBezTo>
                <a:cubicBezTo>
                  <a:pt x="3738717" y="1918844"/>
                  <a:pt x="3727221" y="1907350"/>
                  <a:pt x="3727221" y="1893185"/>
                </a:cubicBezTo>
                <a:cubicBezTo>
                  <a:pt x="3727221" y="1879020"/>
                  <a:pt x="3738717" y="1867527"/>
                  <a:pt x="3752882" y="1867527"/>
                </a:cubicBezTo>
                <a:close/>
                <a:moveTo>
                  <a:pt x="3688674" y="1867527"/>
                </a:moveTo>
                <a:cubicBezTo>
                  <a:pt x="3702840" y="1867527"/>
                  <a:pt x="3714335" y="1879020"/>
                  <a:pt x="3714335" y="1893185"/>
                </a:cubicBezTo>
                <a:cubicBezTo>
                  <a:pt x="3714335" y="1907350"/>
                  <a:pt x="3702840" y="1918844"/>
                  <a:pt x="3688674" y="1918844"/>
                </a:cubicBezTo>
                <a:cubicBezTo>
                  <a:pt x="3674510" y="1918844"/>
                  <a:pt x="3663017" y="1907350"/>
                  <a:pt x="3663017" y="1893185"/>
                </a:cubicBezTo>
                <a:cubicBezTo>
                  <a:pt x="3663017" y="1879020"/>
                  <a:pt x="3674510" y="1867527"/>
                  <a:pt x="3688674" y="1867527"/>
                </a:cubicBezTo>
                <a:close/>
                <a:moveTo>
                  <a:pt x="3624472" y="1867527"/>
                </a:moveTo>
                <a:cubicBezTo>
                  <a:pt x="3638640" y="1867527"/>
                  <a:pt x="3650129" y="1879014"/>
                  <a:pt x="3650129" y="1893185"/>
                </a:cubicBezTo>
                <a:cubicBezTo>
                  <a:pt x="3650129" y="1907356"/>
                  <a:pt x="3638640" y="1918844"/>
                  <a:pt x="3624472" y="1918844"/>
                </a:cubicBezTo>
                <a:cubicBezTo>
                  <a:pt x="3610300" y="1918844"/>
                  <a:pt x="3598810" y="1907356"/>
                  <a:pt x="3598810" y="1893185"/>
                </a:cubicBezTo>
                <a:cubicBezTo>
                  <a:pt x="3598810" y="1879014"/>
                  <a:pt x="3610300" y="1867527"/>
                  <a:pt x="3624472" y="1867527"/>
                </a:cubicBezTo>
                <a:close/>
                <a:moveTo>
                  <a:pt x="3560264" y="1867527"/>
                </a:moveTo>
                <a:cubicBezTo>
                  <a:pt x="3574438" y="1867527"/>
                  <a:pt x="3585923" y="1879014"/>
                  <a:pt x="3585923" y="1893185"/>
                </a:cubicBezTo>
                <a:cubicBezTo>
                  <a:pt x="3585923" y="1907356"/>
                  <a:pt x="3574438" y="1918844"/>
                  <a:pt x="3560264" y="1918844"/>
                </a:cubicBezTo>
                <a:cubicBezTo>
                  <a:pt x="3546095" y="1918844"/>
                  <a:pt x="3534607" y="1907356"/>
                  <a:pt x="3534607" y="1893185"/>
                </a:cubicBezTo>
                <a:cubicBezTo>
                  <a:pt x="3534607" y="1879014"/>
                  <a:pt x="3546095" y="1867527"/>
                  <a:pt x="3560264" y="1867527"/>
                </a:cubicBezTo>
                <a:close/>
                <a:moveTo>
                  <a:pt x="3496060" y="1867527"/>
                </a:moveTo>
                <a:cubicBezTo>
                  <a:pt x="3510225" y="1867527"/>
                  <a:pt x="3521719" y="1879020"/>
                  <a:pt x="3521719" y="1893185"/>
                </a:cubicBezTo>
                <a:cubicBezTo>
                  <a:pt x="3521719" y="1907350"/>
                  <a:pt x="3510225" y="1918844"/>
                  <a:pt x="3496060" y="1918844"/>
                </a:cubicBezTo>
                <a:cubicBezTo>
                  <a:pt x="3481895" y="1918844"/>
                  <a:pt x="3470400" y="1907350"/>
                  <a:pt x="3470400" y="1893185"/>
                </a:cubicBezTo>
                <a:cubicBezTo>
                  <a:pt x="3470400" y="1879020"/>
                  <a:pt x="3481895" y="1867527"/>
                  <a:pt x="3496060" y="1867527"/>
                </a:cubicBezTo>
                <a:close/>
                <a:moveTo>
                  <a:pt x="3431855" y="1867527"/>
                </a:moveTo>
                <a:cubicBezTo>
                  <a:pt x="3446019" y="1867527"/>
                  <a:pt x="3457512" y="1879020"/>
                  <a:pt x="3457512" y="1893185"/>
                </a:cubicBezTo>
                <a:cubicBezTo>
                  <a:pt x="3457512" y="1907350"/>
                  <a:pt x="3446019" y="1918844"/>
                  <a:pt x="3431855" y="1918844"/>
                </a:cubicBezTo>
                <a:cubicBezTo>
                  <a:pt x="3417690" y="1918844"/>
                  <a:pt x="3406196" y="1907350"/>
                  <a:pt x="3406196" y="1893185"/>
                </a:cubicBezTo>
                <a:cubicBezTo>
                  <a:pt x="3406196" y="1879020"/>
                  <a:pt x="3417690" y="1867527"/>
                  <a:pt x="3431855" y="1867527"/>
                </a:cubicBezTo>
                <a:close/>
                <a:moveTo>
                  <a:pt x="3367649" y="1867527"/>
                </a:moveTo>
                <a:cubicBezTo>
                  <a:pt x="3381813" y="1867527"/>
                  <a:pt x="3393308" y="1879020"/>
                  <a:pt x="3393308" y="1893185"/>
                </a:cubicBezTo>
                <a:cubicBezTo>
                  <a:pt x="3393308" y="1907350"/>
                  <a:pt x="3381813" y="1918844"/>
                  <a:pt x="3367649" y="1918844"/>
                </a:cubicBezTo>
                <a:cubicBezTo>
                  <a:pt x="3353484" y="1918844"/>
                  <a:pt x="3341990" y="1907350"/>
                  <a:pt x="3341990" y="1893185"/>
                </a:cubicBezTo>
                <a:cubicBezTo>
                  <a:pt x="3341990" y="1879020"/>
                  <a:pt x="3353484" y="1867527"/>
                  <a:pt x="3367649" y="1867527"/>
                </a:cubicBezTo>
                <a:close/>
                <a:moveTo>
                  <a:pt x="3303444" y="1867527"/>
                </a:moveTo>
                <a:cubicBezTo>
                  <a:pt x="3317609" y="1867527"/>
                  <a:pt x="3329102" y="1879020"/>
                  <a:pt x="3329102" y="1893185"/>
                </a:cubicBezTo>
                <a:cubicBezTo>
                  <a:pt x="3329102" y="1907350"/>
                  <a:pt x="3317609" y="1918844"/>
                  <a:pt x="3303444" y="1918844"/>
                </a:cubicBezTo>
                <a:cubicBezTo>
                  <a:pt x="3289279" y="1918844"/>
                  <a:pt x="3277785" y="1907350"/>
                  <a:pt x="3277785" y="1893185"/>
                </a:cubicBezTo>
                <a:cubicBezTo>
                  <a:pt x="3277785" y="1879020"/>
                  <a:pt x="3289279" y="1867527"/>
                  <a:pt x="3303444" y="1867527"/>
                </a:cubicBezTo>
                <a:close/>
                <a:moveTo>
                  <a:pt x="3239238" y="1867527"/>
                </a:moveTo>
                <a:cubicBezTo>
                  <a:pt x="3253410" y="1867527"/>
                  <a:pt x="3264898" y="1879014"/>
                  <a:pt x="3264898" y="1893185"/>
                </a:cubicBezTo>
                <a:cubicBezTo>
                  <a:pt x="3264898" y="1907356"/>
                  <a:pt x="3253410" y="1918844"/>
                  <a:pt x="3239238" y="1918844"/>
                </a:cubicBezTo>
                <a:cubicBezTo>
                  <a:pt x="3225068" y="1918844"/>
                  <a:pt x="3213580" y="1907356"/>
                  <a:pt x="3213580" y="1893185"/>
                </a:cubicBezTo>
                <a:cubicBezTo>
                  <a:pt x="3213580" y="1879014"/>
                  <a:pt x="3225068" y="1867527"/>
                  <a:pt x="3239238" y="1867527"/>
                </a:cubicBezTo>
                <a:close/>
                <a:moveTo>
                  <a:pt x="3175034" y="1867527"/>
                </a:moveTo>
                <a:cubicBezTo>
                  <a:pt x="3189204" y="1867527"/>
                  <a:pt x="3200692" y="1879014"/>
                  <a:pt x="3200692" y="1893185"/>
                </a:cubicBezTo>
                <a:cubicBezTo>
                  <a:pt x="3200692" y="1907356"/>
                  <a:pt x="3189204" y="1918844"/>
                  <a:pt x="3175034" y="1918844"/>
                </a:cubicBezTo>
                <a:cubicBezTo>
                  <a:pt x="3160862" y="1918844"/>
                  <a:pt x="3149375" y="1907356"/>
                  <a:pt x="3149375" y="1893185"/>
                </a:cubicBezTo>
                <a:cubicBezTo>
                  <a:pt x="3149375" y="1879014"/>
                  <a:pt x="3160862" y="1867527"/>
                  <a:pt x="3175034" y="1867527"/>
                </a:cubicBezTo>
                <a:close/>
                <a:moveTo>
                  <a:pt x="3110828" y="1867527"/>
                </a:moveTo>
                <a:cubicBezTo>
                  <a:pt x="3124992" y="1867527"/>
                  <a:pt x="3136487" y="1879020"/>
                  <a:pt x="3136487" y="1893185"/>
                </a:cubicBezTo>
                <a:cubicBezTo>
                  <a:pt x="3136487" y="1907350"/>
                  <a:pt x="3124992" y="1918844"/>
                  <a:pt x="3110828" y="1918844"/>
                </a:cubicBezTo>
                <a:cubicBezTo>
                  <a:pt x="3096663" y="1918844"/>
                  <a:pt x="3085170" y="1907350"/>
                  <a:pt x="3085170" y="1893185"/>
                </a:cubicBezTo>
                <a:cubicBezTo>
                  <a:pt x="3085170" y="1879020"/>
                  <a:pt x="3096663" y="1867527"/>
                  <a:pt x="3110828" y="1867527"/>
                </a:cubicBezTo>
                <a:close/>
                <a:moveTo>
                  <a:pt x="3046623" y="1867527"/>
                </a:moveTo>
                <a:cubicBezTo>
                  <a:pt x="3060788" y="1867527"/>
                  <a:pt x="3072282" y="1879020"/>
                  <a:pt x="3072282" y="1893185"/>
                </a:cubicBezTo>
                <a:cubicBezTo>
                  <a:pt x="3072282" y="1907350"/>
                  <a:pt x="3060788" y="1918844"/>
                  <a:pt x="3046623" y="1918844"/>
                </a:cubicBezTo>
                <a:cubicBezTo>
                  <a:pt x="3032458" y="1918844"/>
                  <a:pt x="3020964" y="1907350"/>
                  <a:pt x="3020964" y="1893185"/>
                </a:cubicBezTo>
                <a:cubicBezTo>
                  <a:pt x="3020964" y="1879020"/>
                  <a:pt x="3032458" y="1867527"/>
                  <a:pt x="3046623" y="1867527"/>
                </a:cubicBezTo>
                <a:close/>
                <a:moveTo>
                  <a:pt x="2982301" y="1867527"/>
                </a:moveTo>
                <a:cubicBezTo>
                  <a:pt x="2996466" y="1867527"/>
                  <a:pt x="3007960" y="1879020"/>
                  <a:pt x="3007960" y="1893185"/>
                </a:cubicBezTo>
                <a:cubicBezTo>
                  <a:pt x="3007960" y="1907350"/>
                  <a:pt x="2996466" y="1918844"/>
                  <a:pt x="2982301" y="1918844"/>
                </a:cubicBezTo>
                <a:cubicBezTo>
                  <a:pt x="2968137" y="1918844"/>
                  <a:pt x="2956642" y="1907350"/>
                  <a:pt x="2956642" y="1893185"/>
                </a:cubicBezTo>
                <a:cubicBezTo>
                  <a:pt x="2956642" y="1879020"/>
                  <a:pt x="2968137" y="1867527"/>
                  <a:pt x="2982301" y="1867527"/>
                </a:cubicBezTo>
                <a:close/>
                <a:moveTo>
                  <a:pt x="2918096" y="1867527"/>
                </a:moveTo>
                <a:cubicBezTo>
                  <a:pt x="2932261" y="1867527"/>
                  <a:pt x="2943755" y="1879020"/>
                  <a:pt x="2943755" y="1893185"/>
                </a:cubicBezTo>
                <a:cubicBezTo>
                  <a:pt x="2943755" y="1907350"/>
                  <a:pt x="2932261" y="1918844"/>
                  <a:pt x="2918096" y="1918844"/>
                </a:cubicBezTo>
                <a:cubicBezTo>
                  <a:pt x="2903931" y="1918844"/>
                  <a:pt x="2892438" y="1907350"/>
                  <a:pt x="2892438" y="1893185"/>
                </a:cubicBezTo>
                <a:cubicBezTo>
                  <a:pt x="2892438" y="1879020"/>
                  <a:pt x="2903931" y="1867527"/>
                  <a:pt x="2918096" y="1867527"/>
                </a:cubicBezTo>
                <a:close/>
                <a:moveTo>
                  <a:pt x="2853890" y="1867527"/>
                </a:moveTo>
                <a:cubicBezTo>
                  <a:pt x="2868062" y="1867527"/>
                  <a:pt x="2879550" y="1879014"/>
                  <a:pt x="2879550" y="1893185"/>
                </a:cubicBezTo>
                <a:cubicBezTo>
                  <a:pt x="2879550" y="1907356"/>
                  <a:pt x="2868062" y="1918844"/>
                  <a:pt x="2853890" y="1918844"/>
                </a:cubicBezTo>
                <a:cubicBezTo>
                  <a:pt x="2839720" y="1918844"/>
                  <a:pt x="2828231" y="1907356"/>
                  <a:pt x="2828231" y="1893185"/>
                </a:cubicBezTo>
                <a:cubicBezTo>
                  <a:pt x="2828231" y="1879014"/>
                  <a:pt x="2839720" y="1867527"/>
                  <a:pt x="2853890" y="1867527"/>
                </a:cubicBezTo>
                <a:close/>
                <a:moveTo>
                  <a:pt x="2789686" y="1867527"/>
                </a:moveTo>
                <a:cubicBezTo>
                  <a:pt x="2803850" y="1867527"/>
                  <a:pt x="2815344" y="1879020"/>
                  <a:pt x="2815344" y="1893185"/>
                </a:cubicBezTo>
                <a:cubicBezTo>
                  <a:pt x="2815344" y="1907350"/>
                  <a:pt x="2803850" y="1918844"/>
                  <a:pt x="2789686" y="1918844"/>
                </a:cubicBezTo>
                <a:cubicBezTo>
                  <a:pt x="2775521" y="1918844"/>
                  <a:pt x="2764027" y="1907350"/>
                  <a:pt x="2764027" y="1893185"/>
                </a:cubicBezTo>
                <a:cubicBezTo>
                  <a:pt x="2764027" y="1879020"/>
                  <a:pt x="2775521" y="1867527"/>
                  <a:pt x="2789686" y="1867527"/>
                </a:cubicBezTo>
                <a:close/>
                <a:moveTo>
                  <a:pt x="2725480" y="1867527"/>
                </a:moveTo>
                <a:cubicBezTo>
                  <a:pt x="2739644" y="1867527"/>
                  <a:pt x="2751140" y="1879020"/>
                  <a:pt x="2751140" y="1893185"/>
                </a:cubicBezTo>
                <a:cubicBezTo>
                  <a:pt x="2751140" y="1907350"/>
                  <a:pt x="2739644" y="1918844"/>
                  <a:pt x="2725480" y="1918844"/>
                </a:cubicBezTo>
                <a:cubicBezTo>
                  <a:pt x="2711315" y="1918844"/>
                  <a:pt x="2699821" y="1907350"/>
                  <a:pt x="2699821" y="1893185"/>
                </a:cubicBezTo>
                <a:cubicBezTo>
                  <a:pt x="2699821" y="1879020"/>
                  <a:pt x="2711315" y="1867527"/>
                  <a:pt x="2725480" y="1867527"/>
                </a:cubicBezTo>
                <a:close/>
                <a:moveTo>
                  <a:pt x="2597069" y="1867527"/>
                </a:moveTo>
                <a:cubicBezTo>
                  <a:pt x="2611234" y="1867527"/>
                  <a:pt x="2622729" y="1879020"/>
                  <a:pt x="2622729" y="1893185"/>
                </a:cubicBezTo>
                <a:cubicBezTo>
                  <a:pt x="2622729" y="1907350"/>
                  <a:pt x="2611234" y="1918844"/>
                  <a:pt x="2597069" y="1918844"/>
                </a:cubicBezTo>
                <a:cubicBezTo>
                  <a:pt x="2582904" y="1918844"/>
                  <a:pt x="2571410" y="1907350"/>
                  <a:pt x="2571410" y="1893185"/>
                </a:cubicBezTo>
                <a:cubicBezTo>
                  <a:pt x="2571410" y="1879020"/>
                  <a:pt x="2582904" y="1867527"/>
                  <a:pt x="2597069" y="1867527"/>
                </a:cubicBezTo>
                <a:close/>
                <a:moveTo>
                  <a:pt x="2532865" y="1867527"/>
                </a:moveTo>
                <a:cubicBezTo>
                  <a:pt x="2547035" y="1867527"/>
                  <a:pt x="2558523" y="1879014"/>
                  <a:pt x="2558523" y="1893185"/>
                </a:cubicBezTo>
                <a:cubicBezTo>
                  <a:pt x="2558523" y="1907356"/>
                  <a:pt x="2547035" y="1918844"/>
                  <a:pt x="2532865" y="1918844"/>
                </a:cubicBezTo>
                <a:cubicBezTo>
                  <a:pt x="2518693" y="1918844"/>
                  <a:pt x="2507205" y="1907356"/>
                  <a:pt x="2507205" y="1893185"/>
                </a:cubicBezTo>
                <a:cubicBezTo>
                  <a:pt x="2507205" y="1879014"/>
                  <a:pt x="2518693" y="1867527"/>
                  <a:pt x="2532865" y="1867527"/>
                </a:cubicBezTo>
                <a:close/>
                <a:moveTo>
                  <a:pt x="2468658" y="1867527"/>
                </a:moveTo>
                <a:cubicBezTo>
                  <a:pt x="2482831" y="1867527"/>
                  <a:pt x="2494318" y="1879014"/>
                  <a:pt x="2494318" y="1893185"/>
                </a:cubicBezTo>
                <a:cubicBezTo>
                  <a:pt x="2494318" y="1907356"/>
                  <a:pt x="2482831" y="1918844"/>
                  <a:pt x="2468658" y="1918844"/>
                </a:cubicBezTo>
                <a:cubicBezTo>
                  <a:pt x="2454488" y="1918844"/>
                  <a:pt x="2443000" y="1907356"/>
                  <a:pt x="2443000" y="1893185"/>
                </a:cubicBezTo>
                <a:cubicBezTo>
                  <a:pt x="2443000" y="1879014"/>
                  <a:pt x="2454488" y="1867527"/>
                  <a:pt x="2468658" y="1867527"/>
                </a:cubicBezTo>
                <a:close/>
                <a:moveTo>
                  <a:pt x="2404454" y="1867527"/>
                </a:moveTo>
                <a:cubicBezTo>
                  <a:pt x="2418619" y="1867527"/>
                  <a:pt x="2430112" y="1879020"/>
                  <a:pt x="2430112" y="1893185"/>
                </a:cubicBezTo>
                <a:cubicBezTo>
                  <a:pt x="2430112" y="1907350"/>
                  <a:pt x="2418619" y="1918844"/>
                  <a:pt x="2404454" y="1918844"/>
                </a:cubicBezTo>
                <a:cubicBezTo>
                  <a:pt x="2390289" y="1918844"/>
                  <a:pt x="2378795" y="1907350"/>
                  <a:pt x="2378795" y="1893185"/>
                </a:cubicBezTo>
                <a:cubicBezTo>
                  <a:pt x="2378795" y="1879020"/>
                  <a:pt x="2390289" y="1867527"/>
                  <a:pt x="2404454" y="1867527"/>
                </a:cubicBezTo>
                <a:close/>
                <a:moveTo>
                  <a:pt x="2340249" y="1867527"/>
                </a:moveTo>
                <a:cubicBezTo>
                  <a:pt x="2354413" y="1867527"/>
                  <a:pt x="2365908" y="1879020"/>
                  <a:pt x="2365908" y="1893185"/>
                </a:cubicBezTo>
                <a:cubicBezTo>
                  <a:pt x="2365908" y="1907350"/>
                  <a:pt x="2354413" y="1918844"/>
                  <a:pt x="2340249" y="1918844"/>
                </a:cubicBezTo>
                <a:cubicBezTo>
                  <a:pt x="2326084" y="1918844"/>
                  <a:pt x="2314590" y="1907350"/>
                  <a:pt x="2314590" y="1893185"/>
                </a:cubicBezTo>
                <a:cubicBezTo>
                  <a:pt x="2314590" y="1879020"/>
                  <a:pt x="2326084" y="1867527"/>
                  <a:pt x="2340249" y="1867527"/>
                </a:cubicBezTo>
                <a:close/>
                <a:moveTo>
                  <a:pt x="2276044" y="1867527"/>
                </a:moveTo>
                <a:cubicBezTo>
                  <a:pt x="2290208" y="1867527"/>
                  <a:pt x="2301702" y="1879020"/>
                  <a:pt x="2301702" y="1893185"/>
                </a:cubicBezTo>
                <a:cubicBezTo>
                  <a:pt x="2301702" y="1907350"/>
                  <a:pt x="2290208" y="1918844"/>
                  <a:pt x="2276044" y="1918844"/>
                </a:cubicBezTo>
                <a:cubicBezTo>
                  <a:pt x="2261879" y="1918844"/>
                  <a:pt x="2250385" y="1907350"/>
                  <a:pt x="2250385" y="1893185"/>
                </a:cubicBezTo>
                <a:cubicBezTo>
                  <a:pt x="2250385" y="1879020"/>
                  <a:pt x="2261879" y="1867527"/>
                  <a:pt x="2276044" y="1867527"/>
                </a:cubicBezTo>
                <a:close/>
                <a:moveTo>
                  <a:pt x="2211838" y="1867527"/>
                </a:moveTo>
                <a:cubicBezTo>
                  <a:pt x="2226003" y="1867527"/>
                  <a:pt x="2237497" y="1879020"/>
                  <a:pt x="2237497" y="1893185"/>
                </a:cubicBezTo>
                <a:cubicBezTo>
                  <a:pt x="2237497" y="1907350"/>
                  <a:pt x="2226003" y="1918844"/>
                  <a:pt x="2211838" y="1918844"/>
                </a:cubicBezTo>
                <a:cubicBezTo>
                  <a:pt x="2197673" y="1918844"/>
                  <a:pt x="2186178" y="1907350"/>
                  <a:pt x="2186178" y="1893185"/>
                </a:cubicBezTo>
                <a:cubicBezTo>
                  <a:pt x="2186178" y="1879020"/>
                  <a:pt x="2197673" y="1867527"/>
                  <a:pt x="2211838" y="1867527"/>
                </a:cubicBezTo>
                <a:close/>
                <a:moveTo>
                  <a:pt x="2147633" y="1867527"/>
                </a:moveTo>
                <a:cubicBezTo>
                  <a:pt x="2161804" y="1867527"/>
                  <a:pt x="2173293" y="1879014"/>
                  <a:pt x="2173293" y="1893185"/>
                </a:cubicBezTo>
                <a:cubicBezTo>
                  <a:pt x="2173293" y="1907356"/>
                  <a:pt x="2161804" y="1918844"/>
                  <a:pt x="2147633" y="1918844"/>
                </a:cubicBezTo>
                <a:cubicBezTo>
                  <a:pt x="2133462" y="1918844"/>
                  <a:pt x="2121975" y="1907356"/>
                  <a:pt x="2121975" y="1893185"/>
                </a:cubicBezTo>
                <a:cubicBezTo>
                  <a:pt x="2121975" y="1879014"/>
                  <a:pt x="2133462" y="1867527"/>
                  <a:pt x="2147633" y="1867527"/>
                </a:cubicBezTo>
                <a:close/>
                <a:moveTo>
                  <a:pt x="2083427" y="1867527"/>
                </a:moveTo>
                <a:cubicBezTo>
                  <a:pt x="2097599" y="1867527"/>
                  <a:pt x="2109087" y="1879014"/>
                  <a:pt x="2109087" y="1893185"/>
                </a:cubicBezTo>
                <a:cubicBezTo>
                  <a:pt x="2109087" y="1907356"/>
                  <a:pt x="2097599" y="1918844"/>
                  <a:pt x="2083427" y="1918844"/>
                </a:cubicBezTo>
                <a:cubicBezTo>
                  <a:pt x="2069257" y="1918844"/>
                  <a:pt x="2057768" y="1907356"/>
                  <a:pt x="2057768" y="1893185"/>
                </a:cubicBezTo>
                <a:cubicBezTo>
                  <a:pt x="2057768" y="1879014"/>
                  <a:pt x="2069257" y="1867527"/>
                  <a:pt x="2083427" y="1867527"/>
                </a:cubicBezTo>
                <a:close/>
                <a:moveTo>
                  <a:pt x="2019222" y="1867527"/>
                </a:moveTo>
                <a:cubicBezTo>
                  <a:pt x="2033387" y="1867527"/>
                  <a:pt x="2044880" y="1879020"/>
                  <a:pt x="2044880" y="1893185"/>
                </a:cubicBezTo>
                <a:cubicBezTo>
                  <a:pt x="2044880" y="1907350"/>
                  <a:pt x="2033387" y="1918844"/>
                  <a:pt x="2019222" y="1918844"/>
                </a:cubicBezTo>
                <a:cubicBezTo>
                  <a:pt x="2005058" y="1918844"/>
                  <a:pt x="1993563" y="1907350"/>
                  <a:pt x="1993563" y="1893185"/>
                </a:cubicBezTo>
                <a:cubicBezTo>
                  <a:pt x="1993563" y="1879020"/>
                  <a:pt x="2005058" y="1867527"/>
                  <a:pt x="2019222" y="1867527"/>
                </a:cubicBezTo>
                <a:close/>
                <a:moveTo>
                  <a:pt x="1955016" y="1867527"/>
                </a:moveTo>
                <a:cubicBezTo>
                  <a:pt x="1969181" y="1867527"/>
                  <a:pt x="1980676" y="1879020"/>
                  <a:pt x="1980676" y="1893185"/>
                </a:cubicBezTo>
                <a:cubicBezTo>
                  <a:pt x="1980676" y="1907350"/>
                  <a:pt x="1969181" y="1918844"/>
                  <a:pt x="1955016" y="1918844"/>
                </a:cubicBezTo>
                <a:cubicBezTo>
                  <a:pt x="1940851" y="1918844"/>
                  <a:pt x="1929358" y="1907350"/>
                  <a:pt x="1929358" y="1893185"/>
                </a:cubicBezTo>
                <a:cubicBezTo>
                  <a:pt x="1929358" y="1879020"/>
                  <a:pt x="1940851" y="1867527"/>
                  <a:pt x="1955016" y="1867527"/>
                </a:cubicBezTo>
                <a:close/>
                <a:moveTo>
                  <a:pt x="1890696" y="1867527"/>
                </a:moveTo>
                <a:cubicBezTo>
                  <a:pt x="1904860" y="1867527"/>
                  <a:pt x="1916355" y="1879020"/>
                  <a:pt x="1916355" y="1893185"/>
                </a:cubicBezTo>
                <a:cubicBezTo>
                  <a:pt x="1916355" y="1907350"/>
                  <a:pt x="1904860" y="1918844"/>
                  <a:pt x="1890696" y="1918844"/>
                </a:cubicBezTo>
                <a:cubicBezTo>
                  <a:pt x="1876531" y="1918844"/>
                  <a:pt x="1865037" y="1907350"/>
                  <a:pt x="1865037" y="1893185"/>
                </a:cubicBezTo>
                <a:cubicBezTo>
                  <a:pt x="1865037" y="1879020"/>
                  <a:pt x="1876531" y="1867527"/>
                  <a:pt x="1890696" y="1867527"/>
                </a:cubicBezTo>
                <a:close/>
                <a:moveTo>
                  <a:pt x="1826490" y="1867527"/>
                </a:moveTo>
                <a:cubicBezTo>
                  <a:pt x="1840654" y="1867527"/>
                  <a:pt x="1852149" y="1879020"/>
                  <a:pt x="1852149" y="1893185"/>
                </a:cubicBezTo>
                <a:cubicBezTo>
                  <a:pt x="1852149" y="1907350"/>
                  <a:pt x="1840654" y="1918844"/>
                  <a:pt x="1826490" y="1918844"/>
                </a:cubicBezTo>
                <a:cubicBezTo>
                  <a:pt x="1812325" y="1918844"/>
                  <a:pt x="1800830" y="1907350"/>
                  <a:pt x="1800830" y="1893185"/>
                </a:cubicBezTo>
                <a:cubicBezTo>
                  <a:pt x="1800830" y="1879020"/>
                  <a:pt x="1812325" y="1867527"/>
                  <a:pt x="1826490" y="1867527"/>
                </a:cubicBezTo>
                <a:close/>
                <a:moveTo>
                  <a:pt x="1762285" y="1867527"/>
                </a:moveTo>
                <a:cubicBezTo>
                  <a:pt x="1776456" y="1867527"/>
                  <a:pt x="1787944" y="1879014"/>
                  <a:pt x="1787944" y="1893185"/>
                </a:cubicBezTo>
                <a:cubicBezTo>
                  <a:pt x="1787944" y="1907356"/>
                  <a:pt x="1776456" y="1918844"/>
                  <a:pt x="1762285" y="1918844"/>
                </a:cubicBezTo>
                <a:cubicBezTo>
                  <a:pt x="1748114" y="1918844"/>
                  <a:pt x="1736626" y="1907356"/>
                  <a:pt x="1736626" y="1893185"/>
                </a:cubicBezTo>
                <a:cubicBezTo>
                  <a:pt x="1736626" y="1879014"/>
                  <a:pt x="1748114" y="1867527"/>
                  <a:pt x="1762285" y="1867527"/>
                </a:cubicBezTo>
                <a:close/>
                <a:moveTo>
                  <a:pt x="1698080" y="1867527"/>
                </a:moveTo>
                <a:cubicBezTo>
                  <a:pt x="1712244" y="1867527"/>
                  <a:pt x="1723738" y="1879020"/>
                  <a:pt x="1723738" y="1893185"/>
                </a:cubicBezTo>
                <a:cubicBezTo>
                  <a:pt x="1723738" y="1907350"/>
                  <a:pt x="1712244" y="1918844"/>
                  <a:pt x="1698080" y="1918844"/>
                </a:cubicBezTo>
                <a:cubicBezTo>
                  <a:pt x="1683915" y="1918844"/>
                  <a:pt x="1672420" y="1907350"/>
                  <a:pt x="1672420" y="1893185"/>
                </a:cubicBezTo>
                <a:cubicBezTo>
                  <a:pt x="1672420" y="1879020"/>
                  <a:pt x="1683915" y="1867527"/>
                  <a:pt x="1698080" y="1867527"/>
                </a:cubicBezTo>
                <a:close/>
                <a:moveTo>
                  <a:pt x="1633874" y="1867527"/>
                </a:moveTo>
                <a:cubicBezTo>
                  <a:pt x="1648039" y="1867527"/>
                  <a:pt x="1659533" y="1879020"/>
                  <a:pt x="1659533" y="1893185"/>
                </a:cubicBezTo>
                <a:cubicBezTo>
                  <a:pt x="1659533" y="1907350"/>
                  <a:pt x="1648039" y="1918844"/>
                  <a:pt x="1633874" y="1918844"/>
                </a:cubicBezTo>
                <a:cubicBezTo>
                  <a:pt x="1619710" y="1918844"/>
                  <a:pt x="1608216" y="1907350"/>
                  <a:pt x="1608216" y="1893185"/>
                </a:cubicBezTo>
                <a:cubicBezTo>
                  <a:pt x="1608216" y="1879020"/>
                  <a:pt x="1619710" y="1867527"/>
                  <a:pt x="1633874" y="1867527"/>
                </a:cubicBezTo>
                <a:close/>
                <a:moveTo>
                  <a:pt x="1569669" y="1867527"/>
                </a:moveTo>
                <a:cubicBezTo>
                  <a:pt x="1583834" y="1867527"/>
                  <a:pt x="1595328" y="1879020"/>
                  <a:pt x="1595328" y="1893185"/>
                </a:cubicBezTo>
                <a:cubicBezTo>
                  <a:pt x="1595328" y="1907350"/>
                  <a:pt x="1583834" y="1918844"/>
                  <a:pt x="1569669" y="1918844"/>
                </a:cubicBezTo>
                <a:cubicBezTo>
                  <a:pt x="1555504" y="1918844"/>
                  <a:pt x="1544010" y="1907350"/>
                  <a:pt x="1544010" y="1893185"/>
                </a:cubicBezTo>
                <a:cubicBezTo>
                  <a:pt x="1544010" y="1879020"/>
                  <a:pt x="1555504" y="1867527"/>
                  <a:pt x="1569669" y="1867527"/>
                </a:cubicBezTo>
                <a:close/>
                <a:moveTo>
                  <a:pt x="1505464" y="1867527"/>
                </a:moveTo>
                <a:cubicBezTo>
                  <a:pt x="1519629" y="1867527"/>
                  <a:pt x="1531123" y="1879020"/>
                  <a:pt x="1531123" y="1893185"/>
                </a:cubicBezTo>
                <a:cubicBezTo>
                  <a:pt x="1531123" y="1907350"/>
                  <a:pt x="1519629" y="1918844"/>
                  <a:pt x="1505464" y="1918844"/>
                </a:cubicBezTo>
                <a:cubicBezTo>
                  <a:pt x="1491299" y="1918844"/>
                  <a:pt x="1479806" y="1907350"/>
                  <a:pt x="1479806" y="1893185"/>
                </a:cubicBezTo>
                <a:cubicBezTo>
                  <a:pt x="1479806" y="1879020"/>
                  <a:pt x="1491299" y="1867527"/>
                  <a:pt x="1505464" y="1867527"/>
                </a:cubicBezTo>
                <a:close/>
                <a:moveTo>
                  <a:pt x="1441258" y="1867527"/>
                </a:moveTo>
                <a:cubicBezTo>
                  <a:pt x="1455430" y="1867527"/>
                  <a:pt x="1466917" y="1879014"/>
                  <a:pt x="1466917" y="1893185"/>
                </a:cubicBezTo>
                <a:cubicBezTo>
                  <a:pt x="1466917" y="1907356"/>
                  <a:pt x="1455430" y="1918844"/>
                  <a:pt x="1441258" y="1918844"/>
                </a:cubicBezTo>
                <a:cubicBezTo>
                  <a:pt x="1427087" y="1918844"/>
                  <a:pt x="1415599" y="1907356"/>
                  <a:pt x="1415599" y="1893185"/>
                </a:cubicBezTo>
                <a:cubicBezTo>
                  <a:pt x="1415599" y="1879014"/>
                  <a:pt x="1427087" y="1867527"/>
                  <a:pt x="1441258" y="1867527"/>
                </a:cubicBezTo>
                <a:close/>
                <a:moveTo>
                  <a:pt x="1377053" y="1867527"/>
                </a:moveTo>
                <a:cubicBezTo>
                  <a:pt x="1391224" y="1867527"/>
                  <a:pt x="1402712" y="1879014"/>
                  <a:pt x="1402712" y="1893185"/>
                </a:cubicBezTo>
                <a:cubicBezTo>
                  <a:pt x="1402712" y="1907356"/>
                  <a:pt x="1391224" y="1918844"/>
                  <a:pt x="1377053" y="1918844"/>
                </a:cubicBezTo>
                <a:cubicBezTo>
                  <a:pt x="1362882" y="1918844"/>
                  <a:pt x="1351395" y="1907356"/>
                  <a:pt x="1351395" y="1893185"/>
                </a:cubicBezTo>
                <a:cubicBezTo>
                  <a:pt x="1351395" y="1879014"/>
                  <a:pt x="1362882" y="1867527"/>
                  <a:pt x="1377053" y="1867527"/>
                </a:cubicBezTo>
                <a:close/>
                <a:moveTo>
                  <a:pt x="1312848" y="1867527"/>
                </a:moveTo>
                <a:cubicBezTo>
                  <a:pt x="1327013" y="1867527"/>
                  <a:pt x="1338507" y="1879020"/>
                  <a:pt x="1338507" y="1893185"/>
                </a:cubicBezTo>
                <a:cubicBezTo>
                  <a:pt x="1338507" y="1907350"/>
                  <a:pt x="1327013" y="1918844"/>
                  <a:pt x="1312848" y="1918844"/>
                </a:cubicBezTo>
                <a:cubicBezTo>
                  <a:pt x="1298683" y="1918844"/>
                  <a:pt x="1287190" y="1907350"/>
                  <a:pt x="1287190" y="1893185"/>
                </a:cubicBezTo>
                <a:cubicBezTo>
                  <a:pt x="1287190" y="1879020"/>
                  <a:pt x="1298683" y="1867527"/>
                  <a:pt x="1312848" y="1867527"/>
                </a:cubicBezTo>
                <a:close/>
                <a:moveTo>
                  <a:pt x="1248643" y="1867527"/>
                </a:moveTo>
                <a:cubicBezTo>
                  <a:pt x="1262808" y="1867527"/>
                  <a:pt x="1274302" y="1879020"/>
                  <a:pt x="1274302" y="1893185"/>
                </a:cubicBezTo>
                <a:cubicBezTo>
                  <a:pt x="1274302" y="1907350"/>
                  <a:pt x="1262808" y="1918844"/>
                  <a:pt x="1248643" y="1918844"/>
                </a:cubicBezTo>
                <a:cubicBezTo>
                  <a:pt x="1234479" y="1918844"/>
                  <a:pt x="1222984" y="1907350"/>
                  <a:pt x="1222984" y="1893185"/>
                </a:cubicBezTo>
                <a:cubicBezTo>
                  <a:pt x="1222984" y="1879020"/>
                  <a:pt x="1234479" y="1867527"/>
                  <a:pt x="1248643" y="1867527"/>
                </a:cubicBezTo>
                <a:close/>
                <a:moveTo>
                  <a:pt x="1184437" y="1867527"/>
                </a:moveTo>
                <a:cubicBezTo>
                  <a:pt x="1198602" y="1867527"/>
                  <a:pt x="1210096" y="1879020"/>
                  <a:pt x="1210096" y="1893185"/>
                </a:cubicBezTo>
                <a:cubicBezTo>
                  <a:pt x="1210096" y="1907350"/>
                  <a:pt x="1198602" y="1918844"/>
                  <a:pt x="1184437" y="1918844"/>
                </a:cubicBezTo>
                <a:cubicBezTo>
                  <a:pt x="1170273" y="1918844"/>
                  <a:pt x="1158780" y="1907350"/>
                  <a:pt x="1158780" y="1893185"/>
                </a:cubicBezTo>
                <a:cubicBezTo>
                  <a:pt x="1158780" y="1879020"/>
                  <a:pt x="1170273" y="1867527"/>
                  <a:pt x="1184437" y="1867527"/>
                </a:cubicBezTo>
                <a:close/>
                <a:moveTo>
                  <a:pt x="1120233" y="1867527"/>
                </a:moveTo>
                <a:cubicBezTo>
                  <a:pt x="1134398" y="1867527"/>
                  <a:pt x="1145892" y="1879020"/>
                  <a:pt x="1145892" y="1893185"/>
                </a:cubicBezTo>
                <a:cubicBezTo>
                  <a:pt x="1145892" y="1907350"/>
                  <a:pt x="1134398" y="1918844"/>
                  <a:pt x="1120233" y="1918844"/>
                </a:cubicBezTo>
                <a:cubicBezTo>
                  <a:pt x="1106068" y="1918844"/>
                  <a:pt x="1094573" y="1907350"/>
                  <a:pt x="1094573" y="1893185"/>
                </a:cubicBezTo>
                <a:cubicBezTo>
                  <a:pt x="1094573" y="1879020"/>
                  <a:pt x="1106068" y="1867527"/>
                  <a:pt x="1120233" y="1867527"/>
                </a:cubicBezTo>
                <a:close/>
                <a:moveTo>
                  <a:pt x="1056027" y="1867527"/>
                </a:moveTo>
                <a:cubicBezTo>
                  <a:pt x="1070199" y="1867527"/>
                  <a:pt x="1081685" y="1879014"/>
                  <a:pt x="1081685" y="1893185"/>
                </a:cubicBezTo>
                <a:cubicBezTo>
                  <a:pt x="1081685" y="1907356"/>
                  <a:pt x="1070199" y="1918844"/>
                  <a:pt x="1056027" y="1918844"/>
                </a:cubicBezTo>
                <a:cubicBezTo>
                  <a:pt x="1041857" y="1918844"/>
                  <a:pt x="1030369" y="1907356"/>
                  <a:pt x="1030369" y="1893185"/>
                </a:cubicBezTo>
                <a:cubicBezTo>
                  <a:pt x="1030369" y="1879014"/>
                  <a:pt x="1041857" y="1867527"/>
                  <a:pt x="1056027" y="1867527"/>
                </a:cubicBezTo>
                <a:close/>
                <a:moveTo>
                  <a:pt x="991823" y="1867527"/>
                </a:moveTo>
                <a:cubicBezTo>
                  <a:pt x="1005993" y="1867527"/>
                  <a:pt x="1017481" y="1879014"/>
                  <a:pt x="1017481" y="1893185"/>
                </a:cubicBezTo>
                <a:cubicBezTo>
                  <a:pt x="1017481" y="1907356"/>
                  <a:pt x="1005993" y="1918844"/>
                  <a:pt x="991823" y="1918844"/>
                </a:cubicBezTo>
                <a:cubicBezTo>
                  <a:pt x="977652" y="1918844"/>
                  <a:pt x="966162" y="1907356"/>
                  <a:pt x="966162" y="1893185"/>
                </a:cubicBezTo>
                <a:cubicBezTo>
                  <a:pt x="966162" y="1879014"/>
                  <a:pt x="977652" y="1867527"/>
                  <a:pt x="991823" y="1867527"/>
                </a:cubicBezTo>
                <a:close/>
                <a:moveTo>
                  <a:pt x="927616" y="1867527"/>
                </a:moveTo>
                <a:cubicBezTo>
                  <a:pt x="941781" y="1867527"/>
                  <a:pt x="953275" y="1879020"/>
                  <a:pt x="953275" y="1893185"/>
                </a:cubicBezTo>
                <a:cubicBezTo>
                  <a:pt x="953275" y="1907350"/>
                  <a:pt x="941781" y="1918844"/>
                  <a:pt x="927616" y="1918844"/>
                </a:cubicBezTo>
                <a:cubicBezTo>
                  <a:pt x="913452" y="1918844"/>
                  <a:pt x="901957" y="1907350"/>
                  <a:pt x="901957" y="1893185"/>
                </a:cubicBezTo>
                <a:cubicBezTo>
                  <a:pt x="901957" y="1879020"/>
                  <a:pt x="913452" y="1867527"/>
                  <a:pt x="927616" y="1867527"/>
                </a:cubicBezTo>
                <a:close/>
                <a:moveTo>
                  <a:pt x="863411" y="1867527"/>
                </a:moveTo>
                <a:cubicBezTo>
                  <a:pt x="877576" y="1867527"/>
                  <a:pt x="889071" y="1879020"/>
                  <a:pt x="889071" y="1893185"/>
                </a:cubicBezTo>
                <a:cubicBezTo>
                  <a:pt x="889071" y="1907350"/>
                  <a:pt x="877576" y="1918844"/>
                  <a:pt x="863411" y="1918844"/>
                </a:cubicBezTo>
                <a:cubicBezTo>
                  <a:pt x="849248" y="1918844"/>
                  <a:pt x="837752" y="1907350"/>
                  <a:pt x="837752" y="1893185"/>
                </a:cubicBezTo>
                <a:cubicBezTo>
                  <a:pt x="837752" y="1879020"/>
                  <a:pt x="849248" y="1867527"/>
                  <a:pt x="863411" y="1867527"/>
                </a:cubicBezTo>
                <a:close/>
                <a:moveTo>
                  <a:pt x="799089" y="1867527"/>
                </a:moveTo>
                <a:cubicBezTo>
                  <a:pt x="813255" y="1867527"/>
                  <a:pt x="824748" y="1879020"/>
                  <a:pt x="824748" y="1893185"/>
                </a:cubicBezTo>
                <a:cubicBezTo>
                  <a:pt x="824748" y="1907350"/>
                  <a:pt x="813255" y="1918844"/>
                  <a:pt x="799089" y="1918844"/>
                </a:cubicBezTo>
                <a:cubicBezTo>
                  <a:pt x="784925" y="1918844"/>
                  <a:pt x="773432" y="1907350"/>
                  <a:pt x="773432" y="1893185"/>
                </a:cubicBezTo>
                <a:cubicBezTo>
                  <a:pt x="773432" y="1879020"/>
                  <a:pt x="784925" y="1867527"/>
                  <a:pt x="799089" y="1867527"/>
                </a:cubicBezTo>
                <a:close/>
                <a:moveTo>
                  <a:pt x="734885" y="1867527"/>
                </a:moveTo>
                <a:cubicBezTo>
                  <a:pt x="749049" y="1867527"/>
                  <a:pt x="760544" y="1879020"/>
                  <a:pt x="760544" y="1893185"/>
                </a:cubicBezTo>
                <a:cubicBezTo>
                  <a:pt x="760544" y="1907350"/>
                  <a:pt x="749049" y="1918844"/>
                  <a:pt x="734885" y="1918844"/>
                </a:cubicBezTo>
                <a:cubicBezTo>
                  <a:pt x="720720" y="1918844"/>
                  <a:pt x="709225" y="1907350"/>
                  <a:pt x="709225" y="1893185"/>
                </a:cubicBezTo>
                <a:cubicBezTo>
                  <a:pt x="709225" y="1879020"/>
                  <a:pt x="720720" y="1867527"/>
                  <a:pt x="734885" y="1867527"/>
                </a:cubicBezTo>
                <a:close/>
                <a:moveTo>
                  <a:pt x="670679" y="1867527"/>
                </a:moveTo>
                <a:cubicBezTo>
                  <a:pt x="684851" y="1867527"/>
                  <a:pt x="696338" y="1879014"/>
                  <a:pt x="696338" y="1893185"/>
                </a:cubicBezTo>
                <a:cubicBezTo>
                  <a:pt x="696338" y="1907356"/>
                  <a:pt x="684851" y="1918844"/>
                  <a:pt x="670679" y="1918844"/>
                </a:cubicBezTo>
                <a:cubicBezTo>
                  <a:pt x="656509" y="1918844"/>
                  <a:pt x="645020" y="1907356"/>
                  <a:pt x="645020" y="1893185"/>
                </a:cubicBezTo>
                <a:cubicBezTo>
                  <a:pt x="645020" y="1879014"/>
                  <a:pt x="656509" y="1867527"/>
                  <a:pt x="670679" y="1867527"/>
                </a:cubicBezTo>
                <a:close/>
                <a:moveTo>
                  <a:pt x="606475" y="1867527"/>
                </a:moveTo>
                <a:cubicBezTo>
                  <a:pt x="620639" y="1867527"/>
                  <a:pt x="632134" y="1879020"/>
                  <a:pt x="632134" y="1893185"/>
                </a:cubicBezTo>
                <a:cubicBezTo>
                  <a:pt x="632134" y="1907350"/>
                  <a:pt x="620639" y="1918844"/>
                  <a:pt x="606475" y="1918844"/>
                </a:cubicBezTo>
                <a:cubicBezTo>
                  <a:pt x="592310" y="1918844"/>
                  <a:pt x="580815" y="1907350"/>
                  <a:pt x="580815" y="1893185"/>
                </a:cubicBezTo>
                <a:cubicBezTo>
                  <a:pt x="580815" y="1879020"/>
                  <a:pt x="592310" y="1867527"/>
                  <a:pt x="606475" y="1867527"/>
                </a:cubicBezTo>
                <a:close/>
                <a:moveTo>
                  <a:pt x="542268" y="1867527"/>
                </a:moveTo>
                <a:cubicBezTo>
                  <a:pt x="556433" y="1867527"/>
                  <a:pt x="567927" y="1879020"/>
                  <a:pt x="567927" y="1893185"/>
                </a:cubicBezTo>
                <a:cubicBezTo>
                  <a:pt x="567927" y="1907350"/>
                  <a:pt x="556433" y="1918844"/>
                  <a:pt x="542268" y="1918844"/>
                </a:cubicBezTo>
                <a:cubicBezTo>
                  <a:pt x="528104" y="1918844"/>
                  <a:pt x="516610" y="1907350"/>
                  <a:pt x="516610" y="1893185"/>
                </a:cubicBezTo>
                <a:cubicBezTo>
                  <a:pt x="516610" y="1879020"/>
                  <a:pt x="528104" y="1867527"/>
                  <a:pt x="542268" y="1867527"/>
                </a:cubicBezTo>
                <a:close/>
                <a:moveTo>
                  <a:pt x="478063" y="1867527"/>
                </a:moveTo>
                <a:cubicBezTo>
                  <a:pt x="492228" y="1867527"/>
                  <a:pt x="503724" y="1879020"/>
                  <a:pt x="503724" y="1893185"/>
                </a:cubicBezTo>
                <a:cubicBezTo>
                  <a:pt x="503724" y="1907350"/>
                  <a:pt x="492228" y="1918844"/>
                  <a:pt x="478063" y="1918844"/>
                </a:cubicBezTo>
                <a:cubicBezTo>
                  <a:pt x="463900" y="1918844"/>
                  <a:pt x="452404" y="1907350"/>
                  <a:pt x="452404" y="1893185"/>
                </a:cubicBezTo>
                <a:cubicBezTo>
                  <a:pt x="452404" y="1879020"/>
                  <a:pt x="463900" y="1867527"/>
                  <a:pt x="478063" y="1867527"/>
                </a:cubicBezTo>
                <a:close/>
                <a:moveTo>
                  <a:pt x="413858" y="1867527"/>
                </a:moveTo>
                <a:cubicBezTo>
                  <a:pt x="428023" y="1867527"/>
                  <a:pt x="439517" y="1879020"/>
                  <a:pt x="439517" y="1893185"/>
                </a:cubicBezTo>
                <a:cubicBezTo>
                  <a:pt x="439517" y="1907350"/>
                  <a:pt x="428023" y="1918844"/>
                  <a:pt x="413858" y="1918844"/>
                </a:cubicBezTo>
                <a:cubicBezTo>
                  <a:pt x="399694" y="1918844"/>
                  <a:pt x="388200" y="1907350"/>
                  <a:pt x="388200" y="1893185"/>
                </a:cubicBezTo>
                <a:cubicBezTo>
                  <a:pt x="388200" y="1879020"/>
                  <a:pt x="399694" y="1867527"/>
                  <a:pt x="413858" y="1867527"/>
                </a:cubicBezTo>
                <a:close/>
                <a:moveTo>
                  <a:pt x="346686" y="1867527"/>
                </a:moveTo>
                <a:cubicBezTo>
                  <a:pt x="360849" y="1867527"/>
                  <a:pt x="372344" y="1879020"/>
                  <a:pt x="372344" y="1893185"/>
                </a:cubicBezTo>
                <a:cubicBezTo>
                  <a:pt x="372344" y="1907350"/>
                  <a:pt x="360849" y="1918844"/>
                  <a:pt x="346686" y="1918844"/>
                </a:cubicBezTo>
                <a:cubicBezTo>
                  <a:pt x="332520" y="1918844"/>
                  <a:pt x="321027" y="1907350"/>
                  <a:pt x="321027" y="1893185"/>
                </a:cubicBezTo>
                <a:cubicBezTo>
                  <a:pt x="321027" y="1879020"/>
                  <a:pt x="332520" y="1867527"/>
                  <a:pt x="346686" y="1867527"/>
                </a:cubicBezTo>
                <a:close/>
                <a:moveTo>
                  <a:pt x="282480" y="1867527"/>
                </a:moveTo>
                <a:cubicBezTo>
                  <a:pt x="296644" y="1867527"/>
                  <a:pt x="308138" y="1879020"/>
                  <a:pt x="308138" y="1893185"/>
                </a:cubicBezTo>
                <a:cubicBezTo>
                  <a:pt x="308138" y="1907350"/>
                  <a:pt x="296644" y="1918844"/>
                  <a:pt x="282480" y="1918844"/>
                </a:cubicBezTo>
                <a:cubicBezTo>
                  <a:pt x="268314" y="1918844"/>
                  <a:pt x="256820" y="1907350"/>
                  <a:pt x="256820" y="1893185"/>
                </a:cubicBezTo>
                <a:cubicBezTo>
                  <a:pt x="256820" y="1879020"/>
                  <a:pt x="268314" y="1867527"/>
                  <a:pt x="282480" y="1867527"/>
                </a:cubicBezTo>
                <a:close/>
                <a:moveTo>
                  <a:pt x="218274" y="1867527"/>
                </a:moveTo>
                <a:cubicBezTo>
                  <a:pt x="232438" y="1867527"/>
                  <a:pt x="243932" y="1879020"/>
                  <a:pt x="243932" y="1893185"/>
                </a:cubicBezTo>
                <a:cubicBezTo>
                  <a:pt x="243932" y="1907350"/>
                  <a:pt x="232438" y="1918844"/>
                  <a:pt x="218274" y="1918844"/>
                </a:cubicBezTo>
                <a:cubicBezTo>
                  <a:pt x="204109" y="1918844"/>
                  <a:pt x="192615" y="1907350"/>
                  <a:pt x="192615" y="1893185"/>
                </a:cubicBezTo>
                <a:cubicBezTo>
                  <a:pt x="192615" y="1879020"/>
                  <a:pt x="204109" y="1867527"/>
                  <a:pt x="218274" y="1867527"/>
                </a:cubicBezTo>
                <a:close/>
                <a:moveTo>
                  <a:pt x="154069" y="1867527"/>
                </a:moveTo>
                <a:cubicBezTo>
                  <a:pt x="168233" y="1867527"/>
                  <a:pt x="179727" y="1879020"/>
                  <a:pt x="179727" y="1893185"/>
                </a:cubicBezTo>
                <a:cubicBezTo>
                  <a:pt x="179727" y="1907350"/>
                  <a:pt x="168233" y="1918844"/>
                  <a:pt x="154069" y="1918844"/>
                </a:cubicBezTo>
                <a:cubicBezTo>
                  <a:pt x="139904" y="1918844"/>
                  <a:pt x="128410" y="1907350"/>
                  <a:pt x="128410" y="1893185"/>
                </a:cubicBezTo>
                <a:cubicBezTo>
                  <a:pt x="128410" y="1879020"/>
                  <a:pt x="139904" y="1867527"/>
                  <a:pt x="154069" y="1867527"/>
                </a:cubicBezTo>
                <a:close/>
                <a:moveTo>
                  <a:pt x="89864" y="1867527"/>
                </a:moveTo>
                <a:cubicBezTo>
                  <a:pt x="104034" y="1867527"/>
                  <a:pt x="115522" y="1879014"/>
                  <a:pt x="115522" y="1893185"/>
                </a:cubicBezTo>
                <a:cubicBezTo>
                  <a:pt x="115522" y="1907356"/>
                  <a:pt x="104034" y="1918844"/>
                  <a:pt x="89864" y="1918844"/>
                </a:cubicBezTo>
                <a:cubicBezTo>
                  <a:pt x="75693" y="1918844"/>
                  <a:pt x="64205" y="1907356"/>
                  <a:pt x="64205" y="1893185"/>
                </a:cubicBezTo>
                <a:cubicBezTo>
                  <a:pt x="64205" y="1879014"/>
                  <a:pt x="75693" y="1867527"/>
                  <a:pt x="89864" y="1867527"/>
                </a:cubicBezTo>
                <a:close/>
                <a:moveTo>
                  <a:pt x="25659" y="1867527"/>
                </a:moveTo>
                <a:cubicBezTo>
                  <a:pt x="39829" y="1867527"/>
                  <a:pt x="51317" y="1879014"/>
                  <a:pt x="51317" y="1893185"/>
                </a:cubicBezTo>
                <a:cubicBezTo>
                  <a:pt x="51317" y="1907356"/>
                  <a:pt x="39829" y="1918844"/>
                  <a:pt x="25659" y="1918844"/>
                </a:cubicBezTo>
                <a:cubicBezTo>
                  <a:pt x="11488" y="1918844"/>
                  <a:pt x="0" y="1907356"/>
                  <a:pt x="0" y="1893185"/>
                </a:cubicBezTo>
                <a:cubicBezTo>
                  <a:pt x="0" y="1879014"/>
                  <a:pt x="11488" y="1867527"/>
                  <a:pt x="25659" y="1867527"/>
                </a:cubicBezTo>
                <a:close/>
                <a:moveTo>
                  <a:pt x="12163307" y="1800419"/>
                </a:moveTo>
                <a:cubicBezTo>
                  <a:pt x="12177471" y="1800419"/>
                  <a:pt x="12188965" y="1811912"/>
                  <a:pt x="12188965" y="1826077"/>
                </a:cubicBezTo>
                <a:cubicBezTo>
                  <a:pt x="12188965" y="1840242"/>
                  <a:pt x="12177471" y="1851737"/>
                  <a:pt x="12163307" y="1851737"/>
                </a:cubicBezTo>
                <a:cubicBezTo>
                  <a:pt x="12149141" y="1851737"/>
                  <a:pt x="12137649" y="1840242"/>
                  <a:pt x="12137649" y="1826077"/>
                </a:cubicBezTo>
                <a:cubicBezTo>
                  <a:pt x="12137649" y="1811912"/>
                  <a:pt x="12149141" y="1800419"/>
                  <a:pt x="12163307" y="1800419"/>
                </a:cubicBezTo>
                <a:close/>
                <a:moveTo>
                  <a:pt x="12034897" y="1800419"/>
                </a:moveTo>
                <a:cubicBezTo>
                  <a:pt x="12049061" y="1800419"/>
                  <a:pt x="12060557" y="1811912"/>
                  <a:pt x="12060557" y="1826077"/>
                </a:cubicBezTo>
                <a:cubicBezTo>
                  <a:pt x="12060557" y="1840242"/>
                  <a:pt x="12049061" y="1851737"/>
                  <a:pt x="12034897" y="1851737"/>
                </a:cubicBezTo>
                <a:cubicBezTo>
                  <a:pt x="12020731" y="1851737"/>
                  <a:pt x="12009237" y="1840242"/>
                  <a:pt x="12009237" y="1826077"/>
                </a:cubicBezTo>
                <a:cubicBezTo>
                  <a:pt x="12009237" y="1811912"/>
                  <a:pt x="12020731" y="1800419"/>
                  <a:pt x="12034897" y="1800419"/>
                </a:cubicBezTo>
                <a:close/>
                <a:moveTo>
                  <a:pt x="11970691" y="1800419"/>
                </a:moveTo>
                <a:cubicBezTo>
                  <a:pt x="11984855" y="1800419"/>
                  <a:pt x="11996349" y="1811912"/>
                  <a:pt x="11996349" y="1826077"/>
                </a:cubicBezTo>
                <a:cubicBezTo>
                  <a:pt x="11996349" y="1840242"/>
                  <a:pt x="11984855" y="1851737"/>
                  <a:pt x="11970691" y="1851737"/>
                </a:cubicBezTo>
                <a:cubicBezTo>
                  <a:pt x="11956525" y="1851737"/>
                  <a:pt x="11945033" y="1840242"/>
                  <a:pt x="11945033" y="1826077"/>
                </a:cubicBezTo>
                <a:cubicBezTo>
                  <a:pt x="11945033" y="1811912"/>
                  <a:pt x="11956525" y="1800419"/>
                  <a:pt x="11970691" y="1800419"/>
                </a:cubicBezTo>
                <a:close/>
                <a:moveTo>
                  <a:pt x="11906483" y="1800419"/>
                </a:moveTo>
                <a:cubicBezTo>
                  <a:pt x="11920649" y="1800419"/>
                  <a:pt x="11932145" y="1811912"/>
                  <a:pt x="11932145" y="1826077"/>
                </a:cubicBezTo>
                <a:cubicBezTo>
                  <a:pt x="11932145" y="1840242"/>
                  <a:pt x="11920649" y="1851737"/>
                  <a:pt x="11906483" y="1851737"/>
                </a:cubicBezTo>
                <a:cubicBezTo>
                  <a:pt x="11892321" y="1851737"/>
                  <a:pt x="11880825" y="1840242"/>
                  <a:pt x="11880825" y="1826077"/>
                </a:cubicBezTo>
                <a:cubicBezTo>
                  <a:pt x="11880825" y="1811912"/>
                  <a:pt x="11892321" y="1800419"/>
                  <a:pt x="11906483" y="1800419"/>
                </a:cubicBezTo>
                <a:close/>
                <a:moveTo>
                  <a:pt x="11842279" y="1800419"/>
                </a:moveTo>
                <a:cubicBezTo>
                  <a:pt x="11856445" y="1800419"/>
                  <a:pt x="11867941" y="1811912"/>
                  <a:pt x="11867941" y="1826077"/>
                </a:cubicBezTo>
                <a:cubicBezTo>
                  <a:pt x="11867941" y="1840242"/>
                  <a:pt x="11856445" y="1851737"/>
                  <a:pt x="11842279" y="1851737"/>
                </a:cubicBezTo>
                <a:cubicBezTo>
                  <a:pt x="11828117" y="1851737"/>
                  <a:pt x="11816621" y="1840242"/>
                  <a:pt x="11816621" y="1826077"/>
                </a:cubicBezTo>
                <a:cubicBezTo>
                  <a:pt x="11816621" y="1811912"/>
                  <a:pt x="11828117" y="1800419"/>
                  <a:pt x="11842279" y="1800419"/>
                </a:cubicBezTo>
                <a:close/>
                <a:moveTo>
                  <a:pt x="11775107" y="1800419"/>
                </a:moveTo>
                <a:cubicBezTo>
                  <a:pt x="11789271" y="1800419"/>
                  <a:pt x="11800767" y="1811912"/>
                  <a:pt x="11800767" y="1826077"/>
                </a:cubicBezTo>
                <a:cubicBezTo>
                  <a:pt x="11800767" y="1840242"/>
                  <a:pt x="11789271" y="1851737"/>
                  <a:pt x="11775107" y="1851737"/>
                </a:cubicBezTo>
                <a:cubicBezTo>
                  <a:pt x="11760941" y="1851737"/>
                  <a:pt x="11749449" y="1840242"/>
                  <a:pt x="11749449" y="1826077"/>
                </a:cubicBezTo>
                <a:cubicBezTo>
                  <a:pt x="11749449" y="1811912"/>
                  <a:pt x="11760941" y="1800419"/>
                  <a:pt x="11775107" y="1800419"/>
                </a:cubicBezTo>
                <a:close/>
                <a:moveTo>
                  <a:pt x="11710901" y="1800419"/>
                </a:moveTo>
                <a:cubicBezTo>
                  <a:pt x="11725067" y="1800419"/>
                  <a:pt x="11736561" y="1811912"/>
                  <a:pt x="11736561" y="1826077"/>
                </a:cubicBezTo>
                <a:cubicBezTo>
                  <a:pt x="11736561" y="1840242"/>
                  <a:pt x="11725067" y="1851737"/>
                  <a:pt x="11710901" y="1851737"/>
                </a:cubicBezTo>
                <a:cubicBezTo>
                  <a:pt x="11696737" y="1851737"/>
                  <a:pt x="11685243" y="1840242"/>
                  <a:pt x="11685243" y="1826077"/>
                </a:cubicBezTo>
                <a:cubicBezTo>
                  <a:pt x="11685243" y="1811912"/>
                  <a:pt x="11696737" y="1800419"/>
                  <a:pt x="11710901" y="1800419"/>
                </a:cubicBezTo>
                <a:close/>
                <a:moveTo>
                  <a:pt x="11646697" y="1800419"/>
                </a:moveTo>
                <a:cubicBezTo>
                  <a:pt x="11660859" y="1800419"/>
                  <a:pt x="11672355" y="1811912"/>
                  <a:pt x="11672355" y="1826077"/>
                </a:cubicBezTo>
                <a:cubicBezTo>
                  <a:pt x="11672355" y="1840242"/>
                  <a:pt x="11660859" y="1851737"/>
                  <a:pt x="11646697" y="1851737"/>
                </a:cubicBezTo>
                <a:cubicBezTo>
                  <a:pt x="11632529" y="1851737"/>
                  <a:pt x="11621037" y="1840242"/>
                  <a:pt x="11621037" y="1826077"/>
                </a:cubicBezTo>
                <a:cubicBezTo>
                  <a:pt x="11621037" y="1811912"/>
                  <a:pt x="11632529" y="1800419"/>
                  <a:pt x="11646697" y="1800419"/>
                </a:cubicBezTo>
                <a:close/>
                <a:moveTo>
                  <a:pt x="11582491" y="1800419"/>
                </a:moveTo>
                <a:cubicBezTo>
                  <a:pt x="11596655" y="1800419"/>
                  <a:pt x="11608149" y="1811912"/>
                  <a:pt x="11608149" y="1826077"/>
                </a:cubicBezTo>
                <a:cubicBezTo>
                  <a:pt x="11608149" y="1840242"/>
                  <a:pt x="11596655" y="1851737"/>
                  <a:pt x="11582491" y="1851737"/>
                </a:cubicBezTo>
                <a:cubicBezTo>
                  <a:pt x="11568325" y="1851737"/>
                  <a:pt x="11556833" y="1840242"/>
                  <a:pt x="11556833" y="1826077"/>
                </a:cubicBezTo>
                <a:cubicBezTo>
                  <a:pt x="11556833" y="1811912"/>
                  <a:pt x="11568325" y="1800419"/>
                  <a:pt x="11582491" y="1800419"/>
                </a:cubicBezTo>
                <a:close/>
                <a:moveTo>
                  <a:pt x="11389875" y="1800419"/>
                </a:moveTo>
                <a:cubicBezTo>
                  <a:pt x="11404040" y="1800419"/>
                  <a:pt x="11415533" y="1811912"/>
                  <a:pt x="11415533" y="1826077"/>
                </a:cubicBezTo>
                <a:cubicBezTo>
                  <a:pt x="11415533" y="1840242"/>
                  <a:pt x="11404040" y="1851737"/>
                  <a:pt x="11389875" y="1851737"/>
                </a:cubicBezTo>
                <a:cubicBezTo>
                  <a:pt x="11375710" y="1851737"/>
                  <a:pt x="11364217" y="1840242"/>
                  <a:pt x="11364217" y="1826077"/>
                </a:cubicBezTo>
                <a:cubicBezTo>
                  <a:pt x="11364217" y="1811912"/>
                  <a:pt x="11375710" y="1800419"/>
                  <a:pt x="11389875" y="1800419"/>
                </a:cubicBezTo>
                <a:close/>
                <a:moveTo>
                  <a:pt x="11325670" y="1800419"/>
                </a:moveTo>
                <a:cubicBezTo>
                  <a:pt x="11339835" y="1800419"/>
                  <a:pt x="11351329" y="1811912"/>
                  <a:pt x="11351329" y="1826077"/>
                </a:cubicBezTo>
                <a:cubicBezTo>
                  <a:pt x="11351329" y="1840242"/>
                  <a:pt x="11339835" y="1851737"/>
                  <a:pt x="11325670" y="1851737"/>
                </a:cubicBezTo>
                <a:cubicBezTo>
                  <a:pt x="11311505" y="1851737"/>
                  <a:pt x="11300012" y="1840242"/>
                  <a:pt x="11300012" y="1826077"/>
                </a:cubicBezTo>
                <a:cubicBezTo>
                  <a:pt x="11300012" y="1811912"/>
                  <a:pt x="11311505" y="1800419"/>
                  <a:pt x="11325670" y="1800419"/>
                </a:cubicBezTo>
                <a:close/>
                <a:moveTo>
                  <a:pt x="11261466" y="1800419"/>
                </a:moveTo>
                <a:cubicBezTo>
                  <a:pt x="11275628" y="1800419"/>
                  <a:pt x="11287124" y="1811912"/>
                  <a:pt x="11287124" y="1826077"/>
                </a:cubicBezTo>
                <a:cubicBezTo>
                  <a:pt x="11287124" y="1840242"/>
                  <a:pt x="11275628" y="1851737"/>
                  <a:pt x="11261466" y="1851737"/>
                </a:cubicBezTo>
                <a:cubicBezTo>
                  <a:pt x="11247301" y="1851737"/>
                  <a:pt x="11235805" y="1840242"/>
                  <a:pt x="11235805" y="1826077"/>
                </a:cubicBezTo>
                <a:cubicBezTo>
                  <a:pt x="11235805" y="1811912"/>
                  <a:pt x="11247301" y="1800419"/>
                  <a:pt x="11261466" y="1800419"/>
                </a:cubicBezTo>
                <a:close/>
                <a:moveTo>
                  <a:pt x="11197259" y="1800419"/>
                </a:moveTo>
                <a:cubicBezTo>
                  <a:pt x="11211424" y="1800419"/>
                  <a:pt x="11222917" y="1811912"/>
                  <a:pt x="11222917" y="1826077"/>
                </a:cubicBezTo>
                <a:cubicBezTo>
                  <a:pt x="11222917" y="1840242"/>
                  <a:pt x="11211424" y="1851737"/>
                  <a:pt x="11197259" y="1851737"/>
                </a:cubicBezTo>
                <a:cubicBezTo>
                  <a:pt x="11183094" y="1851737"/>
                  <a:pt x="11171601" y="1840242"/>
                  <a:pt x="11171601" y="1826077"/>
                </a:cubicBezTo>
                <a:cubicBezTo>
                  <a:pt x="11171601" y="1811912"/>
                  <a:pt x="11183094" y="1800419"/>
                  <a:pt x="11197259" y="1800419"/>
                </a:cubicBezTo>
                <a:close/>
                <a:moveTo>
                  <a:pt x="11004643" y="1800419"/>
                </a:moveTo>
                <a:cubicBezTo>
                  <a:pt x="11018808" y="1800419"/>
                  <a:pt x="11030301" y="1811912"/>
                  <a:pt x="11030301" y="1826077"/>
                </a:cubicBezTo>
                <a:cubicBezTo>
                  <a:pt x="11030301" y="1840242"/>
                  <a:pt x="11018808" y="1851737"/>
                  <a:pt x="11004643" y="1851737"/>
                </a:cubicBezTo>
                <a:cubicBezTo>
                  <a:pt x="10990478" y="1851737"/>
                  <a:pt x="10978985" y="1840242"/>
                  <a:pt x="10978985" y="1826077"/>
                </a:cubicBezTo>
                <a:cubicBezTo>
                  <a:pt x="10978985" y="1811912"/>
                  <a:pt x="10990478" y="1800419"/>
                  <a:pt x="11004643" y="1800419"/>
                </a:cubicBezTo>
                <a:close/>
                <a:moveTo>
                  <a:pt x="10940321" y="1800419"/>
                </a:moveTo>
                <a:cubicBezTo>
                  <a:pt x="10954604" y="1800419"/>
                  <a:pt x="10965982" y="1811912"/>
                  <a:pt x="10965982" y="1826077"/>
                </a:cubicBezTo>
                <a:cubicBezTo>
                  <a:pt x="10965982" y="1840242"/>
                  <a:pt x="10954486" y="1851737"/>
                  <a:pt x="10940321" y="1851737"/>
                </a:cubicBezTo>
                <a:cubicBezTo>
                  <a:pt x="10926156" y="1851737"/>
                  <a:pt x="10914663" y="1840242"/>
                  <a:pt x="10914663" y="1826077"/>
                </a:cubicBezTo>
                <a:cubicBezTo>
                  <a:pt x="10914663" y="1811912"/>
                  <a:pt x="10926156" y="1800419"/>
                  <a:pt x="10940321" y="1800419"/>
                </a:cubicBezTo>
                <a:close/>
                <a:moveTo>
                  <a:pt x="10876117" y="1800419"/>
                </a:moveTo>
                <a:cubicBezTo>
                  <a:pt x="10890282" y="1800419"/>
                  <a:pt x="10901775" y="1811912"/>
                  <a:pt x="10901775" y="1826077"/>
                </a:cubicBezTo>
                <a:cubicBezTo>
                  <a:pt x="10901775" y="1840242"/>
                  <a:pt x="10890282" y="1851737"/>
                  <a:pt x="10876117" y="1851737"/>
                </a:cubicBezTo>
                <a:cubicBezTo>
                  <a:pt x="10861952" y="1851737"/>
                  <a:pt x="10850459" y="1840242"/>
                  <a:pt x="10850459" y="1826077"/>
                </a:cubicBezTo>
                <a:cubicBezTo>
                  <a:pt x="10850459" y="1811912"/>
                  <a:pt x="10861952" y="1800419"/>
                  <a:pt x="10876117" y="1800419"/>
                </a:cubicBezTo>
                <a:close/>
                <a:moveTo>
                  <a:pt x="10811912" y="1800419"/>
                </a:moveTo>
                <a:cubicBezTo>
                  <a:pt x="10826077" y="1800419"/>
                  <a:pt x="10837571" y="1811912"/>
                  <a:pt x="10837571" y="1826077"/>
                </a:cubicBezTo>
                <a:cubicBezTo>
                  <a:pt x="10837571" y="1840242"/>
                  <a:pt x="10826077" y="1851737"/>
                  <a:pt x="10811912" y="1851737"/>
                </a:cubicBezTo>
                <a:cubicBezTo>
                  <a:pt x="10797747" y="1851737"/>
                  <a:pt x="10786254" y="1840242"/>
                  <a:pt x="10786254" y="1826077"/>
                </a:cubicBezTo>
                <a:cubicBezTo>
                  <a:pt x="10786254" y="1811912"/>
                  <a:pt x="10797747" y="1800419"/>
                  <a:pt x="10811912" y="1800419"/>
                </a:cubicBezTo>
                <a:close/>
                <a:moveTo>
                  <a:pt x="10683501" y="1800419"/>
                </a:moveTo>
                <a:cubicBezTo>
                  <a:pt x="10697666" y="1800419"/>
                  <a:pt x="10709159" y="1811912"/>
                  <a:pt x="10709159" y="1826077"/>
                </a:cubicBezTo>
                <a:cubicBezTo>
                  <a:pt x="10709159" y="1840242"/>
                  <a:pt x="10697666" y="1851737"/>
                  <a:pt x="10683501" y="1851737"/>
                </a:cubicBezTo>
                <a:cubicBezTo>
                  <a:pt x="10669336" y="1851737"/>
                  <a:pt x="10657843" y="1840242"/>
                  <a:pt x="10657843" y="1826077"/>
                </a:cubicBezTo>
                <a:cubicBezTo>
                  <a:pt x="10657843" y="1811912"/>
                  <a:pt x="10669336" y="1800419"/>
                  <a:pt x="10683501" y="1800419"/>
                </a:cubicBezTo>
                <a:close/>
                <a:moveTo>
                  <a:pt x="10619297" y="1800419"/>
                </a:moveTo>
                <a:cubicBezTo>
                  <a:pt x="10633462" y="1800419"/>
                  <a:pt x="10644955" y="1811912"/>
                  <a:pt x="10644955" y="1826077"/>
                </a:cubicBezTo>
                <a:cubicBezTo>
                  <a:pt x="10644955" y="1840242"/>
                  <a:pt x="10633462" y="1851737"/>
                  <a:pt x="10619297" y="1851737"/>
                </a:cubicBezTo>
                <a:cubicBezTo>
                  <a:pt x="10605132" y="1851737"/>
                  <a:pt x="10593639" y="1840242"/>
                  <a:pt x="10593639" y="1826077"/>
                </a:cubicBezTo>
                <a:cubicBezTo>
                  <a:pt x="10593639" y="1811912"/>
                  <a:pt x="10605132" y="1800419"/>
                  <a:pt x="10619297" y="1800419"/>
                </a:cubicBezTo>
                <a:close/>
                <a:moveTo>
                  <a:pt x="10555092" y="1800419"/>
                </a:moveTo>
                <a:cubicBezTo>
                  <a:pt x="10569255" y="1800419"/>
                  <a:pt x="10580751" y="1811912"/>
                  <a:pt x="10580751" y="1826077"/>
                </a:cubicBezTo>
                <a:cubicBezTo>
                  <a:pt x="10580751" y="1840242"/>
                  <a:pt x="10569255" y="1851737"/>
                  <a:pt x="10555092" y="1851737"/>
                </a:cubicBezTo>
                <a:cubicBezTo>
                  <a:pt x="10540927" y="1851737"/>
                  <a:pt x="10529432" y="1840242"/>
                  <a:pt x="10529432" y="1826077"/>
                </a:cubicBezTo>
                <a:cubicBezTo>
                  <a:pt x="10529432" y="1811912"/>
                  <a:pt x="10540927" y="1800419"/>
                  <a:pt x="10555092" y="1800419"/>
                </a:cubicBezTo>
                <a:close/>
                <a:moveTo>
                  <a:pt x="10490885" y="1800419"/>
                </a:moveTo>
                <a:cubicBezTo>
                  <a:pt x="10505050" y="1800419"/>
                  <a:pt x="10516544" y="1811912"/>
                  <a:pt x="10516544" y="1826077"/>
                </a:cubicBezTo>
                <a:cubicBezTo>
                  <a:pt x="10516544" y="1840242"/>
                  <a:pt x="10505050" y="1851737"/>
                  <a:pt x="10490885" y="1851737"/>
                </a:cubicBezTo>
                <a:cubicBezTo>
                  <a:pt x="10476720" y="1851737"/>
                  <a:pt x="10465227" y="1840242"/>
                  <a:pt x="10465227" y="1826077"/>
                </a:cubicBezTo>
                <a:cubicBezTo>
                  <a:pt x="10465227" y="1811912"/>
                  <a:pt x="10476720" y="1800419"/>
                  <a:pt x="10490885" y="1800419"/>
                </a:cubicBezTo>
                <a:close/>
                <a:moveTo>
                  <a:pt x="10298270" y="1800419"/>
                </a:moveTo>
                <a:cubicBezTo>
                  <a:pt x="10312435" y="1800419"/>
                  <a:pt x="10323928" y="1811912"/>
                  <a:pt x="10323928" y="1826077"/>
                </a:cubicBezTo>
                <a:cubicBezTo>
                  <a:pt x="10323928" y="1840242"/>
                  <a:pt x="10312435" y="1851737"/>
                  <a:pt x="10298270" y="1851737"/>
                </a:cubicBezTo>
                <a:cubicBezTo>
                  <a:pt x="10284105" y="1851737"/>
                  <a:pt x="10272611" y="1840242"/>
                  <a:pt x="10272611" y="1826077"/>
                </a:cubicBezTo>
                <a:cubicBezTo>
                  <a:pt x="10272611" y="1811912"/>
                  <a:pt x="10284105" y="1800419"/>
                  <a:pt x="10298270" y="1800419"/>
                </a:cubicBezTo>
                <a:close/>
                <a:moveTo>
                  <a:pt x="10234065" y="1800419"/>
                </a:moveTo>
                <a:cubicBezTo>
                  <a:pt x="10248228" y="1800419"/>
                  <a:pt x="10259723" y="1811912"/>
                  <a:pt x="10259723" y="1826077"/>
                </a:cubicBezTo>
                <a:cubicBezTo>
                  <a:pt x="10259723" y="1840242"/>
                  <a:pt x="10248228" y="1851737"/>
                  <a:pt x="10234065" y="1851737"/>
                </a:cubicBezTo>
                <a:cubicBezTo>
                  <a:pt x="10219900" y="1851737"/>
                  <a:pt x="10208404" y="1840242"/>
                  <a:pt x="10208404" y="1826077"/>
                </a:cubicBezTo>
                <a:cubicBezTo>
                  <a:pt x="10208404" y="1811912"/>
                  <a:pt x="10219900" y="1800419"/>
                  <a:pt x="10234065" y="1800419"/>
                </a:cubicBezTo>
                <a:close/>
                <a:moveTo>
                  <a:pt x="10169858" y="1800419"/>
                </a:moveTo>
                <a:cubicBezTo>
                  <a:pt x="10184023" y="1800419"/>
                  <a:pt x="10195519" y="1811912"/>
                  <a:pt x="10195519" y="1826077"/>
                </a:cubicBezTo>
                <a:cubicBezTo>
                  <a:pt x="10195519" y="1840242"/>
                  <a:pt x="10184023" y="1851737"/>
                  <a:pt x="10169858" y="1851737"/>
                </a:cubicBezTo>
                <a:cubicBezTo>
                  <a:pt x="10155693" y="1851737"/>
                  <a:pt x="10144200" y="1840242"/>
                  <a:pt x="10144200" y="1826077"/>
                </a:cubicBezTo>
                <a:cubicBezTo>
                  <a:pt x="10144200" y="1811912"/>
                  <a:pt x="10155693" y="1800419"/>
                  <a:pt x="10169858" y="1800419"/>
                </a:cubicBezTo>
                <a:close/>
                <a:moveTo>
                  <a:pt x="10105654" y="1800419"/>
                </a:moveTo>
                <a:cubicBezTo>
                  <a:pt x="10119819" y="1800419"/>
                  <a:pt x="10131312" y="1811912"/>
                  <a:pt x="10131312" y="1826077"/>
                </a:cubicBezTo>
                <a:cubicBezTo>
                  <a:pt x="10131312" y="1840242"/>
                  <a:pt x="10119819" y="1851737"/>
                  <a:pt x="10105654" y="1851737"/>
                </a:cubicBezTo>
                <a:cubicBezTo>
                  <a:pt x="10091489" y="1851737"/>
                  <a:pt x="10079996" y="1840242"/>
                  <a:pt x="10079996" y="1826077"/>
                </a:cubicBezTo>
                <a:cubicBezTo>
                  <a:pt x="10079996" y="1811912"/>
                  <a:pt x="10091489" y="1800419"/>
                  <a:pt x="10105654" y="1800419"/>
                </a:cubicBezTo>
                <a:close/>
                <a:moveTo>
                  <a:pt x="9913038" y="1800419"/>
                </a:moveTo>
                <a:cubicBezTo>
                  <a:pt x="9927203" y="1800419"/>
                  <a:pt x="9938696" y="1811912"/>
                  <a:pt x="9938696" y="1826077"/>
                </a:cubicBezTo>
                <a:cubicBezTo>
                  <a:pt x="9938696" y="1840242"/>
                  <a:pt x="9927203" y="1851737"/>
                  <a:pt x="9913038" y="1851737"/>
                </a:cubicBezTo>
                <a:cubicBezTo>
                  <a:pt x="9898873" y="1851737"/>
                  <a:pt x="9887380" y="1840242"/>
                  <a:pt x="9887380" y="1826077"/>
                </a:cubicBezTo>
                <a:cubicBezTo>
                  <a:pt x="9887380" y="1811912"/>
                  <a:pt x="9898873" y="1800419"/>
                  <a:pt x="9913038" y="1800419"/>
                </a:cubicBezTo>
                <a:close/>
                <a:moveTo>
                  <a:pt x="9848716" y="1800419"/>
                </a:moveTo>
                <a:cubicBezTo>
                  <a:pt x="9862996" y="1800419"/>
                  <a:pt x="9874374" y="1811912"/>
                  <a:pt x="9874374" y="1826077"/>
                </a:cubicBezTo>
                <a:cubicBezTo>
                  <a:pt x="9874374" y="1840242"/>
                  <a:pt x="9862881" y="1851737"/>
                  <a:pt x="9848716" y="1851737"/>
                </a:cubicBezTo>
                <a:cubicBezTo>
                  <a:pt x="9834551" y="1851737"/>
                  <a:pt x="9823058" y="1840242"/>
                  <a:pt x="9823058" y="1826077"/>
                </a:cubicBezTo>
                <a:cubicBezTo>
                  <a:pt x="9823058" y="1811912"/>
                  <a:pt x="9834551" y="1800419"/>
                  <a:pt x="9848716" y="1800419"/>
                </a:cubicBezTo>
                <a:close/>
                <a:moveTo>
                  <a:pt x="9784512" y="1800419"/>
                </a:moveTo>
                <a:cubicBezTo>
                  <a:pt x="9798677" y="1800419"/>
                  <a:pt x="9810170" y="1811912"/>
                  <a:pt x="9810170" y="1826077"/>
                </a:cubicBezTo>
                <a:cubicBezTo>
                  <a:pt x="9810170" y="1840242"/>
                  <a:pt x="9798677" y="1851737"/>
                  <a:pt x="9784512" y="1851737"/>
                </a:cubicBezTo>
                <a:cubicBezTo>
                  <a:pt x="9770347" y="1851737"/>
                  <a:pt x="9758853" y="1840242"/>
                  <a:pt x="9758853" y="1826077"/>
                </a:cubicBezTo>
                <a:cubicBezTo>
                  <a:pt x="9758853" y="1811912"/>
                  <a:pt x="9770347" y="1800419"/>
                  <a:pt x="9784512" y="1800419"/>
                </a:cubicBezTo>
                <a:close/>
                <a:moveTo>
                  <a:pt x="9720307" y="1800419"/>
                </a:moveTo>
                <a:cubicBezTo>
                  <a:pt x="9734470" y="1800419"/>
                  <a:pt x="9745965" y="1811912"/>
                  <a:pt x="9745965" y="1826077"/>
                </a:cubicBezTo>
                <a:cubicBezTo>
                  <a:pt x="9745965" y="1840242"/>
                  <a:pt x="9734470" y="1851737"/>
                  <a:pt x="9720307" y="1851737"/>
                </a:cubicBezTo>
                <a:cubicBezTo>
                  <a:pt x="9706142" y="1851737"/>
                  <a:pt x="9694646" y="1840242"/>
                  <a:pt x="9694646" y="1826077"/>
                </a:cubicBezTo>
                <a:cubicBezTo>
                  <a:pt x="9694646" y="1811912"/>
                  <a:pt x="9706142" y="1800419"/>
                  <a:pt x="9720307" y="1800419"/>
                </a:cubicBezTo>
                <a:close/>
                <a:moveTo>
                  <a:pt x="9591896" y="1800419"/>
                </a:moveTo>
                <a:cubicBezTo>
                  <a:pt x="9606061" y="1800419"/>
                  <a:pt x="9617554" y="1811912"/>
                  <a:pt x="9617554" y="1826077"/>
                </a:cubicBezTo>
                <a:cubicBezTo>
                  <a:pt x="9617554" y="1840242"/>
                  <a:pt x="9606061" y="1851737"/>
                  <a:pt x="9591896" y="1851737"/>
                </a:cubicBezTo>
                <a:cubicBezTo>
                  <a:pt x="9577731" y="1851737"/>
                  <a:pt x="9566238" y="1840242"/>
                  <a:pt x="9566238" y="1826077"/>
                </a:cubicBezTo>
                <a:cubicBezTo>
                  <a:pt x="9566238" y="1811912"/>
                  <a:pt x="9577731" y="1800419"/>
                  <a:pt x="9591896" y="1800419"/>
                </a:cubicBezTo>
                <a:close/>
                <a:moveTo>
                  <a:pt x="9527689" y="1800419"/>
                </a:moveTo>
                <a:cubicBezTo>
                  <a:pt x="9541854" y="1800419"/>
                  <a:pt x="9553350" y="1811912"/>
                  <a:pt x="9553350" y="1826077"/>
                </a:cubicBezTo>
                <a:cubicBezTo>
                  <a:pt x="9553350" y="1840242"/>
                  <a:pt x="9541854" y="1851737"/>
                  <a:pt x="9527689" y="1851737"/>
                </a:cubicBezTo>
                <a:cubicBezTo>
                  <a:pt x="9513524" y="1851737"/>
                  <a:pt x="9502031" y="1840242"/>
                  <a:pt x="9502031" y="1826077"/>
                </a:cubicBezTo>
                <a:cubicBezTo>
                  <a:pt x="9502031" y="1811912"/>
                  <a:pt x="9513524" y="1800419"/>
                  <a:pt x="9527689" y="1800419"/>
                </a:cubicBezTo>
                <a:close/>
                <a:moveTo>
                  <a:pt x="9463485" y="1800419"/>
                </a:moveTo>
                <a:cubicBezTo>
                  <a:pt x="9477650" y="1800419"/>
                  <a:pt x="9489143" y="1811912"/>
                  <a:pt x="9489143" y="1826077"/>
                </a:cubicBezTo>
                <a:cubicBezTo>
                  <a:pt x="9489143" y="1840242"/>
                  <a:pt x="9477650" y="1851737"/>
                  <a:pt x="9463485" y="1851737"/>
                </a:cubicBezTo>
                <a:cubicBezTo>
                  <a:pt x="9449320" y="1851737"/>
                  <a:pt x="9437826" y="1840242"/>
                  <a:pt x="9437826" y="1826077"/>
                </a:cubicBezTo>
                <a:cubicBezTo>
                  <a:pt x="9437826" y="1811912"/>
                  <a:pt x="9449320" y="1800419"/>
                  <a:pt x="9463485" y="1800419"/>
                </a:cubicBezTo>
                <a:close/>
                <a:moveTo>
                  <a:pt x="9399280" y="1800419"/>
                </a:moveTo>
                <a:cubicBezTo>
                  <a:pt x="9413445" y="1800419"/>
                  <a:pt x="9424938" y="1811912"/>
                  <a:pt x="9424938" y="1826077"/>
                </a:cubicBezTo>
                <a:cubicBezTo>
                  <a:pt x="9424938" y="1840242"/>
                  <a:pt x="9413445" y="1851737"/>
                  <a:pt x="9399280" y="1851737"/>
                </a:cubicBezTo>
                <a:cubicBezTo>
                  <a:pt x="9385115" y="1851737"/>
                  <a:pt x="9373619" y="1840242"/>
                  <a:pt x="9373619" y="1826077"/>
                </a:cubicBezTo>
                <a:cubicBezTo>
                  <a:pt x="9373619" y="1811912"/>
                  <a:pt x="9385115" y="1800419"/>
                  <a:pt x="9399280" y="1800419"/>
                </a:cubicBezTo>
                <a:close/>
                <a:moveTo>
                  <a:pt x="9206664" y="1800419"/>
                </a:moveTo>
                <a:cubicBezTo>
                  <a:pt x="9220829" y="1800419"/>
                  <a:pt x="9232323" y="1811912"/>
                  <a:pt x="9232323" y="1826077"/>
                </a:cubicBezTo>
                <a:cubicBezTo>
                  <a:pt x="9232323" y="1840242"/>
                  <a:pt x="9220829" y="1851737"/>
                  <a:pt x="9206664" y="1851737"/>
                </a:cubicBezTo>
                <a:cubicBezTo>
                  <a:pt x="9192499" y="1851737"/>
                  <a:pt x="9181006" y="1840242"/>
                  <a:pt x="9181006" y="1826077"/>
                </a:cubicBezTo>
                <a:cubicBezTo>
                  <a:pt x="9181006" y="1811912"/>
                  <a:pt x="9192499" y="1800419"/>
                  <a:pt x="9206664" y="1800419"/>
                </a:cubicBezTo>
                <a:close/>
                <a:moveTo>
                  <a:pt x="9142457" y="1800419"/>
                </a:moveTo>
                <a:cubicBezTo>
                  <a:pt x="9156622" y="1800419"/>
                  <a:pt x="9168118" y="1811912"/>
                  <a:pt x="9168118" y="1826077"/>
                </a:cubicBezTo>
                <a:cubicBezTo>
                  <a:pt x="9168118" y="1840242"/>
                  <a:pt x="9156622" y="1851737"/>
                  <a:pt x="9142457" y="1851737"/>
                </a:cubicBezTo>
                <a:cubicBezTo>
                  <a:pt x="9128292" y="1851737"/>
                  <a:pt x="9116799" y="1840242"/>
                  <a:pt x="9116799" y="1826077"/>
                </a:cubicBezTo>
                <a:cubicBezTo>
                  <a:pt x="9116799" y="1811912"/>
                  <a:pt x="9128292" y="1800419"/>
                  <a:pt x="9142457" y="1800419"/>
                </a:cubicBezTo>
                <a:close/>
                <a:moveTo>
                  <a:pt x="9078253" y="1800419"/>
                </a:moveTo>
                <a:cubicBezTo>
                  <a:pt x="9092418" y="1800419"/>
                  <a:pt x="9103911" y="1811912"/>
                  <a:pt x="9103911" y="1826077"/>
                </a:cubicBezTo>
                <a:cubicBezTo>
                  <a:pt x="9103911" y="1840242"/>
                  <a:pt x="9092418" y="1851737"/>
                  <a:pt x="9078253" y="1851737"/>
                </a:cubicBezTo>
                <a:cubicBezTo>
                  <a:pt x="9064088" y="1851737"/>
                  <a:pt x="9052595" y="1840242"/>
                  <a:pt x="9052595" y="1826077"/>
                </a:cubicBezTo>
                <a:cubicBezTo>
                  <a:pt x="9052595" y="1811912"/>
                  <a:pt x="9064088" y="1800419"/>
                  <a:pt x="9078253" y="1800419"/>
                </a:cubicBezTo>
                <a:close/>
                <a:moveTo>
                  <a:pt x="9014049" y="1800419"/>
                </a:moveTo>
                <a:cubicBezTo>
                  <a:pt x="9028214" y="1800419"/>
                  <a:pt x="9039707" y="1811912"/>
                  <a:pt x="9039707" y="1826077"/>
                </a:cubicBezTo>
                <a:cubicBezTo>
                  <a:pt x="9039707" y="1840242"/>
                  <a:pt x="9028214" y="1851737"/>
                  <a:pt x="9014049" y="1851737"/>
                </a:cubicBezTo>
                <a:cubicBezTo>
                  <a:pt x="8999884" y="1851737"/>
                  <a:pt x="8988388" y="1840242"/>
                  <a:pt x="8988388" y="1826077"/>
                </a:cubicBezTo>
                <a:cubicBezTo>
                  <a:pt x="8988388" y="1811912"/>
                  <a:pt x="8999884" y="1800419"/>
                  <a:pt x="9014049" y="1800419"/>
                </a:cubicBezTo>
                <a:close/>
                <a:moveTo>
                  <a:pt x="8821433" y="1800419"/>
                </a:moveTo>
                <a:cubicBezTo>
                  <a:pt x="8835598" y="1800419"/>
                  <a:pt x="8847091" y="1811912"/>
                  <a:pt x="8847091" y="1826077"/>
                </a:cubicBezTo>
                <a:cubicBezTo>
                  <a:pt x="8847091" y="1840242"/>
                  <a:pt x="8835598" y="1851737"/>
                  <a:pt x="8821433" y="1851737"/>
                </a:cubicBezTo>
                <a:cubicBezTo>
                  <a:pt x="8807268" y="1851737"/>
                  <a:pt x="8795772" y="1840242"/>
                  <a:pt x="8795772" y="1826077"/>
                </a:cubicBezTo>
                <a:cubicBezTo>
                  <a:pt x="8795772" y="1811912"/>
                  <a:pt x="8807268" y="1800419"/>
                  <a:pt x="8821433" y="1800419"/>
                </a:cubicBezTo>
                <a:close/>
                <a:moveTo>
                  <a:pt x="8757226" y="1800419"/>
                </a:moveTo>
                <a:cubicBezTo>
                  <a:pt x="8771391" y="1800419"/>
                  <a:pt x="8782887" y="1811912"/>
                  <a:pt x="8782887" y="1826077"/>
                </a:cubicBezTo>
                <a:cubicBezTo>
                  <a:pt x="8782887" y="1840242"/>
                  <a:pt x="8771391" y="1851737"/>
                  <a:pt x="8757226" y="1851737"/>
                </a:cubicBezTo>
                <a:cubicBezTo>
                  <a:pt x="8743061" y="1851737"/>
                  <a:pt x="8731568" y="1840242"/>
                  <a:pt x="8731568" y="1826077"/>
                </a:cubicBezTo>
                <a:cubicBezTo>
                  <a:pt x="8731568" y="1811912"/>
                  <a:pt x="8743061" y="1800419"/>
                  <a:pt x="8757226" y="1800419"/>
                </a:cubicBezTo>
                <a:close/>
                <a:moveTo>
                  <a:pt x="8692904" y="1800419"/>
                </a:moveTo>
                <a:cubicBezTo>
                  <a:pt x="8707069" y="1800419"/>
                  <a:pt x="8718565" y="1811912"/>
                  <a:pt x="8718565" y="1826077"/>
                </a:cubicBezTo>
                <a:cubicBezTo>
                  <a:pt x="8718565" y="1840242"/>
                  <a:pt x="8707069" y="1851737"/>
                  <a:pt x="8692904" y="1851737"/>
                </a:cubicBezTo>
                <a:cubicBezTo>
                  <a:pt x="8678741" y="1851737"/>
                  <a:pt x="8667246" y="1840242"/>
                  <a:pt x="8667246" y="1826077"/>
                </a:cubicBezTo>
                <a:cubicBezTo>
                  <a:pt x="8667246" y="1811912"/>
                  <a:pt x="8678741" y="1800419"/>
                  <a:pt x="8692904" y="1800419"/>
                </a:cubicBezTo>
                <a:close/>
                <a:moveTo>
                  <a:pt x="8628699" y="1800419"/>
                </a:moveTo>
                <a:cubicBezTo>
                  <a:pt x="8642864" y="1800419"/>
                  <a:pt x="8654358" y="1811912"/>
                  <a:pt x="8654358" y="1826077"/>
                </a:cubicBezTo>
                <a:cubicBezTo>
                  <a:pt x="8654358" y="1840242"/>
                  <a:pt x="8642864" y="1851737"/>
                  <a:pt x="8628699" y="1851737"/>
                </a:cubicBezTo>
                <a:cubicBezTo>
                  <a:pt x="8614534" y="1851737"/>
                  <a:pt x="8603041" y="1840242"/>
                  <a:pt x="8603041" y="1826077"/>
                </a:cubicBezTo>
                <a:cubicBezTo>
                  <a:pt x="8603041" y="1811912"/>
                  <a:pt x="8614534" y="1800419"/>
                  <a:pt x="8628699" y="1800419"/>
                </a:cubicBezTo>
                <a:close/>
                <a:moveTo>
                  <a:pt x="8500288" y="1800419"/>
                </a:moveTo>
                <a:cubicBezTo>
                  <a:pt x="8514453" y="1800419"/>
                  <a:pt x="8525949" y="1811912"/>
                  <a:pt x="8525949" y="1826077"/>
                </a:cubicBezTo>
                <a:cubicBezTo>
                  <a:pt x="8525949" y="1840242"/>
                  <a:pt x="8514453" y="1851737"/>
                  <a:pt x="8500288" y="1851737"/>
                </a:cubicBezTo>
                <a:cubicBezTo>
                  <a:pt x="8486126" y="1851737"/>
                  <a:pt x="8474630" y="1840242"/>
                  <a:pt x="8474630" y="1826077"/>
                </a:cubicBezTo>
                <a:cubicBezTo>
                  <a:pt x="8474630" y="1811912"/>
                  <a:pt x="8486126" y="1800419"/>
                  <a:pt x="8500288" y="1800419"/>
                </a:cubicBezTo>
                <a:close/>
                <a:moveTo>
                  <a:pt x="8436084" y="1800419"/>
                </a:moveTo>
                <a:cubicBezTo>
                  <a:pt x="8450249" y="1800419"/>
                  <a:pt x="8461745" y="1811912"/>
                  <a:pt x="8461745" y="1826077"/>
                </a:cubicBezTo>
                <a:cubicBezTo>
                  <a:pt x="8461745" y="1840242"/>
                  <a:pt x="8450249" y="1851737"/>
                  <a:pt x="8436084" y="1851737"/>
                </a:cubicBezTo>
                <a:cubicBezTo>
                  <a:pt x="8421919" y="1851737"/>
                  <a:pt x="8410426" y="1840242"/>
                  <a:pt x="8410426" y="1826077"/>
                </a:cubicBezTo>
                <a:cubicBezTo>
                  <a:pt x="8410426" y="1811912"/>
                  <a:pt x="8421919" y="1800419"/>
                  <a:pt x="8436084" y="1800419"/>
                </a:cubicBezTo>
                <a:close/>
                <a:moveTo>
                  <a:pt x="8307675" y="1800419"/>
                </a:moveTo>
                <a:cubicBezTo>
                  <a:pt x="8321837" y="1800419"/>
                  <a:pt x="8333333" y="1811912"/>
                  <a:pt x="8333333" y="1826077"/>
                </a:cubicBezTo>
                <a:cubicBezTo>
                  <a:pt x="8333333" y="1840242"/>
                  <a:pt x="8321837" y="1851737"/>
                  <a:pt x="8307675" y="1851737"/>
                </a:cubicBezTo>
                <a:cubicBezTo>
                  <a:pt x="8293510" y="1851737"/>
                  <a:pt x="8282014" y="1840242"/>
                  <a:pt x="8282014" y="1826077"/>
                </a:cubicBezTo>
                <a:cubicBezTo>
                  <a:pt x="8282014" y="1811912"/>
                  <a:pt x="8293510" y="1800419"/>
                  <a:pt x="8307675" y="1800419"/>
                </a:cubicBezTo>
                <a:close/>
                <a:moveTo>
                  <a:pt x="8115057" y="1800419"/>
                </a:moveTo>
                <a:cubicBezTo>
                  <a:pt x="8129222" y="1800419"/>
                  <a:pt x="8140717" y="1811912"/>
                  <a:pt x="8140717" y="1826077"/>
                </a:cubicBezTo>
                <a:cubicBezTo>
                  <a:pt x="8140717" y="1840242"/>
                  <a:pt x="8129222" y="1851737"/>
                  <a:pt x="8115057" y="1851737"/>
                </a:cubicBezTo>
                <a:cubicBezTo>
                  <a:pt x="8100894" y="1851737"/>
                  <a:pt x="8089398" y="1840242"/>
                  <a:pt x="8089398" y="1826077"/>
                </a:cubicBezTo>
                <a:cubicBezTo>
                  <a:pt x="8089398" y="1811912"/>
                  <a:pt x="8100894" y="1800419"/>
                  <a:pt x="8115057" y="1800419"/>
                </a:cubicBezTo>
                <a:close/>
                <a:moveTo>
                  <a:pt x="8050852" y="1800419"/>
                </a:moveTo>
                <a:cubicBezTo>
                  <a:pt x="8065017" y="1800419"/>
                  <a:pt x="8076510" y="1811912"/>
                  <a:pt x="8076510" y="1826077"/>
                </a:cubicBezTo>
                <a:cubicBezTo>
                  <a:pt x="8076510" y="1840242"/>
                  <a:pt x="8065017" y="1851737"/>
                  <a:pt x="8050852" y="1851737"/>
                </a:cubicBezTo>
                <a:cubicBezTo>
                  <a:pt x="8036687" y="1851737"/>
                  <a:pt x="8025194" y="1840242"/>
                  <a:pt x="8025194" y="1826077"/>
                </a:cubicBezTo>
                <a:cubicBezTo>
                  <a:pt x="8025194" y="1811912"/>
                  <a:pt x="8036687" y="1800419"/>
                  <a:pt x="8050852" y="1800419"/>
                </a:cubicBezTo>
                <a:close/>
                <a:moveTo>
                  <a:pt x="7986648" y="1800419"/>
                </a:moveTo>
                <a:cubicBezTo>
                  <a:pt x="8000813" y="1800419"/>
                  <a:pt x="8012306" y="1811912"/>
                  <a:pt x="8012306" y="1826077"/>
                </a:cubicBezTo>
                <a:cubicBezTo>
                  <a:pt x="8012306" y="1840242"/>
                  <a:pt x="8000813" y="1851737"/>
                  <a:pt x="7986648" y="1851737"/>
                </a:cubicBezTo>
                <a:cubicBezTo>
                  <a:pt x="7972483" y="1851737"/>
                  <a:pt x="7960990" y="1840242"/>
                  <a:pt x="7960990" y="1826077"/>
                </a:cubicBezTo>
                <a:cubicBezTo>
                  <a:pt x="7960990" y="1811912"/>
                  <a:pt x="7972483" y="1800419"/>
                  <a:pt x="7986648" y="1800419"/>
                </a:cubicBezTo>
                <a:close/>
                <a:moveTo>
                  <a:pt x="7922444" y="1800419"/>
                </a:moveTo>
                <a:cubicBezTo>
                  <a:pt x="7936606" y="1800419"/>
                  <a:pt x="7948102" y="1811912"/>
                  <a:pt x="7948102" y="1826077"/>
                </a:cubicBezTo>
                <a:cubicBezTo>
                  <a:pt x="7948102" y="1840242"/>
                  <a:pt x="7936606" y="1851737"/>
                  <a:pt x="7922444" y="1851737"/>
                </a:cubicBezTo>
                <a:cubicBezTo>
                  <a:pt x="7908279" y="1851737"/>
                  <a:pt x="7896783" y="1840242"/>
                  <a:pt x="7896783" y="1826077"/>
                </a:cubicBezTo>
                <a:cubicBezTo>
                  <a:pt x="7896783" y="1811912"/>
                  <a:pt x="7908279" y="1800419"/>
                  <a:pt x="7922444" y="1800419"/>
                </a:cubicBezTo>
                <a:close/>
                <a:moveTo>
                  <a:pt x="7729825" y="1800419"/>
                </a:moveTo>
                <a:cubicBezTo>
                  <a:pt x="7743990" y="1800419"/>
                  <a:pt x="7755486" y="1811912"/>
                  <a:pt x="7755486" y="1826077"/>
                </a:cubicBezTo>
                <a:cubicBezTo>
                  <a:pt x="7755486" y="1840242"/>
                  <a:pt x="7743990" y="1851737"/>
                  <a:pt x="7729825" y="1851737"/>
                </a:cubicBezTo>
                <a:cubicBezTo>
                  <a:pt x="7715660" y="1851737"/>
                  <a:pt x="7704167" y="1840242"/>
                  <a:pt x="7704167" y="1826077"/>
                </a:cubicBezTo>
                <a:cubicBezTo>
                  <a:pt x="7704167" y="1811912"/>
                  <a:pt x="7715660" y="1800419"/>
                  <a:pt x="7729825" y="1800419"/>
                </a:cubicBezTo>
                <a:close/>
                <a:moveTo>
                  <a:pt x="7665621" y="1800419"/>
                </a:moveTo>
                <a:cubicBezTo>
                  <a:pt x="7679786" y="1800419"/>
                  <a:pt x="7691279" y="1811912"/>
                  <a:pt x="7691279" y="1826077"/>
                </a:cubicBezTo>
                <a:cubicBezTo>
                  <a:pt x="7691279" y="1840242"/>
                  <a:pt x="7679786" y="1851737"/>
                  <a:pt x="7665621" y="1851737"/>
                </a:cubicBezTo>
                <a:cubicBezTo>
                  <a:pt x="7651456" y="1851737"/>
                  <a:pt x="7639963" y="1840242"/>
                  <a:pt x="7639963" y="1826077"/>
                </a:cubicBezTo>
                <a:cubicBezTo>
                  <a:pt x="7639963" y="1811912"/>
                  <a:pt x="7651456" y="1800419"/>
                  <a:pt x="7665621" y="1800419"/>
                </a:cubicBezTo>
                <a:close/>
                <a:moveTo>
                  <a:pt x="7601299" y="1800419"/>
                </a:moveTo>
                <a:cubicBezTo>
                  <a:pt x="7615464" y="1800419"/>
                  <a:pt x="7626959" y="1811912"/>
                  <a:pt x="7626959" y="1826077"/>
                </a:cubicBezTo>
                <a:cubicBezTo>
                  <a:pt x="7626959" y="1840242"/>
                  <a:pt x="7615464" y="1851737"/>
                  <a:pt x="7601299" y="1851737"/>
                </a:cubicBezTo>
                <a:cubicBezTo>
                  <a:pt x="7587134" y="1851737"/>
                  <a:pt x="7575640" y="1840242"/>
                  <a:pt x="7575640" y="1826077"/>
                </a:cubicBezTo>
                <a:cubicBezTo>
                  <a:pt x="7575640" y="1811912"/>
                  <a:pt x="7587134" y="1800419"/>
                  <a:pt x="7601299" y="1800419"/>
                </a:cubicBezTo>
                <a:close/>
                <a:moveTo>
                  <a:pt x="7537094" y="1800419"/>
                </a:moveTo>
                <a:cubicBezTo>
                  <a:pt x="7551259" y="1800419"/>
                  <a:pt x="7562752" y="1811912"/>
                  <a:pt x="7562752" y="1826077"/>
                </a:cubicBezTo>
                <a:cubicBezTo>
                  <a:pt x="7562752" y="1840242"/>
                  <a:pt x="7551259" y="1851737"/>
                  <a:pt x="7537094" y="1851737"/>
                </a:cubicBezTo>
                <a:cubicBezTo>
                  <a:pt x="7522929" y="1851737"/>
                  <a:pt x="7511436" y="1840242"/>
                  <a:pt x="7511436" y="1826077"/>
                </a:cubicBezTo>
                <a:cubicBezTo>
                  <a:pt x="7511436" y="1811912"/>
                  <a:pt x="7522929" y="1800419"/>
                  <a:pt x="7537094" y="1800419"/>
                </a:cubicBezTo>
                <a:close/>
                <a:moveTo>
                  <a:pt x="7408683" y="1800419"/>
                </a:moveTo>
                <a:cubicBezTo>
                  <a:pt x="7422848" y="1800419"/>
                  <a:pt x="7434341" y="1811912"/>
                  <a:pt x="7434341" y="1826077"/>
                </a:cubicBezTo>
                <a:cubicBezTo>
                  <a:pt x="7434341" y="1840242"/>
                  <a:pt x="7422848" y="1851737"/>
                  <a:pt x="7408683" y="1851737"/>
                </a:cubicBezTo>
                <a:cubicBezTo>
                  <a:pt x="7394518" y="1851737"/>
                  <a:pt x="7383025" y="1840242"/>
                  <a:pt x="7383025" y="1826077"/>
                </a:cubicBezTo>
                <a:cubicBezTo>
                  <a:pt x="7383025" y="1811912"/>
                  <a:pt x="7394518" y="1800419"/>
                  <a:pt x="7408683" y="1800419"/>
                </a:cubicBezTo>
                <a:close/>
                <a:moveTo>
                  <a:pt x="7344479" y="1800419"/>
                </a:moveTo>
                <a:cubicBezTo>
                  <a:pt x="7358644" y="1800419"/>
                  <a:pt x="7370137" y="1811912"/>
                  <a:pt x="7370137" y="1826077"/>
                </a:cubicBezTo>
                <a:cubicBezTo>
                  <a:pt x="7370137" y="1840242"/>
                  <a:pt x="7358644" y="1851737"/>
                  <a:pt x="7344479" y="1851737"/>
                </a:cubicBezTo>
                <a:cubicBezTo>
                  <a:pt x="7330314" y="1851737"/>
                  <a:pt x="7318820" y="1840242"/>
                  <a:pt x="7318820" y="1826077"/>
                </a:cubicBezTo>
                <a:cubicBezTo>
                  <a:pt x="7318820" y="1811912"/>
                  <a:pt x="7330314" y="1800419"/>
                  <a:pt x="7344479" y="1800419"/>
                </a:cubicBezTo>
                <a:close/>
                <a:moveTo>
                  <a:pt x="7280274" y="1800419"/>
                </a:moveTo>
                <a:cubicBezTo>
                  <a:pt x="7294437" y="1800419"/>
                  <a:pt x="7305932" y="1811912"/>
                  <a:pt x="7305932" y="1826077"/>
                </a:cubicBezTo>
                <a:cubicBezTo>
                  <a:pt x="7305932" y="1840242"/>
                  <a:pt x="7294437" y="1851737"/>
                  <a:pt x="7280274" y="1851737"/>
                </a:cubicBezTo>
                <a:cubicBezTo>
                  <a:pt x="7266109" y="1851737"/>
                  <a:pt x="7254613" y="1840242"/>
                  <a:pt x="7254613" y="1826077"/>
                </a:cubicBezTo>
                <a:cubicBezTo>
                  <a:pt x="7254613" y="1811912"/>
                  <a:pt x="7266109" y="1800419"/>
                  <a:pt x="7280274" y="1800419"/>
                </a:cubicBezTo>
                <a:close/>
                <a:moveTo>
                  <a:pt x="7216067" y="1800419"/>
                </a:moveTo>
                <a:cubicBezTo>
                  <a:pt x="7230232" y="1800419"/>
                  <a:pt x="7241725" y="1811912"/>
                  <a:pt x="7241725" y="1826077"/>
                </a:cubicBezTo>
                <a:cubicBezTo>
                  <a:pt x="7241725" y="1840242"/>
                  <a:pt x="7230232" y="1851737"/>
                  <a:pt x="7216067" y="1851737"/>
                </a:cubicBezTo>
                <a:cubicBezTo>
                  <a:pt x="7201902" y="1851737"/>
                  <a:pt x="7190409" y="1840242"/>
                  <a:pt x="7190409" y="1826077"/>
                </a:cubicBezTo>
                <a:cubicBezTo>
                  <a:pt x="7190409" y="1811912"/>
                  <a:pt x="7201902" y="1800419"/>
                  <a:pt x="7216067" y="1800419"/>
                </a:cubicBezTo>
                <a:close/>
                <a:moveTo>
                  <a:pt x="7023451" y="1800419"/>
                </a:moveTo>
                <a:cubicBezTo>
                  <a:pt x="7037616" y="1800419"/>
                  <a:pt x="7049112" y="1811912"/>
                  <a:pt x="7049112" y="1826077"/>
                </a:cubicBezTo>
                <a:cubicBezTo>
                  <a:pt x="7049112" y="1840242"/>
                  <a:pt x="7037616" y="1851737"/>
                  <a:pt x="7023451" y="1851737"/>
                </a:cubicBezTo>
                <a:cubicBezTo>
                  <a:pt x="7009289" y="1851737"/>
                  <a:pt x="6997793" y="1840242"/>
                  <a:pt x="6997793" y="1826077"/>
                </a:cubicBezTo>
                <a:cubicBezTo>
                  <a:pt x="6997793" y="1811912"/>
                  <a:pt x="7009289" y="1800419"/>
                  <a:pt x="7023451" y="1800419"/>
                </a:cubicBezTo>
                <a:close/>
                <a:moveTo>
                  <a:pt x="6959247" y="1800419"/>
                </a:moveTo>
                <a:cubicBezTo>
                  <a:pt x="6973412" y="1800419"/>
                  <a:pt x="6984905" y="1811912"/>
                  <a:pt x="6984905" y="1826077"/>
                </a:cubicBezTo>
                <a:cubicBezTo>
                  <a:pt x="6984905" y="1840242"/>
                  <a:pt x="6973412" y="1851737"/>
                  <a:pt x="6959247" y="1851737"/>
                </a:cubicBezTo>
                <a:cubicBezTo>
                  <a:pt x="6945082" y="1851737"/>
                  <a:pt x="6933589" y="1840242"/>
                  <a:pt x="6933589" y="1826077"/>
                </a:cubicBezTo>
                <a:cubicBezTo>
                  <a:pt x="6933589" y="1811912"/>
                  <a:pt x="6945082" y="1800419"/>
                  <a:pt x="6959247" y="1800419"/>
                </a:cubicBezTo>
                <a:close/>
                <a:moveTo>
                  <a:pt x="6895043" y="1800419"/>
                </a:moveTo>
                <a:cubicBezTo>
                  <a:pt x="6909208" y="1800419"/>
                  <a:pt x="6920701" y="1811912"/>
                  <a:pt x="6920701" y="1826077"/>
                </a:cubicBezTo>
                <a:cubicBezTo>
                  <a:pt x="6920701" y="1840242"/>
                  <a:pt x="6909208" y="1851737"/>
                  <a:pt x="6895043" y="1851737"/>
                </a:cubicBezTo>
                <a:cubicBezTo>
                  <a:pt x="6880878" y="1851737"/>
                  <a:pt x="6869382" y="1840242"/>
                  <a:pt x="6869382" y="1826077"/>
                </a:cubicBezTo>
                <a:cubicBezTo>
                  <a:pt x="6869382" y="1811912"/>
                  <a:pt x="6880878" y="1800419"/>
                  <a:pt x="6895043" y="1800419"/>
                </a:cubicBezTo>
                <a:close/>
                <a:moveTo>
                  <a:pt x="6830836" y="1800419"/>
                </a:moveTo>
                <a:cubicBezTo>
                  <a:pt x="6845001" y="1800419"/>
                  <a:pt x="6856494" y="1811912"/>
                  <a:pt x="6856494" y="1826077"/>
                </a:cubicBezTo>
                <a:cubicBezTo>
                  <a:pt x="6856494" y="1840242"/>
                  <a:pt x="6845001" y="1851737"/>
                  <a:pt x="6830836" y="1851737"/>
                </a:cubicBezTo>
                <a:cubicBezTo>
                  <a:pt x="6816671" y="1851737"/>
                  <a:pt x="6805178" y="1840242"/>
                  <a:pt x="6805178" y="1826077"/>
                </a:cubicBezTo>
                <a:cubicBezTo>
                  <a:pt x="6805178" y="1811912"/>
                  <a:pt x="6816671" y="1800419"/>
                  <a:pt x="6830836" y="1800419"/>
                </a:cubicBezTo>
                <a:close/>
                <a:moveTo>
                  <a:pt x="6638220" y="1800419"/>
                </a:moveTo>
                <a:cubicBezTo>
                  <a:pt x="6652385" y="1800419"/>
                  <a:pt x="6663881" y="1811912"/>
                  <a:pt x="6663881" y="1826077"/>
                </a:cubicBezTo>
                <a:cubicBezTo>
                  <a:pt x="6663881" y="1840242"/>
                  <a:pt x="6652385" y="1851737"/>
                  <a:pt x="6638220" y="1851737"/>
                </a:cubicBezTo>
                <a:cubicBezTo>
                  <a:pt x="6624055" y="1851737"/>
                  <a:pt x="6612562" y="1840242"/>
                  <a:pt x="6612562" y="1826077"/>
                </a:cubicBezTo>
                <a:cubicBezTo>
                  <a:pt x="6612562" y="1811912"/>
                  <a:pt x="6624055" y="1800419"/>
                  <a:pt x="6638220" y="1800419"/>
                </a:cubicBezTo>
                <a:close/>
                <a:moveTo>
                  <a:pt x="6574016" y="1800419"/>
                </a:moveTo>
                <a:cubicBezTo>
                  <a:pt x="6588181" y="1800419"/>
                  <a:pt x="6599674" y="1811912"/>
                  <a:pt x="6599674" y="1826077"/>
                </a:cubicBezTo>
                <a:cubicBezTo>
                  <a:pt x="6599674" y="1840242"/>
                  <a:pt x="6588181" y="1851737"/>
                  <a:pt x="6574016" y="1851737"/>
                </a:cubicBezTo>
                <a:cubicBezTo>
                  <a:pt x="6559851" y="1851737"/>
                  <a:pt x="6548357" y="1840242"/>
                  <a:pt x="6548357" y="1826077"/>
                </a:cubicBezTo>
                <a:cubicBezTo>
                  <a:pt x="6548357" y="1811912"/>
                  <a:pt x="6559851" y="1800419"/>
                  <a:pt x="6574016" y="1800419"/>
                </a:cubicBezTo>
                <a:close/>
                <a:moveTo>
                  <a:pt x="6509693" y="1800419"/>
                </a:moveTo>
                <a:cubicBezTo>
                  <a:pt x="6523858" y="1800419"/>
                  <a:pt x="6535352" y="1811912"/>
                  <a:pt x="6535352" y="1826077"/>
                </a:cubicBezTo>
                <a:cubicBezTo>
                  <a:pt x="6535352" y="1840242"/>
                  <a:pt x="6523858" y="1851737"/>
                  <a:pt x="6509693" y="1851737"/>
                </a:cubicBezTo>
                <a:cubicBezTo>
                  <a:pt x="6495528" y="1851737"/>
                  <a:pt x="6484035" y="1840242"/>
                  <a:pt x="6484035" y="1826077"/>
                </a:cubicBezTo>
                <a:cubicBezTo>
                  <a:pt x="6484035" y="1811912"/>
                  <a:pt x="6495528" y="1800419"/>
                  <a:pt x="6509693" y="1800419"/>
                </a:cubicBezTo>
                <a:close/>
                <a:moveTo>
                  <a:pt x="6445489" y="1800419"/>
                </a:moveTo>
                <a:cubicBezTo>
                  <a:pt x="6459654" y="1800419"/>
                  <a:pt x="6471147" y="1811912"/>
                  <a:pt x="6471147" y="1826077"/>
                </a:cubicBezTo>
                <a:cubicBezTo>
                  <a:pt x="6471147" y="1840242"/>
                  <a:pt x="6459654" y="1851737"/>
                  <a:pt x="6445489" y="1851737"/>
                </a:cubicBezTo>
                <a:cubicBezTo>
                  <a:pt x="6431324" y="1851737"/>
                  <a:pt x="6419831" y="1840242"/>
                  <a:pt x="6419831" y="1826077"/>
                </a:cubicBezTo>
                <a:cubicBezTo>
                  <a:pt x="6419831" y="1811912"/>
                  <a:pt x="6431324" y="1800419"/>
                  <a:pt x="6445489" y="1800419"/>
                </a:cubicBezTo>
                <a:close/>
                <a:moveTo>
                  <a:pt x="6317078" y="1800419"/>
                </a:moveTo>
                <a:cubicBezTo>
                  <a:pt x="6331243" y="1800419"/>
                  <a:pt x="6342736" y="1811912"/>
                  <a:pt x="6342736" y="1826077"/>
                </a:cubicBezTo>
                <a:cubicBezTo>
                  <a:pt x="6342736" y="1840242"/>
                  <a:pt x="6331243" y="1851737"/>
                  <a:pt x="6317078" y="1851737"/>
                </a:cubicBezTo>
                <a:cubicBezTo>
                  <a:pt x="6302913" y="1851737"/>
                  <a:pt x="6291420" y="1840242"/>
                  <a:pt x="6291420" y="1826077"/>
                </a:cubicBezTo>
                <a:cubicBezTo>
                  <a:pt x="6291420" y="1811912"/>
                  <a:pt x="6302913" y="1800419"/>
                  <a:pt x="6317078" y="1800419"/>
                </a:cubicBezTo>
                <a:close/>
                <a:moveTo>
                  <a:pt x="6252873" y="1800419"/>
                </a:moveTo>
                <a:cubicBezTo>
                  <a:pt x="6267036" y="1800419"/>
                  <a:pt x="6278532" y="1811912"/>
                  <a:pt x="6278532" y="1826077"/>
                </a:cubicBezTo>
                <a:cubicBezTo>
                  <a:pt x="6278532" y="1840242"/>
                  <a:pt x="6267036" y="1851737"/>
                  <a:pt x="6252873" y="1851737"/>
                </a:cubicBezTo>
                <a:cubicBezTo>
                  <a:pt x="6238708" y="1851737"/>
                  <a:pt x="6227213" y="1840242"/>
                  <a:pt x="6227213" y="1826077"/>
                </a:cubicBezTo>
                <a:cubicBezTo>
                  <a:pt x="6227213" y="1811912"/>
                  <a:pt x="6238708" y="1800419"/>
                  <a:pt x="6252873" y="1800419"/>
                </a:cubicBezTo>
                <a:close/>
                <a:moveTo>
                  <a:pt x="6188666" y="1800419"/>
                </a:moveTo>
                <a:cubicBezTo>
                  <a:pt x="6202831" y="1800419"/>
                  <a:pt x="6214327" y="1811912"/>
                  <a:pt x="6214327" y="1826077"/>
                </a:cubicBezTo>
                <a:cubicBezTo>
                  <a:pt x="6214327" y="1840242"/>
                  <a:pt x="6202831" y="1851737"/>
                  <a:pt x="6188666" y="1851737"/>
                </a:cubicBezTo>
                <a:cubicBezTo>
                  <a:pt x="6174504" y="1851737"/>
                  <a:pt x="6163008" y="1840242"/>
                  <a:pt x="6163008" y="1826077"/>
                </a:cubicBezTo>
                <a:cubicBezTo>
                  <a:pt x="6163008" y="1811912"/>
                  <a:pt x="6174504" y="1800419"/>
                  <a:pt x="6188666" y="1800419"/>
                </a:cubicBezTo>
                <a:close/>
                <a:moveTo>
                  <a:pt x="6124462" y="1800419"/>
                </a:moveTo>
                <a:cubicBezTo>
                  <a:pt x="6138627" y="1800419"/>
                  <a:pt x="6150123" y="1811912"/>
                  <a:pt x="6150123" y="1826077"/>
                </a:cubicBezTo>
                <a:cubicBezTo>
                  <a:pt x="6150123" y="1840242"/>
                  <a:pt x="6138627" y="1851737"/>
                  <a:pt x="6124462" y="1851737"/>
                </a:cubicBezTo>
                <a:cubicBezTo>
                  <a:pt x="6110297" y="1851737"/>
                  <a:pt x="6098804" y="1840242"/>
                  <a:pt x="6098804" y="1826077"/>
                </a:cubicBezTo>
                <a:cubicBezTo>
                  <a:pt x="6098804" y="1811912"/>
                  <a:pt x="6110297" y="1800419"/>
                  <a:pt x="6124462" y="1800419"/>
                </a:cubicBezTo>
                <a:close/>
                <a:moveTo>
                  <a:pt x="6064505" y="1800419"/>
                </a:moveTo>
                <a:cubicBezTo>
                  <a:pt x="6078666" y="1800419"/>
                  <a:pt x="6090163" y="1811912"/>
                  <a:pt x="6090163" y="1826077"/>
                </a:cubicBezTo>
                <a:cubicBezTo>
                  <a:pt x="6090163" y="1840242"/>
                  <a:pt x="6078666" y="1851737"/>
                  <a:pt x="6064505" y="1851737"/>
                </a:cubicBezTo>
                <a:cubicBezTo>
                  <a:pt x="6050336" y="1851737"/>
                  <a:pt x="6038844" y="1840242"/>
                  <a:pt x="6038844" y="1826077"/>
                </a:cubicBezTo>
                <a:cubicBezTo>
                  <a:pt x="6038844" y="1811912"/>
                  <a:pt x="6050336" y="1800419"/>
                  <a:pt x="6064505" y="1800419"/>
                </a:cubicBezTo>
                <a:close/>
                <a:moveTo>
                  <a:pt x="6000298" y="1800419"/>
                </a:moveTo>
                <a:cubicBezTo>
                  <a:pt x="6014463" y="1800419"/>
                  <a:pt x="6025956" y="1811912"/>
                  <a:pt x="6025956" y="1826077"/>
                </a:cubicBezTo>
                <a:cubicBezTo>
                  <a:pt x="6025956" y="1840242"/>
                  <a:pt x="6014463" y="1851737"/>
                  <a:pt x="6000298" y="1851737"/>
                </a:cubicBezTo>
                <a:cubicBezTo>
                  <a:pt x="5986133" y="1851737"/>
                  <a:pt x="5974639" y="1840242"/>
                  <a:pt x="5974639" y="1826077"/>
                </a:cubicBezTo>
                <a:cubicBezTo>
                  <a:pt x="5974639" y="1811912"/>
                  <a:pt x="5986133" y="1800419"/>
                  <a:pt x="6000298" y="1800419"/>
                </a:cubicBezTo>
                <a:close/>
                <a:moveTo>
                  <a:pt x="5936092" y="1800419"/>
                </a:moveTo>
                <a:cubicBezTo>
                  <a:pt x="5950255" y="1800419"/>
                  <a:pt x="5961751" y="1811912"/>
                  <a:pt x="5961751" y="1826077"/>
                </a:cubicBezTo>
                <a:cubicBezTo>
                  <a:pt x="5961751" y="1840242"/>
                  <a:pt x="5950255" y="1851737"/>
                  <a:pt x="5936092" y="1851737"/>
                </a:cubicBezTo>
                <a:cubicBezTo>
                  <a:pt x="5921928" y="1851737"/>
                  <a:pt x="5910435" y="1840242"/>
                  <a:pt x="5910435" y="1826077"/>
                </a:cubicBezTo>
                <a:cubicBezTo>
                  <a:pt x="5910435" y="1811912"/>
                  <a:pt x="5921928" y="1800419"/>
                  <a:pt x="5936092" y="1800419"/>
                </a:cubicBezTo>
                <a:close/>
                <a:moveTo>
                  <a:pt x="5871887" y="1800419"/>
                </a:moveTo>
                <a:cubicBezTo>
                  <a:pt x="5886051" y="1800419"/>
                  <a:pt x="5897547" y="1811912"/>
                  <a:pt x="5897547" y="1826077"/>
                </a:cubicBezTo>
                <a:cubicBezTo>
                  <a:pt x="5897547" y="1840242"/>
                  <a:pt x="5886051" y="1851737"/>
                  <a:pt x="5871887" y="1851737"/>
                </a:cubicBezTo>
                <a:cubicBezTo>
                  <a:pt x="5857722" y="1851737"/>
                  <a:pt x="5846228" y="1840242"/>
                  <a:pt x="5846228" y="1826077"/>
                </a:cubicBezTo>
                <a:cubicBezTo>
                  <a:pt x="5846228" y="1811912"/>
                  <a:pt x="5857722" y="1800419"/>
                  <a:pt x="5871887" y="1800419"/>
                </a:cubicBezTo>
                <a:close/>
                <a:moveTo>
                  <a:pt x="5679272" y="1800419"/>
                </a:moveTo>
                <a:cubicBezTo>
                  <a:pt x="5693437" y="1800419"/>
                  <a:pt x="5704930" y="1811912"/>
                  <a:pt x="5704930" y="1826077"/>
                </a:cubicBezTo>
                <a:cubicBezTo>
                  <a:pt x="5704930" y="1840242"/>
                  <a:pt x="5693437" y="1851737"/>
                  <a:pt x="5679272" y="1851737"/>
                </a:cubicBezTo>
                <a:cubicBezTo>
                  <a:pt x="5665108" y="1851737"/>
                  <a:pt x="5653614" y="1840242"/>
                  <a:pt x="5653614" y="1826077"/>
                </a:cubicBezTo>
                <a:cubicBezTo>
                  <a:pt x="5653614" y="1811912"/>
                  <a:pt x="5665108" y="1800419"/>
                  <a:pt x="5679272" y="1800419"/>
                </a:cubicBezTo>
                <a:close/>
                <a:moveTo>
                  <a:pt x="5615066" y="1800419"/>
                </a:moveTo>
                <a:cubicBezTo>
                  <a:pt x="5629231" y="1800419"/>
                  <a:pt x="5640726" y="1811912"/>
                  <a:pt x="5640726" y="1826077"/>
                </a:cubicBezTo>
                <a:cubicBezTo>
                  <a:pt x="5640726" y="1840242"/>
                  <a:pt x="5629231" y="1851737"/>
                  <a:pt x="5615066" y="1851737"/>
                </a:cubicBezTo>
                <a:cubicBezTo>
                  <a:pt x="5600901" y="1851737"/>
                  <a:pt x="5589407" y="1840242"/>
                  <a:pt x="5589407" y="1826077"/>
                </a:cubicBezTo>
                <a:cubicBezTo>
                  <a:pt x="5589407" y="1811912"/>
                  <a:pt x="5600901" y="1800419"/>
                  <a:pt x="5615066" y="1800419"/>
                </a:cubicBezTo>
                <a:close/>
                <a:moveTo>
                  <a:pt x="5550862" y="1800419"/>
                </a:moveTo>
                <a:cubicBezTo>
                  <a:pt x="5565027" y="1800419"/>
                  <a:pt x="5576520" y="1811912"/>
                  <a:pt x="5576520" y="1826077"/>
                </a:cubicBezTo>
                <a:cubicBezTo>
                  <a:pt x="5576520" y="1840242"/>
                  <a:pt x="5565027" y="1851737"/>
                  <a:pt x="5550862" y="1851737"/>
                </a:cubicBezTo>
                <a:cubicBezTo>
                  <a:pt x="5536697" y="1851737"/>
                  <a:pt x="5525203" y="1840242"/>
                  <a:pt x="5525203" y="1826077"/>
                </a:cubicBezTo>
                <a:cubicBezTo>
                  <a:pt x="5525203" y="1811912"/>
                  <a:pt x="5536697" y="1800419"/>
                  <a:pt x="5550862" y="1800419"/>
                </a:cubicBezTo>
                <a:close/>
                <a:moveTo>
                  <a:pt x="5486655" y="1800419"/>
                </a:moveTo>
                <a:cubicBezTo>
                  <a:pt x="5500819" y="1800419"/>
                  <a:pt x="5512316" y="1811912"/>
                  <a:pt x="5512316" y="1826077"/>
                </a:cubicBezTo>
                <a:cubicBezTo>
                  <a:pt x="5512316" y="1840242"/>
                  <a:pt x="5500819" y="1851737"/>
                  <a:pt x="5486655" y="1851737"/>
                </a:cubicBezTo>
                <a:cubicBezTo>
                  <a:pt x="5472491" y="1851737"/>
                  <a:pt x="5460997" y="1840242"/>
                  <a:pt x="5460997" y="1826077"/>
                </a:cubicBezTo>
                <a:cubicBezTo>
                  <a:pt x="5460997" y="1811912"/>
                  <a:pt x="5472491" y="1800419"/>
                  <a:pt x="5486655" y="1800419"/>
                </a:cubicBezTo>
                <a:close/>
                <a:moveTo>
                  <a:pt x="5294040" y="1800419"/>
                </a:moveTo>
                <a:cubicBezTo>
                  <a:pt x="5308205" y="1800419"/>
                  <a:pt x="5319699" y="1811912"/>
                  <a:pt x="5319699" y="1826077"/>
                </a:cubicBezTo>
                <a:cubicBezTo>
                  <a:pt x="5319699" y="1840242"/>
                  <a:pt x="5308205" y="1851737"/>
                  <a:pt x="5294040" y="1851737"/>
                </a:cubicBezTo>
                <a:cubicBezTo>
                  <a:pt x="5279877" y="1851737"/>
                  <a:pt x="5268382" y="1840242"/>
                  <a:pt x="5268382" y="1826077"/>
                </a:cubicBezTo>
                <a:cubicBezTo>
                  <a:pt x="5268382" y="1811912"/>
                  <a:pt x="5279877" y="1800419"/>
                  <a:pt x="5294040" y="1800419"/>
                </a:cubicBezTo>
                <a:close/>
                <a:moveTo>
                  <a:pt x="5229719" y="1800419"/>
                </a:moveTo>
                <a:cubicBezTo>
                  <a:pt x="5243999" y="1800419"/>
                  <a:pt x="5255377" y="1811912"/>
                  <a:pt x="5255377" y="1826077"/>
                </a:cubicBezTo>
                <a:cubicBezTo>
                  <a:pt x="5255377" y="1840242"/>
                  <a:pt x="5243883" y="1851737"/>
                  <a:pt x="5229719" y="1851737"/>
                </a:cubicBezTo>
                <a:cubicBezTo>
                  <a:pt x="5215554" y="1851737"/>
                  <a:pt x="5204058" y="1840242"/>
                  <a:pt x="5204058" y="1826077"/>
                </a:cubicBezTo>
                <a:cubicBezTo>
                  <a:pt x="5204058" y="1811912"/>
                  <a:pt x="5215554" y="1800419"/>
                  <a:pt x="5229719" y="1800419"/>
                </a:cubicBezTo>
                <a:close/>
                <a:moveTo>
                  <a:pt x="5165514" y="1800419"/>
                </a:moveTo>
                <a:cubicBezTo>
                  <a:pt x="5179678" y="1800419"/>
                  <a:pt x="5191171" y="1811912"/>
                  <a:pt x="5191171" y="1826077"/>
                </a:cubicBezTo>
                <a:cubicBezTo>
                  <a:pt x="5191171" y="1840242"/>
                  <a:pt x="5179678" y="1851737"/>
                  <a:pt x="5165514" y="1851737"/>
                </a:cubicBezTo>
                <a:cubicBezTo>
                  <a:pt x="5151349" y="1851737"/>
                  <a:pt x="5139855" y="1840242"/>
                  <a:pt x="5139855" y="1826077"/>
                </a:cubicBezTo>
                <a:cubicBezTo>
                  <a:pt x="5139855" y="1811912"/>
                  <a:pt x="5151349" y="1800419"/>
                  <a:pt x="5165514" y="1800419"/>
                </a:cubicBezTo>
                <a:close/>
                <a:moveTo>
                  <a:pt x="5101309" y="1800419"/>
                </a:moveTo>
                <a:cubicBezTo>
                  <a:pt x="5115473" y="1800419"/>
                  <a:pt x="5126967" y="1811912"/>
                  <a:pt x="5126967" y="1826077"/>
                </a:cubicBezTo>
                <a:cubicBezTo>
                  <a:pt x="5126967" y="1840242"/>
                  <a:pt x="5115473" y="1851737"/>
                  <a:pt x="5101309" y="1851737"/>
                </a:cubicBezTo>
                <a:cubicBezTo>
                  <a:pt x="5087142" y="1851737"/>
                  <a:pt x="5075649" y="1840242"/>
                  <a:pt x="5075649" y="1826077"/>
                </a:cubicBezTo>
                <a:cubicBezTo>
                  <a:pt x="5075649" y="1811912"/>
                  <a:pt x="5087142" y="1800419"/>
                  <a:pt x="5101309" y="1800419"/>
                </a:cubicBezTo>
                <a:close/>
                <a:moveTo>
                  <a:pt x="4972896" y="1800419"/>
                </a:moveTo>
                <a:cubicBezTo>
                  <a:pt x="4987063" y="1800419"/>
                  <a:pt x="4998557" y="1811912"/>
                  <a:pt x="4998557" y="1826077"/>
                </a:cubicBezTo>
                <a:cubicBezTo>
                  <a:pt x="4998557" y="1840242"/>
                  <a:pt x="4987063" y="1851737"/>
                  <a:pt x="4972896" y="1851737"/>
                </a:cubicBezTo>
                <a:cubicBezTo>
                  <a:pt x="4958732" y="1851737"/>
                  <a:pt x="4947240" y="1840242"/>
                  <a:pt x="4947240" y="1826077"/>
                </a:cubicBezTo>
                <a:cubicBezTo>
                  <a:pt x="4947240" y="1811912"/>
                  <a:pt x="4958732" y="1800419"/>
                  <a:pt x="4972896" y="1800419"/>
                </a:cubicBezTo>
                <a:close/>
                <a:moveTo>
                  <a:pt x="4908693" y="1800419"/>
                </a:moveTo>
                <a:cubicBezTo>
                  <a:pt x="4922857" y="1800419"/>
                  <a:pt x="4934352" y="1811912"/>
                  <a:pt x="4934352" y="1826077"/>
                </a:cubicBezTo>
                <a:cubicBezTo>
                  <a:pt x="4934352" y="1840242"/>
                  <a:pt x="4922857" y="1851737"/>
                  <a:pt x="4908693" y="1851737"/>
                </a:cubicBezTo>
                <a:cubicBezTo>
                  <a:pt x="4894527" y="1851737"/>
                  <a:pt x="4883033" y="1840242"/>
                  <a:pt x="4883033" y="1826077"/>
                </a:cubicBezTo>
                <a:cubicBezTo>
                  <a:pt x="4883033" y="1811912"/>
                  <a:pt x="4894527" y="1800419"/>
                  <a:pt x="4908693" y="1800419"/>
                </a:cubicBezTo>
                <a:close/>
                <a:moveTo>
                  <a:pt x="4844487" y="1800419"/>
                </a:moveTo>
                <a:cubicBezTo>
                  <a:pt x="4858650" y="1800419"/>
                  <a:pt x="4870146" y="1811912"/>
                  <a:pt x="4870146" y="1826077"/>
                </a:cubicBezTo>
                <a:cubicBezTo>
                  <a:pt x="4870146" y="1840242"/>
                  <a:pt x="4858650" y="1851737"/>
                  <a:pt x="4844487" y="1851737"/>
                </a:cubicBezTo>
                <a:cubicBezTo>
                  <a:pt x="4830322" y="1851737"/>
                  <a:pt x="4818828" y="1840242"/>
                  <a:pt x="4818828" y="1826077"/>
                </a:cubicBezTo>
                <a:cubicBezTo>
                  <a:pt x="4818828" y="1811912"/>
                  <a:pt x="4830322" y="1800419"/>
                  <a:pt x="4844487" y="1800419"/>
                </a:cubicBezTo>
                <a:close/>
                <a:moveTo>
                  <a:pt x="4780282" y="1800419"/>
                </a:moveTo>
                <a:cubicBezTo>
                  <a:pt x="4794447" y="1800419"/>
                  <a:pt x="4805941" y="1811912"/>
                  <a:pt x="4805941" y="1826077"/>
                </a:cubicBezTo>
                <a:cubicBezTo>
                  <a:pt x="4805941" y="1840242"/>
                  <a:pt x="4794447" y="1851737"/>
                  <a:pt x="4780282" y="1851737"/>
                </a:cubicBezTo>
                <a:cubicBezTo>
                  <a:pt x="4766118" y="1851737"/>
                  <a:pt x="4754622" y="1840242"/>
                  <a:pt x="4754622" y="1826077"/>
                </a:cubicBezTo>
                <a:cubicBezTo>
                  <a:pt x="4754622" y="1811912"/>
                  <a:pt x="4766118" y="1800419"/>
                  <a:pt x="4780282" y="1800419"/>
                </a:cubicBezTo>
                <a:close/>
                <a:moveTo>
                  <a:pt x="4587666" y="1800419"/>
                </a:moveTo>
                <a:cubicBezTo>
                  <a:pt x="4601830" y="1800419"/>
                  <a:pt x="4613324" y="1811912"/>
                  <a:pt x="4613324" y="1826077"/>
                </a:cubicBezTo>
                <a:cubicBezTo>
                  <a:pt x="4613324" y="1840242"/>
                  <a:pt x="4601830" y="1851737"/>
                  <a:pt x="4587666" y="1851737"/>
                </a:cubicBezTo>
                <a:cubicBezTo>
                  <a:pt x="4573501" y="1851737"/>
                  <a:pt x="4562007" y="1840242"/>
                  <a:pt x="4562007" y="1826077"/>
                </a:cubicBezTo>
                <a:cubicBezTo>
                  <a:pt x="4562007" y="1811912"/>
                  <a:pt x="4573501" y="1800419"/>
                  <a:pt x="4587666" y="1800419"/>
                </a:cubicBezTo>
                <a:close/>
                <a:moveTo>
                  <a:pt x="4523461" y="1800419"/>
                </a:moveTo>
                <a:cubicBezTo>
                  <a:pt x="4537626" y="1800419"/>
                  <a:pt x="4549121" y="1811912"/>
                  <a:pt x="4549121" y="1826077"/>
                </a:cubicBezTo>
                <a:cubicBezTo>
                  <a:pt x="4549121" y="1840242"/>
                  <a:pt x="4537626" y="1851737"/>
                  <a:pt x="4523461" y="1851737"/>
                </a:cubicBezTo>
                <a:cubicBezTo>
                  <a:pt x="4509296" y="1851737"/>
                  <a:pt x="4497802" y="1840242"/>
                  <a:pt x="4497802" y="1826077"/>
                </a:cubicBezTo>
                <a:cubicBezTo>
                  <a:pt x="4497802" y="1811912"/>
                  <a:pt x="4509296" y="1800419"/>
                  <a:pt x="4523461" y="1800419"/>
                </a:cubicBezTo>
                <a:close/>
                <a:moveTo>
                  <a:pt x="4459256" y="1800419"/>
                </a:moveTo>
                <a:cubicBezTo>
                  <a:pt x="4473420" y="1800419"/>
                  <a:pt x="4484914" y="1811912"/>
                  <a:pt x="4484914" y="1826077"/>
                </a:cubicBezTo>
                <a:cubicBezTo>
                  <a:pt x="4484914" y="1840242"/>
                  <a:pt x="4473420" y="1851737"/>
                  <a:pt x="4459256" y="1851737"/>
                </a:cubicBezTo>
                <a:cubicBezTo>
                  <a:pt x="4445091" y="1851737"/>
                  <a:pt x="4433596" y="1840242"/>
                  <a:pt x="4433596" y="1826077"/>
                </a:cubicBezTo>
                <a:cubicBezTo>
                  <a:pt x="4433596" y="1811912"/>
                  <a:pt x="4445091" y="1800419"/>
                  <a:pt x="4459256" y="1800419"/>
                </a:cubicBezTo>
                <a:close/>
                <a:moveTo>
                  <a:pt x="4395050" y="1800419"/>
                </a:moveTo>
                <a:cubicBezTo>
                  <a:pt x="4409214" y="1800419"/>
                  <a:pt x="4420710" y="1811912"/>
                  <a:pt x="4420710" y="1826077"/>
                </a:cubicBezTo>
                <a:cubicBezTo>
                  <a:pt x="4420710" y="1840242"/>
                  <a:pt x="4409214" y="1851737"/>
                  <a:pt x="4395050" y="1851737"/>
                </a:cubicBezTo>
                <a:cubicBezTo>
                  <a:pt x="4380886" y="1851737"/>
                  <a:pt x="4369391" y="1840242"/>
                  <a:pt x="4369391" y="1826077"/>
                </a:cubicBezTo>
                <a:cubicBezTo>
                  <a:pt x="4369391" y="1811912"/>
                  <a:pt x="4380886" y="1800419"/>
                  <a:pt x="4395050" y="1800419"/>
                </a:cubicBezTo>
                <a:close/>
                <a:moveTo>
                  <a:pt x="4202435" y="1800419"/>
                </a:moveTo>
                <a:cubicBezTo>
                  <a:pt x="4216598" y="1800419"/>
                  <a:pt x="4228093" y="1811912"/>
                  <a:pt x="4228093" y="1826077"/>
                </a:cubicBezTo>
                <a:cubicBezTo>
                  <a:pt x="4228093" y="1840242"/>
                  <a:pt x="4216598" y="1851737"/>
                  <a:pt x="4202435" y="1851737"/>
                </a:cubicBezTo>
                <a:cubicBezTo>
                  <a:pt x="4188268" y="1851737"/>
                  <a:pt x="4176776" y="1840242"/>
                  <a:pt x="4176776" y="1826077"/>
                </a:cubicBezTo>
                <a:cubicBezTo>
                  <a:pt x="4176776" y="1811912"/>
                  <a:pt x="4188268" y="1800419"/>
                  <a:pt x="4202435" y="1800419"/>
                </a:cubicBezTo>
                <a:close/>
                <a:moveTo>
                  <a:pt x="4138112" y="1800419"/>
                </a:moveTo>
                <a:cubicBezTo>
                  <a:pt x="4152394" y="1800419"/>
                  <a:pt x="4163773" y="1811912"/>
                  <a:pt x="4163773" y="1826077"/>
                </a:cubicBezTo>
                <a:cubicBezTo>
                  <a:pt x="4163773" y="1840242"/>
                  <a:pt x="4152277" y="1851737"/>
                  <a:pt x="4138112" y="1851737"/>
                </a:cubicBezTo>
                <a:cubicBezTo>
                  <a:pt x="4123948" y="1851737"/>
                  <a:pt x="4112454" y="1840242"/>
                  <a:pt x="4112454" y="1826077"/>
                </a:cubicBezTo>
                <a:cubicBezTo>
                  <a:pt x="4112454" y="1811912"/>
                  <a:pt x="4123948" y="1800419"/>
                  <a:pt x="4138112" y="1800419"/>
                </a:cubicBezTo>
                <a:close/>
                <a:moveTo>
                  <a:pt x="4073908" y="1800419"/>
                </a:moveTo>
                <a:cubicBezTo>
                  <a:pt x="4088073" y="1800419"/>
                  <a:pt x="4099565" y="1811912"/>
                  <a:pt x="4099565" y="1826077"/>
                </a:cubicBezTo>
                <a:cubicBezTo>
                  <a:pt x="4099565" y="1840242"/>
                  <a:pt x="4088073" y="1851737"/>
                  <a:pt x="4073908" y="1851737"/>
                </a:cubicBezTo>
                <a:cubicBezTo>
                  <a:pt x="4059743" y="1851737"/>
                  <a:pt x="4048248" y="1840242"/>
                  <a:pt x="4048248" y="1826077"/>
                </a:cubicBezTo>
                <a:cubicBezTo>
                  <a:pt x="4048248" y="1811912"/>
                  <a:pt x="4059743" y="1800419"/>
                  <a:pt x="4073908" y="1800419"/>
                </a:cubicBezTo>
                <a:close/>
                <a:moveTo>
                  <a:pt x="4009702" y="1800419"/>
                </a:moveTo>
                <a:cubicBezTo>
                  <a:pt x="4023866" y="1800419"/>
                  <a:pt x="4035362" y="1811912"/>
                  <a:pt x="4035362" y="1826077"/>
                </a:cubicBezTo>
                <a:cubicBezTo>
                  <a:pt x="4035362" y="1840242"/>
                  <a:pt x="4023866" y="1851737"/>
                  <a:pt x="4009702" y="1851737"/>
                </a:cubicBezTo>
                <a:cubicBezTo>
                  <a:pt x="3995538" y="1851737"/>
                  <a:pt x="3984043" y="1840242"/>
                  <a:pt x="3984043" y="1826077"/>
                </a:cubicBezTo>
                <a:cubicBezTo>
                  <a:pt x="3984043" y="1811912"/>
                  <a:pt x="3995538" y="1800419"/>
                  <a:pt x="4009702" y="1800419"/>
                </a:cubicBezTo>
                <a:close/>
                <a:moveTo>
                  <a:pt x="3881291" y="1800419"/>
                </a:moveTo>
                <a:cubicBezTo>
                  <a:pt x="3895456" y="1800419"/>
                  <a:pt x="3906950" y="1811912"/>
                  <a:pt x="3906950" y="1826077"/>
                </a:cubicBezTo>
                <a:cubicBezTo>
                  <a:pt x="3906950" y="1840242"/>
                  <a:pt x="3895456" y="1851737"/>
                  <a:pt x="3881291" y="1851737"/>
                </a:cubicBezTo>
                <a:cubicBezTo>
                  <a:pt x="3867127" y="1851737"/>
                  <a:pt x="3855633" y="1840242"/>
                  <a:pt x="3855633" y="1826077"/>
                </a:cubicBezTo>
                <a:cubicBezTo>
                  <a:pt x="3855633" y="1811912"/>
                  <a:pt x="3867127" y="1800419"/>
                  <a:pt x="3881291" y="1800419"/>
                </a:cubicBezTo>
                <a:close/>
                <a:moveTo>
                  <a:pt x="3817085" y="1800419"/>
                </a:moveTo>
                <a:cubicBezTo>
                  <a:pt x="3831252" y="1800419"/>
                  <a:pt x="3842745" y="1811912"/>
                  <a:pt x="3842745" y="1826077"/>
                </a:cubicBezTo>
                <a:cubicBezTo>
                  <a:pt x="3842745" y="1840242"/>
                  <a:pt x="3831252" y="1851737"/>
                  <a:pt x="3817085" y="1851737"/>
                </a:cubicBezTo>
                <a:cubicBezTo>
                  <a:pt x="3802921" y="1851737"/>
                  <a:pt x="3791427" y="1840242"/>
                  <a:pt x="3791427" y="1826077"/>
                </a:cubicBezTo>
                <a:cubicBezTo>
                  <a:pt x="3791427" y="1811912"/>
                  <a:pt x="3802921" y="1800419"/>
                  <a:pt x="3817085" y="1800419"/>
                </a:cubicBezTo>
                <a:close/>
                <a:moveTo>
                  <a:pt x="3752882" y="1800419"/>
                </a:moveTo>
                <a:cubicBezTo>
                  <a:pt x="3767045" y="1800419"/>
                  <a:pt x="3778539" y="1811912"/>
                  <a:pt x="3778539" y="1826077"/>
                </a:cubicBezTo>
                <a:cubicBezTo>
                  <a:pt x="3778539" y="1840242"/>
                  <a:pt x="3767045" y="1851737"/>
                  <a:pt x="3752882" y="1851737"/>
                </a:cubicBezTo>
                <a:cubicBezTo>
                  <a:pt x="3738717" y="1851737"/>
                  <a:pt x="3727221" y="1840242"/>
                  <a:pt x="3727221" y="1826077"/>
                </a:cubicBezTo>
                <a:cubicBezTo>
                  <a:pt x="3727221" y="1811912"/>
                  <a:pt x="3738717" y="1800419"/>
                  <a:pt x="3752882" y="1800419"/>
                </a:cubicBezTo>
                <a:close/>
                <a:moveTo>
                  <a:pt x="3688674" y="1800419"/>
                </a:moveTo>
                <a:cubicBezTo>
                  <a:pt x="3702840" y="1800419"/>
                  <a:pt x="3714335" y="1811912"/>
                  <a:pt x="3714335" y="1826077"/>
                </a:cubicBezTo>
                <a:cubicBezTo>
                  <a:pt x="3714335" y="1840242"/>
                  <a:pt x="3702840" y="1851737"/>
                  <a:pt x="3688674" y="1851737"/>
                </a:cubicBezTo>
                <a:cubicBezTo>
                  <a:pt x="3674510" y="1851737"/>
                  <a:pt x="3663017" y="1840242"/>
                  <a:pt x="3663017" y="1826077"/>
                </a:cubicBezTo>
                <a:cubicBezTo>
                  <a:pt x="3663017" y="1811912"/>
                  <a:pt x="3674510" y="1800419"/>
                  <a:pt x="3688674" y="1800419"/>
                </a:cubicBezTo>
                <a:close/>
                <a:moveTo>
                  <a:pt x="3496060" y="1800419"/>
                </a:moveTo>
                <a:cubicBezTo>
                  <a:pt x="3510225" y="1800419"/>
                  <a:pt x="3521719" y="1811912"/>
                  <a:pt x="3521719" y="1826077"/>
                </a:cubicBezTo>
                <a:cubicBezTo>
                  <a:pt x="3521719" y="1840242"/>
                  <a:pt x="3510225" y="1851737"/>
                  <a:pt x="3496060" y="1851737"/>
                </a:cubicBezTo>
                <a:cubicBezTo>
                  <a:pt x="3481895" y="1851737"/>
                  <a:pt x="3470400" y="1840242"/>
                  <a:pt x="3470400" y="1826077"/>
                </a:cubicBezTo>
                <a:cubicBezTo>
                  <a:pt x="3470400" y="1811912"/>
                  <a:pt x="3481895" y="1800419"/>
                  <a:pt x="3496060" y="1800419"/>
                </a:cubicBezTo>
                <a:close/>
                <a:moveTo>
                  <a:pt x="3431855" y="1800419"/>
                </a:moveTo>
                <a:cubicBezTo>
                  <a:pt x="3446019" y="1800419"/>
                  <a:pt x="3457512" y="1811912"/>
                  <a:pt x="3457512" y="1826077"/>
                </a:cubicBezTo>
                <a:cubicBezTo>
                  <a:pt x="3457512" y="1840242"/>
                  <a:pt x="3446019" y="1851737"/>
                  <a:pt x="3431855" y="1851737"/>
                </a:cubicBezTo>
                <a:cubicBezTo>
                  <a:pt x="3417690" y="1851737"/>
                  <a:pt x="3406196" y="1840242"/>
                  <a:pt x="3406196" y="1826077"/>
                </a:cubicBezTo>
                <a:cubicBezTo>
                  <a:pt x="3406196" y="1811912"/>
                  <a:pt x="3417690" y="1800419"/>
                  <a:pt x="3431855" y="1800419"/>
                </a:cubicBezTo>
                <a:close/>
                <a:moveTo>
                  <a:pt x="3367649" y="1800419"/>
                </a:moveTo>
                <a:cubicBezTo>
                  <a:pt x="3381813" y="1800419"/>
                  <a:pt x="3393308" y="1811912"/>
                  <a:pt x="3393308" y="1826077"/>
                </a:cubicBezTo>
                <a:cubicBezTo>
                  <a:pt x="3393308" y="1840242"/>
                  <a:pt x="3381813" y="1851737"/>
                  <a:pt x="3367649" y="1851737"/>
                </a:cubicBezTo>
                <a:cubicBezTo>
                  <a:pt x="3353484" y="1851737"/>
                  <a:pt x="3341990" y="1840242"/>
                  <a:pt x="3341990" y="1826077"/>
                </a:cubicBezTo>
                <a:cubicBezTo>
                  <a:pt x="3341990" y="1811912"/>
                  <a:pt x="3353484" y="1800419"/>
                  <a:pt x="3367649" y="1800419"/>
                </a:cubicBezTo>
                <a:close/>
                <a:moveTo>
                  <a:pt x="3303444" y="1800419"/>
                </a:moveTo>
                <a:cubicBezTo>
                  <a:pt x="3317609" y="1800419"/>
                  <a:pt x="3329102" y="1811912"/>
                  <a:pt x="3329102" y="1826077"/>
                </a:cubicBezTo>
                <a:cubicBezTo>
                  <a:pt x="3329102" y="1840242"/>
                  <a:pt x="3317609" y="1851737"/>
                  <a:pt x="3303444" y="1851737"/>
                </a:cubicBezTo>
                <a:cubicBezTo>
                  <a:pt x="3289279" y="1851737"/>
                  <a:pt x="3277785" y="1840242"/>
                  <a:pt x="3277785" y="1826077"/>
                </a:cubicBezTo>
                <a:cubicBezTo>
                  <a:pt x="3277785" y="1811912"/>
                  <a:pt x="3289279" y="1800419"/>
                  <a:pt x="3303444" y="1800419"/>
                </a:cubicBezTo>
                <a:close/>
                <a:moveTo>
                  <a:pt x="3110828" y="1800419"/>
                </a:moveTo>
                <a:cubicBezTo>
                  <a:pt x="3124992" y="1800419"/>
                  <a:pt x="3136487" y="1811912"/>
                  <a:pt x="3136487" y="1826077"/>
                </a:cubicBezTo>
                <a:cubicBezTo>
                  <a:pt x="3136487" y="1840242"/>
                  <a:pt x="3124992" y="1851737"/>
                  <a:pt x="3110828" y="1851737"/>
                </a:cubicBezTo>
                <a:cubicBezTo>
                  <a:pt x="3096663" y="1851737"/>
                  <a:pt x="3085170" y="1840242"/>
                  <a:pt x="3085170" y="1826077"/>
                </a:cubicBezTo>
                <a:cubicBezTo>
                  <a:pt x="3085170" y="1811912"/>
                  <a:pt x="3096663" y="1800419"/>
                  <a:pt x="3110828" y="1800419"/>
                </a:cubicBezTo>
                <a:close/>
                <a:moveTo>
                  <a:pt x="3046623" y="1800419"/>
                </a:moveTo>
                <a:cubicBezTo>
                  <a:pt x="3060788" y="1800419"/>
                  <a:pt x="3072282" y="1811912"/>
                  <a:pt x="3072282" y="1826077"/>
                </a:cubicBezTo>
                <a:cubicBezTo>
                  <a:pt x="3072282" y="1840242"/>
                  <a:pt x="3060788" y="1851737"/>
                  <a:pt x="3046623" y="1851737"/>
                </a:cubicBezTo>
                <a:cubicBezTo>
                  <a:pt x="3032458" y="1851737"/>
                  <a:pt x="3020964" y="1840242"/>
                  <a:pt x="3020964" y="1826077"/>
                </a:cubicBezTo>
                <a:cubicBezTo>
                  <a:pt x="3020964" y="1811912"/>
                  <a:pt x="3032458" y="1800419"/>
                  <a:pt x="3046623" y="1800419"/>
                </a:cubicBezTo>
                <a:close/>
                <a:moveTo>
                  <a:pt x="2982301" y="1800419"/>
                </a:moveTo>
                <a:cubicBezTo>
                  <a:pt x="2996466" y="1800419"/>
                  <a:pt x="3007960" y="1811912"/>
                  <a:pt x="3007960" y="1826077"/>
                </a:cubicBezTo>
                <a:cubicBezTo>
                  <a:pt x="3007960" y="1840242"/>
                  <a:pt x="2996466" y="1851737"/>
                  <a:pt x="2982301" y="1851737"/>
                </a:cubicBezTo>
                <a:cubicBezTo>
                  <a:pt x="2968137" y="1851737"/>
                  <a:pt x="2956642" y="1840242"/>
                  <a:pt x="2956642" y="1826077"/>
                </a:cubicBezTo>
                <a:cubicBezTo>
                  <a:pt x="2956642" y="1811912"/>
                  <a:pt x="2968137" y="1800419"/>
                  <a:pt x="2982301" y="1800419"/>
                </a:cubicBezTo>
                <a:close/>
                <a:moveTo>
                  <a:pt x="2918096" y="1800419"/>
                </a:moveTo>
                <a:cubicBezTo>
                  <a:pt x="2932261" y="1800419"/>
                  <a:pt x="2943755" y="1811912"/>
                  <a:pt x="2943755" y="1826077"/>
                </a:cubicBezTo>
                <a:cubicBezTo>
                  <a:pt x="2943755" y="1840242"/>
                  <a:pt x="2932261" y="1851737"/>
                  <a:pt x="2918096" y="1851737"/>
                </a:cubicBezTo>
                <a:cubicBezTo>
                  <a:pt x="2903931" y="1851737"/>
                  <a:pt x="2892438" y="1840242"/>
                  <a:pt x="2892438" y="1826077"/>
                </a:cubicBezTo>
                <a:cubicBezTo>
                  <a:pt x="2892438" y="1811912"/>
                  <a:pt x="2903931" y="1800419"/>
                  <a:pt x="2918096" y="1800419"/>
                </a:cubicBezTo>
                <a:close/>
                <a:moveTo>
                  <a:pt x="2789686" y="1800419"/>
                </a:moveTo>
                <a:cubicBezTo>
                  <a:pt x="2803850" y="1800419"/>
                  <a:pt x="2815344" y="1811912"/>
                  <a:pt x="2815344" y="1826077"/>
                </a:cubicBezTo>
                <a:cubicBezTo>
                  <a:pt x="2815344" y="1840242"/>
                  <a:pt x="2803850" y="1851737"/>
                  <a:pt x="2789686" y="1851737"/>
                </a:cubicBezTo>
                <a:cubicBezTo>
                  <a:pt x="2775521" y="1851737"/>
                  <a:pt x="2764027" y="1840242"/>
                  <a:pt x="2764027" y="1826077"/>
                </a:cubicBezTo>
                <a:cubicBezTo>
                  <a:pt x="2764027" y="1811912"/>
                  <a:pt x="2775521" y="1800419"/>
                  <a:pt x="2789686" y="1800419"/>
                </a:cubicBezTo>
                <a:close/>
                <a:moveTo>
                  <a:pt x="2725480" y="1800419"/>
                </a:moveTo>
                <a:cubicBezTo>
                  <a:pt x="2739644" y="1800419"/>
                  <a:pt x="2751140" y="1811912"/>
                  <a:pt x="2751140" y="1826077"/>
                </a:cubicBezTo>
                <a:cubicBezTo>
                  <a:pt x="2751140" y="1840242"/>
                  <a:pt x="2739644" y="1851737"/>
                  <a:pt x="2725480" y="1851737"/>
                </a:cubicBezTo>
                <a:cubicBezTo>
                  <a:pt x="2711315" y="1851737"/>
                  <a:pt x="2699821" y="1840242"/>
                  <a:pt x="2699821" y="1826077"/>
                </a:cubicBezTo>
                <a:cubicBezTo>
                  <a:pt x="2699821" y="1811912"/>
                  <a:pt x="2711315" y="1800419"/>
                  <a:pt x="2725480" y="1800419"/>
                </a:cubicBezTo>
                <a:close/>
                <a:moveTo>
                  <a:pt x="2597069" y="1800419"/>
                </a:moveTo>
                <a:cubicBezTo>
                  <a:pt x="2611234" y="1800419"/>
                  <a:pt x="2622729" y="1811912"/>
                  <a:pt x="2622729" y="1826077"/>
                </a:cubicBezTo>
                <a:cubicBezTo>
                  <a:pt x="2622729" y="1840242"/>
                  <a:pt x="2611234" y="1851737"/>
                  <a:pt x="2597069" y="1851737"/>
                </a:cubicBezTo>
                <a:cubicBezTo>
                  <a:pt x="2582904" y="1851737"/>
                  <a:pt x="2571410" y="1840242"/>
                  <a:pt x="2571410" y="1826077"/>
                </a:cubicBezTo>
                <a:cubicBezTo>
                  <a:pt x="2571410" y="1811912"/>
                  <a:pt x="2582904" y="1800419"/>
                  <a:pt x="2597069" y="1800419"/>
                </a:cubicBezTo>
                <a:close/>
                <a:moveTo>
                  <a:pt x="2404454" y="1800419"/>
                </a:moveTo>
                <a:cubicBezTo>
                  <a:pt x="2418619" y="1800419"/>
                  <a:pt x="2430112" y="1811912"/>
                  <a:pt x="2430112" y="1826077"/>
                </a:cubicBezTo>
                <a:cubicBezTo>
                  <a:pt x="2430112" y="1840242"/>
                  <a:pt x="2418619" y="1851737"/>
                  <a:pt x="2404454" y="1851737"/>
                </a:cubicBezTo>
                <a:cubicBezTo>
                  <a:pt x="2390289" y="1851737"/>
                  <a:pt x="2378795" y="1840242"/>
                  <a:pt x="2378795" y="1826077"/>
                </a:cubicBezTo>
                <a:cubicBezTo>
                  <a:pt x="2378795" y="1811912"/>
                  <a:pt x="2390289" y="1800419"/>
                  <a:pt x="2404454" y="1800419"/>
                </a:cubicBezTo>
                <a:close/>
                <a:moveTo>
                  <a:pt x="2340249" y="1800419"/>
                </a:moveTo>
                <a:cubicBezTo>
                  <a:pt x="2354413" y="1800419"/>
                  <a:pt x="2365908" y="1811912"/>
                  <a:pt x="2365908" y="1826077"/>
                </a:cubicBezTo>
                <a:cubicBezTo>
                  <a:pt x="2365908" y="1840242"/>
                  <a:pt x="2354413" y="1851737"/>
                  <a:pt x="2340249" y="1851737"/>
                </a:cubicBezTo>
                <a:cubicBezTo>
                  <a:pt x="2326084" y="1851737"/>
                  <a:pt x="2314590" y="1840242"/>
                  <a:pt x="2314590" y="1826077"/>
                </a:cubicBezTo>
                <a:cubicBezTo>
                  <a:pt x="2314590" y="1811912"/>
                  <a:pt x="2326084" y="1800419"/>
                  <a:pt x="2340249" y="1800419"/>
                </a:cubicBezTo>
                <a:close/>
                <a:moveTo>
                  <a:pt x="2276044" y="1800419"/>
                </a:moveTo>
                <a:cubicBezTo>
                  <a:pt x="2290208" y="1800419"/>
                  <a:pt x="2301702" y="1811912"/>
                  <a:pt x="2301702" y="1826077"/>
                </a:cubicBezTo>
                <a:cubicBezTo>
                  <a:pt x="2301702" y="1840242"/>
                  <a:pt x="2290208" y="1851737"/>
                  <a:pt x="2276044" y="1851737"/>
                </a:cubicBezTo>
                <a:cubicBezTo>
                  <a:pt x="2261879" y="1851737"/>
                  <a:pt x="2250385" y="1840242"/>
                  <a:pt x="2250385" y="1826077"/>
                </a:cubicBezTo>
                <a:cubicBezTo>
                  <a:pt x="2250385" y="1811912"/>
                  <a:pt x="2261879" y="1800419"/>
                  <a:pt x="2276044" y="1800419"/>
                </a:cubicBezTo>
                <a:close/>
                <a:moveTo>
                  <a:pt x="2211838" y="1800419"/>
                </a:moveTo>
                <a:cubicBezTo>
                  <a:pt x="2226003" y="1800419"/>
                  <a:pt x="2237497" y="1811912"/>
                  <a:pt x="2237497" y="1826077"/>
                </a:cubicBezTo>
                <a:cubicBezTo>
                  <a:pt x="2237497" y="1840242"/>
                  <a:pt x="2226003" y="1851737"/>
                  <a:pt x="2211838" y="1851737"/>
                </a:cubicBezTo>
                <a:cubicBezTo>
                  <a:pt x="2197673" y="1851737"/>
                  <a:pt x="2186178" y="1840242"/>
                  <a:pt x="2186178" y="1826077"/>
                </a:cubicBezTo>
                <a:cubicBezTo>
                  <a:pt x="2186178" y="1811912"/>
                  <a:pt x="2197673" y="1800419"/>
                  <a:pt x="2211838" y="1800419"/>
                </a:cubicBezTo>
                <a:close/>
                <a:moveTo>
                  <a:pt x="2019222" y="1800419"/>
                </a:moveTo>
                <a:cubicBezTo>
                  <a:pt x="2033387" y="1800419"/>
                  <a:pt x="2044880" y="1811912"/>
                  <a:pt x="2044880" y="1826077"/>
                </a:cubicBezTo>
                <a:cubicBezTo>
                  <a:pt x="2044880" y="1840242"/>
                  <a:pt x="2033387" y="1851737"/>
                  <a:pt x="2019222" y="1851737"/>
                </a:cubicBezTo>
                <a:cubicBezTo>
                  <a:pt x="2005058" y="1851737"/>
                  <a:pt x="1993563" y="1840242"/>
                  <a:pt x="1993563" y="1826077"/>
                </a:cubicBezTo>
                <a:cubicBezTo>
                  <a:pt x="1993563" y="1811912"/>
                  <a:pt x="2005058" y="1800419"/>
                  <a:pt x="2019222" y="1800419"/>
                </a:cubicBezTo>
                <a:close/>
                <a:moveTo>
                  <a:pt x="1955016" y="1800419"/>
                </a:moveTo>
                <a:cubicBezTo>
                  <a:pt x="1969181" y="1800419"/>
                  <a:pt x="1980676" y="1811912"/>
                  <a:pt x="1980676" y="1826077"/>
                </a:cubicBezTo>
                <a:cubicBezTo>
                  <a:pt x="1980676" y="1840242"/>
                  <a:pt x="1969181" y="1851737"/>
                  <a:pt x="1955016" y="1851737"/>
                </a:cubicBezTo>
                <a:cubicBezTo>
                  <a:pt x="1940851" y="1851737"/>
                  <a:pt x="1929358" y="1840242"/>
                  <a:pt x="1929358" y="1826077"/>
                </a:cubicBezTo>
                <a:cubicBezTo>
                  <a:pt x="1929358" y="1811912"/>
                  <a:pt x="1940851" y="1800419"/>
                  <a:pt x="1955016" y="1800419"/>
                </a:cubicBezTo>
                <a:close/>
                <a:moveTo>
                  <a:pt x="1890696" y="1800419"/>
                </a:moveTo>
                <a:cubicBezTo>
                  <a:pt x="1904860" y="1800419"/>
                  <a:pt x="1916355" y="1811912"/>
                  <a:pt x="1916355" y="1826077"/>
                </a:cubicBezTo>
                <a:cubicBezTo>
                  <a:pt x="1916355" y="1840242"/>
                  <a:pt x="1904860" y="1851737"/>
                  <a:pt x="1890696" y="1851737"/>
                </a:cubicBezTo>
                <a:cubicBezTo>
                  <a:pt x="1876531" y="1851737"/>
                  <a:pt x="1865037" y="1840242"/>
                  <a:pt x="1865037" y="1826077"/>
                </a:cubicBezTo>
                <a:cubicBezTo>
                  <a:pt x="1865037" y="1811912"/>
                  <a:pt x="1876531" y="1800419"/>
                  <a:pt x="1890696" y="1800419"/>
                </a:cubicBezTo>
                <a:close/>
                <a:moveTo>
                  <a:pt x="1826490" y="1800419"/>
                </a:moveTo>
                <a:cubicBezTo>
                  <a:pt x="1840654" y="1800419"/>
                  <a:pt x="1852149" y="1811912"/>
                  <a:pt x="1852149" y="1826077"/>
                </a:cubicBezTo>
                <a:cubicBezTo>
                  <a:pt x="1852149" y="1840242"/>
                  <a:pt x="1840654" y="1851737"/>
                  <a:pt x="1826490" y="1851737"/>
                </a:cubicBezTo>
                <a:cubicBezTo>
                  <a:pt x="1812325" y="1851737"/>
                  <a:pt x="1800830" y="1840242"/>
                  <a:pt x="1800830" y="1826077"/>
                </a:cubicBezTo>
                <a:cubicBezTo>
                  <a:pt x="1800830" y="1811912"/>
                  <a:pt x="1812325" y="1800419"/>
                  <a:pt x="1826490" y="1800419"/>
                </a:cubicBezTo>
                <a:close/>
                <a:moveTo>
                  <a:pt x="1698080" y="1800419"/>
                </a:moveTo>
                <a:cubicBezTo>
                  <a:pt x="1712244" y="1800419"/>
                  <a:pt x="1723738" y="1811912"/>
                  <a:pt x="1723738" y="1826077"/>
                </a:cubicBezTo>
                <a:cubicBezTo>
                  <a:pt x="1723738" y="1840242"/>
                  <a:pt x="1712244" y="1851737"/>
                  <a:pt x="1698080" y="1851737"/>
                </a:cubicBezTo>
                <a:cubicBezTo>
                  <a:pt x="1683915" y="1851737"/>
                  <a:pt x="1672420" y="1840242"/>
                  <a:pt x="1672420" y="1826077"/>
                </a:cubicBezTo>
                <a:cubicBezTo>
                  <a:pt x="1672420" y="1811912"/>
                  <a:pt x="1683915" y="1800419"/>
                  <a:pt x="1698080" y="1800419"/>
                </a:cubicBezTo>
                <a:close/>
                <a:moveTo>
                  <a:pt x="1633874" y="1800419"/>
                </a:moveTo>
                <a:cubicBezTo>
                  <a:pt x="1648039" y="1800419"/>
                  <a:pt x="1659533" y="1811912"/>
                  <a:pt x="1659533" y="1826077"/>
                </a:cubicBezTo>
                <a:cubicBezTo>
                  <a:pt x="1659533" y="1840242"/>
                  <a:pt x="1648039" y="1851737"/>
                  <a:pt x="1633874" y="1851737"/>
                </a:cubicBezTo>
                <a:cubicBezTo>
                  <a:pt x="1619710" y="1851737"/>
                  <a:pt x="1608216" y="1840242"/>
                  <a:pt x="1608216" y="1826077"/>
                </a:cubicBezTo>
                <a:cubicBezTo>
                  <a:pt x="1608216" y="1811912"/>
                  <a:pt x="1619710" y="1800419"/>
                  <a:pt x="1633874" y="1800419"/>
                </a:cubicBezTo>
                <a:close/>
                <a:moveTo>
                  <a:pt x="1569669" y="1800419"/>
                </a:moveTo>
                <a:cubicBezTo>
                  <a:pt x="1583834" y="1800419"/>
                  <a:pt x="1595328" y="1811912"/>
                  <a:pt x="1595328" y="1826077"/>
                </a:cubicBezTo>
                <a:cubicBezTo>
                  <a:pt x="1595328" y="1840242"/>
                  <a:pt x="1583834" y="1851737"/>
                  <a:pt x="1569669" y="1851737"/>
                </a:cubicBezTo>
                <a:cubicBezTo>
                  <a:pt x="1555504" y="1851737"/>
                  <a:pt x="1544010" y="1840242"/>
                  <a:pt x="1544010" y="1826077"/>
                </a:cubicBezTo>
                <a:cubicBezTo>
                  <a:pt x="1544010" y="1811912"/>
                  <a:pt x="1555504" y="1800419"/>
                  <a:pt x="1569669" y="1800419"/>
                </a:cubicBezTo>
                <a:close/>
                <a:moveTo>
                  <a:pt x="1505464" y="1800419"/>
                </a:moveTo>
                <a:cubicBezTo>
                  <a:pt x="1519629" y="1800419"/>
                  <a:pt x="1531123" y="1811912"/>
                  <a:pt x="1531123" y="1826077"/>
                </a:cubicBezTo>
                <a:cubicBezTo>
                  <a:pt x="1531123" y="1840242"/>
                  <a:pt x="1519629" y="1851737"/>
                  <a:pt x="1505464" y="1851737"/>
                </a:cubicBezTo>
                <a:cubicBezTo>
                  <a:pt x="1491299" y="1851737"/>
                  <a:pt x="1479806" y="1840242"/>
                  <a:pt x="1479806" y="1826077"/>
                </a:cubicBezTo>
                <a:cubicBezTo>
                  <a:pt x="1479806" y="1811912"/>
                  <a:pt x="1491299" y="1800419"/>
                  <a:pt x="1505464" y="1800419"/>
                </a:cubicBezTo>
                <a:close/>
                <a:moveTo>
                  <a:pt x="1312848" y="1800419"/>
                </a:moveTo>
                <a:cubicBezTo>
                  <a:pt x="1327013" y="1800419"/>
                  <a:pt x="1338507" y="1811912"/>
                  <a:pt x="1338507" y="1826077"/>
                </a:cubicBezTo>
                <a:cubicBezTo>
                  <a:pt x="1338507" y="1840242"/>
                  <a:pt x="1327013" y="1851737"/>
                  <a:pt x="1312848" y="1851737"/>
                </a:cubicBezTo>
                <a:cubicBezTo>
                  <a:pt x="1298683" y="1851737"/>
                  <a:pt x="1287190" y="1840242"/>
                  <a:pt x="1287190" y="1826077"/>
                </a:cubicBezTo>
                <a:cubicBezTo>
                  <a:pt x="1287190" y="1811912"/>
                  <a:pt x="1298683" y="1800419"/>
                  <a:pt x="1312848" y="1800419"/>
                </a:cubicBezTo>
                <a:close/>
                <a:moveTo>
                  <a:pt x="1248643" y="1800419"/>
                </a:moveTo>
                <a:cubicBezTo>
                  <a:pt x="1262808" y="1800419"/>
                  <a:pt x="1274302" y="1811912"/>
                  <a:pt x="1274302" y="1826077"/>
                </a:cubicBezTo>
                <a:cubicBezTo>
                  <a:pt x="1274302" y="1840242"/>
                  <a:pt x="1262808" y="1851737"/>
                  <a:pt x="1248643" y="1851737"/>
                </a:cubicBezTo>
                <a:cubicBezTo>
                  <a:pt x="1234479" y="1851737"/>
                  <a:pt x="1222984" y="1840242"/>
                  <a:pt x="1222984" y="1826077"/>
                </a:cubicBezTo>
                <a:cubicBezTo>
                  <a:pt x="1222984" y="1811912"/>
                  <a:pt x="1234479" y="1800419"/>
                  <a:pt x="1248643" y="1800419"/>
                </a:cubicBezTo>
                <a:close/>
                <a:moveTo>
                  <a:pt x="1184437" y="1800419"/>
                </a:moveTo>
                <a:cubicBezTo>
                  <a:pt x="1198602" y="1800419"/>
                  <a:pt x="1210096" y="1811912"/>
                  <a:pt x="1210096" y="1826077"/>
                </a:cubicBezTo>
                <a:cubicBezTo>
                  <a:pt x="1210096" y="1840242"/>
                  <a:pt x="1198602" y="1851737"/>
                  <a:pt x="1184437" y="1851737"/>
                </a:cubicBezTo>
                <a:cubicBezTo>
                  <a:pt x="1170273" y="1851737"/>
                  <a:pt x="1158780" y="1840242"/>
                  <a:pt x="1158780" y="1826077"/>
                </a:cubicBezTo>
                <a:cubicBezTo>
                  <a:pt x="1158780" y="1811912"/>
                  <a:pt x="1170273" y="1800419"/>
                  <a:pt x="1184437" y="1800419"/>
                </a:cubicBezTo>
                <a:close/>
                <a:moveTo>
                  <a:pt x="1120233" y="1800419"/>
                </a:moveTo>
                <a:cubicBezTo>
                  <a:pt x="1134398" y="1800419"/>
                  <a:pt x="1145892" y="1811912"/>
                  <a:pt x="1145892" y="1826077"/>
                </a:cubicBezTo>
                <a:cubicBezTo>
                  <a:pt x="1145892" y="1840242"/>
                  <a:pt x="1134398" y="1851737"/>
                  <a:pt x="1120233" y="1851737"/>
                </a:cubicBezTo>
                <a:cubicBezTo>
                  <a:pt x="1106068" y="1851737"/>
                  <a:pt x="1094573" y="1840242"/>
                  <a:pt x="1094573" y="1826077"/>
                </a:cubicBezTo>
                <a:cubicBezTo>
                  <a:pt x="1094573" y="1811912"/>
                  <a:pt x="1106068" y="1800419"/>
                  <a:pt x="1120233" y="1800419"/>
                </a:cubicBezTo>
                <a:close/>
                <a:moveTo>
                  <a:pt x="927616" y="1800419"/>
                </a:moveTo>
                <a:cubicBezTo>
                  <a:pt x="941781" y="1800419"/>
                  <a:pt x="953275" y="1811912"/>
                  <a:pt x="953275" y="1826077"/>
                </a:cubicBezTo>
                <a:cubicBezTo>
                  <a:pt x="953275" y="1840242"/>
                  <a:pt x="941781" y="1851737"/>
                  <a:pt x="927616" y="1851737"/>
                </a:cubicBezTo>
                <a:cubicBezTo>
                  <a:pt x="913452" y="1851737"/>
                  <a:pt x="901957" y="1840242"/>
                  <a:pt x="901957" y="1826077"/>
                </a:cubicBezTo>
                <a:cubicBezTo>
                  <a:pt x="901957" y="1811912"/>
                  <a:pt x="913452" y="1800419"/>
                  <a:pt x="927616" y="1800419"/>
                </a:cubicBezTo>
                <a:close/>
                <a:moveTo>
                  <a:pt x="863411" y="1800419"/>
                </a:moveTo>
                <a:cubicBezTo>
                  <a:pt x="877576" y="1800419"/>
                  <a:pt x="889071" y="1811912"/>
                  <a:pt x="889071" y="1826077"/>
                </a:cubicBezTo>
                <a:cubicBezTo>
                  <a:pt x="889071" y="1840242"/>
                  <a:pt x="877576" y="1851737"/>
                  <a:pt x="863411" y="1851737"/>
                </a:cubicBezTo>
                <a:cubicBezTo>
                  <a:pt x="849248" y="1851737"/>
                  <a:pt x="837752" y="1840242"/>
                  <a:pt x="837752" y="1826077"/>
                </a:cubicBezTo>
                <a:cubicBezTo>
                  <a:pt x="837752" y="1811912"/>
                  <a:pt x="849248" y="1800419"/>
                  <a:pt x="863411" y="1800419"/>
                </a:cubicBezTo>
                <a:close/>
                <a:moveTo>
                  <a:pt x="799089" y="1800419"/>
                </a:moveTo>
                <a:cubicBezTo>
                  <a:pt x="813255" y="1800419"/>
                  <a:pt x="824748" y="1811912"/>
                  <a:pt x="824748" y="1826077"/>
                </a:cubicBezTo>
                <a:cubicBezTo>
                  <a:pt x="824748" y="1840242"/>
                  <a:pt x="813255" y="1851737"/>
                  <a:pt x="799089" y="1851737"/>
                </a:cubicBezTo>
                <a:cubicBezTo>
                  <a:pt x="784925" y="1851737"/>
                  <a:pt x="773432" y="1840242"/>
                  <a:pt x="773432" y="1826077"/>
                </a:cubicBezTo>
                <a:cubicBezTo>
                  <a:pt x="773432" y="1811912"/>
                  <a:pt x="784925" y="1800419"/>
                  <a:pt x="799089" y="1800419"/>
                </a:cubicBezTo>
                <a:close/>
                <a:moveTo>
                  <a:pt x="734885" y="1800419"/>
                </a:moveTo>
                <a:cubicBezTo>
                  <a:pt x="749049" y="1800419"/>
                  <a:pt x="760544" y="1811912"/>
                  <a:pt x="760544" y="1826077"/>
                </a:cubicBezTo>
                <a:cubicBezTo>
                  <a:pt x="760544" y="1840242"/>
                  <a:pt x="749049" y="1851737"/>
                  <a:pt x="734885" y="1851737"/>
                </a:cubicBezTo>
                <a:cubicBezTo>
                  <a:pt x="720720" y="1851737"/>
                  <a:pt x="709225" y="1840242"/>
                  <a:pt x="709225" y="1826077"/>
                </a:cubicBezTo>
                <a:cubicBezTo>
                  <a:pt x="709225" y="1811912"/>
                  <a:pt x="720720" y="1800419"/>
                  <a:pt x="734885" y="1800419"/>
                </a:cubicBezTo>
                <a:close/>
                <a:moveTo>
                  <a:pt x="606475" y="1800419"/>
                </a:moveTo>
                <a:cubicBezTo>
                  <a:pt x="620639" y="1800419"/>
                  <a:pt x="632134" y="1811912"/>
                  <a:pt x="632134" y="1826077"/>
                </a:cubicBezTo>
                <a:cubicBezTo>
                  <a:pt x="632134" y="1840242"/>
                  <a:pt x="620639" y="1851737"/>
                  <a:pt x="606475" y="1851737"/>
                </a:cubicBezTo>
                <a:cubicBezTo>
                  <a:pt x="592310" y="1851737"/>
                  <a:pt x="580815" y="1840242"/>
                  <a:pt x="580815" y="1826077"/>
                </a:cubicBezTo>
                <a:cubicBezTo>
                  <a:pt x="580815" y="1811912"/>
                  <a:pt x="592310" y="1800419"/>
                  <a:pt x="606475" y="1800419"/>
                </a:cubicBezTo>
                <a:close/>
                <a:moveTo>
                  <a:pt x="542268" y="1800419"/>
                </a:moveTo>
                <a:cubicBezTo>
                  <a:pt x="556433" y="1800419"/>
                  <a:pt x="567927" y="1811912"/>
                  <a:pt x="567927" y="1826077"/>
                </a:cubicBezTo>
                <a:cubicBezTo>
                  <a:pt x="567927" y="1840242"/>
                  <a:pt x="556433" y="1851737"/>
                  <a:pt x="542268" y="1851737"/>
                </a:cubicBezTo>
                <a:cubicBezTo>
                  <a:pt x="528104" y="1851737"/>
                  <a:pt x="516610" y="1840242"/>
                  <a:pt x="516610" y="1826077"/>
                </a:cubicBezTo>
                <a:cubicBezTo>
                  <a:pt x="516610" y="1811912"/>
                  <a:pt x="528104" y="1800419"/>
                  <a:pt x="542268" y="1800419"/>
                </a:cubicBezTo>
                <a:close/>
                <a:moveTo>
                  <a:pt x="478063" y="1800419"/>
                </a:moveTo>
                <a:cubicBezTo>
                  <a:pt x="492228" y="1800419"/>
                  <a:pt x="503724" y="1811912"/>
                  <a:pt x="503724" y="1826077"/>
                </a:cubicBezTo>
                <a:cubicBezTo>
                  <a:pt x="503724" y="1840242"/>
                  <a:pt x="492228" y="1851737"/>
                  <a:pt x="478063" y="1851737"/>
                </a:cubicBezTo>
                <a:cubicBezTo>
                  <a:pt x="463900" y="1851737"/>
                  <a:pt x="452404" y="1840242"/>
                  <a:pt x="452404" y="1826077"/>
                </a:cubicBezTo>
                <a:cubicBezTo>
                  <a:pt x="452404" y="1811912"/>
                  <a:pt x="463900" y="1800419"/>
                  <a:pt x="478063" y="1800419"/>
                </a:cubicBezTo>
                <a:close/>
                <a:moveTo>
                  <a:pt x="413858" y="1800419"/>
                </a:moveTo>
                <a:cubicBezTo>
                  <a:pt x="428023" y="1800419"/>
                  <a:pt x="439517" y="1811912"/>
                  <a:pt x="439517" y="1826077"/>
                </a:cubicBezTo>
                <a:cubicBezTo>
                  <a:pt x="439517" y="1840242"/>
                  <a:pt x="428023" y="1851737"/>
                  <a:pt x="413858" y="1851737"/>
                </a:cubicBezTo>
                <a:cubicBezTo>
                  <a:pt x="399694" y="1851737"/>
                  <a:pt x="388200" y="1840242"/>
                  <a:pt x="388200" y="1826077"/>
                </a:cubicBezTo>
                <a:cubicBezTo>
                  <a:pt x="388200" y="1811912"/>
                  <a:pt x="399694" y="1800419"/>
                  <a:pt x="413858" y="1800419"/>
                </a:cubicBezTo>
                <a:close/>
                <a:moveTo>
                  <a:pt x="346686" y="1800419"/>
                </a:moveTo>
                <a:cubicBezTo>
                  <a:pt x="360849" y="1800419"/>
                  <a:pt x="372344" y="1811912"/>
                  <a:pt x="372344" y="1826077"/>
                </a:cubicBezTo>
                <a:cubicBezTo>
                  <a:pt x="372344" y="1840242"/>
                  <a:pt x="360849" y="1851737"/>
                  <a:pt x="346686" y="1851737"/>
                </a:cubicBezTo>
                <a:cubicBezTo>
                  <a:pt x="332520" y="1851737"/>
                  <a:pt x="321027" y="1840242"/>
                  <a:pt x="321027" y="1826077"/>
                </a:cubicBezTo>
                <a:cubicBezTo>
                  <a:pt x="321027" y="1811912"/>
                  <a:pt x="332520" y="1800419"/>
                  <a:pt x="346686" y="1800419"/>
                </a:cubicBezTo>
                <a:close/>
                <a:moveTo>
                  <a:pt x="282480" y="1800419"/>
                </a:moveTo>
                <a:cubicBezTo>
                  <a:pt x="296644" y="1800419"/>
                  <a:pt x="308138" y="1811912"/>
                  <a:pt x="308138" y="1826077"/>
                </a:cubicBezTo>
                <a:cubicBezTo>
                  <a:pt x="308138" y="1840242"/>
                  <a:pt x="296644" y="1851737"/>
                  <a:pt x="282480" y="1851737"/>
                </a:cubicBezTo>
                <a:cubicBezTo>
                  <a:pt x="268314" y="1851737"/>
                  <a:pt x="256820" y="1840242"/>
                  <a:pt x="256820" y="1826077"/>
                </a:cubicBezTo>
                <a:cubicBezTo>
                  <a:pt x="256820" y="1811912"/>
                  <a:pt x="268314" y="1800419"/>
                  <a:pt x="282480" y="1800419"/>
                </a:cubicBezTo>
                <a:close/>
                <a:moveTo>
                  <a:pt x="218274" y="1800419"/>
                </a:moveTo>
                <a:cubicBezTo>
                  <a:pt x="232438" y="1800419"/>
                  <a:pt x="243932" y="1811912"/>
                  <a:pt x="243932" y="1826077"/>
                </a:cubicBezTo>
                <a:cubicBezTo>
                  <a:pt x="243932" y="1840242"/>
                  <a:pt x="232438" y="1851737"/>
                  <a:pt x="218274" y="1851737"/>
                </a:cubicBezTo>
                <a:cubicBezTo>
                  <a:pt x="204109" y="1851737"/>
                  <a:pt x="192615" y="1840242"/>
                  <a:pt x="192615" y="1826077"/>
                </a:cubicBezTo>
                <a:cubicBezTo>
                  <a:pt x="192615" y="1811912"/>
                  <a:pt x="204109" y="1800419"/>
                  <a:pt x="218274" y="1800419"/>
                </a:cubicBezTo>
                <a:close/>
                <a:moveTo>
                  <a:pt x="154069" y="1800419"/>
                </a:moveTo>
                <a:cubicBezTo>
                  <a:pt x="168233" y="1800419"/>
                  <a:pt x="179727" y="1811912"/>
                  <a:pt x="179727" y="1826077"/>
                </a:cubicBezTo>
                <a:cubicBezTo>
                  <a:pt x="179727" y="1840242"/>
                  <a:pt x="168233" y="1851737"/>
                  <a:pt x="154069" y="1851737"/>
                </a:cubicBezTo>
                <a:cubicBezTo>
                  <a:pt x="139904" y="1851737"/>
                  <a:pt x="128410" y="1840242"/>
                  <a:pt x="128410" y="1826077"/>
                </a:cubicBezTo>
                <a:cubicBezTo>
                  <a:pt x="128410" y="1811912"/>
                  <a:pt x="139904" y="1800419"/>
                  <a:pt x="154069" y="1800419"/>
                </a:cubicBezTo>
                <a:close/>
                <a:moveTo>
                  <a:pt x="12099103" y="1800418"/>
                </a:moveTo>
                <a:cubicBezTo>
                  <a:pt x="12113273" y="1800418"/>
                  <a:pt x="12124761" y="1811906"/>
                  <a:pt x="12124761" y="1826077"/>
                </a:cubicBezTo>
                <a:cubicBezTo>
                  <a:pt x="12124761" y="1840248"/>
                  <a:pt x="12113273" y="1851736"/>
                  <a:pt x="12099103" y="1851736"/>
                </a:cubicBezTo>
                <a:cubicBezTo>
                  <a:pt x="12084931" y="1851736"/>
                  <a:pt x="12073441" y="1840248"/>
                  <a:pt x="12073441" y="1826077"/>
                </a:cubicBezTo>
                <a:cubicBezTo>
                  <a:pt x="12073441" y="1811906"/>
                  <a:pt x="12084931" y="1800418"/>
                  <a:pt x="12099103" y="1800418"/>
                </a:cubicBezTo>
                <a:close/>
                <a:moveTo>
                  <a:pt x="11518287" y="1800418"/>
                </a:moveTo>
                <a:cubicBezTo>
                  <a:pt x="11532457" y="1800418"/>
                  <a:pt x="11543945" y="1811906"/>
                  <a:pt x="11543945" y="1826077"/>
                </a:cubicBezTo>
                <a:cubicBezTo>
                  <a:pt x="11543945" y="1840248"/>
                  <a:pt x="11532457" y="1851736"/>
                  <a:pt x="11518287" y="1851736"/>
                </a:cubicBezTo>
                <a:cubicBezTo>
                  <a:pt x="11504115" y="1851736"/>
                  <a:pt x="11492627" y="1840248"/>
                  <a:pt x="11492627" y="1826077"/>
                </a:cubicBezTo>
                <a:cubicBezTo>
                  <a:pt x="11492627" y="1811906"/>
                  <a:pt x="11504115" y="1800418"/>
                  <a:pt x="11518287" y="1800418"/>
                </a:cubicBezTo>
                <a:close/>
                <a:moveTo>
                  <a:pt x="11454081" y="1800418"/>
                </a:moveTo>
                <a:cubicBezTo>
                  <a:pt x="11468253" y="1800418"/>
                  <a:pt x="11479739" y="1811906"/>
                  <a:pt x="11479739" y="1826077"/>
                </a:cubicBezTo>
                <a:cubicBezTo>
                  <a:pt x="11479739" y="1840248"/>
                  <a:pt x="11468253" y="1851736"/>
                  <a:pt x="11454081" y="1851736"/>
                </a:cubicBezTo>
                <a:cubicBezTo>
                  <a:pt x="11439909" y="1851736"/>
                  <a:pt x="11428421" y="1840248"/>
                  <a:pt x="11428421" y="1826077"/>
                </a:cubicBezTo>
                <a:cubicBezTo>
                  <a:pt x="11428421" y="1811906"/>
                  <a:pt x="11439909" y="1800418"/>
                  <a:pt x="11454081" y="1800418"/>
                </a:cubicBezTo>
                <a:close/>
                <a:moveTo>
                  <a:pt x="11133055" y="1800418"/>
                </a:moveTo>
                <a:cubicBezTo>
                  <a:pt x="11147225" y="1800418"/>
                  <a:pt x="11158713" y="1811906"/>
                  <a:pt x="11158713" y="1826077"/>
                </a:cubicBezTo>
                <a:cubicBezTo>
                  <a:pt x="11158713" y="1840248"/>
                  <a:pt x="11147225" y="1851736"/>
                  <a:pt x="11133055" y="1851736"/>
                </a:cubicBezTo>
                <a:cubicBezTo>
                  <a:pt x="11118884" y="1851736"/>
                  <a:pt x="11107396" y="1840248"/>
                  <a:pt x="11107396" y="1826077"/>
                </a:cubicBezTo>
                <a:cubicBezTo>
                  <a:pt x="11107396" y="1811906"/>
                  <a:pt x="11118884" y="1800418"/>
                  <a:pt x="11133055" y="1800418"/>
                </a:cubicBezTo>
                <a:close/>
                <a:moveTo>
                  <a:pt x="11068848" y="1800418"/>
                </a:moveTo>
                <a:cubicBezTo>
                  <a:pt x="11083021" y="1800418"/>
                  <a:pt x="11094509" y="1811906"/>
                  <a:pt x="11094509" y="1826077"/>
                </a:cubicBezTo>
                <a:cubicBezTo>
                  <a:pt x="11094509" y="1840248"/>
                  <a:pt x="11083021" y="1851736"/>
                  <a:pt x="11068848" y="1851736"/>
                </a:cubicBezTo>
                <a:cubicBezTo>
                  <a:pt x="11054677" y="1851736"/>
                  <a:pt x="11043189" y="1840248"/>
                  <a:pt x="11043189" y="1826077"/>
                </a:cubicBezTo>
                <a:cubicBezTo>
                  <a:pt x="11043189" y="1811906"/>
                  <a:pt x="11054677" y="1800418"/>
                  <a:pt x="11068848" y="1800418"/>
                </a:cubicBezTo>
                <a:close/>
                <a:moveTo>
                  <a:pt x="10747708" y="1800418"/>
                </a:moveTo>
                <a:cubicBezTo>
                  <a:pt x="10761878" y="1800418"/>
                  <a:pt x="10773366" y="1811906"/>
                  <a:pt x="10773366" y="1826077"/>
                </a:cubicBezTo>
                <a:cubicBezTo>
                  <a:pt x="10773366" y="1840248"/>
                  <a:pt x="10761878" y="1851736"/>
                  <a:pt x="10747708" y="1851736"/>
                </a:cubicBezTo>
                <a:cubicBezTo>
                  <a:pt x="10733535" y="1851736"/>
                  <a:pt x="10722047" y="1840248"/>
                  <a:pt x="10722047" y="1826077"/>
                </a:cubicBezTo>
                <a:cubicBezTo>
                  <a:pt x="10722047" y="1811906"/>
                  <a:pt x="10733535" y="1800418"/>
                  <a:pt x="10747708" y="1800418"/>
                </a:cubicBezTo>
                <a:close/>
                <a:moveTo>
                  <a:pt x="10426681" y="1800418"/>
                </a:moveTo>
                <a:cubicBezTo>
                  <a:pt x="10440851" y="1800418"/>
                  <a:pt x="10452339" y="1811906"/>
                  <a:pt x="10452339" y="1826077"/>
                </a:cubicBezTo>
                <a:cubicBezTo>
                  <a:pt x="10452339" y="1840248"/>
                  <a:pt x="10440851" y="1851736"/>
                  <a:pt x="10426681" y="1851736"/>
                </a:cubicBezTo>
                <a:cubicBezTo>
                  <a:pt x="10412508" y="1851736"/>
                  <a:pt x="10401023" y="1840248"/>
                  <a:pt x="10401023" y="1826077"/>
                </a:cubicBezTo>
                <a:cubicBezTo>
                  <a:pt x="10401023" y="1811906"/>
                  <a:pt x="10412508" y="1800418"/>
                  <a:pt x="10426681" y="1800418"/>
                </a:cubicBezTo>
                <a:close/>
                <a:moveTo>
                  <a:pt x="10362474" y="1800418"/>
                </a:moveTo>
                <a:cubicBezTo>
                  <a:pt x="10376647" y="1800418"/>
                  <a:pt x="10388135" y="1811906"/>
                  <a:pt x="10388135" y="1826077"/>
                </a:cubicBezTo>
                <a:cubicBezTo>
                  <a:pt x="10388135" y="1840248"/>
                  <a:pt x="10376647" y="1851736"/>
                  <a:pt x="10362474" y="1851736"/>
                </a:cubicBezTo>
                <a:cubicBezTo>
                  <a:pt x="10348304" y="1851736"/>
                  <a:pt x="10336816" y="1840248"/>
                  <a:pt x="10336816" y="1826077"/>
                </a:cubicBezTo>
                <a:cubicBezTo>
                  <a:pt x="10336816" y="1811906"/>
                  <a:pt x="10348304" y="1800418"/>
                  <a:pt x="10362474" y="1800418"/>
                </a:cubicBezTo>
                <a:close/>
                <a:moveTo>
                  <a:pt x="10041450" y="1800418"/>
                </a:moveTo>
                <a:cubicBezTo>
                  <a:pt x="10055620" y="1800418"/>
                  <a:pt x="10067108" y="1811906"/>
                  <a:pt x="10067108" y="1826077"/>
                </a:cubicBezTo>
                <a:cubicBezTo>
                  <a:pt x="10067108" y="1840248"/>
                  <a:pt x="10055620" y="1851736"/>
                  <a:pt x="10041450" y="1851736"/>
                </a:cubicBezTo>
                <a:cubicBezTo>
                  <a:pt x="10027279" y="1851736"/>
                  <a:pt x="10015789" y="1840248"/>
                  <a:pt x="10015789" y="1826077"/>
                </a:cubicBezTo>
                <a:cubicBezTo>
                  <a:pt x="10015789" y="1811906"/>
                  <a:pt x="10027279" y="1800418"/>
                  <a:pt x="10041450" y="1800418"/>
                </a:cubicBezTo>
                <a:close/>
                <a:moveTo>
                  <a:pt x="9977242" y="1800418"/>
                </a:moveTo>
                <a:cubicBezTo>
                  <a:pt x="9991416" y="1800418"/>
                  <a:pt x="10002903" y="1811906"/>
                  <a:pt x="10002903" y="1826077"/>
                </a:cubicBezTo>
                <a:cubicBezTo>
                  <a:pt x="10002903" y="1840248"/>
                  <a:pt x="9991416" y="1851736"/>
                  <a:pt x="9977242" y="1851736"/>
                </a:cubicBezTo>
                <a:cubicBezTo>
                  <a:pt x="9963072" y="1851736"/>
                  <a:pt x="9951584" y="1840248"/>
                  <a:pt x="9951584" y="1826077"/>
                </a:cubicBezTo>
                <a:cubicBezTo>
                  <a:pt x="9951584" y="1811906"/>
                  <a:pt x="9963072" y="1800418"/>
                  <a:pt x="9977242" y="1800418"/>
                </a:cubicBezTo>
                <a:close/>
                <a:moveTo>
                  <a:pt x="9656100" y="1800418"/>
                </a:moveTo>
                <a:cubicBezTo>
                  <a:pt x="9670271" y="1800418"/>
                  <a:pt x="9681758" y="1811906"/>
                  <a:pt x="9681758" y="1826077"/>
                </a:cubicBezTo>
                <a:cubicBezTo>
                  <a:pt x="9681758" y="1840248"/>
                  <a:pt x="9670271" y="1851736"/>
                  <a:pt x="9656100" y="1851736"/>
                </a:cubicBezTo>
                <a:cubicBezTo>
                  <a:pt x="9641930" y="1851736"/>
                  <a:pt x="9630442" y="1840248"/>
                  <a:pt x="9630442" y="1826077"/>
                </a:cubicBezTo>
                <a:cubicBezTo>
                  <a:pt x="9630442" y="1811906"/>
                  <a:pt x="9641930" y="1800418"/>
                  <a:pt x="9656100" y="1800418"/>
                </a:cubicBezTo>
                <a:close/>
                <a:moveTo>
                  <a:pt x="9335073" y="1800418"/>
                </a:moveTo>
                <a:cubicBezTo>
                  <a:pt x="9349246" y="1800418"/>
                  <a:pt x="9360734" y="1811906"/>
                  <a:pt x="9360734" y="1826077"/>
                </a:cubicBezTo>
                <a:cubicBezTo>
                  <a:pt x="9360734" y="1840248"/>
                  <a:pt x="9349246" y="1851736"/>
                  <a:pt x="9335073" y="1851736"/>
                </a:cubicBezTo>
                <a:cubicBezTo>
                  <a:pt x="9320903" y="1851736"/>
                  <a:pt x="9309415" y="1840248"/>
                  <a:pt x="9309415" y="1826077"/>
                </a:cubicBezTo>
                <a:cubicBezTo>
                  <a:pt x="9309415" y="1811906"/>
                  <a:pt x="9320903" y="1800418"/>
                  <a:pt x="9335073" y="1800418"/>
                </a:cubicBezTo>
                <a:close/>
                <a:moveTo>
                  <a:pt x="9270869" y="1800418"/>
                </a:moveTo>
                <a:cubicBezTo>
                  <a:pt x="9285039" y="1800418"/>
                  <a:pt x="9296527" y="1811906"/>
                  <a:pt x="9296527" y="1826077"/>
                </a:cubicBezTo>
                <a:cubicBezTo>
                  <a:pt x="9296527" y="1840248"/>
                  <a:pt x="9285039" y="1851736"/>
                  <a:pt x="9270869" y="1851736"/>
                </a:cubicBezTo>
                <a:cubicBezTo>
                  <a:pt x="9256698" y="1851736"/>
                  <a:pt x="9245211" y="1840248"/>
                  <a:pt x="9245211" y="1826077"/>
                </a:cubicBezTo>
                <a:cubicBezTo>
                  <a:pt x="9245211" y="1811906"/>
                  <a:pt x="9256698" y="1800418"/>
                  <a:pt x="9270869" y="1800418"/>
                </a:cubicBezTo>
                <a:close/>
                <a:moveTo>
                  <a:pt x="8949842" y="1800418"/>
                </a:moveTo>
                <a:cubicBezTo>
                  <a:pt x="8964015" y="1800418"/>
                  <a:pt x="8975503" y="1811906"/>
                  <a:pt x="8975503" y="1826077"/>
                </a:cubicBezTo>
                <a:cubicBezTo>
                  <a:pt x="8975503" y="1840248"/>
                  <a:pt x="8964015" y="1851736"/>
                  <a:pt x="8949842" y="1851736"/>
                </a:cubicBezTo>
                <a:cubicBezTo>
                  <a:pt x="8935671" y="1851736"/>
                  <a:pt x="8924183" y="1840248"/>
                  <a:pt x="8924183" y="1826077"/>
                </a:cubicBezTo>
                <a:cubicBezTo>
                  <a:pt x="8924183" y="1811906"/>
                  <a:pt x="8935671" y="1800418"/>
                  <a:pt x="8949842" y="1800418"/>
                </a:cubicBezTo>
                <a:close/>
                <a:moveTo>
                  <a:pt x="8885637" y="1800418"/>
                </a:moveTo>
                <a:cubicBezTo>
                  <a:pt x="8899808" y="1800418"/>
                  <a:pt x="8911296" y="1811906"/>
                  <a:pt x="8911296" y="1826077"/>
                </a:cubicBezTo>
                <a:cubicBezTo>
                  <a:pt x="8911296" y="1840248"/>
                  <a:pt x="8899808" y="1851736"/>
                  <a:pt x="8885637" y="1851736"/>
                </a:cubicBezTo>
                <a:cubicBezTo>
                  <a:pt x="8871467" y="1851736"/>
                  <a:pt x="8859979" y="1840248"/>
                  <a:pt x="8859979" y="1826077"/>
                </a:cubicBezTo>
                <a:cubicBezTo>
                  <a:pt x="8859979" y="1811906"/>
                  <a:pt x="8871467" y="1800418"/>
                  <a:pt x="8885637" y="1800418"/>
                </a:cubicBezTo>
                <a:close/>
                <a:moveTo>
                  <a:pt x="8564495" y="1800418"/>
                </a:moveTo>
                <a:cubicBezTo>
                  <a:pt x="8578665" y="1800418"/>
                  <a:pt x="8590153" y="1811906"/>
                  <a:pt x="8590153" y="1826077"/>
                </a:cubicBezTo>
                <a:cubicBezTo>
                  <a:pt x="8590153" y="1840248"/>
                  <a:pt x="8578665" y="1851736"/>
                  <a:pt x="8564495" y="1851736"/>
                </a:cubicBezTo>
                <a:cubicBezTo>
                  <a:pt x="8550325" y="1851736"/>
                  <a:pt x="8538837" y="1840248"/>
                  <a:pt x="8538837" y="1826077"/>
                </a:cubicBezTo>
                <a:cubicBezTo>
                  <a:pt x="8538837" y="1811906"/>
                  <a:pt x="8550325" y="1800418"/>
                  <a:pt x="8564495" y="1800418"/>
                </a:cubicBezTo>
                <a:close/>
                <a:moveTo>
                  <a:pt x="8243468" y="1800418"/>
                </a:moveTo>
                <a:cubicBezTo>
                  <a:pt x="8257638" y="1800418"/>
                  <a:pt x="8269126" y="1811906"/>
                  <a:pt x="8269126" y="1826077"/>
                </a:cubicBezTo>
                <a:cubicBezTo>
                  <a:pt x="8269126" y="1840248"/>
                  <a:pt x="8257638" y="1851736"/>
                  <a:pt x="8243468" y="1851736"/>
                </a:cubicBezTo>
                <a:cubicBezTo>
                  <a:pt x="8229298" y="1851736"/>
                  <a:pt x="8217810" y="1840248"/>
                  <a:pt x="8217810" y="1826077"/>
                </a:cubicBezTo>
                <a:cubicBezTo>
                  <a:pt x="8217810" y="1811906"/>
                  <a:pt x="8229298" y="1800418"/>
                  <a:pt x="8243468" y="1800418"/>
                </a:cubicBezTo>
                <a:close/>
                <a:moveTo>
                  <a:pt x="8179264" y="1800418"/>
                </a:moveTo>
                <a:cubicBezTo>
                  <a:pt x="8193434" y="1800418"/>
                  <a:pt x="8204922" y="1811906"/>
                  <a:pt x="8204922" y="1826077"/>
                </a:cubicBezTo>
                <a:cubicBezTo>
                  <a:pt x="8204922" y="1840248"/>
                  <a:pt x="8193434" y="1851736"/>
                  <a:pt x="8179264" y="1851736"/>
                </a:cubicBezTo>
                <a:cubicBezTo>
                  <a:pt x="8165091" y="1851736"/>
                  <a:pt x="8153603" y="1840248"/>
                  <a:pt x="8153603" y="1826077"/>
                </a:cubicBezTo>
                <a:cubicBezTo>
                  <a:pt x="8153603" y="1811906"/>
                  <a:pt x="8165091" y="1800418"/>
                  <a:pt x="8179264" y="1800418"/>
                </a:cubicBezTo>
                <a:close/>
                <a:moveTo>
                  <a:pt x="7858237" y="1800418"/>
                </a:moveTo>
                <a:cubicBezTo>
                  <a:pt x="7872407" y="1800418"/>
                  <a:pt x="7883895" y="1811906"/>
                  <a:pt x="7883895" y="1826077"/>
                </a:cubicBezTo>
                <a:cubicBezTo>
                  <a:pt x="7883895" y="1840248"/>
                  <a:pt x="7872407" y="1851736"/>
                  <a:pt x="7858237" y="1851736"/>
                </a:cubicBezTo>
                <a:cubicBezTo>
                  <a:pt x="7844066" y="1851736"/>
                  <a:pt x="7832578" y="1840248"/>
                  <a:pt x="7832578" y="1826077"/>
                </a:cubicBezTo>
                <a:cubicBezTo>
                  <a:pt x="7832578" y="1811906"/>
                  <a:pt x="7844066" y="1800418"/>
                  <a:pt x="7858237" y="1800418"/>
                </a:cubicBezTo>
                <a:close/>
                <a:moveTo>
                  <a:pt x="7794032" y="1800418"/>
                </a:moveTo>
                <a:cubicBezTo>
                  <a:pt x="7808203" y="1800418"/>
                  <a:pt x="7819690" y="1811906"/>
                  <a:pt x="7819690" y="1826077"/>
                </a:cubicBezTo>
                <a:cubicBezTo>
                  <a:pt x="7819690" y="1840248"/>
                  <a:pt x="7808203" y="1851736"/>
                  <a:pt x="7794032" y="1851736"/>
                </a:cubicBezTo>
                <a:cubicBezTo>
                  <a:pt x="7779862" y="1851736"/>
                  <a:pt x="7768371" y="1840248"/>
                  <a:pt x="7768371" y="1826077"/>
                </a:cubicBezTo>
                <a:cubicBezTo>
                  <a:pt x="7768371" y="1811906"/>
                  <a:pt x="7779862" y="1800418"/>
                  <a:pt x="7794032" y="1800418"/>
                </a:cubicBezTo>
                <a:close/>
                <a:moveTo>
                  <a:pt x="7472890" y="1800418"/>
                </a:moveTo>
                <a:cubicBezTo>
                  <a:pt x="7487060" y="1800418"/>
                  <a:pt x="7498548" y="1811906"/>
                  <a:pt x="7498548" y="1826077"/>
                </a:cubicBezTo>
                <a:cubicBezTo>
                  <a:pt x="7498548" y="1840248"/>
                  <a:pt x="7487060" y="1851736"/>
                  <a:pt x="7472890" y="1851736"/>
                </a:cubicBezTo>
                <a:cubicBezTo>
                  <a:pt x="7458717" y="1851736"/>
                  <a:pt x="7447229" y="1840248"/>
                  <a:pt x="7447229" y="1826077"/>
                </a:cubicBezTo>
                <a:cubicBezTo>
                  <a:pt x="7447229" y="1811906"/>
                  <a:pt x="7458717" y="1800418"/>
                  <a:pt x="7472890" y="1800418"/>
                </a:cubicBezTo>
                <a:close/>
                <a:moveTo>
                  <a:pt x="7151863" y="1800418"/>
                </a:moveTo>
                <a:cubicBezTo>
                  <a:pt x="7166033" y="1800418"/>
                  <a:pt x="7177521" y="1811906"/>
                  <a:pt x="7177521" y="1826077"/>
                </a:cubicBezTo>
                <a:cubicBezTo>
                  <a:pt x="7177521" y="1840248"/>
                  <a:pt x="7166033" y="1851736"/>
                  <a:pt x="7151863" y="1851736"/>
                </a:cubicBezTo>
                <a:cubicBezTo>
                  <a:pt x="7137692" y="1851736"/>
                  <a:pt x="7126205" y="1840248"/>
                  <a:pt x="7126205" y="1826077"/>
                </a:cubicBezTo>
                <a:cubicBezTo>
                  <a:pt x="7126205" y="1811906"/>
                  <a:pt x="7137692" y="1800418"/>
                  <a:pt x="7151863" y="1800418"/>
                </a:cubicBezTo>
                <a:close/>
                <a:moveTo>
                  <a:pt x="7087658" y="1800418"/>
                </a:moveTo>
                <a:cubicBezTo>
                  <a:pt x="7101829" y="1800418"/>
                  <a:pt x="7113317" y="1811906"/>
                  <a:pt x="7113317" y="1826077"/>
                </a:cubicBezTo>
                <a:cubicBezTo>
                  <a:pt x="7113317" y="1840248"/>
                  <a:pt x="7101829" y="1851736"/>
                  <a:pt x="7087658" y="1851736"/>
                </a:cubicBezTo>
                <a:cubicBezTo>
                  <a:pt x="7073485" y="1851736"/>
                  <a:pt x="7061998" y="1840248"/>
                  <a:pt x="7061998" y="1826077"/>
                </a:cubicBezTo>
                <a:cubicBezTo>
                  <a:pt x="7061998" y="1811906"/>
                  <a:pt x="7073485" y="1800418"/>
                  <a:pt x="7087658" y="1800418"/>
                </a:cubicBezTo>
                <a:close/>
                <a:moveTo>
                  <a:pt x="6766631" y="1800418"/>
                </a:moveTo>
                <a:cubicBezTo>
                  <a:pt x="6780802" y="1800418"/>
                  <a:pt x="6792290" y="1811906"/>
                  <a:pt x="6792290" y="1826077"/>
                </a:cubicBezTo>
                <a:cubicBezTo>
                  <a:pt x="6792290" y="1840248"/>
                  <a:pt x="6780802" y="1851736"/>
                  <a:pt x="6766631" y="1851736"/>
                </a:cubicBezTo>
                <a:cubicBezTo>
                  <a:pt x="6752461" y="1851736"/>
                  <a:pt x="6740973" y="1840248"/>
                  <a:pt x="6740973" y="1826077"/>
                </a:cubicBezTo>
                <a:cubicBezTo>
                  <a:pt x="6740973" y="1811906"/>
                  <a:pt x="6752461" y="1800418"/>
                  <a:pt x="6766631" y="1800418"/>
                </a:cubicBezTo>
                <a:close/>
                <a:moveTo>
                  <a:pt x="6702427" y="1800418"/>
                </a:moveTo>
                <a:cubicBezTo>
                  <a:pt x="6716597" y="1800418"/>
                  <a:pt x="6728085" y="1811906"/>
                  <a:pt x="6728085" y="1826077"/>
                </a:cubicBezTo>
                <a:cubicBezTo>
                  <a:pt x="6728085" y="1840248"/>
                  <a:pt x="6716597" y="1851736"/>
                  <a:pt x="6702427" y="1851736"/>
                </a:cubicBezTo>
                <a:cubicBezTo>
                  <a:pt x="6688254" y="1851736"/>
                  <a:pt x="6676766" y="1840248"/>
                  <a:pt x="6676766" y="1826077"/>
                </a:cubicBezTo>
                <a:cubicBezTo>
                  <a:pt x="6676766" y="1811906"/>
                  <a:pt x="6688254" y="1800418"/>
                  <a:pt x="6702427" y="1800418"/>
                </a:cubicBezTo>
                <a:close/>
                <a:moveTo>
                  <a:pt x="6381282" y="1800418"/>
                </a:moveTo>
                <a:cubicBezTo>
                  <a:pt x="6395455" y="1800418"/>
                  <a:pt x="6406943" y="1811906"/>
                  <a:pt x="6406943" y="1826077"/>
                </a:cubicBezTo>
                <a:cubicBezTo>
                  <a:pt x="6406943" y="1840248"/>
                  <a:pt x="6395455" y="1851736"/>
                  <a:pt x="6381282" y="1851736"/>
                </a:cubicBezTo>
                <a:cubicBezTo>
                  <a:pt x="6367112" y="1851736"/>
                  <a:pt x="6355624" y="1840248"/>
                  <a:pt x="6355624" y="1826077"/>
                </a:cubicBezTo>
                <a:cubicBezTo>
                  <a:pt x="6355624" y="1811906"/>
                  <a:pt x="6367112" y="1800418"/>
                  <a:pt x="6381282" y="1800418"/>
                </a:cubicBezTo>
                <a:close/>
                <a:moveTo>
                  <a:pt x="5807683" y="1800418"/>
                </a:moveTo>
                <a:cubicBezTo>
                  <a:pt x="5821853" y="1800418"/>
                  <a:pt x="5833341" y="1811906"/>
                  <a:pt x="5833341" y="1826077"/>
                </a:cubicBezTo>
                <a:cubicBezTo>
                  <a:pt x="5833341" y="1840248"/>
                  <a:pt x="5821853" y="1851736"/>
                  <a:pt x="5807683" y="1851736"/>
                </a:cubicBezTo>
                <a:cubicBezTo>
                  <a:pt x="5793512" y="1851736"/>
                  <a:pt x="5782024" y="1840248"/>
                  <a:pt x="5782024" y="1826077"/>
                </a:cubicBezTo>
                <a:cubicBezTo>
                  <a:pt x="5782024" y="1811906"/>
                  <a:pt x="5793512" y="1800418"/>
                  <a:pt x="5807683" y="1800418"/>
                </a:cubicBezTo>
                <a:close/>
                <a:moveTo>
                  <a:pt x="5743477" y="1800418"/>
                </a:moveTo>
                <a:cubicBezTo>
                  <a:pt x="5757648" y="1800418"/>
                  <a:pt x="5769136" y="1811906"/>
                  <a:pt x="5769136" y="1826077"/>
                </a:cubicBezTo>
                <a:cubicBezTo>
                  <a:pt x="5769136" y="1840248"/>
                  <a:pt x="5757648" y="1851736"/>
                  <a:pt x="5743477" y="1851736"/>
                </a:cubicBezTo>
                <a:cubicBezTo>
                  <a:pt x="5729307" y="1851736"/>
                  <a:pt x="5717818" y="1840248"/>
                  <a:pt x="5717818" y="1826077"/>
                </a:cubicBezTo>
                <a:cubicBezTo>
                  <a:pt x="5717818" y="1811906"/>
                  <a:pt x="5729307" y="1800418"/>
                  <a:pt x="5743477" y="1800418"/>
                </a:cubicBezTo>
                <a:close/>
                <a:moveTo>
                  <a:pt x="5422451" y="1800418"/>
                </a:moveTo>
                <a:cubicBezTo>
                  <a:pt x="5436621" y="1800418"/>
                  <a:pt x="5448109" y="1811906"/>
                  <a:pt x="5448109" y="1826077"/>
                </a:cubicBezTo>
                <a:cubicBezTo>
                  <a:pt x="5448109" y="1840248"/>
                  <a:pt x="5436621" y="1851736"/>
                  <a:pt x="5422451" y="1851736"/>
                </a:cubicBezTo>
                <a:cubicBezTo>
                  <a:pt x="5408280" y="1851736"/>
                  <a:pt x="5396791" y="1840248"/>
                  <a:pt x="5396791" y="1826077"/>
                </a:cubicBezTo>
                <a:cubicBezTo>
                  <a:pt x="5396791" y="1811906"/>
                  <a:pt x="5408280" y="1800418"/>
                  <a:pt x="5422451" y="1800418"/>
                </a:cubicBezTo>
                <a:close/>
                <a:moveTo>
                  <a:pt x="5358245" y="1800418"/>
                </a:moveTo>
                <a:cubicBezTo>
                  <a:pt x="5372417" y="1800418"/>
                  <a:pt x="5383904" y="1811906"/>
                  <a:pt x="5383904" y="1826077"/>
                </a:cubicBezTo>
                <a:cubicBezTo>
                  <a:pt x="5383904" y="1840248"/>
                  <a:pt x="5372417" y="1851736"/>
                  <a:pt x="5358245" y="1851736"/>
                </a:cubicBezTo>
                <a:cubicBezTo>
                  <a:pt x="5344076" y="1851736"/>
                  <a:pt x="5332587" y="1840248"/>
                  <a:pt x="5332587" y="1826077"/>
                </a:cubicBezTo>
                <a:cubicBezTo>
                  <a:pt x="5332587" y="1811906"/>
                  <a:pt x="5344076" y="1800418"/>
                  <a:pt x="5358245" y="1800418"/>
                </a:cubicBezTo>
                <a:close/>
                <a:moveTo>
                  <a:pt x="5037104" y="1800418"/>
                </a:moveTo>
                <a:cubicBezTo>
                  <a:pt x="5051273" y="1800418"/>
                  <a:pt x="5062762" y="1811906"/>
                  <a:pt x="5062762" y="1826077"/>
                </a:cubicBezTo>
                <a:cubicBezTo>
                  <a:pt x="5062762" y="1840248"/>
                  <a:pt x="5051273" y="1851736"/>
                  <a:pt x="5037104" y="1851736"/>
                </a:cubicBezTo>
                <a:cubicBezTo>
                  <a:pt x="5022930" y="1851736"/>
                  <a:pt x="5011444" y="1840248"/>
                  <a:pt x="5011444" y="1826077"/>
                </a:cubicBezTo>
                <a:cubicBezTo>
                  <a:pt x="5011444" y="1811906"/>
                  <a:pt x="5022930" y="1800418"/>
                  <a:pt x="5037104" y="1800418"/>
                </a:cubicBezTo>
                <a:close/>
                <a:moveTo>
                  <a:pt x="4716077" y="1800418"/>
                </a:moveTo>
                <a:cubicBezTo>
                  <a:pt x="4730248" y="1800418"/>
                  <a:pt x="4741736" y="1811906"/>
                  <a:pt x="4741736" y="1826077"/>
                </a:cubicBezTo>
                <a:cubicBezTo>
                  <a:pt x="4741736" y="1840248"/>
                  <a:pt x="4730248" y="1851736"/>
                  <a:pt x="4716077" y="1851736"/>
                </a:cubicBezTo>
                <a:cubicBezTo>
                  <a:pt x="4701906" y="1851736"/>
                  <a:pt x="4690419" y="1840248"/>
                  <a:pt x="4690419" y="1826077"/>
                </a:cubicBezTo>
                <a:cubicBezTo>
                  <a:pt x="4690419" y="1811906"/>
                  <a:pt x="4701906" y="1800418"/>
                  <a:pt x="4716077" y="1800418"/>
                </a:cubicBezTo>
                <a:close/>
                <a:moveTo>
                  <a:pt x="4651872" y="1800418"/>
                </a:moveTo>
                <a:cubicBezTo>
                  <a:pt x="4666042" y="1800418"/>
                  <a:pt x="4677531" y="1811906"/>
                  <a:pt x="4677531" y="1826077"/>
                </a:cubicBezTo>
                <a:cubicBezTo>
                  <a:pt x="4677531" y="1840248"/>
                  <a:pt x="4666042" y="1851736"/>
                  <a:pt x="4651872" y="1851736"/>
                </a:cubicBezTo>
                <a:cubicBezTo>
                  <a:pt x="4637700" y="1851736"/>
                  <a:pt x="4626213" y="1840248"/>
                  <a:pt x="4626213" y="1826077"/>
                </a:cubicBezTo>
                <a:cubicBezTo>
                  <a:pt x="4626213" y="1811906"/>
                  <a:pt x="4637700" y="1800418"/>
                  <a:pt x="4651872" y="1800418"/>
                </a:cubicBezTo>
                <a:close/>
                <a:moveTo>
                  <a:pt x="4330845" y="1800418"/>
                </a:moveTo>
                <a:cubicBezTo>
                  <a:pt x="4345017" y="1800418"/>
                  <a:pt x="4356504" y="1811906"/>
                  <a:pt x="4356504" y="1826077"/>
                </a:cubicBezTo>
                <a:cubicBezTo>
                  <a:pt x="4356504" y="1840248"/>
                  <a:pt x="4345017" y="1851736"/>
                  <a:pt x="4330845" y="1851736"/>
                </a:cubicBezTo>
                <a:cubicBezTo>
                  <a:pt x="4316675" y="1851736"/>
                  <a:pt x="4305186" y="1840248"/>
                  <a:pt x="4305186" y="1826077"/>
                </a:cubicBezTo>
                <a:cubicBezTo>
                  <a:pt x="4305186" y="1811906"/>
                  <a:pt x="4316675" y="1800418"/>
                  <a:pt x="4330845" y="1800418"/>
                </a:cubicBezTo>
                <a:close/>
                <a:moveTo>
                  <a:pt x="4266640" y="1800418"/>
                </a:moveTo>
                <a:cubicBezTo>
                  <a:pt x="4280811" y="1800418"/>
                  <a:pt x="4292298" y="1811906"/>
                  <a:pt x="4292298" y="1826077"/>
                </a:cubicBezTo>
                <a:cubicBezTo>
                  <a:pt x="4292298" y="1840248"/>
                  <a:pt x="4280811" y="1851736"/>
                  <a:pt x="4266640" y="1851736"/>
                </a:cubicBezTo>
                <a:cubicBezTo>
                  <a:pt x="4252470" y="1851736"/>
                  <a:pt x="4240981" y="1840248"/>
                  <a:pt x="4240981" y="1826077"/>
                </a:cubicBezTo>
                <a:cubicBezTo>
                  <a:pt x="4240981" y="1811906"/>
                  <a:pt x="4252470" y="1800418"/>
                  <a:pt x="4266640" y="1800418"/>
                </a:cubicBezTo>
                <a:close/>
                <a:moveTo>
                  <a:pt x="3945497" y="1800418"/>
                </a:moveTo>
                <a:cubicBezTo>
                  <a:pt x="3959668" y="1800418"/>
                  <a:pt x="3971155" y="1811906"/>
                  <a:pt x="3971155" y="1826077"/>
                </a:cubicBezTo>
                <a:cubicBezTo>
                  <a:pt x="3971155" y="1840248"/>
                  <a:pt x="3959668" y="1851736"/>
                  <a:pt x="3945497" y="1851736"/>
                </a:cubicBezTo>
                <a:cubicBezTo>
                  <a:pt x="3931325" y="1851736"/>
                  <a:pt x="3919838" y="1840248"/>
                  <a:pt x="3919838" y="1826077"/>
                </a:cubicBezTo>
                <a:cubicBezTo>
                  <a:pt x="3919838" y="1811906"/>
                  <a:pt x="3931325" y="1800418"/>
                  <a:pt x="3945497" y="1800418"/>
                </a:cubicBezTo>
                <a:close/>
                <a:moveTo>
                  <a:pt x="3624472" y="1800418"/>
                </a:moveTo>
                <a:cubicBezTo>
                  <a:pt x="3638640" y="1800418"/>
                  <a:pt x="3650129" y="1811906"/>
                  <a:pt x="3650129" y="1826077"/>
                </a:cubicBezTo>
                <a:cubicBezTo>
                  <a:pt x="3650129" y="1840248"/>
                  <a:pt x="3638640" y="1851736"/>
                  <a:pt x="3624472" y="1851736"/>
                </a:cubicBezTo>
                <a:cubicBezTo>
                  <a:pt x="3610300" y="1851736"/>
                  <a:pt x="3598810" y="1840248"/>
                  <a:pt x="3598810" y="1826077"/>
                </a:cubicBezTo>
                <a:cubicBezTo>
                  <a:pt x="3598810" y="1811906"/>
                  <a:pt x="3610300" y="1800418"/>
                  <a:pt x="3624472" y="1800418"/>
                </a:cubicBezTo>
                <a:close/>
                <a:moveTo>
                  <a:pt x="3560264" y="1800418"/>
                </a:moveTo>
                <a:cubicBezTo>
                  <a:pt x="3574438" y="1800418"/>
                  <a:pt x="3585923" y="1811906"/>
                  <a:pt x="3585923" y="1826077"/>
                </a:cubicBezTo>
                <a:cubicBezTo>
                  <a:pt x="3585923" y="1840248"/>
                  <a:pt x="3574438" y="1851736"/>
                  <a:pt x="3560264" y="1851736"/>
                </a:cubicBezTo>
                <a:cubicBezTo>
                  <a:pt x="3546095" y="1851736"/>
                  <a:pt x="3534607" y="1840248"/>
                  <a:pt x="3534607" y="1826077"/>
                </a:cubicBezTo>
                <a:cubicBezTo>
                  <a:pt x="3534607" y="1811906"/>
                  <a:pt x="3546095" y="1800418"/>
                  <a:pt x="3560264" y="1800418"/>
                </a:cubicBezTo>
                <a:close/>
                <a:moveTo>
                  <a:pt x="3239238" y="1800418"/>
                </a:moveTo>
                <a:cubicBezTo>
                  <a:pt x="3253410" y="1800418"/>
                  <a:pt x="3264898" y="1811906"/>
                  <a:pt x="3264898" y="1826077"/>
                </a:cubicBezTo>
                <a:cubicBezTo>
                  <a:pt x="3264898" y="1840248"/>
                  <a:pt x="3253410" y="1851736"/>
                  <a:pt x="3239238" y="1851736"/>
                </a:cubicBezTo>
                <a:cubicBezTo>
                  <a:pt x="3225068" y="1851736"/>
                  <a:pt x="3213580" y="1840248"/>
                  <a:pt x="3213580" y="1826077"/>
                </a:cubicBezTo>
                <a:cubicBezTo>
                  <a:pt x="3213580" y="1811906"/>
                  <a:pt x="3225068" y="1800418"/>
                  <a:pt x="3239238" y="1800418"/>
                </a:cubicBezTo>
                <a:close/>
                <a:moveTo>
                  <a:pt x="3175034" y="1800418"/>
                </a:moveTo>
                <a:cubicBezTo>
                  <a:pt x="3189204" y="1800418"/>
                  <a:pt x="3200692" y="1811906"/>
                  <a:pt x="3200692" y="1826077"/>
                </a:cubicBezTo>
                <a:cubicBezTo>
                  <a:pt x="3200692" y="1840248"/>
                  <a:pt x="3189204" y="1851736"/>
                  <a:pt x="3175034" y="1851736"/>
                </a:cubicBezTo>
                <a:cubicBezTo>
                  <a:pt x="3160862" y="1851736"/>
                  <a:pt x="3149375" y="1840248"/>
                  <a:pt x="3149375" y="1826077"/>
                </a:cubicBezTo>
                <a:cubicBezTo>
                  <a:pt x="3149375" y="1811906"/>
                  <a:pt x="3160862" y="1800418"/>
                  <a:pt x="3175034" y="1800418"/>
                </a:cubicBezTo>
                <a:close/>
                <a:moveTo>
                  <a:pt x="2853890" y="1800418"/>
                </a:moveTo>
                <a:cubicBezTo>
                  <a:pt x="2868062" y="1800418"/>
                  <a:pt x="2879550" y="1811906"/>
                  <a:pt x="2879550" y="1826077"/>
                </a:cubicBezTo>
                <a:cubicBezTo>
                  <a:pt x="2879550" y="1840248"/>
                  <a:pt x="2868062" y="1851736"/>
                  <a:pt x="2853890" y="1851736"/>
                </a:cubicBezTo>
                <a:cubicBezTo>
                  <a:pt x="2839720" y="1851736"/>
                  <a:pt x="2828231" y="1840248"/>
                  <a:pt x="2828231" y="1826077"/>
                </a:cubicBezTo>
                <a:cubicBezTo>
                  <a:pt x="2828231" y="1811906"/>
                  <a:pt x="2839720" y="1800418"/>
                  <a:pt x="2853890" y="1800418"/>
                </a:cubicBezTo>
                <a:close/>
                <a:moveTo>
                  <a:pt x="2532865" y="1800418"/>
                </a:moveTo>
                <a:cubicBezTo>
                  <a:pt x="2547035" y="1800418"/>
                  <a:pt x="2558523" y="1811906"/>
                  <a:pt x="2558523" y="1826077"/>
                </a:cubicBezTo>
                <a:cubicBezTo>
                  <a:pt x="2558523" y="1840248"/>
                  <a:pt x="2547035" y="1851736"/>
                  <a:pt x="2532865" y="1851736"/>
                </a:cubicBezTo>
                <a:cubicBezTo>
                  <a:pt x="2518693" y="1851736"/>
                  <a:pt x="2507205" y="1840248"/>
                  <a:pt x="2507205" y="1826077"/>
                </a:cubicBezTo>
                <a:cubicBezTo>
                  <a:pt x="2507205" y="1811906"/>
                  <a:pt x="2518693" y="1800418"/>
                  <a:pt x="2532865" y="1800418"/>
                </a:cubicBezTo>
                <a:close/>
                <a:moveTo>
                  <a:pt x="2468658" y="1800418"/>
                </a:moveTo>
                <a:cubicBezTo>
                  <a:pt x="2482831" y="1800418"/>
                  <a:pt x="2494318" y="1811906"/>
                  <a:pt x="2494318" y="1826077"/>
                </a:cubicBezTo>
                <a:cubicBezTo>
                  <a:pt x="2494318" y="1840248"/>
                  <a:pt x="2482831" y="1851736"/>
                  <a:pt x="2468658" y="1851736"/>
                </a:cubicBezTo>
                <a:cubicBezTo>
                  <a:pt x="2454488" y="1851736"/>
                  <a:pt x="2443000" y="1840248"/>
                  <a:pt x="2443000" y="1826077"/>
                </a:cubicBezTo>
                <a:cubicBezTo>
                  <a:pt x="2443000" y="1811906"/>
                  <a:pt x="2454488" y="1800418"/>
                  <a:pt x="2468658" y="1800418"/>
                </a:cubicBezTo>
                <a:close/>
                <a:moveTo>
                  <a:pt x="2147633" y="1800418"/>
                </a:moveTo>
                <a:cubicBezTo>
                  <a:pt x="2161804" y="1800418"/>
                  <a:pt x="2173293" y="1811906"/>
                  <a:pt x="2173293" y="1826077"/>
                </a:cubicBezTo>
                <a:cubicBezTo>
                  <a:pt x="2173293" y="1840248"/>
                  <a:pt x="2161804" y="1851736"/>
                  <a:pt x="2147633" y="1851736"/>
                </a:cubicBezTo>
                <a:cubicBezTo>
                  <a:pt x="2133462" y="1851736"/>
                  <a:pt x="2121975" y="1840248"/>
                  <a:pt x="2121975" y="1826077"/>
                </a:cubicBezTo>
                <a:cubicBezTo>
                  <a:pt x="2121975" y="1811906"/>
                  <a:pt x="2133462" y="1800418"/>
                  <a:pt x="2147633" y="1800418"/>
                </a:cubicBezTo>
                <a:close/>
                <a:moveTo>
                  <a:pt x="2083427" y="1800418"/>
                </a:moveTo>
                <a:cubicBezTo>
                  <a:pt x="2097599" y="1800418"/>
                  <a:pt x="2109087" y="1811906"/>
                  <a:pt x="2109087" y="1826077"/>
                </a:cubicBezTo>
                <a:cubicBezTo>
                  <a:pt x="2109087" y="1840248"/>
                  <a:pt x="2097599" y="1851736"/>
                  <a:pt x="2083427" y="1851736"/>
                </a:cubicBezTo>
                <a:cubicBezTo>
                  <a:pt x="2069257" y="1851736"/>
                  <a:pt x="2057768" y="1840248"/>
                  <a:pt x="2057768" y="1826077"/>
                </a:cubicBezTo>
                <a:cubicBezTo>
                  <a:pt x="2057768" y="1811906"/>
                  <a:pt x="2069257" y="1800418"/>
                  <a:pt x="2083427" y="1800418"/>
                </a:cubicBezTo>
                <a:close/>
                <a:moveTo>
                  <a:pt x="1762285" y="1800418"/>
                </a:moveTo>
                <a:cubicBezTo>
                  <a:pt x="1776456" y="1800418"/>
                  <a:pt x="1787944" y="1811906"/>
                  <a:pt x="1787944" y="1826077"/>
                </a:cubicBezTo>
                <a:cubicBezTo>
                  <a:pt x="1787944" y="1840248"/>
                  <a:pt x="1776456" y="1851736"/>
                  <a:pt x="1762285" y="1851736"/>
                </a:cubicBezTo>
                <a:cubicBezTo>
                  <a:pt x="1748114" y="1851736"/>
                  <a:pt x="1736626" y="1840248"/>
                  <a:pt x="1736626" y="1826077"/>
                </a:cubicBezTo>
                <a:cubicBezTo>
                  <a:pt x="1736626" y="1811906"/>
                  <a:pt x="1748114" y="1800418"/>
                  <a:pt x="1762285" y="1800418"/>
                </a:cubicBezTo>
                <a:close/>
                <a:moveTo>
                  <a:pt x="1441258" y="1800418"/>
                </a:moveTo>
                <a:cubicBezTo>
                  <a:pt x="1455430" y="1800418"/>
                  <a:pt x="1466917" y="1811906"/>
                  <a:pt x="1466917" y="1826077"/>
                </a:cubicBezTo>
                <a:cubicBezTo>
                  <a:pt x="1466917" y="1840248"/>
                  <a:pt x="1455430" y="1851736"/>
                  <a:pt x="1441258" y="1851736"/>
                </a:cubicBezTo>
                <a:cubicBezTo>
                  <a:pt x="1427087" y="1851736"/>
                  <a:pt x="1415599" y="1840248"/>
                  <a:pt x="1415599" y="1826077"/>
                </a:cubicBezTo>
                <a:cubicBezTo>
                  <a:pt x="1415599" y="1811906"/>
                  <a:pt x="1427087" y="1800418"/>
                  <a:pt x="1441258" y="1800418"/>
                </a:cubicBezTo>
                <a:close/>
                <a:moveTo>
                  <a:pt x="1377053" y="1800418"/>
                </a:moveTo>
                <a:cubicBezTo>
                  <a:pt x="1391224" y="1800418"/>
                  <a:pt x="1402712" y="1811906"/>
                  <a:pt x="1402712" y="1826077"/>
                </a:cubicBezTo>
                <a:cubicBezTo>
                  <a:pt x="1402712" y="1840248"/>
                  <a:pt x="1391224" y="1851736"/>
                  <a:pt x="1377053" y="1851736"/>
                </a:cubicBezTo>
                <a:cubicBezTo>
                  <a:pt x="1362882" y="1851736"/>
                  <a:pt x="1351395" y="1840248"/>
                  <a:pt x="1351395" y="1826077"/>
                </a:cubicBezTo>
                <a:cubicBezTo>
                  <a:pt x="1351395" y="1811906"/>
                  <a:pt x="1362882" y="1800418"/>
                  <a:pt x="1377053" y="1800418"/>
                </a:cubicBezTo>
                <a:close/>
                <a:moveTo>
                  <a:pt x="1056027" y="1800418"/>
                </a:moveTo>
                <a:cubicBezTo>
                  <a:pt x="1070199" y="1800418"/>
                  <a:pt x="1081685" y="1811906"/>
                  <a:pt x="1081685" y="1826077"/>
                </a:cubicBezTo>
                <a:cubicBezTo>
                  <a:pt x="1081685" y="1840248"/>
                  <a:pt x="1070199" y="1851736"/>
                  <a:pt x="1056027" y="1851736"/>
                </a:cubicBezTo>
                <a:cubicBezTo>
                  <a:pt x="1041857" y="1851736"/>
                  <a:pt x="1030369" y="1840248"/>
                  <a:pt x="1030369" y="1826077"/>
                </a:cubicBezTo>
                <a:cubicBezTo>
                  <a:pt x="1030369" y="1811906"/>
                  <a:pt x="1041857" y="1800418"/>
                  <a:pt x="1056027" y="1800418"/>
                </a:cubicBezTo>
                <a:close/>
                <a:moveTo>
                  <a:pt x="991823" y="1800418"/>
                </a:moveTo>
                <a:cubicBezTo>
                  <a:pt x="1005993" y="1800418"/>
                  <a:pt x="1017481" y="1811906"/>
                  <a:pt x="1017481" y="1826077"/>
                </a:cubicBezTo>
                <a:cubicBezTo>
                  <a:pt x="1017481" y="1840248"/>
                  <a:pt x="1005993" y="1851736"/>
                  <a:pt x="991823" y="1851736"/>
                </a:cubicBezTo>
                <a:cubicBezTo>
                  <a:pt x="977652" y="1851736"/>
                  <a:pt x="966162" y="1840248"/>
                  <a:pt x="966162" y="1826077"/>
                </a:cubicBezTo>
                <a:cubicBezTo>
                  <a:pt x="966162" y="1811906"/>
                  <a:pt x="977652" y="1800418"/>
                  <a:pt x="991823" y="1800418"/>
                </a:cubicBezTo>
                <a:close/>
                <a:moveTo>
                  <a:pt x="670679" y="1800418"/>
                </a:moveTo>
                <a:cubicBezTo>
                  <a:pt x="684851" y="1800418"/>
                  <a:pt x="696338" y="1811906"/>
                  <a:pt x="696338" y="1826077"/>
                </a:cubicBezTo>
                <a:cubicBezTo>
                  <a:pt x="696338" y="1840248"/>
                  <a:pt x="684851" y="1851736"/>
                  <a:pt x="670679" y="1851736"/>
                </a:cubicBezTo>
                <a:cubicBezTo>
                  <a:pt x="656509" y="1851736"/>
                  <a:pt x="645020" y="1840248"/>
                  <a:pt x="645020" y="1826077"/>
                </a:cubicBezTo>
                <a:cubicBezTo>
                  <a:pt x="645020" y="1811906"/>
                  <a:pt x="656509" y="1800418"/>
                  <a:pt x="670679" y="1800418"/>
                </a:cubicBezTo>
                <a:close/>
                <a:moveTo>
                  <a:pt x="89864" y="1800418"/>
                </a:moveTo>
                <a:cubicBezTo>
                  <a:pt x="104034" y="1800418"/>
                  <a:pt x="115522" y="1811906"/>
                  <a:pt x="115522" y="1826077"/>
                </a:cubicBezTo>
                <a:cubicBezTo>
                  <a:pt x="115522" y="1840248"/>
                  <a:pt x="104034" y="1851736"/>
                  <a:pt x="89864" y="1851736"/>
                </a:cubicBezTo>
                <a:cubicBezTo>
                  <a:pt x="75693" y="1851736"/>
                  <a:pt x="64205" y="1840248"/>
                  <a:pt x="64205" y="1826077"/>
                </a:cubicBezTo>
                <a:cubicBezTo>
                  <a:pt x="64205" y="1811906"/>
                  <a:pt x="75693" y="1800418"/>
                  <a:pt x="89864" y="1800418"/>
                </a:cubicBezTo>
                <a:close/>
                <a:moveTo>
                  <a:pt x="25659" y="1800418"/>
                </a:moveTo>
                <a:cubicBezTo>
                  <a:pt x="39829" y="1800418"/>
                  <a:pt x="51317" y="1811906"/>
                  <a:pt x="51317" y="1826077"/>
                </a:cubicBezTo>
                <a:cubicBezTo>
                  <a:pt x="51317" y="1840248"/>
                  <a:pt x="39829" y="1851736"/>
                  <a:pt x="25659" y="1851736"/>
                </a:cubicBezTo>
                <a:cubicBezTo>
                  <a:pt x="11488" y="1851736"/>
                  <a:pt x="0" y="1840248"/>
                  <a:pt x="0" y="1826077"/>
                </a:cubicBezTo>
                <a:cubicBezTo>
                  <a:pt x="0" y="1811906"/>
                  <a:pt x="11488" y="1800418"/>
                  <a:pt x="25659" y="1800418"/>
                </a:cubicBezTo>
                <a:close/>
                <a:moveTo>
                  <a:pt x="11582491" y="1745967"/>
                </a:moveTo>
                <a:cubicBezTo>
                  <a:pt x="11589609" y="1745967"/>
                  <a:pt x="11595379" y="1751736"/>
                  <a:pt x="11595379" y="1758853"/>
                </a:cubicBezTo>
                <a:cubicBezTo>
                  <a:pt x="11595379" y="1765972"/>
                  <a:pt x="11589609" y="1771740"/>
                  <a:pt x="11582491" y="1771740"/>
                </a:cubicBezTo>
                <a:cubicBezTo>
                  <a:pt x="11575375" y="1771740"/>
                  <a:pt x="11569605" y="1765972"/>
                  <a:pt x="11569605" y="1758853"/>
                </a:cubicBezTo>
                <a:cubicBezTo>
                  <a:pt x="11569605" y="1751736"/>
                  <a:pt x="11575375" y="1745967"/>
                  <a:pt x="11582491" y="1745967"/>
                </a:cubicBezTo>
                <a:close/>
                <a:moveTo>
                  <a:pt x="7023451" y="1745967"/>
                </a:moveTo>
                <a:cubicBezTo>
                  <a:pt x="7030570" y="1745967"/>
                  <a:pt x="7036339" y="1751736"/>
                  <a:pt x="7036339" y="1758853"/>
                </a:cubicBezTo>
                <a:cubicBezTo>
                  <a:pt x="7036339" y="1765972"/>
                  <a:pt x="7030570" y="1771740"/>
                  <a:pt x="7023451" y="1771740"/>
                </a:cubicBezTo>
                <a:cubicBezTo>
                  <a:pt x="7016335" y="1771740"/>
                  <a:pt x="7010566" y="1765972"/>
                  <a:pt x="7010566" y="1758853"/>
                </a:cubicBezTo>
                <a:cubicBezTo>
                  <a:pt x="7010566" y="1751736"/>
                  <a:pt x="7016335" y="1745967"/>
                  <a:pt x="7023451" y="1745967"/>
                </a:cubicBezTo>
                <a:close/>
                <a:moveTo>
                  <a:pt x="5871887" y="1745967"/>
                </a:moveTo>
                <a:cubicBezTo>
                  <a:pt x="5879006" y="1745967"/>
                  <a:pt x="5884776" y="1751736"/>
                  <a:pt x="5884776" y="1758853"/>
                </a:cubicBezTo>
                <a:cubicBezTo>
                  <a:pt x="5884776" y="1765972"/>
                  <a:pt x="5879004" y="1771740"/>
                  <a:pt x="5871887" y="1771740"/>
                </a:cubicBezTo>
                <a:cubicBezTo>
                  <a:pt x="5864769" y="1771740"/>
                  <a:pt x="5859000" y="1765972"/>
                  <a:pt x="5859000" y="1758853"/>
                </a:cubicBezTo>
                <a:cubicBezTo>
                  <a:pt x="5859000" y="1751736"/>
                  <a:pt x="5864772" y="1745967"/>
                  <a:pt x="5871887" y="1745967"/>
                </a:cubicBezTo>
                <a:close/>
                <a:moveTo>
                  <a:pt x="1312848" y="1745967"/>
                </a:moveTo>
                <a:cubicBezTo>
                  <a:pt x="1319968" y="1745967"/>
                  <a:pt x="1325735" y="1751736"/>
                  <a:pt x="1325735" y="1758853"/>
                </a:cubicBezTo>
                <a:cubicBezTo>
                  <a:pt x="1325735" y="1765972"/>
                  <a:pt x="1319968" y="1771740"/>
                  <a:pt x="1312848" y="1771740"/>
                </a:cubicBezTo>
                <a:cubicBezTo>
                  <a:pt x="1305730" y="1771740"/>
                  <a:pt x="1299962" y="1765972"/>
                  <a:pt x="1299962" y="1758853"/>
                </a:cubicBezTo>
                <a:cubicBezTo>
                  <a:pt x="1299962" y="1751736"/>
                  <a:pt x="1305730" y="1745967"/>
                  <a:pt x="1312848" y="1745967"/>
                </a:cubicBezTo>
                <a:close/>
                <a:moveTo>
                  <a:pt x="154069" y="1745967"/>
                </a:moveTo>
                <a:cubicBezTo>
                  <a:pt x="161187" y="1745967"/>
                  <a:pt x="166957" y="1751736"/>
                  <a:pt x="166957" y="1758853"/>
                </a:cubicBezTo>
                <a:cubicBezTo>
                  <a:pt x="166957" y="1765972"/>
                  <a:pt x="161186" y="1771740"/>
                  <a:pt x="154069" y="1771740"/>
                </a:cubicBezTo>
                <a:cubicBezTo>
                  <a:pt x="146951" y="1771740"/>
                  <a:pt x="141182" y="1765972"/>
                  <a:pt x="141182" y="1758853"/>
                </a:cubicBezTo>
                <a:cubicBezTo>
                  <a:pt x="141182" y="1751736"/>
                  <a:pt x="146953" y="1745967"/>
                  <a:pt x="154069" y="1745967"/>
                </a:cubicBezTo>
                <a:close/>
                <a:moveTo>
                  <a:pt x="12163307" y="1733195"/>
                </a:moveTo>
                <a:cubicBezTo>
                  <a:pt x="12177471" y="1733195"/>
                  <a:pt x="12188965" y="1744689"/>
                  <a:pt x="12188965" y="1758854"/>
                </a:cubicBezTo>
                <a:cubicBezTo>
                  <a:pt x="12188965" y="1773018"/>
                  <a:pt x="12177471" y="1784513"/>
                  <a:pt x="12163307" y="1784513"/>
                </a:cubicBezTo>
                <a:cubicBezTo>
                  <a:pt x="12149141" y="1784513"/>
                  <a:pt x="12137649" y="1773018"/>
                  <a:pt x="12137649" y="1758854"/>
                </a:cubicBezTo>
                <a:cubicBezTo>
                  <a:pt x="12137649" y="1744689"/>
                  <a:pt x="12149141" y="1733195"/>
                  <a:pt x="12163307" y="1733195"/>
                </a:cubicBezTo>
                <a:close/>
                <a:moveTo>
                  <a:pt x="12099103" y="1733195"/>
                </a:moveTo>
                <a:cubicBezTo>
                  <a:pt x="12113273" y="1733195"/>
                  <a:pt x="12124761" y="1744682"/>
                  <a:pt x="12124761" y="1758854"/>
                </a:cubicBezTo>
                <a:cubicBezTo>
                  <a:pt x="12124761" y="1773025"/>
                  <a:pt x="12113273" y="1784513"/>
                  <a:pt x="12099103" y="1784513"/>
                </a:cubicBezTo>
                <a:cubicBezTo>
                  <a:pt x="12084931" y="1784513"/>
                  <a:pt x="12073441" y="1773025"/>
                  <a:pt x="12073441" y="1758854"/>
                </a:cubicBezTo>
                <a:cubicBezTo>
                  <a:pt x="12073441" y="1744682"/>
                  <a:pt x="12084931" y="1733195"/>
                  <a:pt x="12099103" y="1733195"/>
                </a:cubicBezTo>
                <a:close/>
                <a:moveTo>
                  <a:pt x="12034897" y="1733195"/>
                </a:moveTo>
                <a:cubicBezTo>
                  <a:pt x="12049061" y="1733195"/>
                  <a:pt x="12060557" y="1744689"/>
                  <a:pt x="12060557" y="1758854"/>
                </a:cubicBezTo>
                <a:cubicBezTo>
                  <a:pt x="12060557" y="1773018"/>
                  <a:pt x="12049061" y="1784513"/>
                  <a:pt x="12034897" y="1784513"/>
                </a:cubicBezTo>
                <a:cubicBezTo>
                  <a:pt x="12020731" y="1784513"/>
                  <a:pt x="12009237" y="1773018"/>
                  <a:pt x="12009237" y="1758854"/>
                </a:cubicBezTo>
                <a:cubicBezTo>
                  <a:pt x="12009237" y="1744689"/>
                  <a:pt x="12020731" y="1733195"/>
                  <a:pt x="12034897" y="1733195"/>
                </a:cubicBezTo>
                <a:close/>
                <a:moveTo>
                  <a:pt x="11970691" y="1733195"/>
                </a:moveTo>
                <a:cubicBezTo>
                  <a:pt x="11984855" y="1733195"/>
                  <a:pt x="11996349" y="1744689"/>
                  <a:pt x="11996349" y="1758854"/>
                </a:cubicBezTo>
                <a:cubicBezTo>
                  <a:pt x="11996349" y="1773018"/>
                  <a:pt x="11984855" y="1784513"/>
                  <a:pt x="11970691" y="1784513"/>
                </a:cubicBezTo>
                <a:cubicBezTo>
                  <a:pt x="11956525" y="1784513"/>
                  <a:pt x="11945033" y="1773018"/>
                  <a:pt x="11945033" y="1758854"/>
                </a:cubicBezTo>
                <a:cubicBezTo>
                  <a:pt x="11945033" y="1744689"/>
                  <a:pt x="11956525" y="1733195"/>
                  <a:pt x="11970691" y="1733195"/>
                </a:cubicBezTo>
                <a:close/>
                <a:moveTo>
                  <a:pt x="11906483" y="1733195"/>
                </a:moveTo>
                <a:cubicBezTo>
                  <a:pt x="11920649" y="1733195"/>
                  <a:pt x="11932145" y="1744689"/>
                  <a:pt x="11932145" y="1758854"/>
                </a:cubicBezTo>
                <a:cubicBezTo>
                  <a:pt x="11932145" y="1773018"/>
                  <a:pt x="11920649" y="1784513"/>
                  <a:pt x="11906483" y="1784513"/>
                </a:cubicBezTo>
                <a:cubicBezTo>
                  <a:pt x="11892321" y="1784513"/>
                  <a:pt x="11880825" y="1773018"/>
                  <a:pt x="11880825" y="1758854"/>
                </a:cubicBezTo>
                <a:cubicBezTo>
                  <a:pt x="11880825" y="1744689"/>
                  <a:pt x="11892321" y="1733195"/>
                  <a:pt x="11906483" y="1733195"/>
                </a:cubicBezTo>
                <a:close/>
                <a:moveTo>
                  <a:pt x="11842279" y="1733195"/>
                </a:moveTo>
                <a:cubicBezTo>
                  <a:pt x="11856445" y="1733195"/>
                  <a:pt x="11867941" y="1744689"/>
                  <a:pt x="11867941" y="1758854"/>
                </a:cubicBezTo>
                <a:cubicBezTo>
                  <a:pt x="11867941" y="1773018"/>
                  <a:pt x="11856445" y="1784513"/>
                  <a:pt x="11842279" y="1784513"/>
                </a:cubicBezTo>
                <a:cubicBezTo>
                  <a:pt x="11828117" y="1784513"/>
                  <a:pt x="11816621" y="1773018"/>
                  <a:pt x="11816621" y="1758854"/>
                </a:cubicBezTo>
                <a:cubicBezTo>
                  <a:pt x="11816621" y="1744689"/>
                  <a:pt x="11828117" y="1733195"/>
                  <a:pt x="11842279" y="1733195"/>
                </a:cubicBezTo>
                <a:close/>
                <a:moveTo>
                  <a:pt x="11775107" y="1733195"/>
                </a:moveTo>
                <a:cubicBezTo>
                  <a:pt x="11789271" y="1733195"/>
                  <a:pt x="11800767" y="1744689"/>
                  <a:pt x="11800767" y="1758854"/>
                </a:cubicBezTo>
                <a:cubicBezTo>
                  <a:pt x="11800767" y="1773018"/>
                  <a:pt x="11789271" y="1784513"/>
                  <a:pt x="11775107" y="1784513"/>
                </a:cubicBezTo>
                <a:cubicBezTo>
                  <a:pt x="11760941" y="1784513"/>
                  <a:pt x="11749449" y="1773018"/>
                  <a:pt x="11749449" y="1758854"/>
                </a:cubicBezTo>
                <a:cubicBezTo>
                  <a:pt x="11749449" y="1744689"/>
                  <a:pt x="11760941" y="1733195"/>
                  <a:pt x="11775107" y="1733195"/>
                </a:cubicBezTo>
                <a:close/>
                <a:moveTo>
                  <a:pt x="11710901" y="1733195"/>
                </a:moveTo>
                <a:cubicBezTo>
                  <a:pt x="11725067" y="1733195"/>
                  <a:pt x="11736561" y="1744689"/>
                  <a:pt x="11736561" y="1758854"/>
                </a:cubicBezTo>
                <a:cubicBezTo>
                  <a:pt x="11736561" y="1773018"/>
                  <a:pt x="11725067" y="1784513"/>
                  <a:pt x="11710901" y="1784513"/>
                </a:cubicBezTo>
                <a:cubicBezTo>
                  <a:pt x="11696737" y="1784513"/>
                  <a:pt x="11685243" y="1773018"/>
                  <a:pt x="11685243" y="1758854"/>
                </a:cubicBezTo>
                <a:cubicBezTo>
                  <a:pt x="11685243" y="1744689"/>
                  <a:pt x="11696737" y="1733195"/>
                  <a:pt x="11710901" y="1733195"/>
                </a:cubicBezTo>
                <a:close/>
                <a:moveTo>
                  <a:pt x="11646697" y="1733195"/>
                </a:moveTo>
                <a:cubicBezTo>
                  <a:pt x="11660859" y="1733195"/>
                  <a:pt x="11672355" y="1744689"/>
                  <a:pt x="11672355" y="1758854"/>
                </a:cubicBezTo>
                <a:cubicBezTo>
                  <a:pt x="11672355" y="1773018"/>
                  <a:pt x="11660859" y="1784513"/>
                  <a:pt x="11646697" y="1784513"/>
                </a:cubicBezTo>
                <a:cubicBezTo>
                  <a:pt x="11632529" y="1784513"/>
                  <a:pt x="11621037" y="1773018"/>
                  <a:pt x="11621037" y="1758854"/>
                </a:cubicBezTo>
                <a:cubicBezTo>
                  <a:pt x="11621037" y="1744689"/>
                  <a:pt x="11632529" y="1733195"/>
                  <a:pt x="11646697" y="1733195"/>
                </a:cubicBezTo>
                <a:close/>
                <a:moveTo>
                  <a:pt x="11518287" y="1733195"/>
                </a:moveTo>
                <a:cubicBezTo>
                  <a:pt x="11532457" y="1733195"/>
                  <a:pt x="11543945" y="1744682"/>
                  <a:pt x="11543945" y="1758854"/>
                </a:cubicBezTo>
                <a:cubicBezTo>
                  <a:pt x="11543945" y="1773025"/>
                  <a:pt x="11532457" y="1784513"/>
                  <a:pt x="11518287" y="1784513"/>
                </a:cubicBezTo>
                <a:cubicBezTo>
                  <a:pt x="11504115" y="1784513"/>
                  <a:pt x="11492627" y="1773025"/>
                  <a:pt x="11492627" y="1758854"/>
                </a:cubicBezTo>
                <a:cubicBezTo>
                  <a:pt x="11492627" y="1744682"/>
                  <a:pt x="11504115" y="1733195"/>
                  <a:pt x="11518287" y="1733195"/>
                </a:cubicBezTo>
                <a:close/>
                <a:moveTo>
                  <a:pt x="11454081" y="1733195"/>
                </a:moveTo>
                <a:cubicBezTo>
                  <a:pt x="11468253" y="1733195"/>
                  <a:pt x="11479739" y="1744682"/>
                  <a:pt x="11479739" y="1758854"/>
                </a:cubicBezTo>
                <a:cubicBezTo>
                  <a:pt x="11479739" y="1773025"/>
                  <a:pt x="11468253" y="1784513"/>
                  <a:pt x="11454081" y="1784513"/>
                </a:cubicBezTo>
                <a:cubicBezTo>
                  <a:pt x="11439909" y="1784513"/>
                  <a:pt x="11428421" y="1773025"/>
                  <a:pt x="11428421" y="1758854"/>
                </a:cubicBezTo>
                <a:cubicBezTo>
                  <a:pt x="11428421" y="1744682"/>
                  <a:pt x="11439909" y="1733195"/>
                  <a:pt x="11454081" y="1733195"/>
                </a:cubicBezTo>
                <a:close/>
                <a:moveTo>
                  <a:pt x="11389875" y="1733195"/>
                </a:moveTo>
                <a:cubicBezTo>
                  <a:pt x="11404040" y="1733195"/>
                  <a:pt x="11415533" y="1744689"/>
                  <a:pt x="11415533" y="1758854"/>
                </a:cubicBezTo>
                <a:cubicBezTo>
                  <a:pt x="11415533" y="1773018"/>
                  <a:pt x="11404040" y="1784513"/>
                  <a:pt x="11389875" y="1784513"/>
                </a:cubicBezTo>
                <a:cubicBezTo>
                  <a:pt x="11375710" y="1784513"/>
                  <a:pt x="11364217" y="1773018"/>
                  <a:pt x="11364217" y="1758854"/>
                </a:cubicBezTo>
                <a:cubicBezTo>
                  <a:pt x="11364217" y="1744689"/>
                  <a:pt x="11375710" y="1733195"/>
                  <a:pt x="11389875" y="1733195"/>
                </a:cubicBezTo>
                <a:close/>
                <a:moveTo>
                  <a:pt x="11325670" y="1733195"/>
                </a:moveTo>
                <a:cubicBezTo>
                  <a:pt x="11339835" y="1733195"/>
                  <a:pt x="11351329" y="1744689"/>
                  <a:pt x="11351329" y="1758854"/>
                </a:cubicBezTo>
                <a:cubicBezTo>
                  <a:pt x="11351329" y="1773018"/>
                  <a:pt x="11339835" y="1784513"/>
                  <a:pt x="11325670" y="1784513"/>
                </a:cubicBezTo>
                <a:cubicBezTo>
                  <a:pt x="11311505" y="1784513"/>
                  <a:pt x="11300012" y="1773018"/>
                  <a:pt x="11300012" y="1758854"/>
                </a:cubicBezTo>
                <a:cubicBezTo>
                  <a:pt x="11300012" y="1744689"/>
                  <a:pt x="11311505" y="1733195"/>
                  <a:pt x="11325670" y="1733195"/>
                </a:cubicBezTo>
                <a:close/>
                <a:moveTo>
                  <a:pt x="11261466" y="1733195"/>
                </a:moveTo>
                <a:cubicBezTo>
                  <a:pt x="11275628" y="1733195"/>
                  <a:pt x="11287124" y="1744689"/>
                  <a:pt x="11287124" y="1758854"/>
                </a:cubicBezTo>
                <a:cubicBezTo>
                  <a:pt x="11287124" y="1773018"/>
                  <a:pt x="11275628" y="1784513"/>
                  <a:pt x="11261466" y="1784513"/>
                </a:cubicBezTo>
                <a:cubicBezTo>
                  <a:pt x="11247301" y="1784513"/>
                  <a:pt x="11235805" y="1773018"/>
                  <a:pt x="11235805" y="1758854"/>
                </a:cubicBezTo>
                <a:cubicBezTo>
                  <a:pt x="11235805" y="1744689"/>
                  <a:pt x="11247301" y="1733195"/>
                  <a:pt x="11261466" y="1733195"/>
                </a:cubicBezTo>
                <a:close/>
                <a:moveTo>
                  <a:pt x="11197259" y="1733195"/>
                </a:moveTo>
                <a:cubicBezTo>
                  <a:pt x="11211424" y="1733195"/>
                  <a:pt x="11222917" y="1744689"/>
                  <a:pt x="11222917" y="1758854"/>
                </a:cubicBezTo>
                <a:cubicBezTo>
                  <a:pt x="11222917" y="1773018"/>
                  <a:pt x="11211424" y="1784513"/>
                  <a:pt x="11197259" y="1784513"/>
                </a:cubicBezTo>
                <a:cubicBezTo>
                  <a:pt x="11183094" y="1784513"/>
                  <a:pt x="11171601" y="1773018"/>
                  <a:pt x="11171601" y="1758854"/>
                </a:cubicBezTo>
                <a:cubicBezTo>
                  <a:pt x="11171601" y="1744689"/>
                  <a:pt x="11183094" y="1733195"/>
                  <a:pt x="11197259" y="1733195"/>
                </a:cubicBezTo>
                <a:close/>
                <a:moveTo>
                  <a:pt x="11133055" y="1733195"/>
                </a:moveTo>
                <a:cubicBezTo>
                  <a:pt x="11147225" y="1733195"/>
                  <a:pt x="11158713" y="1744682"/>
                  <a:pt x="11158713" y="1758854"/>
                </a:cubicBezTo>
                <a:cubicBezTo>
                  <a:pt x="11158713" y="1773025"/>
                  <a:pt x="11147225" y="1784513"/>
                  <a:pt x="11133055" y="1784513"/>
                </a:cubicBezTo>
                <a:cubicBezTo>
                  <a:pt x="11118884" y="1784513"/>
                  <a:pt x="11107396" y="1773025"/>
                  <a:pt x="11107396" y="1758854"/>
                </a:cubicBezTo>
                <a:cubicBezTo>
                  <a:pt x="11107396" y="1744682"/>
                  <a:pt x="11118884" y="1733195"/>
                  <a:pt x="11133055" y="1733195"/>
                </a:cubicBezTo>
                <a:close/>
                <a:moveTo>
                  <a:pt x="11068848" y="1733195"/>
                </a:moveTo>
                <a:cubicBezTo>
                  <a:pt x="11083021" y="1733195"/>
                  <a:pt x="11094509" y="1744682"/>
                  <a:pt x="11094509" y="1758854"/>
                </a:cubicBezTo>
                <a:cubicBezTo>
                  <a:pt x="11094509" y="1773025"/>
                  <a:pt x="11083021" y="1784513"/>
                  <a:pt x="11068848" y="1784513"/>
                </a:cubicBezTo>
                <a:cubicBezTo>
                  <a:pt x="11054677" y="1784513"/>
                  <a:pt x="11043189" y="1773025"/>
                  <a:pt x="11043189" y="1758854"/>
                </a:cubicBezTo>
                <a:cubicBezTo>
                  <a:pt x="11043189" y="1744682"/>
                  <a:pt x="11054677" y="1733195"/>
                  <a:pt x="11068848" y="1733195"/>
                </a:cubicBezTo>
                <a:close/>
                <a:moveTo>
                  <a:pt x="11004643" y="1733195"/>
                </a:moveTo>
                <a:cubicBezTo>
                  <a:pt x="11018808" y="1733195"/>
                  <a:pt x="11030301" y="1744689"/>
                  <a:pt x="11030301" y="1758854"/>
                </a:cubicBezTo>
                <a:cubicBezTo>
                  <a:pt x="11030301" y="1773018"/>
                  <a:pt x="11018808" y="1784513"/>
                  <a:pt x="11004643" y="1784513"/>
                </a:cubicBezTo>
                <a:cubicBezTo>
                  <a:pt x="10990478" y="1784513"/>
                  <a:pt x="10978985" y="1773018"/>
                  <a:pt x="10978985" y="1758854"/>
                </a:cubicBezTo>
                <a:cubicBezTo>
                  <a:pt x="10978985" y="1744689"/>
                  <a:pt x="10990478" y="1733195"/>
                  <a:pt x="11004643" y="1733195"/>
                </a:cubicBezTo>
                <a:close/>
                <a:moveTo>
                  <a:pt x="10940321" y="1733195"/>
                </a:moveTo>
                <a:cubicBezTo>
                  <a:pt x="10954604" y="1733195"/>
                  <a:pt x="10965982" y="1744689"/>
                  <a:pt x="10965982" y="1758854"/>
                </a:cubicBezTo>
                <a:cubicBezTo>
                  <a:pt x="10965982" y="1773018"/>
                  <a:pt x="10954486" y="1784513"/>
                  <a:pt x="10940321" y="1784513"/>
                </a:cubicBezTo>
                <a:cubicBezTo>
                  <a:pt x="10926156" y="1784513"/>
                  <a:pt x="10914663" y="1773018"/>
                  <a:pt x="10914663" y="1758854"/>
                </a:cubicBezTo>
                <a:cubicBezTo>
                  <a:pt x="10914663" y="1744689"/>
                  <a:pt x="10926156" y="1733195"/>
                  <a:pt x="10940321" y="1733195"/>
                </a:cubicBezTo>
                <a:close/>
                <a:moveTo>
                  <a:pt x="10876117" y="1733195"/>
                </a:moveTo>
                <a:cubicBezTo>
                  <a:pt x="10890282" y="1733195"/>
                  <a:pt x="10901775" y="1744689"/>
                  <a:pt x="10901775" y="1758854"/>
                </a:cubicBezTo>
                <a:cubicBezTo>
                  <a:pt x="10901775" y="1773018"/>
                  <a:pt x="10890282" y="1784513"/>
                  <a:pt x="10876117" y="1784513"/>
                </a:cubicBezTo>
                <a:cubicBezTo>
                  <a:pt x="10861952" y="1784513"/>
                  <a:pt x="10850459" y="1773018"/>
                  <a:pt x="10850459" y="1758854"/>
                </a:cubicBezTo>
                <a:cubicBezTo>
                  <a:pt x="10850459" y="1744689"/>
                  <a:pt x="10861952" y="1733195"/>
                  <a:pt x="10876117" y="1733195"/>
                </a:cubicBezTo>
                <a:close/>
                <a:moveTo>
                  <a:pt x="10811912" y="1733195"/>
                </a:moveTo>
                <a:cubicBezTo>
                  <a:pt x="10826077" y="1733195"/>
                  <a:pt x="10837571" y="1744689"/>
                  <a:pt x="10837571" y="1758854"/>
                </a:cubicBezTo>
                <a:cubicBezTo>
                  <a:pt x="10837571" y="1773018"/>
                  <a:pt x="10826077" y="1784513"/>
                  <a:pt x="10811912" y="1784513"/>
                </a:cubicBezTo>
                <a:cubicBezTo>
                  <a:pt x="10797747" y="1784513"/>
                  <a:pt x="10786254" y="1773018"/>
                  <a:pt x="10786254" y="1758854"/>
                </a:cubicBezTo>
                <a:cubicBezTo>
                  <a:pt x="10786254" y="1744689"/>
                  <a:pt x="10797747" y="1733195"/>
                  <a:pt x="10811912" y="1733195"/>
                </a:cubicBezTo>
                <a:close/>
                <a:moveTo>
                  <a:pt x="10747708" y="1733195"/>
                </a:moveTo>
                <a:cubicBezTo>
                  <a:pt x="10761878" y="1733195"/>
                  <a:pt x="10773366" y="1744682"/>
                  <a:pt x="10773366" y="1758854"/>
                </a:cubicBezTo>
                <a:cubicBezTo>
                  <a:pt x="10773366" y="1773025"/>
                  <a:pt x="10761878" y="1784513"/>
                  <a:pt x="10747708" y="1784513"/>
                </a:cubicBezTo>
                <a:cubicBezTo>
                  <a:pt x="10733535" y="1784513"/>
                  <a:pt x="10722047" y="1773025"/>
                  <a:pt x="10722047" y="1758854"/>
                </a:cubicBezTo>
                <a:cubicBezTo>
                  <a:pt x="10722047" y="1744682"/>
                  <a:pt x="10733535" y="1733195"/>
                  <a:pt x="10747708" y="1733195"/>
                </a:cubicBezTo>
                <a:close/>
                <a:moveTo>
                  <a:pt x="10683501" y="1733195"/>
                </a:moveTo>
                <a:cubicBezTo>
                  <a:pt x="10697666" y="1733195"/>
                  <a:pt x="10709159" y="1744689"/>
                  <a:pt x="10709159" y="1758854"/>
                </a:cubicBezTo>
                <a:cubicBezTo>
                  <a:pt x="10709159" y="1773018"/>
                  <a:pt x="10697666" y="1784513"/>
                  <a:pt x="10683501" y="1784513"/>
                </a:cubicBezTo>
                <a:cubicBezTo>
                  <a:pt x="10669336" y="1784513"/>
                  <a:pt x="10657843" y="1773018"/>
                  <a:pt x="10657843" y="1758854"/>
                </a:cubicBezTo>
                <a:cubicBezTo>
                  <a:pt x="10657843" y="1744689"/>
                  <a:pt x="10669336" y="1733195"/>
                  <a:pt x="10683501" y="1733195"/>
                </a:cubicBezTo>
                <a:close/>
                <a:moveTo>
                  <a:pt x="10619297" y="1733195"/>
                </a:moveTo>
                <a:cubicBezTo>
                  <a:pt x="10633462" y="1733195"/>
                  <a:pt x="10644955" y="1744689"/>
                  <a:pt x="10644955" y="1758854"/>
                </a:cubicBezTo>
                <a:cubicBezTo>
                  <a:pt x="10644955" y="1773018"/>
                  <a:pt x="10633462" y="1784513"/>
                  <a:pt x="10619297" y="1784513"/>
                </a:cubicBezTo>
                <a:cubicBezTo>
                  <a:pt x="10605132" y="1784513"/>
                  <a:pt x="10593639" y="1773018"/>
                  <a:pt x="10593639" y="1758854"/>
                </a:cubicBezTo>
                <a:cubicBezTo>
                  <a:pt x="10593639" y="1744689"/>
                  <a:pt x="10605132" y="1733195"/>
                  <a:pt x="10619297" y="1733195"/>
                </a:cubicBezTo>
                <a:close/>
                <a:moveTo>
                  <a:pt x="10555092" y="1733195"/>
                </a:moveTo>
                <a:cubicBezTo>
                  <a:pt x="10569255" y="1733195"/>
                  <a:pt x="10580751" y="1744689"/>
                  <a:pt x="10580751" y="1758854"/>
                </a:cubicBezTo>
                <a:cubicBezTo>
                  <a:pt x="10580751" y="1773018"/>
                  <a:pt x="10569255" y="1784513"/>
                  <a:pt x="10555092" y="1784513"/>
                </a:cubicBezTo>
                <a:cubicBezTo>
                  <a:pt x="10540927" y="1784513"/>
                  <a:pt x="10529432" y="1773018"/>
                  <a:pt x="10529432" y="1758854"/>
                </a:cubicBezTo>
                <a:cubicBezTo>
                  <a:pt x="10529432" y="1744689"/>
                  <a:pt x="10540927" y="1733195"/>
                  <a:pt x="10555092" y="1733195"/>
                </a:cubicBezTo>
                <a:close/>
                <a:moveTo>
                  <a:pt x="10490885" y="1733195"/>
                </a:moveTo>
                <a:cubicBezTo>
                  <a:pt x="10505050" y="1733195"/>
                  <a:pt x="10516544" y="1744689"/>
                  <a:pt x="10516544" y="1758854"/>
                </a:cubicBezTo>
                <a:cubicBezTo>
                  <a:pt x="10516544" y="1773018"/>
                  <a:pt x="10505050" y="1784513"/>
                  <a:pt x="10490885" y="1784513"/>
                </a:cubicBezTo>
                <a:cubicBezTo>
                  <a:pt x="10476720" y="1784513"/>
                  <a:pt x="10465227" y="1773018"/>
                  <a:pt x="10465227" y="1758854"/>
                </a:cubicBezTo>
                <a:cubicBezTo>
                  <a:pt x="10465227" y="1744689"/>
                  <a:pt x="10476720" y="1733195"/>
                  <a:pt x="10490885" y="1733195"/>
                </a:cubicBezTo>
                <a:close/>
                <a:moveTo>
                  <a:pt x="10426681" y="1733195"/>
                </a:moveTo>
                <a:cubicBezTo>
                  <a:pt x="10440851" y="1733195"/>
                  <a:pt x="10452339" y="1744682"/>
                  <a:pt x="10452339" y="1758854"/>
                </a:cubicBezTo>
                <a:cubicBezTo>
                  <a:pt x="10452339" y="1773025"/>
                  <a:pt x="10440851" y="1784513"/>
                  <a:pt x="10426681" y="1784513"/>
                </a:cubicBezTo>
                <a:cubicBezTo>
                  <a:pt x="10412508" y="1784513"/>
                  <a:pt x="10401023" y="1773025"/>
                  <a:pt x="10401023" y="1758854"/>
                </a:cubicBezTo>
                <a:cubicBezTo>
                  <a:pt x="10401023" y="1744682"/>
                  <a:pt x="10412508" y="1733195"/>
                  <a:pt x="10426681" y="1733195"/>
                </a:cubicBezTo>
                <a:close/>
                <a:moveTo>
                  <a:pt x="10362474" y="1733195"/>
                </a:moveTo>
                <a:cubicBezTo>
                  <a:pt x="10376647" y="1733195"/>
                  <a:pt x="10388135" y="1744682"/>
                  <a:pt x="10388135" y="1758854"/>
                </a:cubicBezTo>
                <a:cubicBezTo>
                  <a:pt x="10388135" y="1773025"/>
                  <a:pt x="10376647" y="1784513"/>
                  <a:pt x="10362474" y="1784513"/>
                </a:cubicBezTo>
                <a:cubicBezTo>
                  <a:pt x="10348304" y="1784513"/>
                  <a:pt x="10336816" y="1773025"/>
                  <a:pt x="10336816" y="1758854"/>
                </a:cubicBezTo>
                <a:cubicBezTo>
                  <a:pt x="10336816" y="1744682"/>
                  <a:pt x="10348304" y="1733195"/>
                  <a:pt x="10362474" y="1733195"/>
                </a:cubicBezTo>
                <a:close/>
                <a:moveTo>
                  <a:pt x="10298270" y="1733195"/>
                </a:moveTo>
                <a:cubicBezTo>
                  <a:pt x="10312435" y="1733195"/>
                  <a:pt x="10323928" y="1744689"/>
                  <a:pt x="10323928" y="1758854"/>
                </a:cubicBezTo>
                <a:cubicBezTo>
                  <a:pt x="10323928" y="1773018"/>
                  <a:pt x="10312435" y="1784513"/>
                  <a:pt x="10298270" y="1784513"/>
                </a:cubicBezTo>
                <a:cubicBezTo>
                  <a:pt x="10284105" y="1784513"/>
                  <a:pt x="10272611" y="1773018"/>
                  <a:pt x="10272611" y="1758854"/>
                </a:cubicBezTo>
                <a:cubicBezTo>
                  <a:pt x="10272611" y="1744689"/>
                  <a:pt x="10284105" y="1733195"/>
                  <a:pt x="10298270" y="1733195"/>
                </a:cubicBezTo>
                <a:close/>
                <a:moveTo>
                  <a:pt x="10234065" y="1733195"/>
                </a:moveTo>
                <a:cubicBezTo>
                  <a:pt x="10248228" y="1733195"/>
                  <a:pt x="10259723" y="1744689"/>
                  <a:pt x="10259723" y="1758854"/>
                </a:cubicBezTo>
                <a:cubicBezTo>
                  <a:pt x="10259723" y="1773018"/>
                  <a:pt x="10248228" y="1784513"/>
                  <a:pt x="10234065" y="1784513"/>
                </a:cubicBezTo>
                <a:cubicBezTo>
                  <a:pt x="10219900" y="1784513"/>
                  <a:pt x="10208404" y="1773018"/>
                  <a:pt x="10208404" y="1758854"/>
                </a:cubicBezTo>
                <a:cubicBezTo>
                  <a:pt x="10208404" y="1744689"/>
                  <a:pt x="10219900" y="1733195"/>
                  <a:pt x="10234065" y="1733195"/>
                </a:cubicBezTo>
                <a:close/>
                <a:moveTo>
                  <a:pt x="10169858" y="1733195"/>
                </a:moveTo>
                <a:cubicBezTo>
                  <a:pt x="10184023" y="1733195"/>
                  <a:pt x="10195519" y="1744689"/>
                  <a:pt x="10195519" y="1758854"/>
                </a:cubicBezTo>
                <a:cubicBezTo>
                  <a:pt x="10195519" y="1773018"/>
                  <a:pt x="10184023" y="1784513"/>
                  <a:pt x="10169858" y="1784513"/>
                </a:cubicBezTo>
                <a:cubicBezTo>
                  <a:pt x="10155693" y="1784513"/>
                  <a:pt x="10144200" y="1773018"/>
                  <a:pt x="10144200" y="1758854"/>
                </a:cubicBezTo>
                <a:cubicBezTo>
                  <a:pt x="10144200" y="1744689"/>
                  <a:pt x="10155693" y="1733195"/>
                  <a:pt x="10169858" y="1733195"/>
                </a:cubicBezTo>
                <a:close/>
                <a:moveTo>
                  <a:pt x="10105654" y="1733195"/>
                </a:moveTo>
                <a:cubicBezTo>
                  <a:pt x="10119819" y="1733195"/>
                  <a:pt x="10131312" y="1744689"/>
                  <a:pt x="10131312" y="1758854"/>
                </a:cubicBezTo>
                <a:cubicBezTo>
                  <a:pt x="10131312" y="1773018"/>
                  <a:pt x="10119819" y="1784513"/>
                  <a:pt x="10105654" y="1784513"/>
                </a:cubicBezTo>
                <a:cubicBezTo>
                  <a:pt x="10091489" y="1784513"/>
                  <a:pt x="10079996" y="1773018"/>
                  <a:pt x="10079996" y="1758854"/>
                </a:cubicBezTo>
                <a:cubicBezTo>
                  <a:pt x="10079996" y="1744689"/>
                  <a:pt x="10091489" y="1733195"/>
                  <a:pt x="10105654" y="1733195"/>
                </a:cubicBezTo>
                <a:close/>
                <a:moveTo>
                  <a:pt x="10041450" y="1733195"/>
                </a:moveTo>
                <a:cubicBezTo>
                  <a:pt x="10055620" y="1733195"/>
                  <a:pt x="10067108" y="1744682"/>
                  <a:pt x="10067108" y="1758854"/>
                </a:cubicBezTo>
                <a:cubicBezTo>
                  <a:pt x="10067108" y="1773025"/>
                  <a:pt x="10055620" y="1784513"/>
                  <a:pt x="10041450" y="1784513"/>
                </a:cubicBezTo>
                <a:cubicBezTo>
                  <a:pt x="10027279" y="1784513"/>
                  <a:pt x="10015789" y="1773025"/>
                  <a:pt x="10015789" y="1758854"/>
                </a:cubicBezTo>
                <a:cubicBezTo>
                  <a:pt x="10015789" y="1744682"/>
                  <a:pt x="10027279" y="1733195"/>
                  <a:pt x="10041450" y="1733195"/>
                </a:cubicBezTo>
                <a:close/>
                <a:moveTo>
                  <a:pt x="9977242" y="1733195"/>
                </a:moveTo>
                <a:cubicBezTo>
                  <a:pt x="9991416" y="1733195"/>
                  <a:pt x="10002903" y="1744682"/>
                  <a:pt x="10002903" y="1758854"/>
                </a:cubicBezTo>
                <a:cubicBezTo>
                  <a:pt x="10002903" y="1773025"/>
                  <a:pt x="9991416" y="1784513"/>
                  <a:pt x="9977242" y="1784513"/>
                </a:cubicBezTo>
                <a:cubicBezTo>
                  <a:pt x="9963072" y="1784513"/>
                  <a:pt x="9951584" y="1773025"/>
                  <a:pt x="9951584" y="1758854"/>
                </a:cubicBezTo>
                <a:cubicBezTo>
                  <a:pt x="9951584" y="1744682"/>
                  <a:pt x="9963072" y="1733195"/>
                  <a:pt x="9977242" y="1733195"/>
                </a:cubicBezTo>
                <a:close/>
                <a:moveTo>
                  <a:pt x="9913038" y="1733195"/>
                </a:moveTo>
                <a:cubicBezTo>
                  <a:pt x="9927203" y="1733195"/>
                  <a:pt x="9938696" y="1744689"/>
                  <a:pt x="9938696" y="1758854"/>
                </a:cubicBezTo>
                <a:cubicBezTo>
                  <a:pt x="9938696" y="1773018"/>
                  <a:pt x="9927203" y="1784513"/>
                  <a:pt x="9913038" y="1784513"/>
                </a:cubicBezTo>
                <a:cubicBezTo>
                  <a:pt x="9898873" y="1784513"/>
                  <a:pt x="9887380" y="1773018"/>
                  <a:pt x="9887380" y="1758854"/>
                </a:cubicBezTo>
                <a:cubicBezTo>
                  <a:pt x="9887380" y="1744689"/>
                  <a:pt x="9898873" y="1733195"/>
                  <a:pt x="9913038" y="1733195"/>
                </a:cubicBezTo>
                <a:close/>
                <a:moveTo>
                  <a:pt x="9848716" y="1733195"/>
                </a:moveTo>
                <a:cubicBezTo>
                  <a:pt x="9862996" y="1733195"/>
                  <a:pt x="9874374" y="1744689"/>
                  <a:pt x="9874374" y="1758854"/>
                </a:cubicBezTo>
                <a:cubicBezTo>
                  <a:pt x="9874374" y="1773018"/>
                  <a:pt x="9862881" y="1784513"/>
                  <a:pt x="9848716" y="1784513"/>
                </a:cubicBezTo>
                <a:cubicBezTo>
                  <a:pt x="9834551" y="1784513"/>
                  <a:pt x="9823058" y="1773018"/>
                  <a:pt x="9823058" y="1758854"/>
                </a:cubicBezTo>
                <a:cubicBezTo>
                  <a:pt x="9823058" y="1744689"/>
                  <a:pt x="9834551" y="1733195"/>
                  <a:pt x="9848716" y="1733195"/>
                </a:cubicBezTo>
                <a:close/>
                <a:moveTo>
                  <a:pt x="9784512" y="1733195"/>
                </a:moveTo>
                <a:cubicBezTo>
                  <a:pt x="9798677" y="1733195"/>
                  <a:pt x="9810170" y="1744689"/>
                  <a:pt x="9810170" y="1758854"/>
                </a:cubicBezTo>
                <a:cubicBezTo>
                  <a:pt x="9810170" y="1773018"/>
                  <a:pt x="9798677" y="1784513"/>
                  <a:pt x="9784512" y="1784513"/>
                </a:cubicBezTo>
                <a:cubicBezTo>
                  <a:pt x="9770347" y="1784513"/>
                  <a:pt x="9758853" y="1773018"/>
                  <a:pt x="9758853" y="1758854"/>
                </a:cubicBezTo>
                <a:cubicBezTo>
                  <a:pt x="9758853" y="1744689"/>
                  <a:pt x="9770347" y="1733195"/>
                  <a:pt x="9784512" y="1733195"/>
                </a:cubicBezTo>
                <a:close/>
                <a:moveTo>
                  <a:pt x="9720307" y="1733195"/>
                </a:moveTo>
                <a:cubicBezTo>
                  <a:pt x="9734470" y="1733195"/>
                  <a:pt x="9745965" y="1744689"/>
                  <a:pt x="9745965" y="1758854"/>
                </a:cubicBezTo>
                <a:cubicBezTo>
                  <a:pt x="9745965" y="1773018"/>
                  <a:pt x="9734470" y="1784513"/>
                  <a:pt x="9720307" y="1784513"/>
                </a:cubicBezTo>
                <a:cubicBezTo>
                  <a:pt x="9706142" y="1784513"/>
                  <a:pt x="9694646" y="1773018"/>
                  <a:pt x="9694646" y="1758854"/>
                </a:cubicBezTo>
                <a:cubicBezTo>
                  <a:pt x="9694646" y="1744689"/>
                  <a:pt x="9706142" y="1733195"/>
                  <a:pt x="9720307" y="1733195"/>
                </a:cubicBezTo>
                <a:close/>
                <a:moveTo>
                  <a:pt x="9656100" y="1733195"/>
                </a:moveTo>
                <a:cubicBezTo>
                  <a:pt x="9670271" y="1733195"/>
                  <a:pt x="9681758" y="1744682"/>
                  <a:pt x="9681758" y="1758854"/>
                </a:cubicBezTo>
                <a:cubicBezTo>
                  <a:pt x="9681758" y="1773025"/>
                  <a:pt x="9670271" y="1784513"/>
                  <a:pt x="9656100" y="1784513"/>
                </a:cubicBezTo>
                <a:cubicBezTo>
                  <a:pt x="9641930" y="1784513"/>
                  <a:pt x="9630442" y="1773025"/>
                  <a:pt x="9630442" y="1758854"/>
                </a:cubicBezTo>
                <a:cubicBezTo>
                  <a:pt x="9630442" y="1744682"/>
                  <a:pt x="9641930" y="1733195"/>
                  <a:pt x="9656100" y="1733195"/>
                </a:cubicBezTo>
                <a:close/>
                <a:moveTo>
                  <a:pt x="9591896" y="1733195"/>
                </a:moveTo>
                <a:cubicBezTo>
                  <a:pt x="9606061" y="1733195"/>
                  <a:pt x="9617554" y="1744689"/>
                  <a:pt x="9617554" y="1758854"/>
                </a:cubicBezTo>
                <a:cubicBezTo>
                  <a:pt x="9617554" y="1773018"/>
                  <a:pt x="9606061" y="1784513"/>
                  <a:pt x="9591896" y="1784513"/>
                </a:cubicBezTo>
                <a:cubicBezTo>
                  <a:pt x="9577731" y="1784513"/>
                  <a:pt x="9566238" y="1773018"/>
                  <a:pt x="9566238" y="1758854"/>
                </a:cubicBezTo>
                <a:cubicBezTo>
                  <a:pt x="9566238" y="1744689"/>
                  <a:pt x="9577731" y="1733195"/>
                  <a:pt x="9591896" y="1733195"/>
                </a:cubicBezTo>
                <a:close/>
                <a:moveTo>
                  <a:pt x="9527689" y="1733195"/>
                </a:moveTo>
                <a:cubicBezTo>
                  <a:pt x="9541854" y="1733195"/>
                  <a:pt x="9553350" y="1744689"/>
                  <a:pt x="9553350" y="1758854"/>
                </a:cubicBezTo>
                <a:cubicBezTo>
                  <a:pt x="9553350" y="1773018"/>
                  <a:pt x="9541854" y="1784513"/>
                  <a:pt x="9527689" y="1784513"/>
                </a:cubicBezTo>
                <a:cubicBezTo>
                  <a:pt x="9513524" y="1784513"/>
                  <a:pt x="9502031" y="1773018"/>
                  <a:pt x="9502031" y="1758854"/>
                </a:cubicBezTo>
                <a:cubicBezTo>
                  <a:pt x="9502031" y="1744689"/>
                  <a:pt x="9513524" y="1733195"/>
                  <a:pt x="9527689" y="1733195"/>
                </a:cubicBezTo>
                <a:close/>
                <a:moveTo>
                  <a:pt x="9463485" y="1733195"/>
                </a:moveTo>
                <a:cubicBezTo>
                  <a:pt x="9477650" y="1733195"/>
                  <a:pt x="9489143" y="1744689"/>
                  <a:pt x="9489143" y="1758854"/>
                </a:cubicBezTo>
                <a:cubicBezTo>
                  <a:pt x="9489143" y="1773018"/>
                  <a:pt x="9477650" y="1784513"/>
                  <a:pt x="9463485" y="1784513"/>
                </a:cubicBezTo>
                <a:cubicBezTo>
                  <a:pt x="9449320" y="1784513"/>
                  <a:pt x="9437826" y="1773018"/>
                  <a:pt x="9437826" y="1758854"/>
                </a:cubicBezTo>
                <a:cubicBezTo>
                  <a:pt x="9437826" y="1744689"/>
                  <a:pt x="9449320" y="1733195"/>
                  <a:pt x="9463485" y="1733195"/>
                </a:cubicBezTo>
                <a:close/>
                <a:moveTo>
                  <a:pt x="9399280" y="1733195"/>
                </a:moveTo>
                <a:cubicBezTo>
                  <a:pt x="9413445" y="1733195"/>
                  <a:pt x="9424938" y="1744689"/>
                  <a:pt x="9424938" y="1758854"/>
                </a:cubicBezTo>
                <a:cubicBezTo>
                  <a:pt x="9424938" y="1773018"/>
                  <a:pt x="9413445" y="1784513"/>
                  <a:pt x="9399280" y="1784513"/>
                </a:cubicBezTo>
                <a:cubicBezTo>
                  <a:pt x="9385115" y="1784513"/>
                  <a:pt x="9373619" y="1773018"/>
                  <a:pt x="9373619" y="1758854"/>
                </a:cubicBezTo>
                <a:cubicBezTo>
                  <a:pt x="9373619" y="1744689"/>
                  <a:pt x="9385115" y="1733195"/>
                  <a:pt x="9399280" y="1733195"/>
                </a:cubicBezTo>
                <a:close/>
                <a:moveTo>
                  <a:pt x="9335073" y="1733195"/>
                </a:moveTo>
                <a:cubicBezTo>
                  <a:pt x="9349246" y="1733195"/>
                  <a:pt x="9360734" y="1744682"/>
                  <a:pt x="9360734" y="1758854"/>
                </a:cubicBezTo>
                <a:cubicBezTo>
                  <a:pt x="9360734" y="1773025"/>
                  <a:pt x="9349246" y="1784513"/>
                  <a:pt x="9335073" y="1784513"/>
                </a:cubicBezTo>
                <a:cubicBezTo>
                  <a:pt x="9320903" y="1784513"/>
                  <a:pt x="9309415" y="1773025"/>
                  <a:pt x="9309415" y="1758854"/>
                </a:cubicBezTo>
                <a:cubicBezTo>
                  <a:pt x="9309415" y="1744682"/>
                  <a:pt x="9320903" y="1733195"/>
                  <a:pt x="9335073" y="1733195"/>
                </a:cubicBezTo>
                <a:close/>
                <a:moveTo>
                  <a:pt x="9270869" y="1733195"/>
                </a:moveTo>
                <a:cubicBezTo>
                  <a:pt x="9285039" y="1733195"/>
                  <a:pt x="9296527" y="1744682"/>
                  <a:pt x="9296527" y="1758854"/>
                </a:cubicBezTo>
                <a:cubicBezTo>
                  <a:pt x="9296527" y="1773025"/>
                  <a:pt x="9285039" y="1784513"/>
                  <a:pt x="9270869" y="1784513"/>
                </a:cubicBezTo>
                <a:cubicBezTo>
                  <a:pt x="9256698" y="1784513"/>
                  <a:pt x="9245211" y="1773025"/>
                  <a:pt x="9245211" y="1758854"/>
                </a:cubicBezTo>
                <a:cubicBezTo>
                  <a:pt x="9245211" y="1744682"/>
                  <a:pt x="9256698" y="1733195"/>
                  <a:pt x="9270869" y="1733195"/>
                </a:cubicBezTo>
                <a:close/>
                <a:moveTo>
                  <a:pt x="9206664" y="1733195"/>
                </a:moveTo>
                <a:cubicBezTo>
                  <a:pt x="9220829" y="1733195"/>
                  <a:pt x="9232323" y="1744689"/>
                  <a:pt x="9232323" y="1758854"/>
                </a:cubicBezTo>
                <a:cubicBezTo>
                  <a:pt x="9232323" y="1773018"/>
                  <a:pt x="9220829" y="1784513"/>
                  <a:pt x="9206664" y="1784513"/>
                </a:cubicBezTo>
                <a:cubicBezTo>
                  <a:pt x="9192499" y="1784513"/>
                  <a:pt x="9181006" y="1773018"/>
                  <a:pt x="9181006" y="1758854"/>
                </a:cubicBezTo>
                <a:cubicBezTo>
                  <a:pt x="9181006" y="1744689"/>
                  <a:pt x="9192499" y="1733195"/>
                  <a:pt x="9206664" y="1733195"/>
                </a:cubicBezTo>
                <a:close/>
                <a:moveTo>
                  <a:pt x="9142457" y="1733195"/>
                </a:moveTo>
                <a:cubicBezTo>
                  <a:pt x="9156622" y="1733195"/>
                  <a:pt x="9168118" y="1744689"/>
                  <a:pt x="9168118" y="1758854"/>
                </a:cubicBezTo>
                <a:cubicBezTo>
                  <a:pt x="9168118" y="1773018"/>
                  <a:pt x="9156622" y="1784513"/>
                  <a:pt x="9142457" y="1784513"/>
                </a:cubicBezTo>
                <a:cubicBezTo>
                  <a:pt x="9128292" y="1784513"/>
                  <a:pt x="9116799" y="1773018"/>
                  <a:pt x="9116799" y="1758854"/>
                </a:cubicBezTo>
                <a:cubicBezTo>
                  <a:pt x="9116799" y="1744689"/>
                  <a:pt x="9128292" y="1733195"/>
                  <a:pt x="9142457" y="1733195"/>
                </a:cubicBezTo>
                <a:close/>
                <a:moveTo>
                  <a:pt x="9078253" y="1733195"/>
                </a:moveTo>
                <a:cubicBezTo>
                  <a:pt x="9092418" y="1733195"/>
                  <a:pt x="9103911" y="1744689"/>
                  <a:pt x="9103911" y="1758854"/>
                </a:cubicBezTo>
                <a:cubicBezTo>
                  <a:pt x="9103911" y="1773018"/>
                  <a:pt x="9092418" y="1784513"/>
                  <a:pt x="9078253" y="1784513"/>
                </a:cubicBezTo>
                <a:cubicBezTo>
                  <a:pt x="9064088" y="1784513"/>
                  <a:pt x="9052595" y="1773018"/>
                  <a:pt x="9052595" y="1758854"/>
                </a:cubicBezTo>
                <a:cubicBezTo>
                  <a:pt x="9052595" y="1744689"/>
                  <a:pt x="9064088" y="1733195"/>
                  <a:pt x="9078253" y="1733195"/>
                </a:cubicBezTo>
                <a:close/>
                <a:moveTo>
                  <a:pt x="9014049" y="1733195"/>
                </a:moveTo>
                <a:cubicBezTo>
                  <a:pt x="9028214" y="1733195"/>
                  <a:pt x="9039707" y="1744689"/>
                  <a:pt x="9039707" y="1758854"/>
                </a:cubicBezTo>
                <a:cubicBezTo>
                  <a:pt x="9039707" y="1773018"/>
                  <a:pt x="9028214" y="1784513"/>
                  <a:pt x="9014049" y="1784513"/>
                </a:cubicBezTo>
                <a:cubicBezTo>
                  <a:pt x="8999884" y="1784513"/>
                  <a:pt x="8988388" y="1773018"/>
                  <a:pt x="8988388" y="1758854"/>
                </a:cubicBezTo>
                <a:cubicBezTo>
                  <a:pt x="8988388" y="1744689"/>
                  <a:pt x="8999884" y="1733195"/>
                  <a:pt x="9014049" y="1733195"/>
                </a:cubicBezTo>
                <a:close/>
                <a:moveTo>
                  <a:pt x="8949842" y="1733195"/>
                </a:moveTo>
                <a:cubicBezTo>
                  <a:pt x="8964015" y="1733195"/>
                  <a:pt x="8975503" y="1744682"/>
                  <a:pt x="8975503" y="1758854"/>
                </a:cubicBezTo>
                <a:cubicBezTo>
                  <a:pt x="8975503" y="1773025"/>
                  <a:pt x="8964015" y="1784513"/>
                  <a:pt x="8949842" y="1784513"/>
                </a:cubicBezTo>
                <a:cubicBezTo>
                  <a:pt x="8935671" y="1784513"/>
                  <a:pt x="8924183" y="1773025"/>
                  <a:pt x="8924183" y="1758854"/>
                </a:cubicBezTo>
                <a:cubicBezTo>
                  <a:pt x="8924183" y="1744682"/>
                  <a:pt x="8935671" y="1733195"/>
                  <a:pt x="8949842" y="1733195"/>
                </a:cubicBezTo>
                <a:close/>
                <a:moveTo>
                  <a:pt x="8821433" y="1733195"/>
                </a:moveTo>
                <a:cubicBezTo>
                  <a:pt x="8835598" y="1733195"/>
                  <a:pt x="8847091" y="1744689"/>
                  <a:pt x="8847091" y="1758854"/>
                </a:cubicBezTo>
                <a:cubicBezTo>
                  <a:pt x="8847091" y="1773018"/>
                  <a:pt x="8835598" y="1784513"/>
                  <a:pt x="8821433" y="1784513"/>
                </a:cubicBezTo>
                <a:cubicBezTo>
                  <a:pt x="8807268" y="1784513"/>
                  <a:pt x="8795772" y="1773018"/>
                  <a:pt x="8795772" y="1758854"/>
                </a:cubicBezTo>
                <a:cubicBezTo>
                  <a:pt x="8795772" y="1744689"/>
                  <a:pt x="8807268" y="1733195"/>
                  <a:pt x="8821433" y="1733195"/>
                </a:cubicBezTo>
                <a:close/>
                <a:moveTo>
                  <a:pt x="8757226" y="1733195"/>
                </a:moveTo>
                <a:cubicBezTo>
                  <a:pt x="8771391" y="1733195"/>
                  <a:pt x="8782887" y="1744689"/>
                  <a:pt x="8782887" y="1758854"/>
                </a:cubicBezTo>
                <a:cubicBezTo>
                  <a:pt x="8782887" y="1773018"/>
                  <a:pt x="8771391" y="1784513"/>
                  <a:pt x="8757226" y="1784513"/>
                </a:cubicBezTo>
                <a:cubicBezTo>
                  <a:pt x="8743061" y="1784513"/>
                  <a:pt x="8731568" y="1773018"/>
                  <a:pt x="8731568" y="1758854"/>
                </a:cubicBezTo>
                <a:cubicBezTo>
                  <a:pt x="8731568" y="1744689"/>
                  <a:pt x="8743061" y="1733195"/>
                  <a:pt x="8757226" y="1733195"/>
                </a:cubicBezTo>
                <a:close/>
                <a:moveTo>
                  <a:pt x="8692904" y="1733195"/>
                </a:moveTo>
                <a:cubicBezTo>
                  <a:pt x="8707069" y="1733195"/>
                  <a:pt x="8718565" y="1744689"/>
                  <a:pt x="8718565" y="1758854"/>
                </a:cubicBezTo>
                <a:cubicBezTo>
                  <a:pt x="8718565" y="1773018"/>
                  <a:pt x="8707069" y="1784513"/>
                  <a:pt x="8692904" y="1784513"/>
                </a:cubicBezTo>
                <a:cubicBezTo>
                  <a:pt x="8678741" y="1784513"/>
                  <a:pt x="8667246" y="1773018"/>
                  <a:pt x="8667246" y="1758854"/>
                </a:cubicBezTo>
                <a:cubicBezTo>
                  <a:pt x="8667246" y="1744689"/>
                  <a:pt x="8678741" y="1733195"/>
                  <a:pt x="8692904" y="1733195"/>
                </a:cubicBezTo>
                <a:close/>
                <a:moveTo>
                  <a:pt x="8628699" y="1733195"/>
                </a:moveTo>
                <a:cubicBezTo>
                  <a:pt x="8642864" y="1733195"/>
                  <a:pt x="8654358" y="1744689"/>
                  <a:pt x="8654358" y="1758854"/>
                </a:cubicBezTo>
                <a:cubicBezTo>
                  <a:pt x="8654358" y="1773018"/>
                  <a:pt x="8642864" y="1784513"/>
                  <a:pt x="8628699" y="1784513"/>
                </a:cubicBezTo>
                <a:cubicBezTo>
                  <a:pt x="8614534" y="1784513"/>
                  <a:pt x="8603041" y="1773018"/>
                  <a:pt x="8603041" y="1758854"/>
                </a:cubicBezTo>
                <a:cubicBezTo>
                  <a:pt x="8603041" y="1744689"/>
                  <a:pt x="8614534" y="1733195"/>
                  <a:pt x="8628699" y="1733195"/>
                </a:cubicBezTo>
                <a:close/>
                <a:moveTo>
                  <a:pt x="8564495" y="1733195"/>
                </a:moveTo>
                <a:cubicBezTo>
                  <a:pt x="8578665" y="1733195"/>
                  <a:pt x="8590153" y="1744682"/>
                  <a:pt x="8590153" y="1758854"/>
                </a:cubicBezTo>
                <a:cubicBezTo>
                  <a:pt x="8590153" y="1773025"/>
                  <a:pt x="8578665" y="1784513"/>
                  <a:pt x="8564495" y="1784513"/>
                </a:cubicBezTo>
                <a:cubicBezTo>
                  <a:pt x="8550325" y="1784513"/>
                  <a:pt x="8538837" y="1773025"/>
                  <a:pt x="8538837" y="1758854"/>
                </a:cubicBezTo>
                <a:cubicBezTo>
                  <a:pt x="8538837" y="1744682"/>
                  <a:pt x="8550325" y="1733195"/>
                  <a:pt x="8564495" y="1733195"/>
                </a:cubicBezTo>
                <a:close/>
                <a:moveTo>
                  <a:pt x="8500288" y="1733195"/>
                </a:moveTo>
                <a:cubicBezTo>
                  <a:pt x="8514453" y="1733195"/>
                  <a:pt x="8525949" y="1744689"/>
                  <a:pt x="8525949" y="1758854"/>
                </a:cubicBezTo>
                <a:cubicBezTo>
                  <a:pt x="8525949" y="1773018"/>
                  <a:pt x="8514453" y="1784513"/>
                  <a:pt x="8500288" y="1784513"/>
                </a:cubicBezTo>
                <a:cubicBezTo>
                  <a:pt x="8486126" y="1784513"/>
                  <a:pt x="8474630" y="1773018"/>
                  <a:pt x="8474630" y="1758854"/>
                </a:cubicBezTo>
                <a:cubicBezTo>
                  <a:pt x="8474630" y="1744689"/>
                  <a:pt x="8486126" y="1733195"/>
                  <a:pt x="8500288" y="1733195"/>
                </a:cubicBezTo>
                <a:close/>
                <a:moveTo>
                  <a:pt x="8436084" y="1733195"/>
                </a:moveTo>
                <a:cubicBezTo>
                  <a:pt x="8450249" y="1733195"/>
                  <a:pt x="8461745" y="1744689"/>
                  <a:pt x="8461745" y="1758854"/>
                </a:cubicBezTo>
                <a:cubicBezTo>
                  <a:pt x="8461745" y="1773018"/>
                  <a:pt x="8450249" y="1784513"/>
                  <a:pt x="8436084" y="1784513"/>
                </a:cubicBezTo>
                <a:cubicBezTo>
                  <a:pt x="8421919" y="1784513"/>
                  <a:pt x="8410426" y="1773018"/>
                  <a:pt x="8410426" y="1758854"/>
                </a:cubicBezTo>
                <a:cubicBezTo>
                  <a:pt x="8410426" y="1744689"/>
                  <a:pt x="8421919" y="1733195"/>
                  <a:pt x="8436084" y="1733195"/>
                </a:cubicBezTo>
                <a:close/>
                <a:moveTo>
                  <a:pt x="8307675" y="1733195"/>
                </a:moveTo>
                <a:cubicBezTo>
                  <a:pt x="8321837" y="1733195"/>
                  <a:pt x="8333333" y="1744689"/>
                  <a:pt x="8333333" y="1758854"/>
                </a:cubicBezTo>
                <a:cubicBezTo>
                  <a:pt x="8333333" y="1773018"/>
                  <a:pt x="8321837" y="1784513"/>
                  <a:pt x="8307675" y="1784513"/>
                </a:cubicBezTo>
                <a:cubicBezTo>
                  <a:pt x="8293510" y="1784513"/>
                  <a:pt x="8282014" y="1773018"/>
                  <a:pt x="8282014" y="1758854"/>
                </a:cubicBezTo>
                <a:cubicBezTo>
                  <a:pt x="8282014" y="1744689"/>
                  <a:pt x="8293510" y="1733195"/>
                  <a:pt x="8307675" y="1733195"/>
                </a:cubicBezTo>
                <a:close/>
                <a:moveTo>
                  <a:pt x="8243468" y="1733195"/>
                </a:moveTo>
                <a:cubicBezTo>
                  <a:pt x="8257638" y="1733195"/>
                  <a:pt x="8269126" y="1744682"/>
                  <a:pt x="8269126" y="1758854"/>
                </a:cubicBezTo>
                <a:cubicBezTo>
                  <a:pt x="8269126" y="1773025"/>
                  <a:pt x="8257638" y="1784513"/>
                  <a:pt x="8243468" y="1784513"/>
                </a:cubicBezTo>
                <a:cubicBezTo>
                  <a:pt x="8229298" y="1784513"/>
                  <a:pt x="8217810" y="1773025"/>
                  <a:pt x="8217810" y="1758854"/>
                </a:cubicBezTo>
                <a:cubicBezTo>
                  <a:pt x="8217810" y="1744682"/>
                  <a:pt x="8229298" y="1733195"/>
                  <a:pt x="8243468" y="1733195"/>
                </a:cubicBezTo>
                <a:close/>
                <a:moveTo>
                  <a:pt x="8179264" y="1733195"/>
                </a:moveTo>
                <a:cubicBezTo>
                  <a:pt x="8193434" y="1733195"/>
                  <a:pt x="8204922" y="1744682"/>
                  <a:pt x="8204922" y="1758854"/>
                </a:cubicBezTo>
                <a:cubicBezTo>
                  <a:pt x="8204922" y="1773025"/>
                  <a:pt x="8193434" y="1784513"/>
                  <a:pt x="8179264" y="1784513"/>
                </a:cubicBezTo>
                <a:cubicBezTo>
                  <a:pt x="8165091" y="1784513"/>
                  <a:pt x="8153603" y="1773025"/>
                  <a:pt x="8153603" y="1758854"/>
                </a:cubicBezTo>
                <a:cubicBezTo>
                  <a:pt x="8153603" y="1744682"/>
                  <a:pt x="8165091" y="1733195"/>
                  <a:pt x="8179264" y="1733195"/>
                </a:cubicBezTo>
                <a:close/>
                <a:moveTo>
                  <a:pt x="8115057" y="1733195"/>
                </a:moveTo>
                <a:cubicBezTo>
                  <a:pt x="8129222" y="1733195"/>
                  <a:pt x="8140717" y="1744689"/>
                  <a:pt x="8140717" y="1758854"/>
                </a:cubicBezTo>
                <a:cubicBezTo>
                  <a:pt x="8140717" y="1773018"/>
                  <a:pt x="8129222" y="1784513"/>
                  <a:pt x="8115057" y="1784513"/>
                </a:cubicBezTo>
                <a:cubicBezTo>
                  <a:pt x="8100894" y="1784513"/>
                  <a:pt x="8089398" y="1773018"/>
                  <a:pt x="8089398" y="1758854"/>
                </a:cubicBezTo>
                <a:cubicBezTo>
                  <a:pt x="8089398" y="1744689"/>
                  <a:pt x="8100894" y="1733195"/>
                  <a:pt x="8115057" y="1733195"/>
                </a:cubicBezTo>
                <a:close/>
                <a:moveTo>
                  <a:pt x="8050852" y="1733195"/>
                </a:moveTo>
                <a:cubicBezTo>
                  <a:pt x="8065017" y="1733195"/>
                  <a:pt x="8076510" y="1744689"/>
                  <a:pt x="8076510" y="1758854"/>
                </a:cubicBezTo>
                <a:cubicBezTo>
                  <a:pt x="8076510" y="1773018"/>
                  <a:pt x="8065017" y="1784513"/>
                  <a:pt x="8050852" y="1784513"/>
                </a:cubicBezTo>
                <a:cubicBezTo>
                  <a:pt x="8036687" y="1784513"/>
                  <a:pt x="8025194" y="1773018"/>
                  <a:pt x="8025194" y="1758854"/>
                </a:cubicBezTo>
                <a:cubicBezTo>
                  <a:pt x="8025194" y="1744689"/>
                  <a:pt x="8036687" y="1733195"/>
                  <a:pt x="8050852" y="1733195"/>
                </a:cubicBezTo>
                <a:close/>
                <a:moveTo>
                  <a:pt x="7986648" y="1733195"/>
                </a:moveTo>
                <a:cubicBezTo>
                  <a:pt x="8000813" y="1733195"/>
                  <a:pt x="8012306" y="1744689"/>
                  <a:pt x="8012306" y="1758854"/>
                </a:cubicBezTo>
                <a:cubicBezTo>
                  <a:pt x="8012306" y="1773018"/>
                  <a:pt x="8000813" y="1784513"/>
                  <a:pt x="7986648" y="1784513"/>
                </a:cubicBezTo>
                <a:cubicBezTo>
                  <a:pt x="7972483" y="1784513"/>
                  <a:pt x="7960990" y="1773018"/>
                  <a:pt x="7960990" y="1758854"/>
                </a:cubicBezTo>
                <a:cubicBezTo>
                  <a:pt x="7960990" y="1744689"/>
                  <a:pt x="7972483" y="1733195"/>
                  <a:pt x="7986648" y="1733195"/>
                </a:cubicBezTo>
                <a:close/>
                <a:moveTo>
                  <a:pt x="7922444" y="1733195"/>
                </a:moveTo>
                <a:cubicBezTo>
                  <a:pt x="7936606" y="1733195"/>
                  <a:pt x="7948102" y="1744689"/>
                  <a:pt x="7948102" y="1758854"/>
                </a:cubicBezTo>
                <a:cubicBezTo>
                  <a:pt x="7948102" y="1773018"/>
                  <a:pt x="7936606" y="1784513"/>
                  <a:pt x="7922444" y="1784513"/>
                </a:cubicBezTo>
                <a:cubicBezTo>
                  <a:pt x="7908279" y="1784513"/>
                  <a:pt x="7896783" y="1773018"/>
                  <a:pt x="7896783" y="1758854"/>
                </a:cubicBezTo>
                <a:cubicBezTo>
                  <a:pt x="7896783" y="1744689"/>
                  <a:pt x="7908279" y="1733195"/>
                  <a:pt x="7922444" y="1733195"/>
                </a:cubicBezTo>
                <a:close/>
                <a:moveTo>
                  <a:pt x="7858237" y="1733195"/>
                </a:moveTo>
                <a:cubicBezTo>
                  <a:pt x="7872407" y="1733195"/>
                  <a:pt x="7883895" y="1744682"/>
                  <a:pt x="7883895" y="1758854"/>
                </a:cubicBezTo>
                <a:cubicBezTo>
                  <a:pt x="7883895" y="1773025"/>
                  <a:pt x="7872407" y="1784513"/>
                  <a:pt x="7858237" y="1784513"/>
                </a:cubicBezTo>
                <a:cubicBezTo>
                  <a:pt x="7844066" y="1784513"/>
                  <a:pt x="7832578" y="1773025"/>
                  <a:pt x="7832578" y="1758854"/>
                </a:cubicBezTo>
                <a:cubicBezTo>
                  <a:pt x="7832578" y="1744682"/>
                  <a:pt x="7844066" y="1733195"/>
                  <a:pt x="7858237" y="1733195"/>
                </a:cubicBezTo>
                <a:close/>
                <a:moveTo>
                  <a:pt x="7794032" y="1733195"/>
                </a:moveTo>
                <a:cubicBezTo>
                  <a:pt x="7808203" y="1733195"/>
                  <a:pt x="7819690" y="1744682"/>
                  <a:pt x="7819690" y="1758854"/>
                </a:cubicBezTo>
                <a:cubicBezTo>
                  <a:pt x="7819690" y="1773025"/>
                  <a:pt x="7808203" y="1784513"/>
                  <a:pt x="7794032" y="1784513"/>
                </a:cubicBezTo>
                <a:cubicBezTo>
                  <a:pt x="7779862" y="1784513"/>
                  <a:pt x="7768371" y="1773025"/>
                  <a:pt x="7768371" y="1758854"/>
                </a:cubicBezTo>
                <a:cubicBezTo>
                  <a:pt x="7768371" y="1744682"/>
                  <a:pt x="7779862" y="1733195"/>
                  <a:pt x="7794032" y="1733195"/>
                </a:cubicBezTo>
                <a:close/>
                <a:moveTo>
                  <a:pt x="7729825" y="1733195"/>
                </a:moveTo>
                <a:cubicBezTo>
                  <a:pt x="7743990" y="1733195"/>
                  <a:pt x="7755486" y="1744689"/>
                  <a:pt x="7755486" y="1758854"/>
                </a:cubicBezTo>
                <a:cubicBezTo>
                  <a:pt x="7755486" y="1773018"/>
                  <a:pt x="7743990" y="1784513"/>
                  <a:pt x="7729825" y="1784513"/>
                </a:cubicBezTo>
                <a:cubicBezTo>
                  <a:pt x="7715660" y="1784513"/>
                  <a:pt x="7704167" y="1773018"/>
                  <a:pt x="7704167" y="1758854"/>
                </a:cubicBezTo>
                <a:cubicBezTo>
                  <a:pt x="7704167" y="1744689"/>
                  <a:pt x="7715660" y="1733195"/>
                  <a:pt x="7729825" y="1733195"/>
                </a:cubicBezTo>
                <a:close/>
                <a:moveTo>
                  <a:pt x="7665621" y="1733195"/>
                </a:moveTo>
                <a:cubicBezTo>
                  <a:pt x="7679786" y="1733195"/>
                  <a:pt x="7691279" y="1744689"/>
                  <a:pt x="7691279" y="1758854"/>
                </a:cubicBezTo>
                <a:cubicBezTo>
                  <a:pt x="7691279" y="1773018"/>
                  <a:pt x="7679786" y="1784513"/>
                  <a:pt x="7665621" y="1784513"/>
                </a:cubicBezTo>
                <a:cubicBezTo>
                  <a:pt x="7651456" y="1784513"/>
                  <a:pt x="7639963" y="1773018"/>
                  <a:pt x="7639963" y="1758854"/>
                </a:cubicBezTo>
                <a:cubicBezTo>
                  <a:pt x="7639963" y="1744689"/>
                  <a:pt x="7651456" y="1733195"/>
                  <a:pt x="7665621" y="1733195"/>
                </a:cubicBezTo>
                <a:close/>
                <a:moveTo>
                  <a:pt x="7601299" y="1733195"/>
                </a:moveTo>
                <a:cubicBezTo>
                  <a:pt x="7615464" y="1733195"/>
                  <a:pt x="7626959" y="1744689"/>
                  <a:pt x="7626959" y="1758854"/>
                </a:cubicBezTo>
                <a:cubicBezTo>
                  <a:pt x="7626959" y="1773018"/>
                  <a:pt x="7615464" y="1784513"/>
                  <a:pt x="7601299" y="1784513"/>
                </a:cubicBezTo>
                <a:cubicBezTo>
                  <a:pt x="7587134" y="1784513"/>
                  <a:pt x="7575640" y="1773018"/>
                  <a:pt x="7575640" y="1758854"/>
                </a:cubicBezTo>
                <a:cubicBezTo>
                  <a:pt x="7575640" y="1744689"/>
                  <a:pt x="7587134" y="1733195"/>
                  <a:pt x="7601299" y="1733195"/>
                </a:cubicBezTo>
                <a:close/>
                <a:moveTo>
                  <a:pt x="7537094" y="1733195"/>
                </a:moveTo>
                <a:cubicBezTo>
                  <a:pt x="7551259" y="1733195"/>
                  <a:pt x="7562752" y="1744689"/>
                  <a:pt x="7562752" y="1758854"/>
                </a:cubicBezTo>
                <a:cubicBezTo>
                  <a:pt x="7562752" y="1773018"/>
                  <a:pt x="7551259" y="1784513"/>
                  <a:pt x="7537094" y="1784513"/>
                </a:cubicBezTo>
                <a:cubicBezTo>
                  <a:pt x="7522929" y="1784513"/>
                  <a:pt x="7511436" y="1773018"/>
                  <a:pt x="7511436" y="1758854"/>
                </a:cubicBezTo>
                <a:cubicBezTo>
                  <a:pt x="7511436" y="1744689"/>
                  <a:pt x="7522929" y="1733195"/>
                  <a:pt x="7537094" y="1733195"/>
                </a:cubicBezTo>
                <a:close/>
                <a:moveTo>
                  <a:pt x="7472890" y="1733195"/>
                </a:moveTo>
                <a:cubicBezTo>
                  <a:pt x="7487060" y="1733195"/>
                  <a:pt x="7498548" y="1744682"/>
                  <a:pt x="7498548" y="1758854"/>
                </a:cubicBezTo>
                <a:cubicBezTo>
                  <a:pt x="7498548" y="1773025"/>
                  <a:pt x="7487060" y="1784513"/>
                  <a:pt x="7472890" y="1784513"/>
                </a:cubicBezTo>
                <a:cubicBezTo>
                  <a:pt x="7458717" y="1784513"/>
                  <a:pt x="7447229" y="1773025"/>
                  <a:pt x="7447229" y="1758854"/>
                </a:cubicBezTo>
                <a:cubicBezTo>
                  <a:pt x="7447229" y="1744682"/>
                  <a:pt x="7458717" y="1733195"/>
                  <a:pt x="7472890" y="1733195"/>
                </a:cubicBezTo>
                <a:close/>
                <a:moveTo>
                  <a:pt x="7408683" y="1733195"/>
                </a:moveTo>
                <a:cubicBezTo>
                  <a:pt x="7422848" y="1733195"/>
                  <a:pt x="7434341" y="1744689"/>
                  <a:pt x="7434341" y="1758854"/>
                </a:cubicBezTo>
                <a:cubicBezTo>
                  <a:pt x="7434341" y="1773018"/>
                  <a:pt x="7422848" y="1784513"/>
                  <a:pt x="7408683" y="1784513"/>
                </a:cubicBezTo>
                <a:cubicBezTo>
                  <a:pt x="7394518" y="1784513"/>
                  <a:pt x="7383025" y="1773018"/>
                  <a:pt x="7383025" y="1758854"/>
                </a:cubicBezTo>
                <a:cubicBezTo>
                  <a:pt x="7383025" y="1744689"/>
                  <a:pt x="7394518" y="1733195"/>
                  <a:pt x="7408683" y="1733195"/>
                </a:cubicBezTo>
                <a:close/>
                <a:moveTo>
                  <a:pt x="7344479" y="1733195"/>
                </a:moveTo>
                <a:cubicBezTo>
                  <a:pt x="7358644" y="1733195"/>
                  <a:pt x="7370137" y="1744689"/>
                  <a:pt x="7370137" y="1758854"/>
                </a:cubicBezTo>
                <a:cubicBezTo>
                  <a:pt x="7370137" y="1773018"/>
                  <a:pt x="7358644" y="1784513"/>
                  <a:pt x="7344479" y="1784513"/>
                </a:cubicBezTo>
                <a:cubicBezTo>
                  <a:pt x="7330314" y="1784513"/>
                  <a:pt x="7318820" y="1773018"/>
                  <a:pt x="7318820" y="1758854"/>
                </a:cubicBezTo>
                <a:cubicBezTo>
                  <a:pt x="7318820" y="1744689"/>
                  <a:pt x="7330314" y="1733195"/>
                  <a:pt x="7344479" y="1733195"/>
                </a:cubicBezTo>
                <a:close/>
                <a:moveTo>
                  <a:pt x="7280274" y="1733195"/>
                </a:moveTo>
                <a:cubicBezTo>
                  <a:pt x="7294437" y="1733195"/>
                  <a:pt x="7305932" y="1744689"/>
                  <a:pt x="7305932" y="1758854"/>
                </a:cubicBezTo>
                <a:cubicBezTo>
                  <a:pt x="7305932" y="1773018"/>
                  <a:pt x="7294437" y="1784513"/>
                  <a:pt x="7280274" y="1784513"/>
                </a:cubicBezTo>
                <a:cubicBezTo>
                  <a:pt x="7266109" y="1784513"/>
                  <a:pt x="7254613" y="1773018"/>
                  <a:pt x="7254613" y="1758854"/>
                </a:cubicBezTo>
                <a:cubicBezTo>
                  <a:pt x="7254613" y="1744689"/>
                  <a:pt x="7266109" y="1733195"/>
                  <a:pt x="7280274" y="1733195"/>
                </a:cubicBezTo>
                <a:close/>
                <a:moveTo>
                  <a:pt x="7216067" y="1733195"/>
                </a:moveTo>
                <a:cubicBezTo>
                  <a:pt x="7230232" y="1733195"/>
                  <a:pt x="7241725" y="1744689"/>
                  <a:pt x="7241725" y="1758854"/>
                </a:cubicBezTo>
                <a:cubicBezTo>
                  <a:pt x="7241725" y="1773018"/>
                  <a:pt x="7230232" y="1784513"/>
                  <a:pt x="7216067" y="1784513"/>
                </a:cubicBezTo>
                <a:cubicBezTo>
                  <a:pt x="7201902" y="1784513"/>
                  <a:pt x="7190409" y="1773018"/>
                  <a:pt x="7190409" y="1758854"/>
                </a:cubicBezTo>
                <a:cubicBezTo>
                  <a:pt x="7190409" y="1744689"/>
                  <a:pt x="7201902" y="1733195"/>
                  <a:pt x="7216067" y="1733195"/>
                </a:cubicBezTo>
                <a:close/>
                <a:moveTo>
                  <a:pt x="7151863" y="1733195"/>
                </a:moveTo>
                <a:cubicBezTo>
                  <a:pt x="7166033" y="1733195"/>
                  <a:pt x="7177521" y="1744682"/>
                  <a:pt x="7177521" y="1758854"/>
                </a:cubicBezTo>
                <a:cubicBezTo>
                  <a:pt x="7177521" y="1773025"/>
                  <a:pt x="7166033" y="1784513"/>
                  <a:pt x="7151863" y="1784513"/>
                </a:cubicBezTo>
                <a:cubicBezTo>
                  <a:pt x="7137692" y="1784513"/>
                  <a:pt x="7126205" y="1773025"/>
                  <a:pt x="7126205" y="1758854"/>
                </a:cubicBezTo>
                <a:cubicBezTo>
                  <a:pt x="7126205" y="1744682"/>
                  <a:pt x="7137692" y="1733195"/>
                  <a:pt x="7151863" y="1733195"/>
                </a:cubicBezTo>
                <a:close/>
                <a:moveTo>
                  <a:pt x="7087658" y="1733195"/>
                </a:moveTo>
                <a:cubicBezTo>
                  <a:pt x="7101829" y="1733195"/>
                  <a:pt x="7113317" y="1744682"/>
                  <a:pt x="7113317" y="1758854"/>
                </a:cubicBezTo>
                <a:cubicBezTo>
                  <a:pt x="7113317" y="1773025"/>
                  <a:pt x="7101829" y="1784513"/>
                  <a:pt x="7087658" y="1784513"/>
                </a:cubicBezTo>
                <a:cubicBezTo>
                  <a:pt x="7073485" y="1784513"/>
                  <a:pt x="7061998" y="1773025"/>
                  <a:pt x="7061998" y="1758854"/>
                </a:cubicBezTo>
                <a:cubicBezTo>
                  <a:pt x="7061998" y="1744682"/>
                  <a:pt x="7073485" y="1733195"/>
                  <a:pt x="7087658" y="1733195"/>
                </a:cubicBezTo>
                <a:close/>
                <a:moveTo>
                  <a:pt x="6959247" y="1733195"/>
                </a:moveTo>
                <a:cubicBezTo>
                  <a:pt x="6973412" y="1733195"/>
                  <a:pt x="6984905" y="1744689"/>
                  <a:pt x="6984905" y="1758854"/>
                </a:cubicBezTo>
                <a:cubicBezTo>
                  <a:pt x="6984905" y="1773018"/>
                  <a:pt x="6973412" y="1784513"/>
                  <a:pt x="6959247" y="1784513"/>
                </a:cubicBezTo>
                <a:cubicBezTo>
                  <a:pt x="6945082" y="1784513"/>
                  <a:pt x="6933589" y="1773018"/>
                  <a:pt x="6933589" y="1758854"/>
                </a:cubicBezTo>
                <a:cubicBezTo>
                  <a:pt x="6933589" y="1744689"/>
                  <a:pt x="6945082" y="1733195"/>
                  <a:pt x="6959247" y="1733195"/>
                </a:cubicBezTo>
                <a:close/>
                <a:moveTo>
                  <a:pt x="6895043" y="1733195"/>
                </a:moveTo>
                <a:cubicBezTo>
                  <a:pt x="6909208" y="1733195"/>
                  <a:pt x="6920701" y="1744689"/>
                  <a:pt x="6920701" y="1758854"/>
                </a:cubicBezTo>
                <a:cubicBezTo>
                  <a:pt x="6920701" y="1773018"/>
                  <a:pt x="6909208" y="1784513"/>
                  <a:pt x="6895043" y="1784513"/>
                </a:cubicBezTo>
                <a:cubicBezTo>
                  <a:pt x="6880878" y="1784513"/>
                  <a:pt x="6869382" y="1773018"/>
                  <a:pt x="6869382" y="1758854"/>
                </a:cubicBezTo>
                <a:cubicBezTo>
                  <a:pt x="6869382" y="1744689"/>
                  <a:pt x="6880878" y="1733195"/>
                  <a:pt x="6895043" y="1733195"/>
                </a:cubicBezTo>
                <a:close/>
                <a:moveTo>
                  <a:pt x="6830836" y="1733195"/>
                </a:moveTo>
                <a:cubicBezTo>
                  <a:pt x="6845001" y="1733195"/>
                  <a:pt x="6856494" y="1744689"/>
                  <a:pt x="6856494" y="1758854"/>
                </a:cubicBezTo>
                <a:cubicBezTo>
                  <a:pt x="6856494" y="1773018"/>
                  <a:pt x="6845001" y="1784513"/>
                  <a:pt x="6830836" y="1784513"/>
                </a:cubicBezTo>
                <a:cubicBezTo>
                  <a:pt x="6816671" y="1784513"/>
                  <a:pt x="6805178" y="1773018"/>
                  <a:pt x="6805178" y="1758854"/>
                </a:cubicBezTo>
                <a:cubicBezTo>
                  <a:pt x="6805178" y="1744689"/>
                  <a:pt x="6816671" y="1733195"/>
                  <a:pt x="6830836" y="1733195"/>
                </a:cubicBezTo>
                <a:close/>
                <a:moveTo>
                  <a:pt x="6766631" y="1733195"/>
                </a:moveTo>
                <a:cubicBezTo>
                  <a:pt x="6780802" y="1733195"/>
                  <a:pt x="6792290" y="1744682"/>
                  <a:pt x="6792290" y="1758854"/>
                </a:cubicBezTo>
                <a:cubicBezTo>
                  <a:pt x="6792290" y="1773025"/>
                  <a:pt x="6780802" y="1784513"/>
                  <a:pt x="6766631" y="1784513"/>
                </a:cubicBezTo>
                <a:cubicBezTo>
                  <a:pt x="6752461" y="1784513"/>
                  <a:pt x="6740973" y="1773025"/>
                  <a:pt x="6740973" y="1758854"/>
                </a:cubicBezTo>
                <a:cubicBezTo>
                  <a:pt x="6740973" y="1744682"/>
                  <a:pt x="6752461" y="1733195"/>
                  <a:pt x="6766631" y="1733195"/>
                </a:cubicBezTo>
                <a:close/>
                <a:moveTo>
                  <a:pt x="6702427" y="1733195"/>
                </a:moveTo>
                <a:cubicBezTo>
                  <a:pt x="6716597" y="1733195"/>
                  <a:pt x="6728085" y="1744682"/>
                  <a:pt x="6728085" y="1758854"/>
                </a:cubicBezTo>
                <a:cubicBezTo>
                  <a:pt x="6728085" y="1773025"/>
                  <a:pt x="6716597" y="1784513"/>
                  <a:pt x="6702427" y="1784513"/>
                </a:cubicBezTo>
                <a:cubicBezTo>
                  <a:pt x="6688254" y="1784513"/>
                  <a:pt x="6676766" y="1773025"/>
                  <a:pt x="6676766" y="1758854"/>
                </a:cubicBezTo>
                <a:cubicBezTo>
                  <a:pt x="6676766" y="1744682"/>
                  <a:pt x="6688254" y="1733195"/>
                  <a:pt x="6702427" y="1733195"/>
                </a:cubicBezTo>
                <a:close/>
                <a:moveTo>
                  <a:pt x="6638220" y="1733195"/>
                </a:moveTo>
                <a:cubicBezTo>
                  <a:pt x="6652385" y="1733195"/>
                  <a:pt x="6663881" y="1744689"/>
                  <a:pt x="6663881" y="1758854"/>
                </a:cubicBezTo>
                <a:cubicBezTo>
                  <a:pt x="6663881" y="1773018"/>
                  <a:pt x="6652385" y="1784513"/>
                  <a:pt x="6638220" y="1784513"/>
                </a:cubicBezTo>
                <a:cubicBezTo>
                  <a:pt x="6624055" y="1784513"/>
                  <a:pt x="6612562" y="1773018"/>
                  <a:pt x="6612562" y="1758854"/>
                </a:cubicBezTo>
                <a:cubicBezTo>
                  <a:pt x="6612562" y="1744689"/>
                  <a:pt x="6624055" y="1733195"/>
                  <a:pt x="6638220" y="1733195"/>
                </a:cubicBezTo>
                <a:close/>
                <a:moveTo>
                  <a:pt x="6574016" y="1733195"/>
                </a:moveTo>
                <a:cubicBezTo>
                  <a:pt x="6588181" y="1733195"/>
                  <a:pt x="6599674" y="1744689"/>
                  <a:pt x="6599674" y="1758854"/>
                </a:cubicBezTo>
                <a:cubicBezTo>
                  <a:pt x="6599674" y="1773018"/>
                  <a:pt x="6588181" y="1784513"/>
                  <a:pt x="6574016" y="1784513"/>
                </a:cubicBezTo>
                <a:cubicBezTo>
                  <a:pt x="6559851" y="1784513"/>
                  <a:pt x="6548357" y="1773018"/>
                  <a:pt x="6548357" y="1758854"/>
                </a:cubicBezTo>
                <a:cubicBezTo>
                  <a:pt x="6548357" y="1744689"/>
                  <a:pt x="6559851" y="1733195"/>
                  <a:pt x="6574016" y="1733195"/>
                </a:cubicBezTo>
                <a:close/>
                <a:moveTo>
                  <a:pt x="6509693" y="1733195"/>
                </a:moveTo>
                <a:cubicBezTo>
                  <a:pt x="6523858" y="1733195"/>
                  <a:pt x="6535352" y="1744689"/>
                  <a:pt x="6535352" y="1758854"/>
                </a:cubicBezTo>
                <a:cubicBezTo>
                  <a:pt x="6535352" y="1773018"/>
                  <a:pt x="6523858" y="1784513"/>
                  <a:pt x="6509693" y="1784513"/>
                </a:cubicBezTo>
                <a:cubicBezTo>
                  <a:pt x="6495528" y="1784513"/>
                  <a:pt x="6484035" y="1773018"/>
                  <a:pt x="6484035" y="1758854"/>
                </a:cubicBezTo>
                <a:cubicBezTo>
                  <a:pt x="6484035" y="1744689"/>
                  <a:pt x="6495528" y="1733195"/>
                  <a:pt x="6509693" y="1733195"/>
                </a:cubicBezTo>
                <a:close/>
                <a:moveTo>
                  <a:pt x="6445489" y="1733195"/>
                </a:moveTo>
                <a:cubicBezTo>
                  <a:pt x="6459654" y="1733195"/>
                  <a:pt x="6471147" y="1744689"/>
                  <a:pt x="6471147" y="1758854"/>
                </a:cubicBezTo>
                <a:cubicBezTo>
                  <a:pt x="6471147" y="1773018"/>
                  <a:pt x="6459654" y="1784513"/>
                  <a:pt x="6445489" y="1784513"/>
                </a:cubicBezTo>
                <a:cubicBezTo>
                  <a:pt x="6431324" y="1784513"/>
                  <a:pt x="6419831" y="1773018"/>
                  <a:pt x="6419831" y="1758854"/>
                </a:cubicBezTo>
                <a:cubicBezTo>
                  <a:pt x="6419831" y="1744689"/>
                  <a:pt x="6431324" y="1733195"/>
                  <a:pt x="6445489" y="1733195"/>
                </a:cubicBezTo>
                <a:close/>
                <a:moveTo>
                  <a:pt x="6381282" y="1733195"/>
                </a:moveTo>
                <a:cubicBezTo>
                  <a:pt x="6395455" y="1733195"/>
                  <a:pt x="6406943" y="1744682"/>
                  <a:pt x="6406943" y="1758854"/>
                </a:cubicBezTo>
                <a:cubicBezTo>
                  <a:pt x="6406943" y="1773025"/>
                  <a:pt x="6395455" y="1784513"/>
                  <a:pt x="6381282" y="1784513"/>
                </a:cubicBezTo>
                <a:cubicBezTo>
                  <a:pt x="6367112" y="1784513"/>
                  <a:pt x="6355624" y="1773025"/>
                  <a:pt x="6355624" y="1758854"/>
                </a:cubicBezTo>
                <a:cubicBezTo>
                  <a:pt x="6355624" y="1744682"/>
                  <a:pt x="6367112" y="1733195"/>
                  <a:pt x="6381282" y="1733195"/>
                </a:cubicBezTo>
                <a:close/>
                <a:moveTo>
                  <a:pt x="6317078" y="1733195"/>
                </a:moveTo>
                <a:cubicBezTo>
                  <a:pt x="6331243" y="1733195"/>
                  <a:pt x="6342736" y="1744689"/>
                  <a:pt x="6342736" y="1758854"/>
                </a:cubicBezTo>
                <a:cubicBezTo>
                  <a:pt x="6342736" y="1773018"/>
                  <a:pt x="6331243" y="1784513"/>
                  <a:pt x="6317078" y="1784513"/>
                </a:cubicBezTo>
                <a:cubicBezTo>
                  <a:pt x="6302913" y="1784513"/>
                  <a:pt x="6291420" y="1773018"/>
                  <a:pt x="6291420" y="1758854"/>
                </a:cubicBezTo>
                <a:cubicBezTo>
                  <a:pt x="6291420" y="1744689"/>
                  <a:pt x="6302913" y="1733195"/>
                  <a:pt x="6317078" y="1733195"/>
                </a:cubicBezTo>
                <a:close/>
                <a:moveTo>
                  <a:pt x="6252873" y="1733195"/>
                </a:moveTo>
                <a:cubicBezTo>
                  <a:pt x="6267036" y="1733195"/>
                  <a:pt x="6278532" y="1744689"/>
                  <a:pt x="6278532" y="1758854"/>
                </a:cubicBezTo>
                <a:cubicBezTo>
                  <a:pt x="6278532" y="1773018"/>
                  <a:pt x="6267036" y="1784513"/>
                  <a:pt x="6252873" y="1784513"/>
                </a:cubicBezTo>
                <a:cubicBezTo>
                  <a:pt x="6238708" y="1784513"/>
                  <a:pt x="6227213" y="1773018"/>
                  <a:pt x="6227213" y="1758854"/>
                </a:cubicBezTo>
                <a:cubicBezTo>
                  <a:pt x="6227213" y="1744689"/>
                  <a:pt x="6238708" y="1733195"/>
                  <a:pt x="6252873" y="1733195"/>
                </a:cubicBezTo>
                <a:close/>
                <a:moveTo>
                  <a:pt x="6188666" y="1733195"/>
                </a:moveTo>
                <a:cubicBezTo>
                  <a:pt x="6202831" y="1733195"/>
                  <a:pt x="6214327" y="1744689"/>
                  <a:pt x="6214327" y="1758854"/>
                </a:cubicBezTo>
                <a:cubicBezTo>
                  <a:pt x="6214327" y="1773018"/>
                  <a:pt x="6202831" y="1784513"/>
                  <a:pt x="6188666" y="1784513"/>
                </a:cubicBezTo>
                <a:cubicBezTo>
                  <a:pt x="6174504" y="1784513"/>
                  <a:pt x="6163008" y="1773018"/>
                  <a:pt x="6163008" y="1758854"/>
                </a:cubicBezTo>
                <a:cubicBezTo>
                  <a:pt x="6163008" y="1744689"/>
                  <a:pt x="6174504" y="1733195"/>
                  <a:pt x="6188666" y="1733195"/>
                </a:cubicBezTo>
                <a:close/>
                <a:moveTo>
                  <a:pt x="6124462" y="1733195"/>
                </a:moveTo>
                <a:cubicBezTo>
                  <a:pt x="6138627" y="1733195"/>
                  <a:pt x="6150123" y="1744689"/>
                  <a:pt x="6150123" y="1758854"/>
                </a:cubicBezTo>
                <a:cubicBezTo>
                  <a:pt x="6150123" y="1773018"/>
                  <a:pt x="6138627" y="1784513"/>
                  <a:pt x="6124462" y="1784513"/>
                </a:cubicBezTo>
                <a:cubicBezTo>
                  <a:pt x="6110297" y="1784513"/>
                  <a:pt x="6098804" y="1773018"/>
                  <a:pt x="6098804" y="1758854"/>
                </a:cubicBezTo>
                <a:cubicBezTo>
                  <a:pt x="6098804" y="1744689"/>
                  <a:pt x="6110297" y="1733195"/>
                  <a:pt x="6124462" y="1733195"/>
                </a:cubicBezTo>
                <a:close/>
                <a:moveTo>
                  <a:pt x="6064505" y="1733195"/>
                </a:moveTo>
                <a:cubicBezTo>
                  <a:pt x="6078666" y="1733195"/>
                  <a:pt x="6090163" y="1744689"/>
                  <a:pt x="6090163" y="1758854"/>
                </a:cubicBezTo>
                <a:cubicBezTo>
                  <a:pt x="6090163" y="1773018"/>
                  <a:pt x="6078666" y="1784513"/>
                  <a:pt x="6064505" y="1784513"/>
                </a:cubicBezTo>
                <a:cubicBezTo>
                  <a:pt x="6050336" y="1784513"/>
                  <a:pt x="6038844" y="1773018"/>
                  <a:pt x="6038844" y="1758854"/>
                </a:cubicBezTo>
                <a:cubicBezTo>
                  <a:pt x="6038844" y="1744689"/>
                  <a:pt x="6050336" y="1733195"/>
                  <a:pt x="6064505" y="1733195"/>
                </a:cubicBezTo>
                <a:close/>
                <a:moveTo>
                  <a:pt x="6000298" y="1733195"/>
                </a:moveTo>
                <a:cubicBezTo>
                  <a:pt x="6014463" y="1733195"/>
                  <a:pt x="6025956" y="1744689"/>
                  <a:pt x="6025956" y="1758854"/>
                </a:cubicBezTo>
                <a:cubicBezTo>
                  <a:pt x="6025956" y="1773018"/>
                  <a:pt x="6014463" y="1784513"/>
                  <a:pt x="6000298" y="1784513"/>
                </a:cubicBezTo>
                <a:cubicBezTo>
                  <a:pt x="5986133" y="1784513"/>
                  <a:pt x="5974639" y="1773018"/>
                  <a:pt x="5974639" y="1758854"/>
                </a:cubicBezTo>
                <a:cubicBezTo>
                  <a:pt x="5974639" y="1744689"/>
                  <a:pt x="5986133" y="1733195"/>
                  <a:pt x="6000298" y="1733195"/>
                </a:cubicBezTo>
                <a:close/>
                <a:moveTo>
                  <a:pt x="5936092" y="1733195"/>
                </a:moveTo>
                <a:cubicBezTo>
                  <a:pt x="5950255" y="1733195"/>
                  <a:pt x="5961751" y="1744689"/>
                  <a:pt x="5961751" y="1758854"/>
                </a:cubicBezTo>
                <a:cubicBezTo>
                  <a:pt x="5961751" y="1773018"/>
                  <a:pt x="5950255" y="1784513"/>
                  <a:pt x="5936092" y="1784513"/>
                </a:cubicBezTo>
                <a:cubicBezTo>
                  <a:pt x="5921928" y="1784513"/>
                  <a:pt x="5910435" y="1773018"/>
                  <a:pt x="5910435" y="1758854"/>
                </a:cubicBezTo>
                <a:cubicBezTo>
                  <a:pt x="5910435" y="1744689"/>
                  <a:pt x="5921928" y="1733195"/>
                  <a:pt x="5936092" y="1733195"/>
                </a:cubicBezTo>
                <a:close/>
                <a:moveTo>
                  <a:pt x="5807683" y="1733195"/>
                </a:moveTo>
                <a:cubicBezTo>
                  <a:pt x="5821853" y="1733195"/>
                  <a:pt x="5833341" y="1744682"/>
                  <a:pt x="5833341" y="1758854"/>
                </a:cubicBezTo>
                <a:cubicBezTo>
                  <a:pt x="5833341" y="1773025"/>
                  <a:pt x="5821853" y="1784513"/>
                  <a:pt x="5807683" y="1784513"/>
                </a:cubicBezTo>
                <a:cubicBezTo>
                  <a:pt x="5793512" y="1784513"/>
                  <a:pt x="5782024" y="1773025"/>
                  <a:pt x="5782024" y="1758854"/>
                </a:cubicBezTo>
                <a:cubicBezTo>
                  <a:pt x="5782024" y="1744682"/>
                  <a:pt x="5793512" y="1733195"/>
                  <a:pt x="5807683" y="1733195"/>
                </a:cubicBezTo>
                <a:close/>
                <a:moveTo>
                  <a:pt x="5743477" y="1733195"/>
                </a:moveTo>
                <a:cubicBezTo>
                  <a:pt x="5757648" y="1733195"/>
                  <a:pt x="5769136" y="1744682"/>
                  <a:pt x="5769136" y="1758854"/>
                </a:cubicBezTo>
                <a:cubicBezTo>
                  <a:pt x="5769136" y="1773025"/>
                  <a:pt x="5757648" y="1784513"/>
                  <a:pt x="5743477" y="1784513"/>
                </a:cubicBezTo>
                <a:cubicBezTo>
                  <a:pt x="5729307" y="1784513"/>
                  <a:pt x="5717818" y="1773025"/>
                  <a:pt x="5717818" y="1758854"/>
                </a:cubicBezTo>
                <a:cubicBezTo>
                  <a:pt x="5717818" y="1744682"/>
                  <a:pt x="5729307" y="1733195"/>
                  <a:pt x="5743477" y="1733195"/>
                </a:cubicBezTo>
                <a:close/>
                <a:moveTo>
                  <a:pt x="5679272" y="1733195"/>
                </a:moveTo>
                <a:cubicBezTo>
                  <a:pt x="5693437" y="1733195"/>
                  <a:pt x="5704930" y="1744689"/>
                  <a:pt x="5704930" y="1758854"/>
                </a:cubicBezTo>
                <a:cubicBezTo>
                  <a:pt x="5704930" y="1773018"/>
                  <a:pt x="5693437" y="1784513"/>
                  <a:pt x="5679272" y="1784513"/>
                </a:cubicBezTo>
                <a:cubicBezTo>
                  <a:pt x="5665108" y="1784513"/>
                  <a:pt x="5653614" y="1773018"/>
                  <a:pt x="5653614" y="1758854"/>
                </a:cubicBezTo>
                <a:cubicBezTo>
                  <a:pt x="5653614" y="1744689"/>
                  <a:pt x="5665108" y="1733195"/>
                  <a:pt x="5679272" y="1733195"/>
                </a:cubicBezTo>
                <a:close/>
                <a:moveTo>
                  <a:pt x="5615066" y="1733195"/>
                </a:moveTo>
                <a:cubicBezTo>
                  <a:pt x="5629231" y="1733195"/>
                  <a:pt x="5640726" y="1744689"/>
                  <a:pt x="5640726" y="1758854"/>
                </a:cubicBezTo>
                <a:cubicBezTo>
                  <a:pt x="5640726" y="1773018"/>
                  <a:pt x="5629231" y="1784513"/>
                  <a:pt x="5615066" y="1784513"/>
                </a:cubicBezTo>
                <a:cubicBezTo>
                  <a:pt x="5600901" y="1784513"/>
                  <a:pt x="5589407" y="1773018"/>
                  <a:pt x="5589407" y="1758854"/>
                </a:cubicBezTo>
                <a:cubicBezTo>
                  <a:pt x="5589407" y="1744689"/>
                  <a:pt x="5600901" y="1733195"/>
                  <a:pt x="5615066" y="1733195"/>
                </a:cubicBezTo>
                <a:close/>
                <a:moveTo>
                  <a:pt x="5550862" y="1733195"/>
                </a:moveTo>
                <a:cubicBezTo>
                  <a:pt x="5565027" y="1733195"/>
                  <a:pt x="5576520" y="1744689"/>
                  <a:pt x="5576520" y="1758854"/>
                </a:cubicBezTo>
                <a:cubicBezTo>
                  <a:pt x="5576520" y="1773018"/>
                  <a:pt x="5565027" y="1784513"/>
                  <a:pt x="5550862" y="1784513"/>
                </a:cubicBezTo>
                <a:cubicBezTo>
                  <a:pt x="5536697" y="1784513"/>
                  <a:pt x="5525203" y="1773018"/>
                  <a:pt x="5525203" y="1758854"/>
                </a:cubicBezTo>
                <a:cubicBezTo>
                  <a:pt x="5525203" y="1744689"/>
                  <a:pt x="5536697" y="1733195"/>
                  <a:pt x="5550862" y="1733195"/>
                </a:cubicBezTo>
                <a:close/>
                <a:moveTo>
                  <a:pt x="5486655" y="1733195"/>
                </a:moveTo>
                <a:cubicBezTo>
                  <a:pt x="5500819" y="1733195"/>
                  <a:pt x="5512316" y="1744689"/>
                  <a:pt x="5512316" y="1758854"/>
                </a:cubicBezTo>
                <a:cubicBezTo>
                  <a:pt x="5512316" y="1773018"/>
                  <a:pt x="5500819" y="1784513"/>
                  <a:pt x="5486655" y="1784513"/>
                </a:cubicBezTo>
                <a:cubicBezTo>
                  <a:pt x="5472491" y="1784513"/>
                  <a:pt x="5460997" y="1773018"/>
                  <a:pt x="5460997" y="1758854"/>
                </a:cubicBezTo>
                <a:cubicBezTo>
                  <a:pt x="5460997" y="1744689"/>
                  <a:pt x="5472491" y="1733195"/>
                  <a:pt x="5486655" y="1733195"/>
                </a:cubicBezTo>
                <a:close/>
                <a:moveTo>
                  <a:pt x="5422451" y="1733195"/>
                </a:moveTo>
                <a:cubicBezTo>
                  <a:pt x="5436621" y="1733195"/>
                  <a:pt x="5448109" y="1744682"/>
                  <a:pt x="5448109" y="1758854"/>
                </a:cubicBezTo>
                <a:cubicBezTo>
                  <a:pt x="5448109" y="1773025"/>
                  <a:pt x="5436621" y="1784513"/>
                  <a:pt x="5422451" y="1784513"/>
                </a:cubicBezTo>
                <a:cubicBezTo>
                  <a:pt x="5408280" y="1784513"/>
                  <a:pt x="5396791" y="1773025"/>
                  <a:pt x="5396791" y="1758854"/>
                </a:cubicBezTo>
                <a:cubicBezTo>
                  <a:pt x="5396791" y="1744682"/>
                  <a:pt x="5408280" y="1733195"/>
                  <a:pt x="5422451" y="1733195"/>
                </a:cubicBezTo>
                <a:close/>
                <a:moveTo>
                  <a:pt x="5358245" y="1733195"/>
                </a:moveTo>
                <a:cubicBezTo>
                  <a:pt x="5372417" y="1733195"/>
                  <a:pt x="5383904" y="1744682"/>
                  <a:pt x="5383904" y="1758854"/>
                </a:cubicBezTo>
                <a:cubicBezTo>
                  <a:pt x="5383904" y="1773025"/>
                  <a:pt x="5372417" y="1784513"/>
                  <a:pt x="5358245" y="1784513"/>
                </a:cubicBezTo>
                <a:cubicBezTo>
                  <a:pt x="5344076" y="1784513"/>
                  <a:pt x="5332587" y="1773025"/>
                  <a:pt x="5332587" y="1758854"/>
                </a:cubicBezTo>
                <a:cubicBezTo>
                  <a:pt x="5332587" y="1744682"/>
                  <a:pt x="5344076" y="1733195"/>
                  <a:pt x="5358245" y="1733195"/>
                </a:cubicBezTo>
                <a:close/>
                <a:moveTo>
                  <a:pt x="5294040" y="1733195"/>
                </a:moveTo>
                <a:cubicBezTo>
                  <a:pt x="5308205" y="1733195"/>
                  <a:pt x="5319699" y="1744689"/>
                  <a:pt x="5319699" y="1758854"/>
                </a:cubicBezTo>
                <a:cubicBezTo>
                  <a:pt x="5319699" y="1773018"/>
                  <a:pt x="5308205" y="1784513"/>
                  <a:pt x="5294040" y="1784513"/>
                </a:cubicBezTo>
                <a:cubicBezTo>
                  <a:pt x="5279877" y="1784513"/>
                  <a:pt x="5268382" y="1773018"/>
                  <a:pt x="5268382" y="1758854"/>
                </a:cubicBezTo>
                <a:cubicBezTo>
                  <a:pt x="5268382" y="1744689"/>
                  <a:pt x="5279877" y="1733195"/>
                  <a:pt x="5294040" y="1733195"/>
                </a:cubicBezTo>
                <a:close/>
                <a:moveTo>
                  <a:pt x="5229719" y="1733195"/>
                </a:moveTo>
                <a:cubicBezTo>
                  <a:pt x="5243999" y="1733195"/>
                  <a:pt x="5255377" y="1744689"/>
                  <a:pt x="5255377" y="1758854"/>
                </a:cubicBezTo>
                <a:cubicBezTo>
                  <a:pt x="5255377" y="1773018"/>
                  <a:pt x="5243883" y="1784513"/>
                  <a:pt x="5229719" y="1784513"/>
                </a:cubicBezTo>
                <a:cubicBezTo>
                  <a:pt x="5215554" y="1784513"/>
                  <a:pt x="5204058" y="1773018"/>
                  <a:pt x="5204058" y="1758854"/>
                </a:cubicBezTo>
                <a:cubicBezTo>
                  <a:pt x="5204058" y="1744689"/>
                  <a:pt x="5215554" y="1733195"/>
                  <a:pt x="5229719" y="1733195"/>
                </a:cubicBezTo>
                <a:close/>
                <a:moveTo>
                  <a:pt x="5165514" y="1733195"/>
                </a:moveTo>
                <a:cubicBezTo>
                  <a:pt x="5179678" y="1733195"/>
                  <a:pt x="5191171" y="1744689"/>
                  <a:pt x="5191171" y="1758854"/>
                </a:cubicBezTo>
                <a:cubicBezTo>
                  <a:pt x="5191171" y="1773018"/>
                  <a:pt x="5179678" y="1784513"/>
                  <a:pt x="5165514" y="1784513"/>
                </a:cubicBezTo>
                <a:cubicBezTo>
                  <a:pt x="5151349" y="1784513"/>
                  <a:pt x="5139855" y="1773018"/>
                  <a:pt x="5139855" y="1758854"/>
                </a:cubicBezTo>
                <a:cubicBezTo>
                  <a:pt x="5139855" y="1744689"/>
                  <a:pt x="5151349" y="1733195"/>
                  <a:pt x="5165514" y="1733195"/>
                </a:cubicBezTo>
                <a:close/>
                <a:moveTo>
                  <a:pt x="5101309" y="1733195"/>
                </a:moveTo>
                <a:cubicBezTo>
                  <a:pt x="5115473" y="1733195"/>
                  <a:pt x="5126967" y="1744689"/>
                  <a:pt x="5126967" y="1758854"/>
                </a:cubicBezTo>
                <a:cubicBezTo>
                  <a:pt x="5126967" y="1773018"/>
                  <a:pt x="5115473" y="1784513"/>
                  <a:pt x="5101309" y="1784513"/>
                </a:cubicBezTo>
                <a:cubicBezTo>
                  <a:pt x="5087142" y="1784513"/>
                  <a:pt x="5075649" y="1773018"/>
                  <a:pt x="5075649" y="1758854"/>
                </a:cubicBezTo>
                <a:cubicBezTo>
                  <a:pt x="5075649" y="1744689"/>
                  <a:pt x="5087142" y="1733195"/>
                  <a:pt x="5101309" y="1733195"/>
                </a:cubicBezTo>
                <a:close/>
                <a:moveTo>
                  <a:pt x="5037104" y="1733195"/>
                </a:moveTo>
                <a:cubicBezTo>
                  <a:pt x="5051273" y="1733195"/>
                  <a:pt x="5062762" y="1744682"/>
                  <a:pt x="5062762" y="1758854"/>
                </a:cubicBezTo>
                <a:cubicBezTo>
                  <a:pt x="5062762" y="1773025"/>
                  <a:pt x="5051273" y="1784513"/>
                  <a:pt x="5037104" y="1784513"/>
                </a:cubicBezTo>
                <a:cubicBezTo>
                  <a:pt x="5022930" y="1784513"/>
                  <a:pt x="5011444" y="1773025"/>
                  <a:pt x="5011444" y="1758854"/>
                </a:cubicBezTo>
                <a:cubicBezTo>
                  <a:pt x="5011444" y="1744682"/>
                  <a:pt x="5022930" y="1733195"/>
                  <a:pt x="5037104" y="1733195"/>
                </a:cubicBezTo>
                <a:close/>
                <a:moveTo>
                  <a:pt x="4972896" y="1733195"/>
                </a:moveTo>
                <a:cubicBezTo>
                  <a:pt x="4987063" y="1733195"/>
                  <a:pt x="4998557" y="1744689"/>
                  <a:pt x="4998557" y="1758854"/>
                </a:cubicBezTo>
                <a:cubicBezTo>
                  <a:pt x="4998557" y="1773018"/>
                  <a:pt x="4987063" y="1784513"/>
                  <a:pt x="4972896" y="1784513"/>
                </a:cubicBezTo>
                <a:cubicBezTo>
                  <a:pt x="4958732" y="1784513"/>
                  <a:pt x="4947240" y="1773018"/>
                  <a:pt x="4947240" y="1758854"/>
                </a:cubicBezTo>
                <a:cubicBezTo>
                  <a:pt x="4947240" y="1744689"/>
                  <a:pt x="4958732" y="1733195"/>
                  <a:pt x="4972896" y="1733195"/>
                </a:cubicBezTo>
                <a:close/>
                <a:moveTo>
                  <a:pt x="4908693" y="1733195"/>
                </a:moveTo>
                <a:cubicBezTo>
                  <a:pt x="4922857" y="1733195"/>
                  <a:pt x="4934352" y="1744689"/>
                  <a:pt x="4934352" y="1758854"/>
                </a:cubicBezTo>
                <a:cubicBezTo>
                  <a:pt x="4934352" y="1773018"/>
                  <a:pt x="4922857" y="1784513"/>
                  <a:pt x="4908693" y="1784513"/>
                </a:cubicBezTo>
                <a:cubicBezTo>
                  <a:pt x="4894527" y="1784513"/>
                  <a:pt x="4883033" y="1773018"/>
                  <a:pt x="4883033" y="1758854"/>
                </a:cubicBezTo>
                <a:cubicBezTo>
                  <a:pt x="4883033" y="1744689"/>
                  <a:pt x="4894527" y="1733195"/>
                  <a:pt x="4908693" y="1733195"/>
                </a:cubicBezTo>
                <a:close/>
                <a:moveTo>
                  <a:pt x="4844487" y="1733195"/>
                </a:moveTo>
                <a:cubicBezTo>
                  <a:pt x="4858650" y="1733195"/>
                  <a:pt x="4870146" y="1744689"/>
                  <a:pt x="4870146" y="1758854"/>
                </a:cubicBezTo>
                <a:cubicBezTo>
                  <a:pt x="4870146" y="1773018"/>
                  <a:pt x="4858650" y="1784513"/>
                  <a:pt x="4844487" y="1784513"/>
                </a:cubicBezTo>
                <a:cubicBezTo>
                  <a:pt x="4830322" y="1784513"/>
                  <a:pt x="4818828" y="1773018"/>
                  <a:pt x="4818828" y="1758854"/>
                </a:cubicBezTo>
                <a:cubicBezTo>
                  <a:pt x="4818828" y="1744689"/>
                  <a:pt x="4830322" y="1733195"/>
                  <a:pt x="4844487" y="1733195"/>
                </a:cubicBezTo>
                <a:close/>
                <a:moveTo>
                  <a:pt x="4780282" y="1733195"/>
                </a:moveTo>
                <a:cubicBezTo>
                  <a:pt x="4794447" y="1733195"/>
                  <a:pt x="4805941" y="1744689"/>
                  <a:pt x="4805941" y="1758854"/>
                </a:cubicBezTo>
                <a:cubicBezTo>
                  <a:pt x="4805941" y="1773018"/>
                  <a:pt x="4794447" y="1784513"/>
                  <a:pt x="4780282" y="1784513"/>
                </a:cubicBezTo>
                <a:cubicBezTo>
                  <a:pt x="4766118" y="1784513"/>
                  <a:pt x="4754622" y="1773018"/>
                  <a:pt x="4754622" y="1758854"/>
                </a:cubicBezTo>
                <a:cubicBezTo>
                  <a:pt x="4754622" y="1744689"/>
                  <a:pt x="4766118" y="1733195"/>
                  <a:pt x="4780282" y="1733195"/>
                </a:cubicBezTo>
                <a:close/>
                <a:moveTo>
                  <a:pt x="4716077" y="1733195"/>
                </a:moveTo>
                <a:cubicBezTo>
                  <a:pt x="4730248" y="1733195"/>
                  <a:pt x="4741736" y="1744682"/>
                  <a:pt x="4741736" y="1758854"/>
                </a:cubicBezTo>
                <a:cubicBezTo>
                  <a:pt x="4741736" y="1773025"/>
                  <a:pt x="4730248" y="1784513"/>
                  <a:pt x="4716077" y="1784513"/>
                </a:cubicBezTo>
                <a:cubicBezTo>
                  <a:pt x="4701906" y="1784513"/>
                  <a:pt x="4690419" y="1773025"/>
                  <a:pt x="4690419" y="1758854"/>
                </a:cubicBezTo>
                <a:cubicBezTo>
                  <a:pt x="4690419" y="1744682"/>
                  <a:pt x="4701906" y="1733195"/>
                  <a:pt x="4716077" y="1733195"/>
                </a:cubicBezTo>
                <a:close/>
                <a:moveTo>
                  <a:pt x="4651872" y="1733195"/>
                </a:moveTo>
                <a:cubicBezTo>
                  <a:pt x="4666042" y="1733195"/>
                  <a:pt x="4677531" y="1744682"/>
                  <a:pt x="4677531" y="1758854"/>
                </a:cubicBezTo>
                <a:cubicBezTo>
                  <a:pt x="4677531" y="1773025"/>
                  <a:pt x="4666042" y="1784513"/>
                  <a:pt x="4651872" y="1784513"/>
                </a:cubicBezTo>
                <a:cubicBezTo>
                  <a:pt x="4637700" y="1784513"/>
                  <a:pt x="4626213" y="1773025"/>
                  <a:pt x="4626213" y="1758854"/>
                </a:cubicBezTo>
                <a:cubicBezTo>
                  <a:pt x="4626213" y="1744682"/>
                  <a:pt x="4637700" y="1733195"/>
                  <a:pt x="4651872" y="1733195"/>
                </a:cubicBezTo>
                <a:close/>
                <a:moveTo>
                  <a:pt x="4587666" y="1733195"/>
                </a:moveTo>
                <a:cubicBezTo>
                  <a:pt x="4601830" y="1733195"/>
                  <a:pt x="4613324" y="1744689"/>
                  <a:pt x="4613324" y="1758854"/>
                </a:cubicBezTo>
                <a:cubicBezTo>
                  <a:pt x="4613324" y="1773018"/>
                  <a:pt x="4601830" y="1784513"/>
                  <a:pt x="4587666" y="1784513"/>
                </a:cubicBezTo>
                <a:cubicBezTo>
                  <a:pt x="4573501" y="1784513"/>
                  <a:pt x="4562007" y="1773018"/>
                  <a:pt x="4562007" y="1758854"/>
                </a:cubicBezTo>
                <a:cubicBezTo>
                  <a:pt x="4562007" y="1744689"/>
                  <a:pt x="4573501" y="1733195"/>
                  <a:pt x="4587666" y="1733195"/>
                </a:cubicBezTo>
                <a:close/>
                <a:moveTo>
                  <a:pt x="4523461" y="1733195"/>
                </a:moveTo>
                <a:cubicBezTo>
                  <a:pt x="4537626" y="1733195"/>
                  <a:pt x="4549121" y="1744689"/>
                  <a:pt x="4549121" y="1758854"/>
                </a:cubicBezTo>
                <a:cubicBezTo>
                  <a:pt x="4549121" y="1773018"/>
                  <a:pt x="4537626" y="1784513"/>
                  <a:pt x="4523461" y="1784513"/>
                </a:cubicBezTo>
                <a:cubicBezTo>
                  <a:pt x="4509296" y="1784513"/>
                  <a:pt x="4497802" y="1773018"/>
                  <a:pt x="4497802" y="1758854"/>
                </a:cubicBezTo>
                <a:cubicBezTo>
                  <a:pt x="4497802" y="1744689"/>
                  <a:pt x="4509296" y="1733195"/>
                  <a:pt x="4523461" y="1733195"/>
                </a:cubicBezTo>
                <a:close/>
                <a:moveTo>
                  <a:pt x="4459256" y="1733195"/>
                </a:moveTo>
                <a:cubicBezTo>
                  <a:pt x="4473420" y="1733195"/>
                  <a:pt x="4484914" y="1744689"/>
                  <a:pt x="4484914" y="1758854"/>
                </a:cubicBezTo>
                <a:cubicBezTo>
                  <a:pt x="4484914" y="1773018"/>
                  <a:pt x="4473420" y="1784513"/>
                  <a:pt x="4459256" y="1784513"/>
                </a:cubicBezTo>
                <a:cubicBezTo>
                  <a:pt x="4445091" y="1784513"/>
                  <a:pt x="4433596" y="1773018"/>
                  <a:pt x="4433596" y="1758854"/>
                </a:cubicBezTo>
                <a:cubicBezTo>
                  <a:pt x="4433596" y="1744689"/>
                  <a:pt x="4445091" y="1733195"/>
                  <a:pt x="4459256" y="1733195"/>
                </a:cubicBezTo>
                <a:close/>
                <a:moveTo>
                  <a:pt x="4395050" y="1733195"/>
                </a:moveTo>
                <a:cubicBezTo>
                  <a:pt x="4409214" y="1733195"/>
                  <a:pt x="4420710" y="1744689"/>
                  <a:pt x="4420710" y="1758854"/>
                </a:cubicBezTo>
                <a:cubicBezTo>
                  <a:pt x="4420710" y="1773018"/>
                  <a:pt x="4409214" y="1784513"/>
                  <a:pt x="4395050" y="1784513"/>
                </a:cubicBezTo>
                <a:cubicBezTo>
                  <a:pt x="4380886" y="1784513"/>
                  <a:pt x="4369391" y="1773018"/>
                  <a:pt x="4369391" y="1758854"/>
                </a:cubicBezTo>
                <a:cubicBezTo>
                  <a:pt x="4369391" y="1744689"/>
                  <a:pt x="4380886" y="1733195"/>
                  <a:pt x="4395050" y="1733195"/>
                </a:cubicBezTo>
                <a:close/>
                <a:moveTo>
                  <a:pt x="4330845" y="1733195"/>
                </a:moveTo>
                <a:cubicBezTo>
                  <a:pt x="4345017" y="1733195"/>
                  <a:pt x="4356504" y="1744682"/>
                  <a:pt x="4356504" y="1758854"/>
                </a:cubicBezTo>
                <a:cubicBezTo>
                  <a:pt x="4356504" y="1773025"/>
                  <a:pt x="4345017" y="1784513"/>
                  <a:pt x="4330845" y="1784513"/>
                </a:cubicBezTo>
                <a:cubicBezTo>
                  <a:pt x="4316675" y="1784513"/>
                  <a:pt x="4305186" y="1773025"/>
                  <a:pt x="4305186" y="1758854"/>
                </a:cubicBezTo>
                <a:cubicBezTo>
                  <a:pt x="4305186" y="1744682"/>
                  <a:pt x="4316675" y="1733195"/>
                  <a:pt x="4330845" y="1733195"/>
                </a:cubicBezTo>
                <a:close/>
                <a:moveTo>
                  <a:pt x="4266640" y="1733195"/>
                </a:moveTo>
                <a:cubicBezTo>
                  <a:pt x="4280811" y="1733195"/>
                  <a:pt x="4292298" y="1744682"/>
                  <a:pt x="4292298" y="1758854"/>
                </a:cubicBezTo>
                <a:cubicBezTo>
                  <a:pt x="4292298" y="1773025"/>
                  <a:pt x="4280811" y="1784513"/>
                  <a:pt x="4266640" y="1784513"/>
                </a:cubicBezTo>
                <a:cubicBezTo>
                  <a:pt x="4252470" y="1784513"/>
                  <a:pt x="4240981" y="1773025"/>
                  <a:pt x="4240981" y="1758854"/>
                </a:cubicBezTo>
                <a:cubicBezTo>
                  <a:pt x="4240981" y="1744682"/>
                  <a:pt x="4252470" y="1733195"/>
                  <a:pt x="4266640" y="1733195"/>
                </a:cubicBezTo>
                <a:close/>
                <a:moveTo>
                  <a:pt x="4202435" y="1733195"/>
                </a:moveTo>
                <a:cubicBezTo>
                  <a:pt x="4216598" y="1733195"/>
                  <a:pt x="4228093" y="1744689"/>
                  <a:pt x="4228093" y="1758854"/>
                </a:cubicBezTo>
                <a:cubicBezTo>
                  <a:pt x="4228093" y="1773018"/>
                  <a:pt x="4216598" y="1784513"/>
                  <a:pt x="4202435" y="1784513"/>
                </a:cubicBezTo>
                <a:cubicBezTo>
                  <a:pt x="4188268" y="1784513"/>
                  <a:pt x="4176776" y="1773018"/>
                  <a:pt x="4176776" y="1758854"/>
                </a:cubicBezTo>
                <a:cubicBezTo>
                  <a:pt x="4176776" y="1744689"/>
                  <a:pt x="4188268" y="1733195"/>
                  <a:pt x="4202435" y="1733195"/>
                </a:cubicBezTo>
                <a:close/>
                <a:moveTo>
                  <a:pt x="4138112" y="1733195"/>
                </a:moveTo>
                <a:cubicBezTo>
                  <a:pt x="4152394" y="1733195"/>
                  <a:pt x="4163773" y="1744689"/>
                  <a:pt x="4163773" y="1758854"/>
                </a:cubicBezTo>
                <a:cubicBezTo>
                  <a:pt x="4163773" y="1773018"/>
                  <a:pt x="4152277" y="1784513"/>
                  <a:pt x="4138112" y="1784513"/>
                </a:cubicBezTo>
                <a:cubicBezTo>
                  <a:pt x="4123948" y="1784513"/>
                  <a:pt x="4112454" y="1773018"/>
                  <a:pt x="4112454" y="1758854"/>
                </a:cubicBezTo>
                <a:cubicBezTo>
                  <a:pt x="4112454" y="1744689"/>
                  <a:pt x="4123948" y="1733195"/>
                  <a:pt x="4138112" y="1733195"/>
                </a:cubicBezTo>
                <a:close/>
                <a:moveTo>
                  <a:pt x="4073908" y="1733195"/>
                </a:moveTo>
                <a:cubicBezTo>
                  <a:pt x="4088073" y="1733195"/>
                  <a:pt x="4099565" y="1744689"/>
                  <a:pt x="4099565" y="1758854"/>
                </a:cubicBezTo>
                <a:cubicBezTo>
                  <a:pt x="4099565" y="1773018"/>
                  <a:pt x="4088073" y="1784513"/>
                  <a:pt x="4073908" y="1784513"/>
                </a:cubicBezTo>
                <a:cubicBezTo>
                  <a:pt x="4059743" y="1784513"/>
                  <a:pt x="4048248" y="1773018"/>
                  <a:pt x="4048248" y="1758854"/>
                </a:cubicBezTo>
                <a:cubicBezTo>
                  <a:pt x="4048248" y="1744689"/>
                  <a:pt x="4059743" y="1733195"/>
                  <a:pt x="4073908" y="1733195"/>
                </a:cubicBezTo>
                <a:close/>
                <a:moveTo>
                  <a:pt x="4009702" y="1733195"/>
                </a:moveTo>
                <a:cubicBezTo>
                  <a:pt x="4023866" y="1733195"/>
                  <a:pt x="4035362" y="1744689"/>
                  <a:pt x="4035362" y="1758854"/>
                </a:cubicBezTo>
                <a:cubicBezTo>
                  <a:pt x="4035362" y="1773018"/>
                  <a:pt x="4023866" y="1784513"/>
                  <a:pt x="4009702" y="1784513"/>
                </a:cubicBezTo>
                <a:cubicBezTo>
                  <a:pt x="3995538" y="1784513"/>
                  <a:pt x="3984043" y="1773018"/>
                  <a:pt x="3984043" y="1758854"/>
                </a:cubicBezTo>
                <a:cubicBezTo>
                  <a:pt x="3984043" y="1744689"/>
                  <a:pt x="3995538" y="1733195"/>
                  <a:pt x="4009702" y="1733195"/>
                </a:cubicBezTo>
                <a:close/>
                <a:moveTo>
                  <a:pt x="3945497" y="1733195"/>
                </a:moveTo>
                <a:cubicBezTo>
                  <a:pt x="3959668" y="1733195"/>
                  <a:pt x="3971155" y="1744682"/>
                  <a:pt x="3971155" y="1758854"/>
                </a:cubicBezTo>
                <a:cubicBezTo>
                  <a:pt x="3971155" y="1773025"/>
                  <a:pt x="3959668" y="1784513"/>
                  <a:pt x="3945497" y="1784513"/>
                </a:cubicBezTo>
                <a:cubicBezTo>
                  <a:pt x="3931325" y="1784513"/>
                  <a:pt x="3919838" y="1773025"/>
                  <a:pt x="3919838" y="1758854"/>
                </a:cubicBezTo>
                <a:cubicBezTo>
                  <a:pt x="3919838" y="1744682"/>
                  <a:pt x="3931325" y="1733195"/>
                  <a:pt x="3945497" y="1733195"/>
                </a:cubicBezTo>
                <a:close/>
                <a:moveTo>
                  <a:pt x="3881291" y="1733195"/>
                </a:moveTo>
                <a:cubicBezTo>
                  <a:pt x="3895456" y="1733195"/>
                  <a:pt x="3906950" y="1744689"/>
                  <a:pt x="3906950" y="1758854"/>
                </a:cubicBezTo>
                <a:cubicBezTo>
                  <a:pt x="3906950" y="1773018"/>
                  <a:pt x="3895456" y="1784513"/>
                  <a:pt x="3881291" y="1784513"/>
                </a:cubicBezTo>
                <a:cubicBezTo>
                  <a:pt x="3867127" y="1784513"/>
                  <a:pt x="3855633" y="1773018"/>
                  <a:pt x="3855633" y="1758854"/>
                </a:cubicBezTo>
                <a:cubicBezTo>
                  <a:pt x="3855633" y="1744689"/>
                  <a:pt x="3867127" y="1733195"/>
                  <a:pt x="3881291" y="1733195"/>
                </a:cubicBezTo>
                <a:close/>
                <a:moveTo>
                  <a:pt x="3817085" y="1733195"/>
                </a:moveTo>
                <a:cubicBezTo>
                  <a:pt x="3831252" y="1733195"/>
                  <a:pt x="3842745" y="1744689"/>
                  <a:pt x="3842745" y="1758854"/>
                </a:cubicBezTo>
                <a:cubicBezTo>
                  <a:pt x="3842745" y="1773018"/>
                  <a:pt x="3831252" y="1784513"/>
                  <a:pt x="3817085" y="1784513"/>
                </a:cubicBezTo>
                <a:cubicBezTo>
                  <a:pt x="3802921" y="1784513"/>
                  <a:pt x="3791427" y="1773018"/>
                  <a:pt x="3791427" y="1758854"/>
                </a:cubicBezTo>
                <a:cubicBezTo>
                  <a:pt x="3791427" y="1744689"/>
                  <a:pt x="3802921" y="1733195"/>
                  <a:pt x="3817085" y="1733195"/>
                </a:cubicBezTo>
                <a:close/>
                <a:moveTo>
                  <a:pt x="3752882" y="1733195"/>
                </a:moveTo>
                <a:cubicBezTo>
                  <a:pt x="3767045" y="1733195"/>
                  <a:pt x="3778539" y="1744689"/>
                  <a:pt x="3778539" y="1758854"/>
                </a:cubicBezTo>
                <a:cubicBezTo>
                  <a:pt x="3778539" y="1773018"/>
                  <a:pt x="3767045" y="1784513"/>
                  <a:pt x="3752882" y="1784513"/>
                </a:cubicBezTo>
                <a:cubicBezTo>
                  <a:pt x="3738717" y="1784513"/>
                  <a:pt x="3727221" y="1773018"/>
                  <a:pt x="3727221" y="1758854"/>
                </a:cubicBezTo>
                <a:cubicBezTo>
                  <a:pt x="3727221" y="1744689"/>
                  <a:pt x="3738717" y="1733195"/>
                  <a:pt x="3752882" y="1733195"/>
                </a:cubicBezTo>
                <a:close/>
                <a:moveTo>
                  <a:pt x="3688674" y="1733195"/>
                </a:moveTo>
                <a:cubicBezTo>
                  <a:pt x="3702840" y="1733195"/>
                  <a:pt x="3714335" y="1744689"/>
                  <a:pt x="3714335" y="1758854"/>
                </a:cubicBezTo>
                <a:cubicBezTo>
                  <a:pt x="3714335" y="1773018"/>
                  <a:pt x="3702840" y="1784513"/>
                  <a:pt x="3688674" y="1784513"/>
                </a:cubicBezTo>
                <a:cubicBezTo>
                  <a:pt x="3674510" y="1784513"/>
                  <a:pt x="3663017" y="1773018"/>
                  <a:pt x="3663017" y="1758854"/>
                </a:cubicBezTo>
                <a:cubicBezTo>
                  <a:pt x="3663017" y="1744689"/>
                  <a:pt x="3674510" y="1733195"/>
                  <a:pt x="3688674" y="1733195"/>
                </a:cubicBezTo>
                <a:close/>
                <a:moveTo>
                  <a:pt x="3624472" y="1733195"/>
                </a:moveTo>
                <a:cubicBezTo>
                  <a:pt x="3638640" y="1733195"/>
                  <a:pt x="3650129" y="1744682"/>
                  <a:pt x="3650129" y="1758854"/>
                </a:cubicBezTo>
                <a:cubicBezTo>
                  <a:pt x="3650129" y="1773025"/>
                  <a:pt x="3638640" y="1784513"/>
                  <a:pt x="3624472" y="1784513"/>
                </a:cubicBezTo>
                <a:cubicBezTo>
                  <a:pt x="3610300" y="1784513"/>
                  <a:pt x="3598810" y="1773025"/>
                  <a:pt x="3598810" y="1758854"/>
                </a:cubicBezTo>
                <a:cubicBezTo>
                  <a:pt x="3598810" y="1744682"/>
                  <a:pt x="3610300" y="1733195"/>
                  <a:pt x="3624472" y="1733195"/>
                </a:cubicBezTo>
                <a:close/>
                <a:moveTo>
                  <a:pt x="3560264" y="1733195"/>
                </a:moveTo>
                <a:cubicBezTo>
                  <a:pt x="3574438" y="1733195"/>
                  <a:pt x="3585923" y="1744682"/>
                  <a:pt x="3585923" y="1758854"/>
                </a:cubicBezTo>
                <a:cubicBezTo>
                  <a:pt x="3585923" y="1773025"/>
                  <a:pt x="3574438" y="1784513"/>
                  <a:pt x="3560264" y="1784513"/>
                </a:cubicBezTo>
                <a:cubicBezTo>
                  <a:pt x="3546095" y="1784513"/>
                  <a:pt x="3534607" y="1773025"/>
                  <a:pt x="3534607" y="1758854"/>
                </a:cubicBezTo>
                <a:cubicBezTo>
                  <a:pt x="3534607" y="1744682"/>
                  <a:pt x="3546095" y="1733195"/>
                  <a:pt x="3560264" y="1733195"/>
                </a:cubicBezTo>
                <a:close/>
                <a:moveTo>
                  <a:pt x="3496060" y="1733195"/>
                </a:moveTo>
                <a:cubicBezTo>
                  <a:pt x="3510225" y="1733195"/>
                  <a:pt x="3521719" y="1744689"/>
                  <a:pt x="3521719" y="1758854"/>
                </a:cubicBezTo>
                <a:cubicBezTo>
                  <a:pt x="3521719" y="1773018"/>
                  <a:pt x="3510225" y="1784513"/>
                  <a:pt x="3496060" y="1784513"/>
                </a:cubicBezTo>
                <a:cubicBezTo>
                  <a:pt x="3481895" y="1784513"/>
                  <a:pt x="3470400" y="1773018"/>
                  <a:pt x="3470400" y="1758854"/>
                </a:cubicBezTo>
                <a:cubicBezTo>
                  <a:pt x="3470400" y="1744689"/>
                  <a:pt x="3481895" y="1733195"/>
                  <a:pt x="3496060" y="1733195"/>
                </a:cubicBezTo>
                <a:close/>
                <a:moveTo>
                  <a:pt x="3431855" y="1733195"/>
                </a:moveTo>
                <a:cubicBezTo>
                  <a:pt x="3446019" y="1733195"/>
                  <a:pt x="3457512" y="1744689"/>
                  <a:pt x="3457512" y="1758854"/>
                </a:cubicBezTo>
                <a:cubicBezTo>
                  <a:pt x="3457512" y="1773018"/>
                  <a:pt x="3446019" y="1784513"/>
                  <a:pt x="3431855" y="1784513"/>
                </a:cubicBezTo>
                <a:cubicBezTo>
                  <a:pt x="3417690" y="1784513"/>
                  <a:pt x="3406196" y="1773018"/>
                  <a:pt x="3406196" y="1758854"/>
                </a:cubicBezTo>
                <a:cubicBezTo>
                  <a:pt x="3406196" y="1744689"/>
                  <a:pt x="3417690" y="1733195"/>
                  <a:pt x="3431855" y="1733195"/>
                </a:cubicBezTo>
                <a:close/>
                <a:moveTo>
                  <a:pt x="3367649" y="1733195"/>
                </a:moveTo>
                <a:cubicBezTo>
                  <a:pt x="3381813" y="1733195"/>
                  <a:pt x="3393308" y="1744689"/>
                  <a:pt x="3393308" y="1758854"/>
                </a:cubicBezTo>
                <a:cubicBezTo>
                  <a:pt x="3393308" y="1773018"/>
                  <a:pt x="3381813" y="1784513"/>
                  <a:pt x="3367649" y="1784513"/>
                </a:cubicBezTo>
                <a:cubicBezTo>
                  <a:pt x="3353484" y="1784513"/>
                  <a:pt x="3341990" y="1773018"/>
                  <a:pt x="3341990" y="1758854"/>
                </a:cubicBezTo>
                <a:cubicBezTo>
                  <a:pt x="3341990" y="1744689"/>
                  <a:pt x="3353484" y="1733195"/>
                  <a:pt x="3367649" y="1733195"/>
                </a:cubicBezTo>
                <a:close/>
                <a:moveTo>
                  <a:pt x="3303444" y="1733195"/>
                </a:moveTo>
                <a:cubicBezTo>
                  <a:pt x="3317609" y="1733195"/>
                  <a:pt x="3329102" y="1744689"/>
                  <a:pt x="3329102" y="1758854"/>
                </a:cubicBezTo>
                <a:cubicBezTo>
                  <a:pt x="3329102" y="1773018"/>
                  <a:pt x="3317609" y="1784513"/>
                  <a:pt x="3303444" y="1784513"/>
                </a:cubicBezTo>
                <a:cubicBezTo>
                  <a:pt x="3289279" y="1784513"/>
                  <a:pt x="3277785" y="1773018"/>
                  <a:pt x="3277785" y="1758854"/>
                </a:cubicBezTo>
                <a:cubicBezTo>
                  <a:pt x="3277785" y="1744689"/>
                  <a:pt x="3289279" y="1733195"/>
                  <a:pt x="3303444" y="1733195"/>
                </a:cubicBezTo>
                <a:close/>
                <a:moveTo>
                  <a:pt x="3239238" y="1733195"/>
                </a:moveTo>
                <a:cubicBezTo>
                  <a:pt x="3253410" y="1733195"/>
                  <a:pt x="3264898" y="1744682"/>
                  <a:pt x="3264898" y="1758854"/>
                </a:cubicBezTo>
                <a:cubicBezTo>
                  <a:pt x="3264898" y="1773025"/>
                  <a:pt x="3253410" y="1784513"/>
                  <a:pt x="3239238" y="1784513"/>
                </a:cubicBezTo>
                <a:cubicBezTo>
                  <a:pt x="3225068" y="1784513"/>
                  <a:pt x="3213580" y="1773025"/>
                  <a:pt x="3213580" y="1758854"/>
                </a:cubicBezTo>
                <a:cubicBezTo>
                  <a:pt x="3213580" y="1744682"/>
                  <a:pt x="3225068" y="1733195"/>
                  <a:pt x="3239238" y="1733195"/>
                </a:cubicBezTo>
                <a:close/>
                <a:moveTo>
                  <a:pt x="3110828" y="1733195"/>
                </a:moveTo>
                <a:cubicBezTo>
                  <a:pt x="3124992" y="1733195"/>
                  <a:pt x="3136487" y="1744689"/>
                  <a:pt x="3136487" y="1758854"/>
                </a:cubicBezTo>
                <a:cubicBezTo>
                  <a:pt x="3136487" y="1773018"/>
                  <a:pt x="3124992" y="1784513"/>
                  <a:pt x="3110828" y="1784513"/>
                </a:cubicBezTo>
                <a:cubicBezTo>
                  <a:pt x="3096663" y="1784513"/>
                  <a:pt x="3085170" y="1773018"/>
                  <a:pt x="3085170" y="1758854"/>
                </a:cubicBezTo>
                <a:cubicBezTo>
                  <a:pt x="3085170" y="1744689"/>
                  <a:pt x="3096663" y="1733195"/>
                  <a:pt x="3110828" y="1733195"/>
                </a:cubicBezTo>
                <a:close/>
                <a:moveTo>
                  <a:pt x="3046623" y="1733195"/>
                </a:moveTo>
                <a:cubicBezTo>
                  <a:pt x="3060788" y="1733195"/>
                  <a:pt x="3072282" y="1744689"/>
                  <a:pt x="3072282" y="1758854"/>
                </a:cubicBezTo>
                <a:cubicBezTo>
                  <a:pt x="3072282" y="1773018"/>
                  <a:pt x="3060788" y="1784513"/>
                  <a:pt x="3046623" y="1784513"/>
                </a:cubicBezTo>
                <a:cubicBezTo>
                  <a:pt x="3032458" y="1784513"/>
                  <a:pt x="3020964" y="1773018"/>
                  <a:pt x="3020964" y="1758854"/>
                </a:cubicBezTo>
                <a:cubicBezTo>
                  <a:pt x="3020964" y="1744689"/>
                  <a:pt x="3032458" y="1733195"/>
                  <a:pt x="3046623" y="1733195"/>
                </a:cubicBezTo>
                <a:close/>
                <a:moveTo>
                  <a:pt x="2982301" y="1733195"/>
                </a:moveTo>
                <a:cubicBezTo>
                  <a:pt x="2996466" y="1733195"/>
                  <a:pt x="3007960" y="1744689"/>
                  <a:pt x="3007960" y="1758854"/>
                </a:cubicBezTo>
                <a:cubicBezTo>
                  <a:pt x="3007960" y="1773018"/>
                  <a:pt x="2996466" y="1784513"/>
                  <a:pt x="2982301" y="1784513"/>
                </a:cubicBezTo>
                <a:cubicBezTo>
                  <a:pt x="2968137" y="1784513"/>
                  <a:pt x="2956642" y="1773018"/>
                  <a:pt x="2956642" y="1758854"/>
                </a:cubicBezTo>
                <a:cubicBezTo>
                  <a:pt x="2956642" y="1744689"/>
                  <a:pt x="2968137" y="1733195"/>
                  <a:pt x="2982301" y="1733195"/>
                </a:cubicBezTo>
                <a:close/>
                <a:moveTo>
                  <a:pt x="2918096" y="1733195"/>
                </a:moveTo>
                <a:cubicBezTo>
                  <a:pt x="2932261" y="1733195"/>
                  <a:pt x="2943755" y="1744689"/>
                  <a:pt x="2943755" y="1758854"/>
                </a:cubicBezTo>
                <a:cubicBezTo>
                  <a:pt x="2943755" y="1773018"/>
                  <a:pt x="2932261" y="1784513"/>
                  <a:pt x="2918096" y="1784513"/>
                </a:cubicBezTo>
                <a:cubicBezTo>
                  <a:pt x="2903931" y="1784513"/>
                  <a:pt x="2892438" y="1773018"/>
                  <a:pt x="2892438" y="1758854"/>
                </a:cubicBezTo>
                <a:cubicBezTo>
                  <a:pt x="2892438" y="1744689"/>
                  <a:pt x="2903931" y="1733195"/>
                  <a:pt x="2918096" y="1733195"/>
                </a:cubicBezTo>
                <a:close/>
                <a:moveTo>
                  <a:pt x="2853890" y="1733195"/>
                </a:moveTo>
                <a:cubicBezTo>
                  <a:pt x="2868062" y="1733195"/>
                  <a:pt x="2879550" y="1744682"/>
                  <a:pt x="2879550" y="1758854"/>
                </a:cubicBezTo>
                <a:cubicBezTo>
                  <a:pt x="2879550" y="1773025"/>
                  <a:pt x="2868062" y="1784513"/>
                  <a:pt x="2853890" y="1784513"/>
                </a:cubicBezTo>
                <a:cubicBezTo>
                  <a:pt x="2839720" y="1784513"/>
                  <a:pt x="2828231" y="1773025"/>
                  <a:pt x="2828231" y="1758854"/>
                </a:cubicBezTo>
                <a:cubicBezTo>
                  <a:pt x="2828231" y="1744682"/>
                  <a:pt x="2839720" y="1733195"/>
                  <a:pt x="2853890" y="1733195"/>
                </a:cubicBezTo>
                <a:close/>
                <a:moveTo>
                  <a:pt x="2789686" y="1733195"/>
                </a:moveTo>
                <a:cubicBezTo>
                  <a:pt x="2803850" y="1733195"/>
                  <a:pt x="2815344" y="1744689"/>
                  <a:pt x="2815344" y="1758854"/>
                </a:cubicBezTo>
                <a:cubicBezTo>
                  <a:pt x="2815344" y="1773018"/>
                  <a:pt x="2803850" y="1784513"/>
                  <a:pt x="2789686" y="1784513"/>
                </a:cubicBezTo>
                <a:cubicBezTo>
                  <a:pt x="2775521" y="1784513"/>
                  <a:pt x="2764027" y="1773018"/>
                  <a:pt x="2764027" y="1758854"/>
                </a:cubicBezTo>
                <a:cubicBezTo>
                  <a:pt x="2764027" y="1744689"/>
                  <a:pt x="2775521" y="1733195"/>
                  <a:pt x="2789686" y="1733195"/>
                </a:cubicBezTo>
                <a:close/>
                <a:moveTo>
                  <a:pt x="2725480" y="1733195"/>
                </a:moveTo>
                <a:cubicBezTo>
                  <a:pt x="2739644" y="1733195"/>
                  <a:pt x="2751140" y="1744689"/>
                  <a:pt x="2751140" y="1758854"/>
                </a:cubicBezTo>
                <a:cubicBezTo>
                  <a:pt x="2751140" y="1773018"/>
                  <a:pt x="2739644" y="1784513"/>
                  <a:pt x="2725480" y="1784513"/>
                </a:cubicBezTo>
                <a:cubicBezTo>
                  <a:pt x="2711315" y="1784513"/>
                  <a:pt x="2699821" y="1773018"/>
                  <a:pt x="2699821" y="1758854"/>
                </a:cubicBezTo>
                <a:cubicBezTo>
                  <a:pt x="2699821" y="1744689"/>
                  <a:pt x="2711315" y="1733195"/>
                  <a:pt x="2725480" y="1733195"/>
                </a:cubicBezTo>
                <a:close/>
                <a:moveTo>
                  <a:pt x="2597069" y="1733195"/>
                </a:moveTo>
                <a:cubicBezTo>
                  <a:pt x="2611234" y="1733195"/>
                  <a:pt x="2622729" y="1744689"/>
                  <a:pt x="2622729" y="1758854"/>
                </a:cubicBezTo>
                <a:cubicBezTo>
                  <a:pt x="2622729" y="1773018"/>
                  <a:pt x="2611234" y="1784513"/>
                  <a:pt x="2597069" y="1784513"/>
                </a:cubicBezTo>
                <a:cubicBezTo>
                  <a:pt x="2582904" y="1784513"/>
                  <a:pt x="2571410" y="1773018"/>
                  <a:pt x="2571410" y="1758854"/>
                </a:cubicBezTo>
                <a:cubicBezTo>
                  <a:pt x="2571410" y="1744689"/>
                  <a:pt x="2582904" y="1733195"/>
                  <a:pt x="2597069" y="1733195"/>
                </a:cubicBezTo>
                <a:close/>
                <a:moveTo>
                  <a:pt x="2532865" y="1733195"/>
                </a:moveTo>
                <a:cubicBezTo>
                  <a:pt x="2547035" y="1733195"/>
                  <a:pt x="2558523" y="1744682"/>
                  <a:pt x="2558523" y="1758854"/>
                </a:cubicBezTo>
                <a:cubicBezTo>
                  <a:pt x="2558523" y="1773025"/>
                  <a:pt x="2547035" y="1784513"/>
                  <a:pt x="2532865" y="1784513"/>
                </a:cubicBezTo>
                <a:cubicBezTo>
                  <a:pt x="2518693" y="1784513"/>
                  <a:pt x="2507205" y="1773025"/>
                  <a:pt x="2507205" y="1758854"/>
                </a:cubicBezTo>
                <a:cubicBezTo>
                  <a:pt x="2507205" y="1744682"/>
                  <a:pt x="2518693" y="1733195"/>
                  <a:pt x="2532865" y="1733195"/>
                </a:cubicBezTo>
                <a:close/>
                <a:moveTo>
                  <a:pt x="2468658" y="1733195"/>
                </a:moveTo>
                <a:cubicBezTo>
                  <a:pt x="2482831" y="1733195"/>
                  <a:pt x="2494318" y="1744682"/>
                  <a:pt x="2494318" y="1758854"/>
                </a:cubicBezTo>
                <a:cubicBezTo>
                  <a:pt x="2494318" y="1773025"/>
                  <a:pt x="2482831" y="1784513"/>
                  <a:pt x="2468658" y="1784513"/>
                </a:cubicBezTo>
                <a:cubicBezTo>
                  <a:pt x="2454488" y="1784513"/>
                  <a:pt x="2443000" y="1773025"/>
                  <a:pt x="2443000" y="1758854"/>
                </a:cubicBezTo>
                <a:cubicBezTo>
                  <a:pt x="2443000" y="1744682"/>
                  <a:pt x="2454488" y="1733195"/>
                  <a:pt x="2468658" y="1733195"/>
                </a:cubicBezTo>
                <a:close/>
                <a:moveTo>
                  <a:pt x="2404454" y="1733195"/>
                </a:moveTo>
                <a:cubicBezTo>
                  <a:pt x="2418619" y="1733195"/>
                  <a:pt x="2430112" y="1744689"/>
                  <a:pt x="2430112" y="1758854"/>
                </a:cubicBezTo>
                <a:cubicBezTo>
                  <a:pt x="2430112" y="1773018"/>
                  <a:pt x="2418619" y="1784513"/>
                  <a:pt x="2404454" y="1784513"/>
                </a:cubicBezTo>
                <a:cubicBezTo>
                  <a:pt x="2390289" y="1784513"/>
                  <a:pt x="2378795" y="1773018"/>
                  <a:pt x="2378795" y="1758854"/>
                </a:cubicBezTo>
                <a:cubicBezTo>
                  <a:pt x="2378795" y="1744689"/>
                  <a:pt x="2390289" y="1733195"/>
                  <a:pt x="2404454" y="1733195"/>
                </a:cubicBezTo>
                <a:close/>
                <a:moveTo>
                  <a:pt x="2340249" y="1733195"/>
                </a:moveTo>
                <a:cubicBezTo>
                  <a:pt x="2354413" y="1733195"/>
                  <a:pt x="2365908" y="1744689"/>
                  <a:pt x="2365908" y="1758854"/>
                </a:cubicBezTo>
                <a:cubicBezTo>
                  <a:pt x="2365908" y="1773018"/>
                  <a:pt x="2354413" y="1784513"/>
                  <a:pt x="2340249" y="1784513"/>
                </a:cubicBezTo>
                <a:cubicBezTo>
                  <a:pt x="2326084" y="1784513"/>
                  <a:pt x="2314590" y="1773018"/>
                  <a:pt x="2314590" y="1758854"/>
                </a:cubicBezTo>
                <a:cubicBezTo>
                  <a:pt x="2314590" y="1744689"/>
                  <a:pt x="2326084" y="1733195"/>
                  <a:pt x="2340249" y="1733195"/>
                </a:cubicBezTo>
                <a:close/>
                <a:moveTo>
                  <a:pt x="2276044" y="1733195"/>
                </a:moveTo>
                <a:cubicBezTo>
                  <a:pt x="2290208" y="1733195"/>
                  <a:pt x="2301702" y="1744689"/>
                  <a:pt x="2301702" y="1758854"/>
                </a:cubicBezTo>
                <a:cubicBezTo>
                  <a:pt x="2301702" y="1773018"/>
                  <a:pt x="2290208" y="1784513"/>
                  <a:pt x="2276044" y="1784513"/>
                </a:cubicBezTo>
                <a:cubicBezTo>
                  <a:pt x="2261879" y="1784513"/>
                  <a:pt x="2250385" y="1773018"/>
                  <a:pt x="2250385" y="1758854"/>
                </a:cubicBezTo>
                <a:cubicBezTo>
                  <a:pt x="2250385" y="1744689"/>
                  <a:pt x="2261879" y="1733195"/>
                  <a:pt x="2276044" y="1733195"/>
                </a:cubicBezTo>
                <a:close/>
                <a:moveTo>
                  <a:pt x="2211838" y="1733195"/>
                </a:moveTo>
                <a:cubicBezTo>
                  <a:pt x="2226003" y="1733195"/>
                  <a:pt x="2237497" y="1744689"/>
                  <a:pt x="2237497" y="1758854"/>
                </a:cubicBezTo>
                <a:cubicBezTo>
                  <a:pt x="2237497" y="1773018"/>
                  <a:pt x="2226003" y="1784513"/>
                  <a:pt x="2211838" y="1784513"/>
                </a:cubicBezTo>
                <a:cubicBezTo>
                  <a:pt x="2197673" y="1784513"/>
                  <a:pt x="2186178" y="1773018"/>
                  <a:pt x="2186178" y="1758854"/>
                </a:cubicBezTo>
                <a:cubicBezTo>
                  <a:pt x="2186178" y="1744689"/>
                  <a:pt x="2197673" y="1733195"/>
                  <a:pt x="2211838" y="1733195"/>
                </a:cubicBezTo>
                <a:close/>
                <a:moveTo>
                  <a:pt x="2147633" y="1733195"/>
                </a:moveTo>
                <a:cubicBezTo>
                  <a:pt x="2161804" y="1733195"/>
                  <a:pt x="2173293" y="1744682"/>
                  <a:pt x="2173293" y="1758854"/>
                </a:cubicBezTo>
                <a:cubicBezTo>
                  <a:pt x="2173293" y="1773025"/>
                  <a:pt x="2161804" y="1784513"/>
                  <a:pt x="2147633" y="1784513"/>
                </a:cubicBezTo>
                <a:cubicBezTo>
                  <a:pt x="2133462" y="1784513"/>
                  <a:pt x="2121975" y="1773025"/>
                  <a:pt x="2121975" y="1758854"/>
                </a:cubicBezTo>
                <a:cubicBezTo>
                  <a:pt x="2121975" y="1744682"/>
                  <a:pt x="2133462" y="1733195"/>
                  <a:pt x="2147633" y="1733195"/>
                </a:cubicBezTo>
                <a:close/>
                <a:moveTo>
                  <a:pt x="2083427" y="1733195"/>
                </a:moveTo>
                <a:cubicBezTo>
                  <a:pt x="2097599" y="1733195"/>
                  <a:pt x="2109087" y="1744682"/>
                  <a:pt x="2109087" y="1758854"/>
                </a:cubicBezTo>
                <a:cubicBezTo>
                  <a:pt x="2109087" y="1773025"/>
                  <a:pt x="2097599" y="1784513"/>
                  <a:pt x="2083427" y="1784513"/>
                </a:cubicBezTo>
                <a:cubicBezTo>
                  <a:pt x="2069257" y="1784513"/>
                  <a:pt x="2057768" y="1773025"/>
                  <a:pt x="2057768" y="1758854"/>
                </a:cubicBezTo>
                <a:cubicBezTo>
                  <a:pt x="2057768" y="1744682"/>
                  <a:pt x="2069257" y="1733195"/>
                  <a:pt x="2083427" y="1733195"/>
                </a:cubicBezTo>
                <a:close/>
                <a:moveTo>
                  <a:pt x="2019222" y="1733195"/>
                </a:moveTo>
                <a:cubicBezTo>
                  <a:pt x="2033387" y="1733195"/>
                  <a:pt x="2044880" y="1744689"/>
                  <a:pt x="2044880" y="1758854"/>
                </a:cubicBezTo>
                <a:cubicBezTo>
                  <a:pt x="2044880" y="1773018"/>
                  <a:pt x="2033387" y="1784513"/>
                  <a:pt x="2019222" y="1784513"/>
                </a:cubicBezTo>
                <a:cubicBezTo>
                  <a:pt x="2005058" y="1784513"/>
                  <a:pt x="1993563" y="1773018"/>
                  <a:pt x="1993563" y="1758854"/>
                </a:cubicBezTo>
                <a:cubicBezTo>
                  <a:pt x="1993563" y="1744689"/>
                  <a:pt x="2005058" y="1733195"/>
                  <a:pt x="2019222" y="1733195"/>
                </a:cubicBezTo>
                <a:close/>
                <a:moveTo>
                  <a:pt x="1955016" y="1733195"/>
                </a:moveTo>
                <a:cubicBezTo>
                  <a:pt x="1969181" y="1733195"/>
                  <a:pt x="1980676" y="1744689"/>
                  <a:pt x="1980676" y="1758854"/>
                </a:cubicBezTo>
                <a:cubicBezTo>
                  <a:pt x="1980676" y="1773018"/>
                  <a:pt x="1969181" y="1784513"/>
                  <a:pt x="1955016" y="1784513"/>
                </a:cubicBezTo>
                <a:cubicBezTo>
                  <a:pt x="1940851" y="1784513"/>
                  <a:pt x="1929358" y="1773018"/>
                  <a:pt x="1929358" y="1758854"/>
                </a:cubicBezTo>
                <a:cubicBezTo>
                  <a:pt x="1929358" y="1744689"/>
                  <a:pt x="1940851" y="1733195"/>
                  <a:pt x="1955016" y="1733195"/>
                </a:cubicBezTo>
                <a:close/>
                <a:moveTo>
                  <a:pt x="1890696" y="1733195"/>
                </a:moveTo>
                <a:cubicBezTo>
                  <a:pt x="1904860" y="1733195"/>
                  <a:pt x="1916355" y="1744689"/>
                  <a:pt x="1916355" y="1758854"/>
                </a:cubicBezTo>
                <a:cubicBezTo>
                  <a:pt x="1916355" y="1773018"/>
                  <a:pt x="1904860" y="1784513"/>
                  <a:pt x="1890696" y="1784513"/>
                </a:cubicBezTo>
                <a:cubicBezTo>
                  <a:pt x="1876531" y="1784513"/>
                  <a:pt x="1865037" y="1773018"/>
                  <a:pt x="1865037" y="1758854"/>
                </a:cubicBezTo>
                <a:cubicBezTo>
                  <a:pt x="1865037" y="1744689"/>
                  <a:pt x="1876531" y="1733195"/>
                  <a:pt x="1890696" y="1733195"/>
                </a:cubicBezTo>
                <a:close/>
                <a:moveTo>
                  <a:pt x="1826490" y="1733195"/>
                </a:moveTo>
                <a:cubicBezTo>
                  <a:pt x="1840654" y="1733195"/>
                  <a:pt x="1852149" y="1744689"/>
                  <a:pt x="1852149" y="1758854"/>
                </a:cubicBezTo>
                <a:cubicBezTo>
                  <a:pt x="1852149" y="1773018"/>
                  <a:pt x="1840654" y="1784513"/>
                  <a:pt x="1826490" y="1784513"/>
                </a:cubicBezTo>
                <a:cubicBezTo>
                  <a:pt x="1812325" y="1784513"/>
                  <a:pt x="1800830" y="1773018"/>
                  <a:pt x="1800830" y="1758854"/>
                </a:cubicBezTo>
                <a:cubicBezTo>
                  <a:pt x="1800830" y="1744689"/>
                  <a:pt x="1812325" y="1733195"/>
                  <a:pt x="1826490" y="1733195"/>
                </a:cubicBezTo>
                <a:close/>
                <a:moveTo>
                  <a:pt x="1762285" y="1733195"/>
                </a:moveTo>
                <a:cubicBezTo>
                  <a:pt x="1776456" y="1733195"/>
                  <a:pt x="1787944" y="1744682"/>
                  <a:pt x="1787944" y="1758854"/>
                </a:cubicBezTo>
                <a:cubicBezTo>
                  <a:pt x="1787944" y="1773025"/>
                  <a:pt x="1776456" y="1784513"/>
                  <a:pt x="1762285" y="1784513"/>
                </a:cubicBezTo>
                <a:cubicBezTo>
                  <a:pt x="1748114" y="1784513"/>
                  <a:pt x="1736626" y="1773025"/>
                  <a:pt x="1736626" y="1758854"/>
                </a:cubicBezTo>
                <a:cubicBezTo>
                  <a:pt x="1736626" y="1744682"/>
                  <a:pt x="1748114" y="1733195"/>
                  <a:pt x="1762285" y="1733195"/>
                </a:cubicBezTo>
                <a:close/>
                <a:moveTo>
                  <a:pt x="1698080" y="1733195"/>
                </a:moveTo>
                <a:cubicBezTo>
                  <a:pt x="1712244" y="1733195"/>
                  <a:pt x="1723738" y="1744689"/>
                  <a:pt x="1723738" y="1758854"/>
                </a:cubicBezTo>
                <a:cubicBezTo>
                  <a:pt x="1723738" y="1773018"/>
                  <a:pt x="1712244" y="1784513"/>
                  <a:pt x="1698080" y="1784513"/>
                </a:cubicBezTo>
                <a:cubicBezTo>
                  <a:pt x="1683915" y="1784513"/>
                  <a:pt x="1672420" y="1773018"/>
                  <a:pt x="1672420" y="1758854"/>
                </a:cubicBezTo>
                <a:cubicBezTo>
                  <a:pt x="1672420" y="1744689"/>
                  <a:pt x="1683915" y="1733195"/>
                  <a:pt x="1698080" y="1733195"/>
                </a:cubicBezTo>
                <a:close/>
                <a:moveTo>
                  <a:pt x="1633874" y="1733195"/>
                </a:moveTo>
                <a:cubicBezTo>
                  <a:pt x="1648039" y="1733195"/>
                  <a:pt x="1659533" y="1744689"/>
                  <a:pt x="1659533" y="1758854"/>
                </a:cubicBezTo>
                <a:cubicBezTo>
                  <a:pt x="1659533" y="1773018"/>
                  <a:pt x="1648039" y="1784513"/>
                  <a:pt x="1633874" y="1784513"/>
                </a:cubicBezTo>
                <a:cubicBezTo>
                  <a:pt x="1619710" y="1784513"/>
                  <a:pt x="1608216" y="1773018"/>
                  <a:pt x="1608216" y="1758854"/>
                </a:cubicBezTo>
                <a:cubicBezTo>
                  <a:pt x="1608216" y="1744689"/>
                  <a:pt x="1619710" y="1733195"/>
                  <a:pt x="1633874" y="1733195"/>
                </a:cubicBezTo>
                <a:close/>
                <a:moveTo>
                  <a:pt x="1569669" y="1733195"/>
                </a:moveTo>
                <a:cubicBezTo>
                  <a:pt x="1583834" y="1733195"/>
                  <a:pt x="1595328" y="1744689"/>
                  <a:pt x="1595328" y="1758854"/>
                </a:cubicBezTo>
                <a:cubicBezTo>
                  <a:pt x="1595328" y="1773018"/>
                  <a:pt x="1583834" y="1784513"/>
                  <a:pt x="1569669" y="1784513"/>
                </a:cubicBezTo>
                <a:cubicBezTo>
                  <a:pt x="1555504" y="1784513"/>
                  <a:pt x="1544010" y="1773018"/>
                  <a:pt x="1544010" y="1758854"/>
                </a:cubicBezTo>
                <a:cubicBezTo>
                  <a:pt x="1544010" y="1744689"/>
                  <a:pt x="1555504" y="1733195"/>
                  <a:pt x="1569669" y="1733195"/>
                </a:cubicBezTo>
                <a:close/>
                <a:moveTo>
                  <a:pt x="1505464" y="1733195"/>
                </a:moveTo>
                <a:cubicBezTo>
                  <a:pt x="1519629" y="1733195"/>
                  <a:pt x="1531123" y="1744689"/>
                  <a:pt x="1531123" y="1758854"/>
                </a:cubicBezTo>
                <a:cubicBezTo>
                  <a:pt x="1531123" y="1773018"/>
                  <a:pt x="1519629" y="1784513"/>
                  <a:pt x="1505464" y="1784513"/>
                </a:cubicBezTo>
                <a:cubicBezTo>
                  <a:pt x="1491299" y="1784513"/>
                  <a:pt x="1479806" y="1773018"/>
                  <a:pt x="1479806" y="1758854"/>
                </a:cubicBezTo>
                <a:cubicBezTo>
                  <a:pt x="1479806" y="1744689"/>
                  <a:pt x="1491299" y="1733195"/>
                  <a:pt x="1505464" y="1733195"/>
                </a:cubicBezTo>
                <a:close/>
                <a:moveTo>
                  <a:pt x="1441258" y="1733195"/>
                </a:moveTo>
                <a:cubicBezTo>
                  <a:pt x="1455430" y="1733195"/>
                  <a:pt x="1466917" y="1744682"/>
                  <a:pt x="1466917" y="1758854"/>
                </a:cubicBezTo>
                <a:cubicBezTo>
                  <a:pt x="1466917" y="1773025"/>
                  <a:pt x="1455430" y="1784513"/>
                  <a:pt x="1441258" y="1784513"/>
                </a:cubicBezTo>
                <a:cubicBezTo>
                  <a:pt x="1427087" y="1784513"/>
                  <a:pt x="1415599" y="1773025"/>
                  <a:pt x="1415599" y="1758854"/>
                </a:cubicBezTo>
                <a:cubicBezTo>
                  <a:pt x="1415599" y="1744682"/>
                  <a:pt x="1427087" y="1733195"/>
                  <a:pt x="1441258" y="1733195"/>
                </a:cubicBezTo>
                <a:close/>
                <a:moveTo>
                  <a:pt x="1377053" y="1733195"/>
                </a:moveTo>
                <a:cubicBezTo>
                  <a:pt x="1391224" y="1733195"/>
                  <a:pt x="1402712" y="1744682"/>
                  <a:pt x="1402712" y="1758854"/>
                </a:cubicBezTo>
                <a:cubicBezTo>
                  <a:pt x="1402712" y="1773025"/>
                  <a:pt x="1391224" y="1784513"/>
                  <a:pt x="1377053" y="1784513"/>
                </a:cubicBezTo>
                <a:cubicBezTo>
                  <a:pt x="1362882" y="1784513"/>
                  <a:pt x="1351395" y="1773025"/>
                  <a:pt x="1351395" y="1758854"/>
                </a:cubicBezTo>
                <a:cubicBezTo>
                  <a:pt x="1351395" y="1744682"/>
                  <a:pt x="1362882" y="1733195"/>
                  <a:pt x="1377053" y="1733195"/>
                </a:cubicBezTo>
                <a:close/>
                <a:moveTo>
                  <a:pt x="1248643" y="1733195"/>
                </a:moveTo>
                <a:cubicBezTo>
                  <a:pt x="1262808" y="1733195"/>
                  <a:pt x="1274302" y="1744689"/>
                  <a:pt x="1274302" y="1758854"/>
                </a:cubicBezTo>
                <a:cubicBezTo>
                  <a:pt x="1274302" y="1773018"/>
                  <a:pt x="1262808" y="1784513"/>
                  <a:pt x="1248643" y="1784513"/>
                </a:cubicBezTo>
                <a:cubicBezTo>
                  <a:pt x="1234479" y="1784513"/>
                  <a:pt x="1222984" y="1773018"/>
                  <a:pt x="1222984" y="1758854"/>
                </a:cubicBezTo>
                <a:cubicBezTo>
                  <a:pt x="1222984" y="1744689"/>
                  <a:pt x="1234479" y="1733195"/>
                  <a:pt x="1248643" y="1733195"/>
                </a:cubicBezTo>
                <a:close/>
                <a:moveTo>
                  <a:pt x="1184437" y="1733195"/>
                </a:moveTo>
                <a:cubicBezTo>
                  <a:pt x="1198602" y="1733195"/>
                  <a:pt x="1210096" y="1744689"/>
                  <a:pt x="1210096" y="1758854"/>
                </a:cubicBezTo>
                <a:cubicBezTo>
                  <a:pt x="1210096" y="1773018"/>
                  <a:pt x="1198602" y="1784513"/>
                  <a:pt x="1184437" y="1784513"/>
                </a:cubicBezTo>
                <a:cubicBezTo>
                  <a:pt x="1170273" y="1784513"/>
                  <a:pt x="1158780" y="1773018"/>
                  <a:pt x="1158780" y="1758854"/>
                </a:cubicBezTo>
                <a:cubicBezTo>
                  <a:pt x="1158780" y="1744689"/>
                  <a:pt x="1170273" y="1733195"/>
                  <a:pt x="1184437" y="1733195"/>
                </a:cubicBezTo>
                <a:close/>
                <a:moveTo>
                  <a:pt x="1120233" y="1733195"/>
                </a:moveTo>
                <a:cubicBezTo>
                  <a:pt x="1134398" y="1733195"/>
                  <a:pt x="1145892" y="1744689"/>
                  <a:pt x="1145892" y="1758854"/>
                </a:cubicBezTo>
                <a:cubicBezTo>
                  <a:pt x="1145892" y="1773018"/>
                  <a:pt x="1134398" y="1784513"/>
                  <a:pt x="1120233" y="1784513"/>
                </a:cubicBezTo>
                <a:cubicBezTo>
                  <a:pt x="1106068" y="1784513"/>
                  <a:pt x="1094573" y="1773018"/>
                  <a:pt x="1094573" y="1758854"/>
                </a:cubicBezTo>
                <a:cubicBezTo>
                  <a:pt x="1094573" y="1744689"/>
                  <a:pt x="1106068" y="1733195"/>
                  <a:pt x="1120233" y="1733195"/>
                </a:cubicBezTo>
                <a:close/>
                <a:moveTo>
                  <a:pt x="1056027" y="1733195"/>
                </a:moveTo>
                <a:cubicBezTo>
                  <a:pt x="1070199" y="1733195"/>
                  <a:pt x="1081685" y="1744682"/>
                  <a:pt x="1081685" y="1758854"/>
                </a:cubicBezTo>
                <a:cubicBezTo>
                  <a:pt x="1081685" y="1773025"/>
                  <a:pt x="1070199" y="1784513"/>
                  <a:pt x="1056027" y="1784513"/>
                </a:cubicBezTo>
                <a:cubicBezTo>
                  <a:pt x="1041857" y="1784513"/>
                  <a:pt x="1030369" y="1773025"/>
                  <a:pt x="1030369" y="1758854"/>
                </a:cubicBezTo>
                <a:cubicBezTo>
                  <a:pt x="1030369" y="1744682"/>
                  <a:pt x="1041857" y="1733195"/>
                  <a:pt x="1056027" y="1733195"/>
                </a:cubicBezTo>
                <a:close/>
                <a:moveTo>
                  <a:pt x="991823" y="1733195"/>
                </a:moveTo>
                <a:cubicBezTo>
                  <a:pt x="1005993" y="1733195"/>
                  <a:pt x="1017481" y="1744682"/>
                  <a:pt x="1017481" y="1758854"/>
                </a:cubicBezTo>
                <a:cubicBezTo>
                  <a:pt x="1017481" y="1773025"/>
                  <a:pt x="1005993" y="1784513"/>
                  <a:pt x="991823" y="1784513"/>
                </a:cubicBezTo>
                <a:cubicBezTo>
                  <a:pt x="977652" y="1784513"/>
                  <a:pt x="966162" y="1773025"/>
                  <a:pt x="966162" y="1758854"/>
                </a:cubicBezTo>
                <a:cubicBezTo>
                  <a:pt x="966162" y="1744682"/>
                  <a:pt x="977652" y="1733195"/>
                  <a:pt x="991823" y="1733195"/>
                </a:cubicBezTo>
                <a:close/>
                <a:moveTo>
                  <a:pt x="927616" y="1733195"/>
                </a:moveTo>
                <a:cubicBezTo>
                  <a:pt x="941781" y="1733195"/>
                  <a:pt x="953275" y="1744689"/>
                  <a:pt x="953275" y="1758854"/>
                </a:cubicBezTo>
                <a:cubicBezTo>
                  <a:pt x="953275" y="1773018"/>
                  <a:pt x="941781" y="1784513"/>
                  <a:pt x="927616" y="1784513"/>
                </a:cubicBezTo>
                <a:cubicBezTo>
                  <a:pt x="913452" y="1784513"/>
                  <a:pt x="901957" y="1773018"/>
                  <a:pt x="901957" y="1758854"/>
                </a:cubicBezTo>
                <a:cubicBezTo>
                  <a:pt x="901957" y="1744689"/>
                  <a:pt x="913452" y="1733195"/>
                  <a:pt x="927616" y="1733195"/>
                </a:cubicBezTo>
                <a:close/>
                <a:moveTo>
                  <a:pt x="863411" y="1733195"/>
                </a:moveTo>
                <a:cubicBezTo>
                  <a:pt x="877576" y="1733195"/>
                  <a:pt x="889071" y="1744689"/>
                  <a:pt x="889071" y="1758854"/>
                </a:cubicBezTo>
                <a:cubicBezTo>
                  <a:pt x="889071" y="1773018"/>
                  <a:pt x="877576" y="1784513"/>
                  <a:pt x="863411" y="1784513"/>
                </a:cubicBezTo>
                <a:cubicBezTo>
                  <a:pt x="849248" y="1784513"/>
                  <a:pt x="837752" y="1773018"/>
                  <a:pt x="837752" y="1758854"/>
                </a:cubicBezTo>
                <a:cubicBezTo>
                  <a:pt x="837752" y="1744689"/>
                  <a:pt x="849248" y="1733195"/>
                  <a:pt x="863411" y="1733195"/>
                </a:cubicBezTo>
                <a:close/>
                <a:moveTo>
                  <a:pt x="799089" y="1733195"/>
                </a:moveTo>
                <a:cubicBezTo>
                  <a:pt x="813255" y="1733195"/>
                  <a:pt x="824748" y="1744689"/>
                  <a:pt x="824748" y="1758854"/>
                </a:cubicBezTo>
                <a:cubicBezTo>
                  <a:pt x="824748" y="1773018"/>
                  <a:pt x="813255" y="1784513"/>
                  <a:pt x="799089" y="1784513"/>
                </a:cubicBezTo>
                <a:cubicBezTo>
                  <a:pt x="784925" y="1784513"/>
                  <a:pt x="773432" y="1773018"/>
                  <a:pt x="773432" y="1758854"/>
                </a:cubicBezTo>
                <a:cubicBezTo>
                  <a:pt x="773432" y="1744689"/>
                  <a:pt x="784925" y="1733195"/>
                  <a:pt x="799089" y="1733195"/>
                </a:cubicBezTo>
                <a:close/>
                <a:moveTo>
                  <a:pt x="734885" y="1733195"/>
                </a:moveTo>
                <a:cubicBezTo>
                  <a:pt x="749049" y="1733195"/>
                  <a:pt x="760544" y="1744689"/>
                  <a:pt x="760544" y="1758854"/>
                </a:cubicBezTo>
                <a:cubicBezTo>
                  <a:pt x="760544" y="1773018"/>
                  <a:pt x="749049" y="1784513"/>
                  <a:pt x="734885" y="1784513"/>
                </a:cubicBezTo>
                <a:cubicBezTo>
                  <a:pt x="720720" y="1784513"/>
                  <a:pt x="709225" y="1773018"/>
                  <a:pt x="709225" y="1758854"/>
                </a:cubicBezTo>
                <a:cubicBezTo>
                  <a:pt x="709225" y="1744689"/>
                  <a:pt x="720720" y="1733195"/>
                  <a:pt x="734885" y="1733195"/>
                </a:cubicBezTo>
                <a:close/>
                <a:moveTo>
                  <a:pt x="670679" y="1733195"/>
                </a:moveTo>
                <a:cubicBezTo>
                  <a:pt x="684851" y="1733195"/>
                  <a:pt x="696338" y="1744682"/>
                  <a:pt x="696338" y="1758854"/>
                </a:cubicBezTo>
                <a:cubicBezTo>
                  <a:pt x="696338" y="1773025"/>
                  <a:pt x="684851" y="1784513"/>
                  <a:pt x="670679" y="1784513"/>
                </a:cubicBezTo>
                <a:cubicBezTo>
                  <a:pt x="656509" y="1784513"/>
                  <a:pt x="645020" y="1773025"/>
                  <a:pt x="645020" y="1758854"/>
                </a:cubicBezTo>
                <a:cubicBezTo>
                  <a:pt x="645020" y="1744682"/>
                  <a:pt x="656509" y="1733195"/>
                  <a:pt x="670679" y="1733195"/>
                </a:cubicBezTo>
                <a:close/>
                <a:moveTo>
                  <a:pt x="606475" y="1733195"/>
                </a:moveTo>
                <a:cubicBezTo>
                  <a:pt x="620639" y="1733195"/>
                  <a:pt x="632134" y="1744689"/>
                  <a:pt x="632134" y="1758854"/>
                </a:cubicBezTo>
                <a:cubicBezTo>
                  <a:pt x="632134" y="1773018"/>
                  <a:pt x="620639" y="1784513"/>
                  <a:pt x="606475" y="1784513"/>
                </a:cubicBezTo>
                <a:cubicBezTo>
                  <a:pt x="592310" y="1784513"/>
                  <a:pt x="580815" y="1773018"/>
                  <a:pt x="580815" y="1758854"/>
                </a:cubicBezTo>
                <a:cubicBezTo>
                  <a:pt x="580815" y="1744689"/>
                  <a:pt x="592310" y="1733195"/>
                  <a:pt x="606475" y="1733195"/>
                </a:cubicBezTo>
                <a:close/>
                <a:moveTo>
                  <a:pt x="542268" y="1733195"/>
                </a:moveTo>
                <a:cubicBezTo>
                  <a:pt x="556433" y="1733195"/>
                  <a:pt x="567927" y="1744689"/>
                  <a:pt x="567927" y="1758854"/>
                </a:cubicBezTo>
                <a:cubicBezTo>
                  <a:pt x="567927" y="1773018"/>
                  <a:pt x="556433" y="1784513"/>
                  <a:pt x="542268" y="1784513"/>
                </a:cubicBezTo>
                <a:cubicBezTo>
                  <a:pt x="528104" y="1784513"/>
                  <a:pt x="516610" y="1773018"/>
                  <a:pt x="516610" y="1758854"/>
                </a:cubicBezTo>
                <a:cubicBezTo>
                  <a:pt x="516610" y="1744689"/>
                  <a:pt x="528104" y="1733195"/>
                  <a:pt x="542268" y="1733195"/>
                </a:cubicBezTo>
                <a:close/>
                <a:moveTo>
                  <a:pt x="478063" y="1733195"/>
                </a:moveTo>
                <a:cubicBezTo>
                  <a:pt x="492228" y="1733195"/>
                  <a:pt x="503724" y="1744689"/>
                  <a:pt x="503724" y="1758854"/>
                </a:cubicBezTo>
                <a:cubicBezTo>
                  <a:pt x="503724" y="1773018"/>
                  <a:pt x="492228" y="1784513"/>
                  <a:pt x="478063" y="1784513"/>
                </a:cubicBezTo>
                <a:cubicBezTo>
                  <a:pt x="463900" y="1784513"/>
                  <a:pt x="452404" y="1773018"/>
                  <a:pt x="452404" y="1758854"/>
                </a:cubicBezTo>
                <a:cubicBezTo>
                  <a:pt x="452404" y="1744689"/>
                  <a:pt x="463900" y="1733195"/>
                  <a:pt x="478063" y="1733195"/>
                </a:cubicBezTo>
                <a:close/>
                <a:moveTo>
                  <a:pt x="413858" y="1733195"/>
                </a:moveTo>
                <a:cubicBezTo>
                  <a:pt x="428023" y="1733195"/>
                  <a:pt x="439517" y="1744689"/>
                  <a:pt x="439517" y="1758854"/>
                </a:cubicBezTo>
                <a:cubicBezTo>
                  <a:pt x="439517" y="1773018"/>
                  <a:pt x="428023" y="1784513"/>
                  <a:pt x="413858" y="1784513"/>
                </a:cubicBezTo>
                <a:cubicBezTo>
                  <a:pt x="399694" y="1784513"/>
                  <a:pt x="388200" y="1773018"/>
                  <a:pt x="388200" y="1758854"/>
                </a:cubicBezTo>
                <a:cubicBezTo>
                  <a:pt x="388200" y="1744689"/>
                  <a:pt x="399694" y="1733195"/>
                  <a:pt x="413858" y="1733195"/>
                </a:cubicBezTo>
                <a:close/>
                <a:moveTo>
                  <a:pt x="346686" y="1733195"/>
                </a:moveTo>
                <a:cubicBezTo>
                  <a:pt x="360849" y="1733195"/>
                  <a:pt x="372344" y="1744689"/>
                  <a:pt x="372344" y="1758854"/>
                </a:cubicBezTo>
                <a:cubicBezTo>
                  <a:pt x="372344" y="1773018"/>
                  <a:pt x="360849" y="1784513"/>
                  <a:pt x="346686" y="1784513"/>
                </a:cubicBezTo>
                <a:cubicBezTo>
                  <a:pt x="332520" y="1784513"/>
                  <a:pt x="321027" y="1773018"/>
                  <a:pt x="321027" y="1758854"/>
                </a:cubicBezTo>
                <a:cubicBezTo>
                  <a:pt x="321027" y="1744689"/>
                  <a:pt x="332520" y="1733195"/>
                  <a:pt x="346686" y="1733195"/>
                </a:cubicBezTo>
                <a:close/>
                <a:moveTo>
                  <a:pt x="282480" y="1733195"/>
                </a:moveTo>
                <a:cubicBezTo>
                  <a:pt x="296644" y="1733195"/>
                  <a:pt x="308138" y="1744689"/>
                  <a:pt x="308138" y="1758854"/>
                </a:cubicBezTo>
                <a:cubicBezTo>
                  <a:pt x="308138" y="1773018"/>
                  <a:pt x="296644" y="1784513"/>
                  <a:pt x="282480" y="1784513"/>
                </a:cubicBezTo>
                <a:cubicBezTo>
                  <a:pt x="268314" y="1784513"/>
                  <a:pt x="256820" y="1773018"/>
                  <a:pt x="256820" y="1758854"/>
                </a:cubicBezTo>
                <a:cubicBezTo>
                  <a:pt x="256820" y="1744689"/>
                  <a:pt x="268314" y="1733195"/>
                  <a:pt x="282480" y="1733195"/>
                </a:cubicBezTo>
                <a:close/>
                <a:moveTo>
                  <a:pt x="218274" y="1733195"/>
                </a:moveTo>
                <a:cubicBezTo>
                  <a:pt x="232438" y="1733195"/>
                  <a:pt x="243932" y="1744689"/>
                  <a:pt x="243932" y="1758854"/>
                </a:cubicBezTo>
                <a:cubicBezTo>
                  <a:pt x="243932" y="1773018"/>
                  <a:pt x="232438" y="1784513"/>
                  <a:pt x="218274" y="1784513"/>
                </a:cubicBezTo>
                <a:cubicBezTo>
                  <a:pt x="204109" y="1784513"/>
                  <a:pt x="192615" y="1773018"/>
                  <a:pt x="192615" y="1758854"/>
                </a:cubicBezTo>
                <a:cubicBezTo>
                  <a:pt x="192615" y="1744689"/>
                  <a:pt x="204109" y="1733195"/>
                  <a:pt x="218274" y="1733195"/>
                </a:cubicBezTo>
                <a:close/>
                <a:moveTo>
                  <a:pt x="89864" y="1733195"/>
                </a:moveTo>
                <a:cubicBezTo>
                  <a:pt x="104034" y="1733195"/>
                  <a:pt x="115522" y="1744682"/>
                  <a:pt x="115522" y="1758854"/>
                </a:cubicBezTo>
                <a:cubicBezTo>
                  <a:pt x="115522" y="1773025"/>
                  <a:pt x="104034" y="1784513"/>
                  <a:pt x="89864" y="1784513"/>
                </a:cubicBezTo>
                <a:cubicBezTo>
                  <a:pt x="75693" y="1784513"/>
                  <a:pt x="64205" y="1773025"/>
                  <a:pt x="64205" y="1758854"/>
                </a:cubicBezTo>
                <a:cubicBezTo>
                  <a:pt x="64205" y="1744682"/>
                  <a:pt x="75693" y="1733195"/>
                  <a:pt x="89864" y="1733195"/>
                </a:cubicBezTo>
                <a:close/>
                <a:moveTo>
                  <a:pt x="25659" y="1733195"/>
                </a:moveTo>
                <a:cubicBezTo>
                  <a:pt x="39829" y="1733195"/>
                  <a:pt x="51317" y="1744682"/>
                  <a:pt x="51317" y="1758854"/>
                </a:cubicBezTo>
                <a:cubicBezTo>
                  <a:pt x="51317" y="1773025"/>
                  <a:pt x="39829" y="1784513"/>
                  <a:pt x="25659" y="1784513"/>
                </a:cubicBezTo>
                <a:cubicBezTo>
                  <a:pt x="11488" y="1784513"/>
                  <a:pt x="0" y="1773025"/>
                  <a:pt x="0" y="1758854"/>
                </a:cubicBezTo>
                <a:cubicBezTo>
                  <a:pt x="0" y="1744682"/>
                  <a:pt x="11488" y="1733195"/>
                  <a:pt x="25659" y="1733195"/>
                </a:cubicBezTo>
                <a:close/>
                <a:moveTo>
                  <a:pt x="11582491" y="1678857"/>
                </a:moveTo>
                <a:cubicBezTo>
                  <a:pt x="11589609" y="1678857"/>
                  <a:pt x="11595379" y="1684628"/>
                  <a:pt x="11595379" y="1691745"/>
                </a:cubicBezTo>
                <a:cubicBezTo>
                  <a:pt x="11595379" y="1698863"/>
                  <a:pt x="11589609" y="1704633"/>
                  <a:pt x="11582491" y="1704633"/>
                </a:cubicBezTo>
                <a:cubicBezTo>
                  <a:pt x="11575375" y="1704633"/>
                  <a:pt x="11569605" y="1698863"/>
                  <a:pt x="11569605" y="1691745"/>
                </a:cubicBezTo>
                <a:cubicBezTo>
                  <a:pt x="11569605" y="1684628"/>
                  <a:pt x="11575375" y="1678857"/>
                  <a:pt x="11582491" y="1678857"/>
                </a:cubicBezTo>
                <a:close/>
                <a:moveTo>
                  <a:pt x="11518287" y="1678857"/>
                </a:moveTo>
                <a:cubicBezTo>
                  <a:pt x="11525405" y="1678857"/>
                  <a:pt x="11531175" y="1684628"/>
                  <a:pt x="11531175" y="1691745"/>
                </a:cubicBezTo>
                <a:cubicBezTo>
                  <a:pt x="11531175" y="1698863"/>
                  <a:pt x="11525403" y="1704633"/>
                  <a:pt x="11518287" y="1704633"/>
                </a:cubicBezTo>
                <a:cubicBezTo>
                  <a:pt x="11511167" y="1704633"/>
                  <a:pt x="11505399" y="1698863"/>
                  <a:pt x="11505399" y="1691745"/>
                </a:cubicBezTo>
                <a:cubicBezTo>
                  <a:pt x="11505399" y="1684628"/>
                  <a:pt x="11511171" y="1678857"/>
                  <a:pt x="11518287" y="1678857"/>
                </a:cubicBezTo>
                <a:close/>
                <a:moveTo>
                  <a:pt x="10169743" y="1678857"/>
                </a:moveTo>
                <a:cubicBezTo>
                  <a:pt x="10176942" y="1678857"/>
                  <a:pt x="10182631" y="1684663"/>
                  <a:pt x="10182631" y="1691745"/>
                </a:cubicBezTo>
                <a:cubicBezTo>
                  <a:pt x="10182631" y="1698828"/>
                  <a:pt x="10176942" y="1704633"/>
                  <a:pt x="10169743" y="1704633"/>
                </a:cubicBezTo>
                <a:cubicBezTo>
                  <a:pt x="10162659" y="1704633"/>
                  <a:pt x="10156855" y="1698944"/>
                  <a:pt x="10156855" y="1691745"/>
                </a:cubicBezTo>
                <a:cubicBezTo>
                  <a:pt x="10156855" y="1684663"/>
                  <a:pt x="10162544" y="1678857"/>
                  <a:pt x="10169743" y="1678857"/>
                </a:cubicBezTo>
                <a:close/>
                <a:moveTo>
                  <a:pt x="9848716" y="1678857"/>
                </a:moveTo>
                <a:cubicBezTo>
                  <a:pt x="9855800" y="1678857"/>
                  <a:pt x="9861604" y="1684663"/>
                  <a:pt x="9861604" y="1691745"/>
                </a:cubicBezTo>
                <a:cubicBezTo>
                  <a:pt x="9861604" y="1698828"/>
                  <a:pt x="9855915" y="1704633"/>
                  <a:pt x="9848716" y="1704633"/>
                </a:cubicBezTo>
                <a:cubicBezTo>
                  <a:pt x="9841635" y="1704633"/>
                  <a:pt x="9835828" y="1698944"/>
                  <a:pt x="9835828" y="1691745"/>
                </a:cubicBezTo>
                <a:cubicBezTo>
                  <a:pt x="9835828" y="1684663"/>
                  <a:pt x="9841517" y="1678857"/>
                  <a:pt x="9848716" y="1678857"/>
                </a:cubicBezTo>
                <a:close/>
                <a:moveTo>
                  <a:pt x="7023451" y="1678857"/>
                </a:moveTo>
                <a:cubicBezTo>
                  <a:pt x="7030570" y="1678857"/>
                  <a:pt x="7036339" y="1684628"/>
                  <a:pt x="7036339" y="1691745"/>
                </a:cubicBezTo>
                <a:cubicBezTo>
                  <a:pt x="7036339" y="1698863"/>
                  <a:pt x="7030570" y="1704633"/>
                  <a:pt x="7023451" y="1704633"/>
                </a:cubicBezTo>
                <a:cubicBezTo>
                  <a:pt x="7016335" y="1704633"/>
                  <a:pt x="7010566" y="1698863"/>
                  <a:pt x="7010566" y="1691745"/>
                </a:cubicBezTo>
                <a:cubicBezTo>
                  <a:pt x="7010566" y="1684628"/>
                  <a:pt x="7016335" y="1678857"/>
                  <a:pt x="7023451" y="1678857"/>
                </a:cubicBezTo>
                <a:close/>
                <a:moveTo>
                  <a:pt x="5871887" y="1678857"/>
                </a:moveTo>
                <a:cubicBezTo>
                  <a:pt x="5879006" y="1678857"/>
                  <a:pt x="5884776" y="1684628"/>
                  <a:pt x="5884776" y="1691745"/>
                </a:cubicBezTo>
                <a:cubicBezTo>
                  <a:pt x="5884776" y="1698863"/>
                  <a:pt x="5879004" y="1704633"/>
                  <a:pt x="5871887" y="1704633"/>
                </a:cubicBezTo>
                <a:cubicBezTo>
                  <a:pt x="5864769" y="1704633"/>
                  <a:pt x="5859000" y="1698863"/>
                  <a:pt x="5859000" y="1691745"/>
                </a:cubicBezTo>
                <a:cubicBezTo>
                  <a:pt x="5859000" y="1684628"/>
                  <a:pt x="5864772" y="1678857"/>
                  <a:pt x="5871887" y="1678857"/>
                </a:cubicBezTo>
                <a:close/>
                <a:moveTo>
                  <a:pt x="5807683" y="1678857"/>
                </a:moveTo>
                <a:cubicBezTo>
                  <a:pt x="5814801" y="1678857"/>
                  <a:pt x="5820571" y="1684628"/>
                  <a:pt x="5820571" y="1691745"/>
                </a:cubicBezTo>
                <a:cubicBezTo>
                  <a:pt x="5820571" y="1698863"/>
                  <a:pt x="5814799" y="1704633"/>
                  <a:pt x="5807683" y="1704633"/>
                </a:cubicBezTo>
                <a:cubicBezTo>
                  <a:pt x="5800565" y="1704633"/>
                  <a:pt x="5794796" y="1698863"/>
                  <a:pt x="5794796" y="1691745"/>
                </a:cubicBezTo>
                <a:cubicBezTo>
                  <a:pt x="5794796" y="1684628"/>
                  <a:pt x="5800566" y="1678857"/>
                  <a:pt x="5807683" y="1678857"/>
                </a:cubicBezTo>
                <a:close/>
                <a:moveTo>
                  <a:pt x="4459140" y="1678857"/>
                </a:moveTo>
                <a:cubicBezTo>
                  <a:pt x="4466338" y="1678857"/>
                  <a:pt x="4472025" y="1684663"/>
                  <a:pt x="4472025" y="1691745"/>
                </a:cubicBezTo>
                <a:cubicBezTo>
                  <a:pt x="4472025" y="1698828"/>
                  <a:pt x="4466338" y="1704633"/>
                  <a:pt x="4459140" y="1704633"/>
                </a:cubicBezTo>
                <a:cubicBezTo>
                  <a:pt x="4452058" y="1704633"/>
                  <a:pt x="4446252" y="1698944"/>
                  <a:pt x="4446252" y="1691745"/>
                </a:cubicBezTo>
                <a:cubicBezTo>
                  <a:pt x="4446252" y="1684663"/>
                  <a:pt x="4451941" y="1678857"/>
                  <a:pt x="4459140" y="1678857"/>
                </a:cubicBezTo>
                <a:close/>
                <a:moveTo>
                  <a:pt x="4138112" y="1678857"/>
                </a:moveTo>
                <a:cubicBezTo>
                  <a:pt x="4145194" y="1678857"/>
                  <a:pt x="4151000" y="1684663"/>
                  <a:pt x="4151000" y="1691745"/>
                </a:cubicBezTo>
                <a:cubicBezTo>
                  <a:pt x="4151000" y="1698828"/>
                  <a:pt x="4145311" y="1704633"/>
                  <a:pt x="4138112" y="1704633"/>
                </a:cubicBezTo>
                <a:cubicBezTo>
                  <a:pt x="4131029" y="1704633"/>
                  <a:pt x="4125224" y="1698944"/>
                  <a:pt x="4125224" y="1691745"/>
                </a:cubicBezTo>
                <a:cubicBezTo>
                  <a:pt x="4125224" y="1684663"/>
                  <a:pt x="4130913" y="1678857"/>
                  <a:pt x="4138112" y="1678857"/>
                </a:cubicBezTo>
                <a:close/>
                <a:moveTo>
                  <a:pt x="1312848" y="1678857"/>
                </a:moveTo>
                <a:cubicBezTo>
                  <a:pt x="1319968" y="1678857"/>
                  <a:pt x="1325735" y="1684628"/>
                  <a:pt x="1325735" y="1691745"/>
                </a:cubicBezTo>
                <a:cubicBezTo>
                  <a:pt x="1325735" y="1698863"/>
                  <a:pt x="1319968" y="1704633"/>
                  <a:pt x="1312848" y="1704633"/>
                </a:cubicBezTo>
                <a:cubicBezTo>
                  <a:pt x="1305730" y="1704633"/>
                  <a:pt x="1299962" y="1698863"/>
                  <a:pt x="1299962" y="1691745"/>
                </a:cubicBezTo>
                <a:cubicBezTo>
                  <a:pt x="1299962" y="1684628"/>
                  <a:pt x="1305730" y="1678857"/>
                  <a:pt x="1312848" y="1678857"/>
                </a:cubicBezTo>
                <a:close/>
                <a:moveTo>
                  <a:pt x="154069" y="1678857"/>
                </a:moveTo>
                <a:cubicBezTo>
                  <a:pt x="161187" y="1678857"/>
                  <a:pt x="166957" y="1684628"/>
                  <a:pt x="166957" y="1691745"/>
                </a:cubicBezTo>
                <a:cubicBezTo>
                  <a:pt x="166957" y="1698863"/>
                  <a:pt x="161186" y="1704633"/>
                  <a:pt x="154069" y="1704633"/>
                </a:cubicBezTo>
                <a:cubicBezTo>
                  <a:pt x="146951" y="1704633"/>
                  <a:pt x="141182" y="1698863"/>
                  <a:pt x="141182" y="1691745"/>
                </a:cubicBezTo>
                <a:cubicBezTo>
                  <a:pt x="141182" y="1684628"/>
                  <a:pt x="146953" y="1678857"/>
                  <a:pt x="154069" y="1678857"/>
                </a:cubicBezTo>
                <a:close/>
                <a:moveTo>
                  <a:pt x="89864" y="1678857"/>
                </a:moveTo>
                <a:cubicBezTo>
                  <a:pt x="96982" y="1678857"/>
                  <a:pt x="102752" y="1684628"/>
                  <a:pt x="102752" y="1691745"/>
                </a:cubicBezTo>
                <a:cubicBezTo>
                  <a:pt x="102752" y="1698863"/>
                  <a:pt x="96981" y="1704633"/>
                  <a:pt x="89864" y="1704633"/>
                </a:cubicBezTo>
                <a:cubicBezTo>
                  <a:pt x="82746" y="1704633"/>
                  <a:pt x="76977" y="1698863"/>
                  <a:pt x="76977" y="1691745"/>
                </a:cubicBezTo>
                <a:cubicBezTo>
                  <a:pt x="76977" y="1684628"/>
                  <a:pt x="82748" y="1678857"/>
                  <a:pt x="89864" y="1678857"/>
                </a:cubicBezTo>
                <a:close/>
                <a:moveTo>
                  <a:pt x="12099103" y="1666086"/>
                </a:moveTo>
                <a:cubicBezTo>
                  <a:pt x="12113273" y="1666086"/>
                  <a:pt x="12124761" y="1677575"/>
                  <a:pt x="12124761" y="1691745"/>
                </a:cubicBezTo>
                <a:cubicBezTo>
                  <a:pt x="12124761" y="1705917"/>
                  <a:pt x="12113273" y="1717404"/>
                  <a:pt x="12099103" y="1717404"/>
                </a:cubicBezTo>
                <a:cubicBezTo>
                  <a:pt x="12084931" y="1717404"/>
                  <a:pt x="12073441" y="1705917"/>
                  <a:pt x="12073441" y="1691745"/>
                </a:cubicBezTo>
                <a:cubicBezTo>
                  <a:pt x="12073441" y="1677575"/>
                  <a:pt x="12084931" y="1666086"/>
                  <a:pt x="12099103" y="1666086"/>
                </a:cubicBezTo>
                <a:close/>
                <a:moveTo>
                  <a:pt x="12034897" y="1666086"/>
                </a:moveTo>
                <a:cubicBezTo>
                  <a:pt x="12049061" y="1666086"/>
                  <a:pt x="12060557" y="1677582"/>
                  <a:pt x="12060557" y="1691745"/>
                </a:cubicBezTo>
                <a:cubicBezTo>
                  <a:pt x="12060557" y="1705910"/>
                  <a:pt x="12049061" y="1717404"/>
                  <a:pt x="12034897" y="1717404"/>
                </a:cubicBezTo>
                <a:cubicBezTo>
                  <a:pt x="12020731" y="1717404"/>
                  <a:pt x="12009237" y="1705910"/>
                  <a:pt x="12009237" y="1691745"/>
                </a:cubicBezTo>
                <a:cubicBezTo>
                  <a:pt x="12009237" y="1677582"/>
                  <a:pt x="12020731" y="1666086"/>
                  <a:pt x="12034897" y="1666086"/>
                </a:cubicBezTo>
                <a:close/>
                <a:moveTo>
                  <a:pt x="11970691" y="1666086"/>
                </a:moveTo>
                <a:cubicBezTo>
                  <a:pt x="11984855" y="1666086"/>
                  <a:pt x="11996349" y="1677582"/>
                  <a:pt x="11996349" y="1691745"/>
                </a:cubicBezTo>
                <a:cubicBezTo>
                  <a:pt x="11996349" y="1705910"/>
                  <a:pt x="11984855" y="1717404"/>
                  <a:pt x="11970691" y="1717404"/>
                </a:cubicBezTo>
                <a:cubicBezTo>
                  <a:pt x="11956525" y="1717404"/>
                  <a:pt x="11945033" y="1705910"/>
                  <a:pt x="11945033" y="1691745"/>
                </a:cubicBezTo>
                <a:cubicBezTo>
                  <a:pt x="11945033" y="1677582"/>
                  <a:pt x="11956525" y="1666086"/>
                  <a:pt x="11970691" y="1666086"/>
                </a:cubicBezTo>
                <a:close/>
                <a:moveTo>
                  <a:pt x="11906483" y="1666086"/>
                </a:moveTo>
                <a:cubicBezTo>
                  <a:pt x="11920649" y="1666086"/>
                  <a:pt x="11932145" y="1677582"/>
                  <a:pt x="11932145" y="1691745"/>
                </a:cubicBezTo>
                <a:cubicBezTo>
                  <a:pt x="11932145" y="1705910"/>
                  <a:pt x="11920649" y="1717404"/>
                  <a:pt x="11906483" y="1717404"/>
                </a:cubicBezTo>
                <a:cubicBezTo>
                  <a:pt x="11892321" y="1717404"/>
                  <a:pt x="11880825" y="1705910"/>
                  <a:pt x="11880825" y="1691745"/>
                </a:cubicBezTo>
                <a:cubicBezTo>
                  <a:pt x="11880825" y="1677582"/>
                  <a:pt x="11892321" y="1666086"/>
                  <a:pt x="11906483" y="1666086"/>
                </a:cubicBezTo>
                <a:close/>
                <a:moveTo>
                  <a:pt x="11842279" y="1666086"/>
                </a:moveTo>
                <a:cubicBezTo>
                  <a:pt x="11856445" y="1666086"/>
                  <a:pt x="11867941" y="1677582"/>
                  <a:pt x="11867941" y="1691745"/>
                </a:cubicBezTo>
                <a:cubicBezTo>
                  <a:pt x="11867941" y="1705910"/>
                  <a:pt x="11856445" y="1717404"/>
                  <a:pt x="11842279" y="1717404"/>
                </a:cubicBezTo>
                <a:cubicBezTo>
                  <a:pt x="11828117" y="1717404"/>
                  <a:pt x="11816621" y="1705910"/>
                  <a:pt x="11816621" y="1691745"/>
                </a:cubicBezTo>
                <a:cubicBezTo>
                  <a:pt x="11816621" y="1677582"/>
                  <a:pt x="11828117" y="1666086"/>
                  <a:pt x="11842279" y="1666086"/>
                </a:cubicBezTo>
                <a:close/>
                <a:moveTo>
                  <a:pt x="11775107" y="1666086"/>
                </a:moveTo>
                <a:cubicBezTo>
                  <a:pt x="11789271" y="1666086"/>
                  <a:pt x="11800767" y="1677582"/>
                  <a:pt x="11800767" y="1691745"/>
                </a:cubicBezTo>
                <a:cubicBezTo>
                  <a:pt x="11800767" y="1705910"/>
                  <a:pt x="11789271" y="1717404"/>
                  <a:pt x="11775107" y="1717404"/>
                </a:cubicBezTo>
                <a:cubicBezTo>
                  <a:pt x="11760941" y="1717404"/>
                  <a:pt x="11749449" y="1705910"/>
                  <a:pt x="11749449" y="1691745"/>
                </a:cubicBezTo>
                <a:cubicBezTo>
                  <a:pt x="11749449" y="1677582"/>
                  <a:pt x="11760941" y="1666086"/>
                  <a:pt x="11775107" y="1666086"/>
                </a:cubicBezTo>
                <a:close/>
                <a:moveTo>
                  <a:pt x="11710901" y="1666086"/>
                </a:moveTo>
                <a:cubicBezTo>
                  <a:pt x="11725067" y="1666086"/>
                  <a:pt x="11736561" y="1677582"/>
                  <a:pt x="11736561" y="1691745"/>
                </a:cubicBezTo>
                <a:cubicBezTo>
                  <a:pt x="11736561" y="1705910"/>
                  <a:pt x="11725067" y="1717404"/>
                  <a:pt x="11710901" y="1717404"/>
                </a:cubicBezTo>
                <a:cubicBezTo>
                  <a:pt x="11696737" y="1717404"/>
                  <a:pt x="11685243" y="1705910"/>
                  <a:pt x="11685243" y="1691745"/>
                </a:cubicBezTo>
                <a:cubicBezTo>
                  <a:pt x="11685243" y="1677582"/>
                  <a:pt x="11696737" y="1666086"/>
                  <a:pt x="11710901" y="1666086"/>
                </a:cubicBezTo>
                <a:close/>
                <a:moveTo>
                  <a:pt x="11646697" y="1666086"/>
                </a:moveTo>
                <a:cubicBezTo>
                  <a:pt x="11660859" y="1666086"/>
                  <a:pt x="11672355" y="1677582"/>
                  <a:pt x="11672355" y="1691745"/>
                </a:cubicBezTo>
                <a:cubicBezTo>
                  <a:pt x="11672355" y="1705910"/>
                  <a:pt x="11660859" y="1717404"/>
                  <a:pt x="11646697" y="1717404"/>
                </a:cubicBezTo>
                <a:cubicBezTo>
                  <a:pt x="11632529" y="1717404"/>
                  <a:pt x="11621037" y="1705910"/>
                  <a:pt x="11621037" y="1691745"/>
                </a:cubicBezTo>
                <a:cubicBezTo>
                  <a:pt x="11621037" y="1677582"/>
                  <a:pt x="11632529" y="1666086"/>
                  <a:pt x="11646697" y="1666086"/>
                </a:cubicBezTo>
                <a:close/>
                <a:moveTo>
                  <a:pt x="11454081" y="1666086"/>
                </a:moveTo>
                <a:cubicBezTo>
                  <a:pt x="11468253" y="1666086"/>
                  <a:pt x="11479739" y="1677575"/>
                  <a:pt x="11479739" y="1691745"/>
                </a:cubicBezTo>
                <a:cubicBezTo>
                  <a:pt x="11479739" y="1705917"/>
                  <a:pt x="11468253" y="1717404"/>
                  <a:pt x="11454081" y="1717404"/>
                </a:cubicBezTo>
                <a:cubicBezTo>
                  <a:pt x="11439909" y="1717404"/>
                  <a:pt x="11428421" y="1705917"/>
                  <a:pt x="11428421" y="1691745"/>
                </a:cubicBezTo>
                <a:cubicBezTo>
                  <a:pt x="11428421" y="1677575"/>
                  <a:pt x="11439909" y="1666086"/>
                  <a:pt x="11454081" y="1666086"/>
                </a:cubicBezTo>
                <a:close/>
                <a:moveTo>
                  <a:pt x="11389875" y="1666086"/>
                </a:moveTo>
                <a:cubicBezTo>
                  <a:pt x="11404040" y="1666086"/>
                  <a:pt x="11415533" y="1677582"/>
                  <a:pt x="11415533" y="1691745"/>
                </a:cubicBezTo>
                <a:cubicBezTo>
                  <a:pt x="11415533" y="1705910"/>
                  <a:pt x="11404040" y="1717404"/>
                  <a:pt x="11389875" y="1717404"/>
                </a:cubicBezTo>
                <a:cubicBezTo>
                  <a:pt x="11375710" y="1717404"/>
                  <a:pt x="11364217" y="1705910"/>
                  <a:pt x="11364217" y="1691745"/>
                </a:cubicBezTo>
                <a:cubicBezTo>
                  <a:pt x="11364217" y="1677582"/>
                  <a:pt x="11375710" y="1666086"/>
                  <a:pt x="11389875" y="1666086"/>
                </a:cubicBezTo>
                <a:close/>
                <a:moveTo>
                  <a:pt x="11325670" y="1666086"/>
                </a:moveTo>
                <a:cubicBezTo>
                  <a:pt x="11339835" y="1666086"/>
                  <a:pt x="11351329" y="1677582"/>
                  <a:pt x="11351329" y="1691745"/>
                </a:cubicBezTo>
                <a:cubicBezTo>
                  <a:pt x="11351329" y="1705910"/>
                  <a:pt x="11339835" y="1717404"/>
                  <a:pt x="11325670" y="1717404"/>
                </a:cubicBezTo>
                <a:cubicBezTo>
                  <a:pt x="11311505" y="1717404"/>
                  <a:pt x="11300012" y="1705910"/>
                  <a:pt x="11300012" y="1691745"/>
                </a:cubicBezTo>
                <a:cubicBezTo>
                  <a:pt x="11300012" y="1677582"/>
                  <a:pt x="11311505" y="1666086"/>
                  <a:pt x="11325670" y="1666086"/>
                </a:cubicBezTo>
                <a:close/>
                <a:moveTo>
                  <a:pt x="11261466" y="1666086"/>
                </a:moveTo>
                <a:cubicBezTo>
                  <a:pt x="11275628" y="1666086"/>
                  <a:pt x="11287124" y="1677582"/>
                  <a:pt x="11287124" y="1691745"/>
                </a:cubicBezTo>
                <a:cubicBezTo>
                  <a:pt x="11287124" y="1705910"/>
                  <a:pt x="11275628" y="1717404"/>
                  <a:pt x="11261466" y="1717404"/>
                </a:cubicBezTo>
                <a:cubicBezTo>
                  <a:pt x="11247301" y="1717404"/>
                  <a:pt x="11235805" y="1705910"/>
                  <a:pt x="11235805" y="1691745"/>
                </a:cubicBezTo>
                <a:cubicBezTo>
                  <a:pt x="11235805" y="1677582"/>
                  <a:pt x="11247301" y="1666086"/>
                  <a:pt x="11261466" y="1666086"/>
                </a:cubicBezTo>
                <a:close/>
                <a:moveTo>
                  <a:pt x="11197259" y="1666086"/>
                </a:moveTo>
                <a:cubicBezTo>
                  <a:pt x="11211424" y="1666086"/>
                  <a:pt x="11222917" y="1677582"/>
                  <a:pt x="11222917" y="1691745"/>
                </a:cubicBezTo>
                <a:cubicBezTo>
                  <a:pt x="11222917" y="1705910"/>
                  <a:pt x="11211424" y="1717404"/>
                  <a:pt x="11197259" y="1717404"/>
                </a:cubicBezTo>
                <a:cubicBezTo>
                  <a:pt x="11183094" y="1717404"/>
                  <a:pt x="11171601" y="1705910"/>
                  <a:pt x="11171601" y="1691745"/>
                </a:cubicBezTo>
                <a:cubicBezTo>
                  <a:pt x="11171601" y="1677582"/>
                  <a:pt x="11183094" y="1666086"/>
                  <a:pt x="11197259" y="1666086"/>
                </a:cubicBezTo>
                <a:close/>
                <a:moveTo>
                  <a:pt x="11133055" y="1666086"/>
                </a:moveTo>
                <a:cubicBezTo>
                  <a:pt x="11147225" y="1666086"/>
                  <a:pt x="11158713" y="1677575"/>
                  <a:pt x="11158713" y="1691745"/>
                </a:cubicBezTo>
                <a:cubicBezTo>
                  <a:pt x="11158713" y="1705917"/>
                  <a:pt x="11147225" y="1717404"/>
                  <a:pt x="11133055" y="1717404"/>
                </a:cubicBezTo>
                <a:cubicBezTo>
                  <a:pt x="11118884" y="1717404"/>
                  <a:pt x="11107396" y="1705917"/>
                  <a:pt x="11107396" y="1691745"/>
                </a:cubicBezTo>
                <a:cubicBezTo>
                  <a:pt x="11107396" y="1677575"/>
                  <a:pt x="11118884" y="1666086"/>
                  <a:pt x="11133055" y="1666086"/>
                </a:cubicBezTo>
                <a:close/>
                <a:moveTo>
                  <a:pt x="11068848" y="1666086"/>
                </a:moveTo>
                <a:cubicBezTo>
                  <a:pt x="11083021" y="1666086"/>
                  <a:pt x="11094509" y="1677575"/>
                  <a:pt x="11094509" y="1691745"/>
                </a:cubicBezTo>
                <a:cubicBezTo>
                  <a:pt x="11094509" y="1705917"/>
                  <a:pt x="11083021" y="1717404"/>
                  <a:pt x="11068848" y="1717404"/>
                </a:cubicBezTo>
                <a:cubicBezTo>
                  <a:pt x="11054677" y="1717404"/>
                  <a:pt x="11043189" y="1705917"/>
                  <a:pt x="11043189" y="1691745"/>
                </a:cubicBezTo>
                <a:cubicBezTo>
                  <a:pt x="11043189" y="1677575"/>
                  <a:pt x="11054677" y="1666086"/>
                  <a:pt x="11068848" y="1666086"/>
                </a:cubicBezTo>
                <a:close/>
                <a:moveTo>
                  <a:pt x="11004643" y="1666086"/>
                </a:moveTo>
                <a:cubicBezTo>
                  <a:pt x="11018808" y="1666086"/>
                  <a:pt x="11030301" y="1677582"/>
                  <a:pt x="11030301" y="1691745"/>
                </a:cubicBezTo>
                <a:cubicBezTo>
                  <a:pt x="11030301" y="1705910"/>
                  <a:pt x="11018808" y="1717404"/>
                  <a:pt x="11004643" y="1717404"/>
                </a:cubicBezTo>
                <a:cubicBezTo>
                  <a:pt x="10990478" y="1717404"/>
                  <a:pt x="10978985" y="1705910"/>
                  <a:pt x="10978985" y="1691745"/>
                </a:cubicBezTo>
                <a:cubicBezTo>
                  <a:pt x="10978985" y="1677582"/>
                  <a:pt x="10990478" y="1666086"/>
                  <a:pt x="11004643" y="1666086"/>
                </a:cubicBezTo>
                <a:close/>
                <a:moveTo>
                  <a:pt x="10940321" y="1666086"/>
                </a:moveTo>
                <a:cubicBezTo>
                  <a:pt x="10954604" y="1666086"/>
                  <a:pt x="10965982" y="1677582"/>
                  <a:pt x="10965982" y="1691745"/>
                </a:cubicBezTo>
                <a:cubicBezTo>
                  <a:pt x="10965982" y="1705910"/>
                  <a:pt x="10954486" y="1717404"/>
                  <a:pt x="10940321" y="1717404"/>
                </a:cubicBezTo>
                <a:cubicBezTo>
                  <a:pt x="10926156" y="1717404"/>
                  <a:pt x="10914663" y="1705910"/>
                  <a:pt x="10914663" y="1691745"/>
                </a:cubicBezTo>
                <a:cubicBezTo>
                  <a:pt x="10914663" y="1677582"/>
                  <a:pt x="10926156" y="1666086"/>
                  <a:pt x="10940321" y="1666086"/>
                </a:cubicBezTo>
                <a:close/>
                <a:moveTo>
                  <a:pt x="10876117" y="1666086"/>
                </a:moveTo>
                <a:cubicBezTo>
                  <a:pt x="10890282" y="1666086"/>
                  <a:pt x="10901775" y="1677582"/>
                  <a:pt x="10901775" y="1691745"/>
                </a:cubicBezTo>
                <a:cubicBezTo>
                  <a:pt x="10901775" y="1705910"/>
                  <a:pt x="10890282" y="1717404"/>
                  <a:pt x="10876117" y="1717404"/>
                </a:cubicBezTo>
                <a:cubicBezTo>
                  <a:pt x="10861952" y="1717404"/>
                  <a:pt x="10850459" y="1705910"/>
                  <a:pt x="10850459" y="1691745"/>
                </a:cubicBezTo>
                <a:cubicBezTo>
                  <a:pt x="10850459" y="1677582"/>
                  <a:pt x="10861952" y="1666086"/>
                  <a:pt x="10876117" y="1666086"/>
                </a:cubicBezTo>
                <a:close/>
                <a:moveTo>
                  <a:pt x="10811912" y="1666086"/>
                </a:moveTo>
                <a:cubicBezTo>
                  <a:pt x="10826077" y="1666086"/>
                  <a:pt x="10837571" y="1677582"/>
                  <a:pt x="10837571" y="1691745"/>
                </a:cubicBezTo>
                <a:cubicBezTo>
                  <a:pt x="10837571" y="1705910"/>
                  <a:pt x="10826077" y="1717404"/>
                  <a:pt x="10811912" y="1717404"/>
                </a:cubicBezTo>
                <a:cubicBezTo>
                  <a:pt x="10797747" y="1717404"/>
                  <a:pt x="10786254" y="1705910"/>
                  <a:pt x="10786254" y="1691745"/>
                </a:cubicBezTo>
                <a:cubicBezTo>
                  <a:pt x="10786254" y="1677582"/>
                  <a:pt x="10797747" y="1666086"/>
                  <a:pt x="10811912" y="1666086"/>
                </a:cubicBezTo>
                <a:close/>
                <a:moveTo>
                  <a:pt x="10747708" y="1666086"/>
                </a:moveTo>
                <a:cubicBezTo>
                  <a:pt x="10761878" y="1666086"/>
                  <a:pt x="10773366" y="1677575"/>
                  <a:pt x="10773366" y="1691745"/>
                </a:cubicBezTo>
                <a:cubicBezTo>
                  <a:pt x="10773366" y="1705917"/>
                  <a:pt x="10761878" y="1717404"/>
                  <a:pt x="10747708" y="1717404"/>
                </a:cubicBezTo>
                <a:cubicBezTo>
                  <a:pt x="10733535" y="1717404"/>
                  <a:pt x="10722047" y="1705917"/>
                  <a:pt x="10722047" y="1691745"/>
                </a:cubicBezTo>
                <a:cubicBezTo>
                  <a:pt x="10722047" y="1677575"/>
                  <a:pt x="10733535" y="1666086"/>
                  <a:pt x="10747708" y="1666086"/>
                </a:cubicBezTo>
                <a:close/>
                <a:moveTo>
                  <a:pt x="10683501" y="1666086"/>
                </a:moveTo>
                <a:cubicBezTo>
                  <a:pt x="10697666" y="1666086"/>
                  <a:pt x="10709159" y="1677582"/>
                  <a:pt x="10709159" y="1691745"/>
                </a:cubicBezTo>
                <a:cubicBezTo>
                  <a:pt x="10709159" y="1705910"/>
                  <a:pt x="10697666" y="1717404"/>
                  <a:pt x="10683501" y="1717404"/>
                </a:cubicBezTo>
                <a:cubicBezTo>
                  <a:pt x="10669336" y="1717404"/>
                  <a:pt x="10657843" y="1705910"/>
                  <a:pt x="10657843" y="1691745"/>
                </a:cubicBezTo>
                <a:cubicBezTo>
                  <a:pt x="10657843" y="1677582"/>
                  <a:pt x="10669336" y="1666086"/>
                  <a:pt x="10683501" y="1666086"/>
                </a:cubicBezTo>
                <a:close/>
                <a:moveTo>
                  <a:pt x="10619297" y="1666086"/>
                </a:moveTo>
                <a:cubicBezTo>
                  <a:pt x="10633462" y="1666086"/>
                  <a:pt x="10644955" y="1677582"/>
                  <a:pt x="10644955" y="1691745"/>
                </a:cubicBezTo>
                <a:cubicBezTo>
                  <a:pt x="10644955" y="1705910"/>
                  <a:pt x="10633462" y="1717404"/>
                  <a:pt x="10619297" y="1717404"/>
                </a:cubicBezTo>
                <a:cubicBezTo>
                  <a:pt x="10605132" y="1717404"/>
                  <a:pt x="10593639" y="1705910"/>
                  <a:pt x="10593639" y="1691745"/>
                </a:cubicBezTo>
                <a:cubicBezTo>
                  <a:pt x="10593639" y="1677582"/>
                  <a:pt x="10605132" y="1666086"/>
                  <a:pt x="10619297" y="1666086"/>
                </a:cubicBezTo>
                <a:close/>
                <a:moveTo>
                  <a:pt x="10555092" y="1666086"/>
                </a:moveTo>
                <a:cubicBezTo>
                  <a:pt x="10569255" y="1666086"/>
                  <a:pt x="10580751" y="1677582"/>
                  <a:pt x="10580751" y="1691745"/>
                </a:cubicBezTo>
                <a:cubicBezTo>
                  <a:pt x="10580751" y="1705910"/>
                  <a:pt x="10569255" y="1717404"/>
                  <a:pt x="10555092" y="1717404"/>
                </a:cubicBezTo>
                <a:cubicBezTo>
                  <a:pt x="10540927" y="1717404"/>
                  <a:pt x="10529432" y="1705910"/>
                  <a:pt x="10529432" y="1691745"/>
                </a:cubicBezTo>
                <a:cubicBezTo>
                  <a:pt x="10529432" y="1677582"/>
                  <a:pt x="10540927" y="1666086"/>
                  <a:pt x="10555092" y="1666086"/>
                </a:cubicBezTo>
                <a:close/>
                <a:moveTo>
                  <a:pt x="10490885" y="1666086"/>
                </a:moveTo>
                <a:cubicBezTo>
                  <a:pt x="10505050" y="1666086"/>
                  <a:pt x="10516544" y="1677582"/>
                  <a:pt x="10516544" y="1691745"/>
                </a:cubicBezTo>
                <a:cubicBezTo>
                  <a:pt x="10516544" y="1705910"/>
                  <a:pt x="10505050" y="1717404"/>
                  <a:pt x="10490885" y="1717404"/>
                </a:cubicBezTo>
                <a:cubicBezTo>
                  <a:pt x="10476720" y="1717404"/>
                  <a:pt x="10465227" y="1705910"/>
                  <a:pt x="10465227" y="1691745"/>
                </a:cubicBezTo>
                <a:cubicBezTo>
                  <a:pt x="10465227" y="1677582"/>
                  <a:pt x="10476720" y="1666086"/>
                  <a:pt x="10490885" y="1666086"/>
                </a:cubicBezTo>
                <a:close/>
                <a:moveTo>
                  <a:pt x="10426681" y="1666086"/>
                </a:moveTo>
                <a:cubicBezTo>
                  <a:pt x="10440851" y="1666086"/>
                  <a:pt x="10452339" y="1677575"/>
                  <a:pt x="10452339" y="1691745"/>
                </a:cubicBezTo>
                <a:cubicBezTo>
                  <a:pt x="10452339" y="1705917"/>
                  <a:pt x="10440851" y="1717404"/>
                  <a:pt x="10426681" y="1717404"/>
                </a:cubicBezTo>
                <a:cubicBezTo>
                  <a:pt x="10412508" y="1717404"/>
                  <a:pt x="10401023" y="1705917"/>
                  <a:pt x="10401023" y="1691745"/>
                </a:cubicBezTo>
                <a:cubicBezTo>
                  <a:pt x="10401023" y="1677575"/>
                  <a:pt x="10412508" y="1666086"/>
                  <a:pt x="10426681" y="1666086"/>
                </a:cubicBezTo>
                <a:close/>
                <a:moveTo>
                  <a:pt x="10362474" y="1666086"/>
                </a:moveTo>
                <a:cubicBezTo>
                  <a:pt x="10376647" y="1666086"/>
                  <a:pt x="10388135" y="1677575"/>
                  <a:pt x="10388135" y="1691745"/>
                </a:cubicBezTo>
                <a:cubicBezTo>
                  <a:pt x="10388135" y="1705917"/>
                  <a:pt x="10376647" y="1717404"/>
                  <a:pt x="10362474" y="1717404"/>
                </a:cubicBezTo>
                <a:cubicBezTo>
                  <a:pt x="10348304" y="1717404"/>
                  <a:pt x="10336816" y="1705917"/>
                  <a:pt x="10336816" y="1691745"/>
                </a:cubicBezTo>
                <a:cubicBezTo>
                  <a:pt x="10336816" y="1677575"/>
                  <a:pt x="10348304" y="1666086"/>
                  <a:pt x="10362474" y="1666086"/>
                </a:cubicBezTo>
                <a:close/>
                <a:moveTo>
                  <a:pt x="10298270" y="1666086"/>
                </a:moveTo>
                <a:cubicBezTo>
                  <a:pt x="10312435" y="1666086"/>
                  <a:pt x="10323928" y="1677582"/>
                  <a:pt x="10323928" y="1691745"/>
                </a:cubicBezTo>
                <a:cubicBezTo>
                  <a:pt x="10323928" y="1705910"/>
                  <a:pt x="10312435" y="1717404"/>
                  <a:pt x="10298270" y="1717404"/>
                </a:cubicBezTo>
                <a:cubicBezTo>
                  <a:pt x="10284105" y="1717404"/>
                  <a:pt x="10272611" y="1705910"/>
                  <a:pt x="10272611" y="1691745"/>
                </a:cubicBezTo>
                <a:cubicBezTo>
                  <a:pt x="10272611" y="1677582"/>
                  <a:pt x="10284105" y="1666086"/>
                  <a:pt x="10298270" y="1666086"/>
                </a:cubicBezTo>
                <a:close/>
                <a:moveTo>
                  <a:pt x="10234065" y="1666086"/>
                </a:moveTo>
                <a:cubicBezTo>
                  <a:pt x="10248228" y="1666086"/>
                  <a:pt x="10259723" y="1677582"/>
                  <a:pt x="10259723" y="1691745"/>
                </a:cubicBezTo>
                <a:cubicBezTo>
                  <a:pt x="10259723" y="1705910"/>
                  <a:pt x="10248228" y="1717404"/>
                  <a:pt x="10234065" y="1717404"/>
                </a:cubicBezTo>
                <a:cubicBezTo>
                  <a:pt x="10219900" y="1717404"/>
                  <a:pt x="10208404" y="1705910"/>
                  <a:pt x="10208404" y="1691745"/>
                </a:cubicBezTo>
                <a:cubicBezTo>
                  <a:pt x="10208404" y="1677582"/>
                  <a:pt x="10219900" y="1666086"/>
                  <a:pt x="10234065" y="1666086"/>
                </a:cubicBezTo>
                <a:close/>
                <a:moveTo>
                  <a:pt x="10105654" y="1666086"/>
                </a:moveTo>
                <a:cubicBezTo>
                  <a:pt x="10119819" y="1666086"/>
                  <a:pt x="10131312" y="1677582"/>
                  <a:pt x="10131312" y="1691745"/>
                </a:cubicBezTo>
                <a:cubicBezTo>
                  <a:pt x="10131312" y="1705910"/>
                  <a:pt x="10119819" y="1717404"/>
                  <a:pt x="10105654" y="1717404"/>
                </a:cubicBezTo>
                <a:cubicBezTo>
                  <a:pt x="10091489" y="1717404"/>
                  <a:pt x="10079996" y="1705910"/>
                  <a:pt x="10079996" y="1691745"/>
                </a:cubicBezTo>
                <a:cubicBezTo>
                  <a:pt x="10079996" y="1677582"/>
                  <a:pt x="10091489" y="1666086"/>
                  <a:pt x="10105654" y="1666086"/>
                </a:cubicBezTo>
                <a:close/>
                <a:moveTo>
                  <a:pt x="9977242" y="1666086"/>
                </a:moveTo>
                <a:cubicBezTo>
                  <a:pt x="9991416" y="1666086"/>
                  <a:pt x="10002903" y="1677575"/>
                  <a:pt x="10002903" y="1691745"/>
                </a:cubicBezTo>
                <a:cubicBezTo>
                  <a:pt x="10002903" y="1705917"/>
                  <a:pt x="9991416" y="1717404"/>
                  <a:pt x="9977242" y="1717404"/>
                </a:cubicBezTo>
                <a:cubicBezTo>
                  <a:pt x="9963072" y="1717404"/>
                  <a:pt x="9951584" y="1705917"/>
                  <a:pt x="9951584" y="1691745"/>
                </a:cubicBezTo>
                <a:cubicBezTo>
                  <a:pt x="9951584" y="1677575"/>
                  <a:pt x="9963072" y="1666086"/>
                  <a:pt x="9977242" y="1666086"/>
                </a:cubicBezTo>
                <a:close/>
                <a:moveTo>
                  <a:pt x="9913038" y="1666086"/>
                </a:moveTo>
                <a:cubicBezTo>
                  <a:pt x="9927203" y="1666086"/>
                  <a:pt x="9938696" y="1677582"/>
                  <a:pt x="9938696" y="1691745"/>
                </a:cubicBezTo>
                <a:cubicBezTo>
                  <a:pt x="9938696" y="1705910"/>
                  <a:pt x="9927203" y="1717404"/>
                  <a:pt x="9913038" y="1717404"/>
                </a:cubicBezTo>
                <a:cubicBezTo>
                  <a:pt x="9898873" y="1717404"/>
                  <a:pt x="9887380" y="1705910"/>
                  <a:pt x="9887380" y="1691745"/>
                </a:cubicBezTo>
                <a:cubicBezTo>
                  <a:pt x="9887380" y="1677582"/>
                  <a:pt x="9898873" y="1666086"/>
                  <a:pt x="9913038" y="1666086"/>
                </a:cubicBezTo>
                <a:close/>
                <a:moveTo>
                  <a:pt x="9784512" y="1666086"/>
                </a:moveTo>
                <a:cubicBezTo>
                  <a:pt x="9798677" y="1666086"/>
                  <a:pt x="9810170" y="1677582"/>
                  <a:pt x="9810170" y="1691745"/>
                </a:cubicBezTo>
                <a:cubicBezTo>
                  <a:pt x="9810170" y="1705910"/>
                  <a:pt x="9798677" y="1717404"/>
                  <a:pt x="9784512" y="1717404"/>
                </a:cubicBezTo>
                <a:cubicBezTo>
                  <a:pt x="9770347" y="1717404"/>
                  <a:pt x="9758853" y="1705910"/>
                  <a:pt x="9758853" y="1691745"/>
                </a:cubicBezTo>
                <a:cubicBezTo>
                  <a:pt x="9758853" y="1677582"/>
                  <a:pt x="9770347" y="1666086"/>
                  <a:pt x="9784512" y="1666086"/>
                </a:cubicBezTo>
                <a:close/>
                <a:moveTo>
                  <a:pt x="9720307" y="1666086"/>
                </a:moveTo>
                <a:cubicBezTo>
                  <a:pt x="9734470" y="1666086"/>
                  <a:pt x="9745965" y="1677582"/>
                  <a:pt x="9745965" y="1691745"/>
                </a:cubicBezTo>
                <a:cubicBezTo>
                  <a:pt x="9745965" y="1705910"/>
                  <a:pt x="9734470" y="1717404"/>
                  <a:pt x="9720307" y="1717404"/>
                </a:cubicBezTo>
                <a:cubicBezTo>
                  <a:pt x="9706142" y="1717404"/>
                  <a:pt x="9694646" y="1705910"/>
                  <a:pt x="9694646" y="1691745"/>
                </a:cubicBezTo>
                <a:cubicBezTo>
                  <a:pt x="9694646" y="1677582"/>
                  <a:pt x="9706142" y="1666086"/>
                  <a:pt x="9720307" y="1666086"/>
                </a:cubicBezTo>
                <a:close/>
                <a:moveTo>
                  <a:pt x="9656100" y="1666086"/>
                </a:moveTo>
                <a:cubicBezTo>
                  <a:pt x="9670271" y="1666086"/>
                  <a:pt x="9681758" y="1677575"/>
                  <a:pt x="9681758" y="1691745"/>
                </a:cubicBezTo>
                <a:cubicBezTo>
                  <a:pt x="9681758" y="1705917"/>
                  <a:pt x="9670271" y="1717404"/>
                  <a:pt x="9656100" y="1717404"/>
                </a:cubicBezTo>
                <a:cubicBezTo>
                  <a:pt x="9641930" y="1717404"/>
                  <a:pt x="9630442" y="1705917"/>
                  <a:pt x="9630442" y="1691745"/>
                </a:cubicBezTo>
                <a:cubicBezTo>
                  <a:pt x="9630442" y="1677575"/>
                  <a:pt x="9641930" y="1666086"/>
                  <a:pt x="9656100" y="1666086"/>
                </a:cubicBezTo>
                <a:close/>
                <a:moveTo>
                  <a:pt x="9591896" y="1666086"/>
                </a:moveTo>
                <a:cubicBezTo>
                  <a:pt x="9606061" y="1666086"/>
                  <a:pt x="9617554" y="1677582"/>
                  <a:pt x="9617554" y="1691745"/>
                </a:cubicBezTo>
                <a:cubicBezTo>
                  <a:pt x="9617554" y="1705910"/>
                  <a:pt x="9606061" y="1717404"/>
                  <a:pt x="9591896" y="1717404"/>
                </a:cubicBezTo>
                <a:cubicBezTo>
                  <a:pt x="9577731" y="1717404"/>
                  <a:pt x="9566238" y="1705910"/>
                  <a:pt x="9566238" y="1691745"/>
                </a:cubicBezTo>
                <a:cubicBezTo>
                  <a:pt x="9566238" y="1677582"/>
                  <a:pt x="9577731" y="1666086"/>
                  <a:pt x="9591896" y="1666086"/>
                </a:cubicBezTo>
                <a:close/>
                <a:moveTo>
                  <a:pt x="9527689" y="1666086"/>
                </a:moveTo>
                <a:cubicBezTo>
                  <a:pt x="9541854" y="1666086"/>
                  <a:pt x="9553350" y="1677582"/>
                  <a:pt x="9553350" y="1691745"/>
                </a:cubicBezTo>
                <a:cubicBezTo>
                  <a:pt x="9553350" y="1705910"/>
                  <a:pt x="9541854" y="1717404"/>
                  <a:pt x="9527689" y="1717404"/>
                </a:cubicBezTo>
                <a:cubicBezTo>
                  <a:pt x="9513524" y="1717404"/>
                  <a:pt x="9502031" y="1705910"/>
                  <a:pt x="9502031" y="1691745"/>
                </a:cubicBezTo>
                <a:cubicBezTo>
                  <a:pt x="9502031" y="1677582"/>
                  <a:pt x="9513524" y="1666086"/>
                  <a:pt x="9527689" y="1666086"/>
                </a:cubicBezTo>
                <a:close/>
                <a:moveTo>
                  <a:pt x="9463485" y="1666086"/>
                </a:moveTo>
                <a:cubicBezTo>
                  <a:pt x="9477650" y="1666086"/>
                  <a:pt x="9489143" y="1677582"/>
                  <a:pt x="9489143" y="1691745"/>
                </a:cubicBezTo>
                <a:cubicBezTo>
                  <a:pt x="9489143" y="1705910"/>
                  <a:pt x="9477650" y="1717404"/>
                  <a:pt x="9463485" y="1717404"/>
                </a:cubicBezTo>
                <a:cubicBezTo>
                  <a:pt x="9449320" y="1717404"/>
                  <a:pt x="9437826" y="1705910"/>
                  <a:pt x="9437826" y="1691745"/>
                </a:cubicBezTo>
                <a:cubicBezTo>
                  <a:pt x="9437826" y="1677582"/>
                  <a:pt x="9449320" y="1666086"/>
                  <a:pt x="9463485" y="1666086"/>
                </a:cubicBezTo>
                <a:close/>
                <a:moveTo>
                  <a:pt x="9399280" y="1666086"/>
                </a:moveTo>
                <a:cubicBezTo>
                  <a:pt x="9413445" y="1666086"/>
                  <a:pt x="9424938" y="1677582"/>
                  <a:pt x="9424938" y="1691745"/>
                </a:cubicBezTo>
                <a:cubicBezTo>
                  <a:pt x="9424938" y="1705910"/>
                  <a:pt x="9413445" y="1717404"/>
                  <a:pt x="9399280" y="1717404"/>
                </a:cubicBezTo>
                <a:cubicBezTo>
                  <a:pt x="9385115" y="1717404"/>
                  <a:pt x="9373619" y="1705910"/>
                  <a:pt x="9373619" y="1691745"/>
                </a:cubicBezTo>
                <a:cubicBezTo>
                  <a:pt x="9373619" y="1677582"/>
                  <a:pt x="9385115" y="1666086"/>
                  <a:pt x="9399280" y="1666086"/>
                </a:cubicBezTo>
                <a:close/>
                <a:moveTo>
                  <a:pt x="9335073" y="1666086"/>
                </a:moveTo>
                <a:cubicBezTo>
                  <a:pt x="9349246" y="1666086"/>
                  <a:pt x="9360734" y="1677575"/>
                  <a:pt x="9360734" y="1691745"/>
                </a:cubicBezTo>
                <a:cubicBezTo>
                  <a:pt x="9360734" y="1705917"/>
                  <a:pt x="9349246" y="1717404"/>
                  <a:pt x="9335073" y="1717404"/>
                </a:cubicBezTo>
                <a:cubicBezTo>
                  <a:pt x="9320903" y="1717404"/>
                  <a:pt x="9309415" y="1705917"/>
                  <a:pt x="9309415" y="1691745"/>
                </a:cubicBezTo>
                <a:cubicBezTo>
                  <a:pt x="9309415" y="1677575"/>
                  <a:pt x="9320903" y="1666086"/>
                  <a:pt x="9335073" y="1666086"/>
                </a:cubicBezTo>
                <a:close/>
                <a:moveTo>
                  <a:pt x="9206664" y="1666086"/>
                </a:moveTo>
                <a:cubicBezTo>
                  <a:pt x="9220829" y="1666086"/>
                  <a:pt x="9232323" y="1677582"/>
                  <a:pt x="9232323" y="1691745"/>
                </a:cubicBezTo>
                <a:cubicBezTo>
                  <a:pt x="9232323" y="1705910"/>
                  <a:pt x="9220829" y="1717404"/>
                  <a:pt x="9206664" y="1717404"/>
                </a:cubicBezTo>
                <a:cubicBezTo>
                  <a:pt x="9192499" y="1717404"/>
                  <a:pt x="9181006" y="1705910"/>
                  <a:pt x="9181006" y="1691745"/>
                </a:cubicBezTo>
                <a:cubicBezTo>
                  <a:pt x="9181006" y="1677582"/>
                  <a:pt x="9192499" y="1666086"/>
                  <a:pt x="9206664" y="1666086"/>
                </a:cubicBezTo>
                <a:close/>
                <a:moveTo>
                  <a:pt x="9142457" y="1666086"/>
                </a:moveTo>
                <a:cubicBezTo>
                  <a:pt x="9156622" y="1666086"/>
                  <a:pt x="9168118" y="1677582"/>
                  <a:pt x="9168118" y="1691745"/>
                </a:cubicBezTo>
                <a:cubicBezTo>
                  <a:pt x="9168118" y="1705910"/>
                  <a:pt x="9156622" y="1717404"/>
                  <a:pt x="9142457" y="1717404"/>
                </a:cubicBezTo>
                <a:cubicBezTo>
                  <a:pt x="9128292" y="1717404"/>
                  <a:pt x="9116799" y="1705910"/>
                  <a:pt x="9116799" y="1691745"/>
                </a:cubicBezTo>
                <a:cubicBezTo>
                  <a:pt x="9116799" y="1677582"/>
                  <a:pt x="9128292" y="1666086"/>
                  <a:pt x="9142457" y="1666086"/>
                </a:cubicBezTo>
                <a:close/>
                <a:moveTo>
                  <a:pt x="9078253" y="1666086"/>
                </a:moveTo>
                <a:cubicBezTo>
                  <a:pt x="9092418" y="1666086"/>
                  <a:pt x="9103911" y="1677582"/>
                  <a:pt x="9103911" y="1691745"/>
                </a:cubicBezTo>
                <a:cubicBezTo>
                  <a:pt x="9103911" y="1705910"/>
                  <a:pt x="9092418" y="1717404"/>
                  <a:pt x="9078253" y="1717404"/>
                </a:cubicBezTo>
                <a:cubicBezTo>
                  <a:pt x="9064088" y="1717404"/>
                  <a:pt x="9052595" y="1705910"/>
                  <a:pt x="9052595" y="1691745"/>
                </a:cubicBezTo>
                <a:cubicBezTo>
                  <a:pt x="9052595" y="1677582"/>
                  <a:pt x="9064088" y="1666086"/>
                  <a:pt x="9078253" y="1666086"/>
                </a:cubicBezTo>
                <a:close/>
                <a:moveTo>
                  <a:pt x="9014049" y="1666086"/>
                </a:moveTo>
                <a:cubicBezTo>
                  <a:pt x="9028214" y="1666086"/>
                  <a:pt x="9039707" y="1677582"/>
                  <a:pt x="9039707" y="1691745"/>
                </a:cubicBezTo>
                <a:cubicBezTo>
                  <a:pt x="9039707" y="1705910"/>
                  <a:pt x="9028214" y="1717404"/>
                  <a:pt x="9014049" y="1717404"/>
                </a:cubicBezTo>
                <a:cubicBezTo>
                  <a:pt x="8999884" y="1717404"/>
                  <a:pt x="8988388" y="1705910"/>
                  <a:pt x="8988388" y="1691745"/>
                </a:cubicBezTo>
                <a:cubicBezTo>
                  <a:pt x="8988388" y="1677582"/>
                  <a:pt x="8999884" y="1666086"/>
                  <a:pt x="9014049" y="1666086"/>
                </a:cubicBezTo>
                <a:close/>
                <a:moveTo>
                  <a:pt x="8949842" y="1666086"/>
                </a:moveTo>
                <a:cubicBezTo>
                  <a:pt x="8964015" y="1666086"/>
                  <a:pt x="8975503" y="1677575"/>
                  <a:pt x="8975503" y="1691745"/>
                </a:cubicBezTo>
                <a:cubicBezTo>
                  <a:pt x="8975503" y="1705917"/>
                  <a:pt x="8964015" y="1717404"/>
                  <a:pt x="8949842" y="1717404"/>
                </a:cubicBezTo>
                <a:cubicBezTo>
                  <a:pt x="8935671" y="1717404"/>
                  <a:pt x="8924183" y="1705917"/>
                  <a:pt x="8924183" y="1691745"/>
                </a:cubicBezTo>
                <a:cubicBezTo>
                  <a:pt x="8924183" y="1677575"/>
                  <a:pt x="8935671" y="1666086"/>
                  <a:pt x="8949842" y="1666086"/>
                </a:cubicBezTo>
                <a:close/>
                <a:moveTo>
                  <a:pt x="8821433" y="1666086"/>
                </a:moveTo>
                <a:cubicBezTo>
                  <a:pt x="8835598" y="1666086"/>
                  <a:pt x="8847091" y="1677582"/>
                  <a:pt x="8847091" y="1691745"/>
                </a:cubicBezTo>
                <a:cubicBezTo>
                  <a:pt x="8847091" y="1705910"/>
                  <a:pt x="8835598" y="1717404"/>
                  <a:pt x="8821433" y="1717404"/>
                </a:cubicBezTo>
                <a:cubicBezTo>
                  <a:pt x="8807268" y="1717404"/>
                  <a:pt x="8795772" y="1705910"/>
                  <a:pt x="8795772" y="1691745"/>
                </a:cubicBezTo>
                <a:cubicBezTo>
                  <a:pt x="8795772" y="1677582"/>
                  <a:pt x="8807268" y="1666086"/>
                  <a:pt x="8821433" y="1666086"/>
                </a:cubicBezTo>
                <a:close/>
                <a:moveTo>
                  <a:pt x="8757226" y="1666086"/>
                </a:moveTo>
                <a:cubicBezTo>
                  <a:pt x="8771391" y="1666086"/>
                  <a:pt x="8782887" y="1677582"/>
                  <a:pt x="8782887" y="1691745"/>
                </a:cubicBezTo>
                <a:cubicBezTo>
                  <a:pt x="8782887" y="1705910"/>
                  <a:pt x="8771391" y="1717404"/>
                  <a:pt x="8757226" y="1717404"/>
                </a:cubicBezTo>
                <a:cubicBezTo>
                  <a:pt x="8743061" y="1717404"/>
                  <a:pt x="8731568" y="1705910"/>
                  <a:pt x="8731568" y="1691745"/>
                </a:cubicBezTo>
                <a:cubicBezTo>
                  <a:pt x="8731568" y="1677582"/>
                  <a:pt x="8743061" y="1666086"/>
                  <a:pt x="8757226" y="1666086"/>
                </a:cubicBezTo>
                <a:close/>
                <a:moveTo>
                  <a:pt x="8692904" y="1666086"/>
                </a:moveTo>
                <a:cubicBezTo>
                  <a:pt x="8707069" y="1666086"/>
                  <a:pt x="8718565" y="1677582"/>
                  <a:pt x="8718565" y="1691745"/>
                </a:cubicBezTo>
                <a:cubicBezTo>
                  <a:pt x="8718565" y="1705910"/>
                  <a:pt x="8707069" y="1717404"/>
                  <a:pt x="8692904" y="1717404"/>
                </a:cubicBezTo>
                <a:cubicBezTo>
                  <a:pt x="8678741" y="1717404"/>
                  <a:pt x="8667246" y="1705910"/>
                  <a:pt x="8667246" y="1691745"/>
                </a:cubicBezTo>
                <a:cubicBezTo>
                  <a:pt x="8667246" y="1677582"/>
                  <a:pt x="8678741" y="1666086"/>
                  <a:pt x="8692904" y="1666086"/>
                </a:cubicBezTo>
                <a:close/>
                <a:moveTo>
                  <a:pt x="8628699" y="1666086"/>
                </a:moveTo>
                <a:cubicBezTo>
                  <a:pt x="8642864" y="1666086"/>
                  <a:pt x="8654358" y="1677582"/>
                  <a:pt x="8654358" y="1691745"/>
                </a:cubicBezTo>
                <a:cubicBezTo>
                  <a:pt x="8654358" y="1705910"/>
                  <a:pt x="8642864" y="1717404"/>
                  <a:pt x="8628699" y="1717404"/>
                </a:cubicBezTo>
                <a:cubicBezTo>
                  <a:pt x="8614534" y="1717404"/>
                  <a:pt x="8603041" y="1705910"/>
                  <a:pt x="8603041" y="1691745"/>
                </a:cubicBezTo>
                <a:cubicBezTo>
                  <a:pt x="8603041" y="1677582"/>
                  <a:pt x="8614534" y="1666086"/>
                  <a:pt x="8628699" y="1666086"/>
                </a:cubicBezTo>
                <a:close/>
                <a:moveTo>
                  <a:pt x="8564495" y="1666086"/>
                </a:moveTo>
                <a:cubicBezTo>
                  <a:pt x="8578665" y="1666086"/>
                  <a:pt x="8590153" y="1677575"/>
                  <a:pt x="8590153" y="1691745"/>
                </a:cubicBezTo>
                <a:cubicBezTo>
                  <a:pt x="8590153" y="1705917"/>
                  <a:pt x="8578665" y="1717404"/>
                  <a:pt x="8564495" y="1717404"/>
                </a:cubicBezTo>
                <a:cubicBezTo>
                  <a:pt x="8550325" y="1717404"/>
                  <a:pt x="8538837" y="1705917"/>
                  <a:pt x="8538837" y="1691745"/>
                </a:cubicBezTo>
                <a:cubicBezTo>
                  <a:pt x="8538837" y="1677575"/>
                  <a:pt x="8550325" y="1666086"/>
                  <a:pt x="8564495" y="1666086"/>
                </a:cubicBezTo>
                <a:close/>
                <a:moveTo>
                  <a:pt x="8500288" y="1666086"/>
                </a:moveTo>
                <a:cubicBezTo>
                  <a:pt x="8514453" y="1666086"/>
                  <a:pt x="8525949" y="1677582"/>
                  <a:pt x="8525949" y="1691745"/>
                </a:cubicBezTo>
                <a:cubicBezTo>
                  <a:pt x="8525949" y="1705910"/>
                  <a:pt x="8514453" y="1717404"/>
                  <a:pt x="8500288" y="1717404"/>
                </a:cubicBezTo>
                <a:cubicBezTo>
                  <a:pt x="8486126" y="1717404"/>
                  <a:pt x="8474630" y="1705910"/>
                  <a:pt x="8474630" y="1691745"/>
                </a:cubicBezTo>
                <a:cubicBezTo>
                  <a:pt x="8474630" y="1677582"/>
                  <a:pt x="8486126" y="1666086"/>
                  <a:pt x="8500288" y="1666086"/>
                </a:cubicBezTo>
                <a:close/>
                <a:moveTo>
                  <a:pt x="8436084" y="1666086"/>
                </a:moveTo>
                <a:cubicBezTo>
                  <a:pt x="8450249" y="1666086"/>
                  <a:pt x="8461745" y="1677582"/>
                  <a:pt x="8461745" y="1691745"/>
                </a:cubicBezTo>
                <a:cubicBezTo>
                  <a:pt x="8461745" y="1705910"/>
                  <a:pt x="8450249" y="1717404"/>
                  <a:pt x="8436084" y="1717404"/>
                </a:cubicBezTo>
                <a:cubicBezTo>
                  <a:pt x="8421919" y="1717404"/>
                  <a:pt x="8410426" y="1705910"/>
                  <a:pt x="8410426" y="1691745"/>
                </a:cubicBezTo>
                <a:cubicBezTo>
                  <a:pt x="8410426" y="1677582"/>
                  <a:pt x="8421919" y="1666086"/>
                  <a:pt x="8436084" y="1666086"/>
                </a:cubicBezTo>
                <a:close/>
                <a:moveTo>
                  <a:pt x="8307675" y="1666086"/>
                </a:moveTo>
                <a:cubicBezTo>
                  <a:pt x="8321837" y="1666086"/>
                  <a:pt x="8333333" y="1677582"/>
                  <a:pt x="8333333" y="1691745"/>
                </a:cubicBezTo>
                <a:cubicBezTo>
                  <a:pt x="8333333" y="1705910"/>
                  <a:pt x="8321837" y="1717404"/>
                  <a:pt x="8307675" y="1717404"/>
                </a:cubicBezTo>
                <a:cubicBezTo>
                  <a:pt x="8293510" y="1717404"/>
                  <a:pt x="8282014" y="1705910"/>
                  <a:pt x="8282014" y="1691745"/>
                </a:cubicBezTo>
                <a:cubicBezTo>
                  <a:pt x="8282014" y="1677582"/>
                  <a:pt x="8293510" y="1666086"/>
                  <a:pt x="8307675" y="1666086"/>
                </a:cubicBezTo>
                <a:close/>
                <a:moveTo>
                  <a:pt x="8243468" y="1666086"/>
                </a:moveTo>
                <a:cubicBezTo>
                  <a:pt x="8257638" y="1666086"/>
                  <a:pt x="8269126" y="1677575"/>
                  <a:pt x="8269126" y="1691745"/>
                </a:cubicBezTo>
                <a:cubicBezTo>
                  <a:pt x="8269126" y="1705917"/>
                  <a:pt x="8257638" y="1717404"/>
                  <a:pt x="8243468" y="1717404"/>
                </a:cubicBezTo>
                <a:cubicBezTo>
                  <a:pt x="8229298" y="1717404"/>
                  <a:pt x="8217810" y="1705917"/>
                  <a:pt x="8217810" y="1691745"/>
                </a:cubicBezTo>
                <a:cubicBezTo>
                  <a:pt x="8217810" y="1677575"/>
                  <a:pt x="8229298" y="1666086"/>
                  <a:pt x="8243468" y="1666086"/>
                </a:cubicBezTo>
                <a:close/>
                <a:moveTo>
                  <a:pt x="8115057" y="1666086"/>
                </a:moveTo>
                <a:cubicBezTo>
                  <a:pt x="8129222" y="1666086"/>
                  <a:pt x="8140717" y="1677582"/>
                  <a:pt x="8140717" y="1691745"/>
                </a:cubicBezTo>
                <a:cubicBezTo>
                  <a:pt x="8140717" y="1705910"/>
                  <a:pt x="8129222" y="1717404"/>
                  <a:pt x="8115057" y="1717404"/>
                </a:cubicBezTo>
                <a:cubicBezTo>
                  <a:pt x="8100894" y="1717404"/>
                  <a:pt x="8089398" y="1705910"/>
                  <a:pt x="8089398" y="1691745"/>
                </a:cubicBezTo>
                <a:cubicBezTo>
                  <a:pt x="8089398" y="1677582"/>
                  <a:pt x="8100894" y="1666086"/>
                  <a:pt x="8115057" y="1666086"/>
                </a:cubicBezTo>
                <a:close/>
                <a:moveTo>
                  <a:pt x="8050852" y="1666086"/>
                </a:moveTo>
                <a:cubicBezTo>
                  <a:pt x="8065017" y="1666086"/>
                  <a:pt x="8076510" y="1677582"/>
                  <a:pt x="8076510" y="1691745"/>
                </a:cubicBezTo>
                <a:cubicBezTo>
                  <a:pt x="8076510" y="1705910"/>
                  <a:pt x="8065017" y="1717404"/>
                  <a:pt x="8050852" y="1717404"/>
                </a:cubicBezTo>
                <a:cubicBezTo>
                  <a:pt x="8036687" y="1717404"/>
                  <a:pt x="8025194" y="1705910"/>
                  <a:pt x="8025194" y="1691745"/>
                </a:cubicBezTo>
                <a:cubicBezTo>
                  <a:pt x="8025194" y="1677582"/>
                  <a:pt x="8036687" y="1666086"/>
                  <a:pt x="8050852" y="1666086"/>
                </a:cubicBezTo>
                <a:close/>
                <a:moveTo>
                  <a:pt x="7986648" y="1666086"/>
                </a:moveTo>
                <a:cubicBezTo>
                  <a:pt x="8000813" y="1666086"/>
                  <a:pt x="8012306" y="1677582"/>
                  <a:pt x="8012306" y="1691745"/>
                </a:cubicBezTo>
                <a:cubicBezTo>
                  <a:pt x="8012306" y="1705910"/>
                  <a:pt x="8000813" y="1717404"/>
                  <a:pt x="7986648" y="1717404"/>
                </a:cubicBezTo>
                <a:cubicBezTo>
                  <a:pt x="7972483" y="1717404"/>
                  <a:pt x="7960990" y="1705910"/>
                  <a:pt x="7960990" y="1691745"/>
                </a:cubicBezTo>
                <a:cubicBezTo>
                  <a:pt x="7960990" y="1677582"/>
                  <a:pt x="7972483" y="1666086"/>
                  <a:pt x="7986648" y="1666086"/>
                </a:cubicBezTo>
                <a:close/>
                <a:moveTo>
                  <a:pt x="7922444" y="1666086"/>
                </a:moveTo>
                <a:cubicBezTo>
                  <a:pt x="7936606" y="1666086"/>
                  <a:pt x="7948102" y="1677582"/>
                  <a:pt x="7948102" y="1691745"/>
                </a:cubicBezTo>
                <a:cubicBezTo>
                  <a:pt x="7948102" y="1705910"/>
                  <a:pt x="7936606" y="1717404"/>
                  <a:pt x="7922444" y="1717404"/>
                </a:cubicBezTo>
                <a:cubicBezTo>
                  <a:pt x="7908279" y="1717404"/>
                  <a:pt x="7896783" y="1705910"/>
                  <a:pt x="7896783" y="1691745"/>
                </a:cubicBezTo>
                <a:cubicBezTo>
                  <a:pt x="7896783" y="1677582"/>
                  <a:pt x="7908279" y="1666086"/>
                  <a:pt x="7922444" y="1666086"/>
                </a:cubicBezTo>
                <a:close/>
                <a:moveTo>
                  <a:pt x="7858237" y="1666086"/>
                </a:moveTo>
                <a:cubicBezTo>
                  <a:pt x="7872407" y="1666086"/>
                  <a:pt x="7883895" y="1677575"/>
                  <a:pt x="7883895" y="1691745"/>
                </a:cubicBezTo>
                <a:cubicBezTo>
                  <a:pt x="7883895" y="1705917"/>
                  <a:pt x="7872407" y="1717404"/>
                  <a:pt x="7858237" y="1717404"/>
                </a:cubicBezTo>
                <a:cubicBezTo>
                  <a:pt x="7844066" y="1717404"/>
                  <a:pt x="7832578" y="1705917"/>
                  <a:pt x="7832578" y="1691745"/>
                </a:cubicBezTo>
                <a:cubicBezTo>
                  <a:pt x="7832578" y="1677575"/>
                  <a:pt x="7844066" y="1666086"/>
                  <a:pt x="7858237" y="1666086"/>
                </a:cubicBezTo>
                <a:close/>
                <a:moveTo>
                  <a:pt x="7794032" y="1666086"/>
                </a:moveTo>
                <a:cubicBezTo>
                  <a:pt x="7808203" y="1666086"/>
                  <a:pt x="7819690" y="1677575"/>
                  <a:pt x="7819690" y="1691745"/>
                </a:cubicBezTo>
                <a:cubicBezTo>
                  <a:pt x="7819690" y="1705917"/>
                  <a:pt x="7808203" y="1717404"/>
                  <a:pt x="7794032" y="1717404"/>
                </a:cubicBezTo>
                <a:cubicBezTo>
                  <a:pt x="7779862" y="1717404"/>
                  <a:pt x="7768371" y="1705917"/>
                  <a:pt x="7768371" y="1691745"/>
                </a:cubicBezTo>
                <a:cubicBezTo>
                  <a:pt x="7768371" y="1677575"/>
                  <a:pt x="7779862" y="1666086"/>
                  <a:pt x="7794032" y="1666086"/>
                </a:cubicBezTo>
                <a:close/>
                <a:moveTo>
                  <a:pt x="7729825" y="1666086"/>
                </a:moveTo>
                <a:cubicBezTo>
                  <a:pt x="7743990" y="1666086"/>
                  <a:pt x="7755486" y="1677582"/>
                  <a:pt x="7755486" y="1691745"/>
                </a:cubicBezTo>
                <a:cubicBezTo>
                  <a:pt x="7755486" y="1705910"/>
                  <a:pt x="7743990" y="1717404"/>
                  <a:pt x="7729825" y="1717404"/>
                </a:cubicBezTo>
                <a:cubicBezTo>
                  <a:pt x="7715660" y="1717404"/>
                  <a:pt x="7704167" y="1705910"/>
                  <a:pt x="7704167" y="1691745"/>
                </a:cubicBezTo>
                <a:cubicBezTo>
                  <a:pt x="7704167" y="1677582"/>
                  <a:pt x="7715660" y="1666086"/>
                  <a:pt x="7729825" y="1666086"/>
                </a:cubicBezTo>
                <a:close/>
                <a:moveTo>
                  <a:pt x="7665621" y="1666086"/>
                </a:moveTo>
                <a:cubicBezTo>
                  <a:pt x="7679786" y="1666086"/>
                  <a:pt x="7691279" y="1677582"/>
                  <a:pt x="7691279" y="1691745"/>
                </a:cubicBezTo>
                <a:cubicBezTo>
                  <a:pt x="7691279" y="1705910"/>
                  <a:pt x="7679786" y="1717404"/>
                  <a:pt x="7665621" y="1717404"/>
                </a:cubicBezTo>
                <a:cubicBezTo>
                  <a:pt x="7651456" y="1717404"/>
                  <a:pt x="7639963" y="1705910"/>
                  <a:pt x="7639963" y="1691745"/>
                </a:cubicBezTo>
                <a:cubicBezTo>
                  <a:pt x="7639963" y="1677582"/>
                  <a:pt x="7651456" y="1666086"/>
                  <a:pt x="7665621" y="1666086"/>
                </a:cubicBezTo>
                <a:close/>
                <a:moveTo>
                  <a:pt x="7601299" y="1666086"/>
                </a:moveTo>
                <a:cubicBezTo>
                  <a:pt x="7615464" y="1666086"/>
                  <a:pt x="7626959" y="1677582"/>
                  <a:pt x="7626959" y="1691745"/>
                </a:cubicBezTo>
                <a:cubicBezTo>
                  <a:pt x="7626959" y="1705910"/>
                  <a:pt x="7615464" y="1717404"/>
                  <a:pt x="7601299" y="1717404"/>
                </a:cubicBezTo>
                <a:cubicBezTo>
                  <a:pt x="7587134" y="1717404"/>
                  <a:pt x="7575640" y="1705910"/>
                  <a:pt x="7575640" y="1691745"/>
                </a:cubicBezTo>
                <a:cubicBezTo>
                  <a:pt x="7575640" y="1677582"/>
                  <a:pt x="7587134" y="1666086"/>
                  <a:pt x="7601299" y="1666086"/>
                </a:cubicBezTo>
                <a:close/>
                <a:moveTo>
                  <a:pt x="7537094" y="1666086"/>
                </a:moveTo>
                <a:cubicBezTo>
                  <a:pt x="7551259" y="1666086"/>
                  <a:pt x="7562752" y="1677582"/>
                  <a:pt x="7562752" y="1691745"/>
                </a:cubicBezTo>
                <a:cubicBezTo>
                  <a:pt x="7562752" y="1705910"/>
                  <a:pt x="7551259" y="1717404"/>
                  <a:pt x="7537094" y="1717404"/>
                </a:cubicBezTo>
                <a:cubicBezTo>
                  <a:pt x="7522929" y="1717404"/>
                  <a:pt x="7511436" y="1705910"/>
                  <a:pt x="7511436" y="1691745"/>
                </a:cubicBezTo>
                <a:cubicBezTo>
                  <a:pt x="7511436" y="1677582"/>
                  <a:pt x="7522929" y="1666086"/>
                  <a:pt x="7537094" y="1666086"/>
                </a:cubicBezTo>
                <a:close/>
                <a:moveTo>
                  <a:pt x="7472890" y="1666086"/>
                </a:moveTo>
                <a:cubicBezTo>
                  <a:pt x="7487060" y="1666086"/>
                  <a:pt x="7498548" y="1677575"/>
                  <a:pt x="7498548" y="1691745"/>
                </a:cubicBezTo>
                <a:cubicBezTo>
                  <a:pt x="7498548" y="1705917"/>
                  <a:pt x="7487060" y="1717404"/>
                  <a:pt x="7472890" y="1717404"/>
                </a:cubicBezTo>
                <a:cubicBezTo>
                  <a:pt x="7458717" y="1717404"/>
                  <a:pt x="7447229" y="1705917"/>
                  <a:pt x="7447229" y="1691745"/>
                </a:cubicBezTo>
                <a:cubicBezTo>
                  <a:pt x="7447229" y="1677575"/>
                  <a:pt x="7458717" y="1666086"/>
                  <a:pt x="7472890" y="1666086"/>
                </a:cubicBezTo>
                <a:close/>
                <a:moveTo>
                  <a:pt x="7408683" y="1666086"/>
                </a:moveTo>
                <a:cubicBezTo>
                  <a:pt x="7422848" y="1666086"/>
                  <a:pt x="7434341" y="1677582"/>
                  <a:pt x="7434341" y="1691745"/>
                </a:cubicBezTo>
                <a:cubicBezTo>
                  <a:pt x="7434341" y="1705910"/>
                  <a:pt x="7422848" y="1717404"/>
                  <a:pt x="7408683" y="1717404"/>
                </a:cubicBezTo>
                <a:cubicBezTo>
                  <a:pt x="7394518" y="1717404"/>
                  <a:pt x="7383025" y="1705910"/>
                  <a:pt x="7383025" y="1691745"/>
                </a:cubicBezTo>
                <a:cubicBezTo>
                  <a:pt x="7383025" y="1677582"/>
                  <a:pt x="7394518" y="1666086"/>
                  <a:pt x="7408683" y="1666086"/>
                </a:cubicBezTo>
                <a:close/>
                <a:moveTo>
                  <a:pt x="7344479" y="1666086"/>
                </a:moveTo>
                <a:cubicBezTo>
                  <a:pt x="7358644" y="1666086"/>
                  <a:pt x="7370137" y="1677582"/>
                  <a:pt x="7370137" y="1691745"/>
                </a:cubicBezTo>
                <a:cubicBezTo>
                  <a:pt x="7370137" y="1705910"/>
                  <a:pt x="7358644" y="1717404"/>
                  <a:pt x="7344479" y="1717404"/>
                </a:cubicBezTo>
                <a:cubicBezTo>
                  <a:pt x="7330314" y="1717404"/>
                  <a:pt x="7318820" y="1705910"/>
                  <a:pt x="7318820" y="1691745"/>
                </a:cubicBezTo>
                <a:cubicBezTo>
                  <a:pt x="7318820" y="1677582"/>
                  <a:pt x="7330314" y="1666086"/>
                  <a:pt x="7344479" y="1666086"/>
                </a:cubicBezTo>
                <a:close/>
                <a:moveTo>
                  <a:pt x="7280274" y="1666086"/>
                </a:moveTo>
                <a:cubicBezTo>
                  <a:pt x="7294437" y="1666086"/>
                  <a:pt x="7305932" y="1677582"/>
                  <a:pt x="7305932" y="1691745"/>
                </a:cubicBezTo>
                <a:cubicBezTo>
                  <a:pt x="7305932" y="1705910"/>
                  <a:pt x="7294437" y="1717404"/>
                  <a:pt x="7280274" y="1717404"/>
                </a:cubicBezTo>
                <a:cubicBezTo>
                  <a:pt x="7266109" y="1717404"/>
                  <a:pt x="7254613" y="1705910"/>
                  <a:pt x="7254613" y="1691745"/>
                </a:cubicBezTo>
                <a:cubicBezTo>
                  <a:pt x="7254613" y="1677582"/>
                  <a:pt x="7266109" y="1666086"/>
                  <a:pt x="7280274" y="1666086"/>
                </a:cubicBezTo>
                <a:close/>
                <a:moveTo>
                  <a:pt x="7216067" y="1666086"/>
                </a:moveTo>
                <a:cubicBezTo>
                  <a:pt x="7230232" y="1666086"/>
                  <a:pt x="7241725" y="1677582"/>
                  <a:pt x="7241725" y="1691745"/>
                </a:cubicBezTo>
                <a:cubicBezTo>
                  <a:pt x="7241725" y="1705910"/>
                  <a:pt x="7230232" y="1717404"/>
                  <a:pt x="7216067" y="1717404"/>
                </a:cubicBezTo>
                <a:cubicBezTo>
                  <a:pt x="7201902" y="1717404"/>
                  <a:pt x="7190409" y="1705910"/>
                  <a:pt x="7190409" y="1691745"/>
                </a:cubicBezTo>
                <a:cubicBezTo>
                  <a:pt x="7190409" y="1677582"/>
                  <a:pt x="7201902" y="1666086"/>
                  <a:pt x="7216067" y="1666086"/>
                </a:cubicBezTo>
                <a:close/>
                <a:moveTo>
                  <a:pt x="7151863" y="1666086"/>
                </a:moveTo>
                <a:cubicBezTo>
                  <a:pt x="7166033" y="1666086"/>
                  <a:pt x="7177521" y="1677575"/>
                  <a:pt x="7177521" y="1691745"/>
                </a:cubicBezTo>
                <a:cubicBezTo>
                  <a:pt x="7177521" y="1705917"/>
                  <a:pt x="7166033" y="1717404"/>
                  <a:pt x="7151863" y="1717404"/>
                </a:cubicBezTo>
                <a:cubicBezTo>
                  <a:pt x="7137692" y="1717404"/>
                  <a:pt x="7126205" y="1705917"/>
                  <a:pt x="7126205" y="1691745"/>
                </a:cubicBezTo>
                <a:cubicBezTo>
                  <a:pt x="7126205" y="1677575"/>
                  <a:pt x="7137692" y="1666086"/>
                  <a:pt x="7151863" y="1666086"/>
                </a:cubicBezTo>
                <a:close/>
                <a:moveTo>
                  <a:pt x="7087658" y="1666086"/>
                </a:moveTo>
                <a:cubicBezTo>
                  <a:pt x="7101829" y="1666086"/>
                  <a:pt x="7113317" y="1677575"/>
                  <a:pt x="7113317" y="1691745"/>
                </a:cubicBezTo>
                <a:cubicBezTo>
                  <a:pt x="7113317" y="1705917"/>
                  <a:pt x="7101829" y="1717404"/>
                  <a:pt x="7087658" y="1717404"/>
                </a:cubicBezTo>
                <a:cubicBezTo>
                  <a:pt x="7073485" y="1717404"/>
                  <a:pt x="7061998" y="1705917"/>
                  <a:pt x="7061998" y="1691745"/>
                </a:cubicBezTo>
                <a:cubicBezTo>
                  <a:pt x="7061998" y="1677575"/>
                  <a:pt x="7073485" y="1666086"/>
                  <a:pt x="7087658" y="1666086"/>
                </a:cubicBezTo>
                <a:close/>
                <a:moveTo>
                  <a:pt x="6959247" y="1666086"/>
                </a:moveTo>
                <a:cubicBezTo>
                  <a:pt x="6973412" y="1666086"/>
                  <a:pt x="6984905" y="1677582"/>
                  <a:pt x="6984905" y="1691745"/>
                </a:cubicBezTo>
                <a:cubicBezTo>
                  <a:pt x="6984905" y="1705910"/>
                  <a:pt x="6973412" y="1717404"/>
                  <a:pt x="6959247" y="1717404"/>
                </a:cubicBezTo>
                <a:cubicBezTo>
                  <a:pt x="6945082" y="1717404"/>
                  <a:pt x="6933589" y="1705910"/>
                  <a:pt x="6933589" y="1691745"/>
                </a:cubicBezTo>
                <a:cubicBezTo>
                  <a:pt x="6933589" y="1677582"/>
                  <a:pt x="6945082" y="1666086"/>
                  <a:pt x="6959247" y="1666086"/>
                </a:cubicBezTo>
                <a:close/>
                <a:moveTo>
                  <a:pt x="6895043" y="1666086"/>
                </a:moveTo>
                <a:cubicBezTo>
                  <a:pt x="6909208" y="1666086"/>
                  <a:pt x="6920701" y="1677582"/>
                  <a:pt x="6920701" y="1691745"/>
                </a:cubicBezTo>
                <a:cubicBezTo>
                  <a:pt x="6920701" y="1705910"/>
                  <a:pt x="6909208" y="1717404"/>
                  <a:pt x="6895043" y="1717404"/>
                </a:cubicBezTo>
                <a:cubicBezTo>
                  <a:pt x="6880878" y="1717404"/>
                  <a:pt x="6869382" y="1705910"/>
                  <a:pt x="6869382" y="1691745"/>
                </a:cubicBezTo>
                <a:cubicBezTo>
                  <a:pt x="6869382" y="1677582"/>
                  <a:pt x="6880878" y="1666086"/>
                  <a:pt x="6895043" y="1666086"/>
                </a:cubicBezTo>
                <a:close/>
                <a:moveTo>
                  <a:pt x="6830836" y="1666086"/>
                </a:moveTo>
                <a:cubicBezTo>
                  <a:pt x="6845001" y="1666086"/>
                  <a:pt x="6856494" y="1677582"/>
                  <a:pt x="6856494" y="1691745"/>
                </a:cubicBezTo>
                <a:cubicBezTo>
                  <a:pt x="6856494" y="1705910"/>
                  <a:pt x="6845001" y="1717404"/>
                  <a:pt x="6830836" y="1717404"/>
                </a:cubicBezTo>
                <a:cubicBezTo>
                  <a:pt x="6816671" y="1717404"/>
                  <a:pt x="6805178" y="1705910"/>
                  <a:pt x="6805178" y="1691745"/>
                </a:cubicBezTo>
                <a:cubicBezTo>
                  <a:pt x="6805178" y="1677582"/>
                  <a:pt x="6816671" y="1666086"/>
                  <a:pt x="6830836" y="1666086"/>
                </a:cubicBezTo>
                <a:close/>
                <a:moveTo>
                  <a:pt x="6766631" y="1666086"/>
                </a:moveTo>
                <a:cubicBezTo>
                  <a:pt x="6780802" y="1666086"/>
                  <a:pt x="6792290" y="1677575"/>
                  <a:pt x="6792290" y="1691745"/>
                </a:cubicBezTo>
                <a:cubicBezTo>
                  <a:pt x="6792290" y="1705917"/>
                  <a:pt x="6780802" y="1717404"/>
                  <a:pt x="6766631" y="1717404"/>
                </a:cubicBezTo>
                <a:cubicBezTo>
                  <a:pt x="6752461" y="1717404"/>
                  <a:pt x="6740973" y="1705917"/>
                  <a:pt x="6740973" y="1691745"/>
                </a:cubicBezTo>
                <a:cubicBezTo>
                  <a:pt x="6740973" y="1677575"/>
                  <a:pt x="6752461" y="1666086"/>
                  <a:pt x="6766631" y="1666086"/>
                </a:cubicBezTo>
                <a:close/>
                <a:moveTo>
                  <a:pt x="6702427" y="1666086"/>
                </a:moveTo>
                <a:cubicBezTo>
                  <a:pt x="6716597" y="1666086"/>
                  <a:pt x="6728085" y="1677575"/>
                  <a:pt x="6728085" y="1691745"/>
                </a:cubicBezTo>
                <a:cubicBezTo>
                  <a:pt x="6728085" y="1705917"/>
                  <a:pt x="6716597" y="1717404"/>
                  <a:pt x="6702427" y="1717404"/>
                </a:cubicBezTo>
                <a:cubicBezTo>
                  <a:pt x="6688254" y="1717404"/>
                  <a:pt x="6676766" y="1705917"/>
                  <a:pt x="6676766" y="1691745"/>
                </a:cubicBezTo>
                <a:cubicBezTo>
                  <a:pt x="6676766" y="1677575"/>
                  <a:pt x="6688254" y="1666086"/>
                  <a:pt x="6702427" y="1666086"/>
                </a:cubicBezTo>
                <a:close/>
                <a:moveTo>
                  <a:pt x="6638220" y="1666086"/>
                </a:moveTo>
                <a:cubicBezTo>
                  <a:pt x="6652385" y="1666086"/>
                  <a:pt x="6663881" y="1677582"/>
                  <a:pt x="6663881" y="1691745"/>
                </a:cubicBezTo>
                <a:cubicBezTo>
                  <a:pt x="6663881" y="1705910"/>
                  <a:pt x="6652385" y="1717404"/>
                  <a:pt x="6638220" y="1717404"/>
                </a:cubicBezTo>
                <a:cubicBezTo>
                  <a:pt x="6624055" y="1717404"/>
                  <a:pt x="6612562" y="1705910"/>
                  <a:pt x="6612562" y="1691745"/>
                </a:cubicBezTo>
                <a:cubicBezTo>
                  <a:pt x="6612562" y="1677582"/>
                  <a:pt x="6624055" y="1666086"/>
                  <a:pt x="6638220" y="1666086"/>
                </a:cubicBezTo>
                <a:close/>
                <a:moveTo>
                  <a:pt x="6574016" y="1666086"/>
                </a:moveTo>
                <a:cubicBezTo>
                  <a:pt x="6588181" y="1666086"/>
                  <a:pt x="6599674" y="1677582"/>
                  <a:pt x="6599674" y="1691745"/>
                </a:cubicBezTo>
                <a:cubicBezTo>
                  <a:pt x="6599674" y="1705910"/>
                  <a:pt x="6588181" y="1717404"/>
                  <a:pt x="6574016" y="1717404"/>
                </a:cubicBezTo>
                <a:cubicBezTo>
                  <a:pt x="6559851" y="1717404"/>
                  <a:pt x="6548357" y="1705910"/>
                  <a:pt x="6548357" y="1691745"/>
                </a:cubicBezTo>
                <a:cubicBezTo>
                  <a:pt x="6548357" y="1677582"/>
                  <a:pt x="6559851" y="1666086"/>
                  <a:pt x="6574016" y="1666086"/>
                </a:cubicBezTo>
                <a:close/>
                <a:moveTo>
                  <a:pt x="6381282" y="1666086"/>
                </a:moveTo>
                <a:cubicBezTo>
                  <a:pt x="6395455" y="1666086"/>
                  <a:pt x="6406943" y="1677575"/>
                  <a:pt x="6406943" y="1691745"/>
                </a:cubicBezTo>
                <a:cubicBezTo>
                  <a:pt x="6406943" y="1705917"/>
                  <a:pt x="6395455" y="1717404"/>
                  <a:pt x="6381282" y="1717404"/>
                </a:cubicBezTo>
                <a:cubicBezTo>
                  <a:pt x="6367112" y="1717404"/>
                  <a:pt x="6355624" y="1705917"/>
                  <a:pt x="6355624" y="1691745"/>
                </a:cubicBezTo>
                <a:cubicBezTo>
                  <a:pt x="6355624" y="1677575"/>
                  <a:pt x="6367112" y="1666086"/>
                  <a:pt x="6381282" y="1666086"/>
                </a:cubicBezTo>
                <a:close/>
                <a:moveTo>
                  <a:pt x="6317078" y="1666086"/>
                </a:moveTo>
                <a:cubicBezTo>
                  <a:pt x="6331243" y="1666086"/>
                  <a:pt x="6342736" y="1677582"/>
                  <a:pt x="6342736" y="1691745"/>
                </a:cubicBezTo>
                <a:cubicBezTo>
                  <a:pt x="6342736" y="1705910"/>
                  <a:pt x="6331243" y="1717404"/>
                  <a:pt x="6317078" y="1717404"/>
                </a:cubicBezTo>
                <a:cubicBezTo>
                  <a:pt x="6302913" y="1717404"/>
                  <a:pt x="6291420" y="1705910"/>
                  <a:pt x="6291420" y="1691745"/>
                </a:cubicBezTo>
                <a:cubicBezTo>
                  <a:pt x="6291420" y="1677582"/>
                  <a:pt x="6302913" y="1666086"/>
                  <a:pt x="6317078" y="1666086"/>
                </a:cubicBezTo>
                <a:close/>
                <a:moveTo>
                  <a:pt x="6252873" y="1666086"/>
                </a:moveTo>
                <a:cubicBezTo>
                  <a:pt x="6267036" y="1666086"/>
                  <a:pt x="6278532" y="1677582"/>
                  <a:pt x="6278532" y="1691745"/>
                </a:cubicBezTo>
                <a:cubicBezTo>
                  <a:pt x="6278532" y="1705910"/>
                  <a:pt x="6267036" y="1717404"/>
                  <a:pt x="6252873" y="1717404"/>
                </a:cubicBezTo>
                <a:cubicBezTo>
                  <a:pt x="6238708" y="1717404"/>
                  <a:pt x="6227213" y="1705910"/>
                  <a:pt x="6227213" y="1691745"/>
                </a:cubicBezTo>
                <a:cubicBezTo>
                  <a:pt x="6227213" y="1677582"/>
                  <a:pt x="6238708" y="1666086"/>
                  <a:pt x="6252873" y="1666086"/>
                </a:cubicBezTo>
                <a:close/>
                <a:moveTo>
                  <a:pt x="6188666" y="1666086"/>
                </a:moveTo>
                <a:cubicBezTo>
                  <a:pt x="6202831" y="1666086"/>
                  <a:pt x="6214327" y="1677582"/>
                  <a:pt x="6214327" y="1691745"/>
                </a:cubicBezTo>
                <a:cubicBezTo>
                  <a:pt x="6214327" y="1705910"/>
                  <a:pt x="6202831" y="1717404"/>
                  <a:pt x="6188666" y="1717404"/>
                </a:cubicBezTo>
                <a:cubicBezTo>
                  <a:pt x="6174504" y="1717404"/>
                  <a:pt x="6163008" y="1705910"/>
                  <a:pt x="6163008" y="1691745"/>
                </a:cubicBezTo>
                <a:cubicBezTo>
                  <a:pt x="6163008" y="1677582"/>
                  <a:pt x="6174504" y="1666086"/>
                  <a:pt x="6188666" y="1666086"/>
                </a:cubicBezTo>
                <a:close/>
                <a:moveTo>
                  <a:pt x="6124462" y="1666086"/>
                </a:moveTo>
                <a:cubicBezTo>
                  <a:pt x="6138627" y="1666086"/>
                  <a:pt x="6150123" y="1677582"/>
                  <a:pt x="6150123" y="1691745"/>
                </a:cubicBezTo>
                <a:cubicBezTo>
                  <a:pt x="6150123" y="1705910"/>
                  <a:pt x="6138627" y="1717404"/>
                  <a:pt x="6124462" y="1717404"/>
                </a:cubicBezTo>
                <a:cubicBezTo>
                  <a:pt x="6110297" y="1717404"/>
                  <a:pt x="6098804" y="1705910"/>
                  <a:pt x="6098804" y="1691745"/>
                </a:cubicBezTo>
                <a:cubicBezTo>
                  <a:pt x="6098804" y="1677582"/>
                  <a:pt x="6110297" y="1666086"/>
                  <a:pt x="6124462" y="1666086"/>
                </a:cubicBezTo>
                <a:close/>
                <a:moveTo>
                  <a:pt x="6064505" y="1666086"/>
                </a:moveTo>
                <a:cubicBezTo>
                  <a:pt x="6078666" y="1666086"/>
                  <a:pt x="6090163" y="1677582"/>
                  <a:pt x="6090163" y="1691745"/>
                </a:cubicBezTo>
                <a:cubicBezTo>
                  <a:pt x="6090163" y="1705910"/>
                  <a:pt x="6078666" y="1717404"/>
                  <a:pt x="6064505" y="1717404"/>
                </a:cubicBezTo>
                <a:cubicBezTo>
                  <a:pt x="6050336" y="1717404"/>
                  <a:pt x="6038844" y="1705910"/>
                  <a:pt x="6038844" y="1691745"/>
                </a:cubicBezTo>
                <a:cubicBezTo>
                  <a:pt x="6038844" y="1677582"/>
                  <a:pt x="6050336" y="1666086"/>
                  <a:pt x="6064505" y="1666086"/>
                </a:cubicBezTo>
                <a:close/>
                <a:moveTo>
                  <a:pt x="6000298" y="1666086"/>
                </a:moveTo>
                <a:cubicBezTo>
                  <a:pt x="6014463" y="1666086"/>
                  <a:pt x="6025956" y="1677582"/>
                  <a:pt x="6025956" y="1691745"/>
                </a:cubicBezTo>
                <a:cubicBezTo>
                  <a:pt x="6025956" y="1705910"/>
                  <a:pt x="6014463" y="1717404"/>
                  <a:pt x="6000298" y="1717404"/>
                </a:cubicBezTo>
                <a:cubicBezTo>
                  <a:pt x="5986133" y="1717404"/>
                  <a:pt x="5974639" y="1705910"/>
                  <a:pt x="5974639" y="1691745"/>
                </a:cubicBezTo>
                <a:cubicBezTo>
                  <a:pt x="5974639" y="1677582"/>
                  <a:pt x="5986133" y="1666086"/>
                  <a:pt x="6000298" y="1666086"/>
                </a:cubicBezTo>
                <a:close/>
                <a:moveTo>
                  <a:pt x="5936092" y="1666086"/>
                </a:moveTo>
                <a:cubicBezTo>
                  <a:pt x="5950255" y="1666086"/>
                  <a:pt x="5961751" y="1677582"/>
                  <a:pt x="5961751" y="1691745"/>
                </a:cubicBezTo>
                <a:cubicBezTo>
                  <a:pt x="5961751" y="1705910"/>
                  <a:pt x="5950255" y="1717404"/>
                  <a:pt x="5936092" y="1717404"/>
                </a:cubicBezTo>
                <a:cubicBezTo>
                  <a:pt x="5921928" y="1717404"/>
                  <a:pt x="5910435" y="1705910"/>
                  <a:pt x="5910435" y="1691745"/>
                </a:cubicBezTo>
                <a:cubicBezTo>
                  <a:pt x="5910435" y="1677582"/>
                  <a:pt x="5921928" y="1666086"/>
                  <a:pt x="5936092" y="1666086"/>
                </a:cubicBezTo>
                <a:close/>
                <a:moveTo>
                  <a:pt x="5743477" y="1666086"/>
                </a:moveTo>
                <a:cubicBezTo>
                  <a:pt x="5757648" y="1666086"/>
                  <a:pt x="5769136" y="1677575"/>
                  <a:pt x="5769136" y="1691745"/>
                </a:cubicBezTo>
                <a:cubicBezTo>
                  <a:pt x="5769136" y="1705917"/>
                  <a:pt x="5757648" y="1717404"/>
                  <a:pt x="5743477" y="1717404"/>
                </a:cubicBezTo>
                <a:cubicBezTo>
                  <a:pt x="5729307" y="1717404"/>
                  <a:pt x="5717818" y="1705917"/>
                  <a:pt x="5717818" y="1691745"/>
                </a:cubicBezTo>
                <a:cubicBezTo>
                  <a:pt x="5717818" y="1677575"/>
                  <a:pt x="5729307" y="1666086"/>
                  <a:pt x="5743477" y="1666086"/>
                </a:cubicBezTo>
                <a:close/>
                <a:moveTo>
                  <a:pt x="5679272" y="1666086"/>
                </a:moveTo>
                <a:cubicBezTo>
                  <a:pt x="5693437" y="1666086"/>
                  <a:pt x="5704930" y="1677582"/>
                  <a:pt x="5704930" y="1691745"/>
                </a:cubicBezTo>
                <a:cubicBezTo>
                  <a:pt x="5704930" y="1705910"/>
                  <a:pt x="5693437" y="1717404"/>
                  <a:pt x="5679272" y="1717404"/>
                </a:cubicBezTo>
                <a:cubicBezTo>
                  <a:pt x="5665108" y="1717404"/>
                  <a:pt x="5653614" y="1705910"/>
                  <a:pt x="5653614" y="1691745"/>
                </a:cubicBezTo>
                <a:cubicBezTo>
                  <a:pt x="5653614" y="1677582"/>
                  <a:pt x="5665108" y="1666086"/>
                  <a:pt x="5679272" y="1666086"/>
                </a:cubicBezTo>
                <a:close/>
                <a:moveTo>
                  <a:pt x="5615066" y="1666086"/>
                </a:moveTo>
                <a:cubicBezTo>
                  <a:pt x="5629231" y="1666086"/>
                  <a:pt x="5640726" y="1677582"/>
                  <a:pt x="5640726" y="1691745"/>
                </a:cubicBezTo>
                <a:cubicBezTo>
                  <a:pt x="5640726" y="1705910"/>
                  <a:pt x="5629231" y="1717404"/>
                  <a:pt x="5615066" y="1717404"/>
                </a:cubicBezTo>
                <a:cubicBezTo>
                  <a:pt x="5600901" y="1717404"/>
                  <a:pt x="5589407" y="1705910"/>
                  <a:pt x="5589407" y="1691745"/>
                </a:cubicBezTo>
                <a:cubicBezTo>
                  <a:pt x="5589407" y="1677582"/>
                  <a:pt x="5600901" y="1666086"/>
                  <a:pt x="5615066" y="1666086"/>
                </a:cubicBezTo>
                <a:close/>
                <a:moveTo>
                  <a:pt x="5550862" y="1666086"/>
                </a:moveTo>
                <a:cubicBezTo>
                  <a:pt x="5565027" y="1666086"/>
                  <a:pt x="5576520" y="1677582"/>
                  <a:pt x="5576520" y="1691745"/>
                </a:cubicBezTo>
                <a:cubicBezTo>
                  <a:pt x="5576520" y="1705910"/>
                  <a:pt x="5565027" y="1717404"/>
                  <a:pt x="5550862" y="1717404"/>
                </a:cubicBezTo>
                <a:cubicBezTo>
                  <a:pt x="5536697" y="1717404"/>
                  <a:pt x="5525203" y="1705910"/>
                  <a:pt x="5525203" y="1691745"/>
                </a:cubicBezTo>
                <a:cubicBezTo>
                  <a:pt x="5525203" y="1677582"/>
                  <a:pt x="5536697" y="1666086"/>
                  <a:pt x="5550862" y="1666086"/>
                </a:cubicBezTo>
                <a:close/>
                <a:moveTo>
                  <a:pt x="5486655" y="1666086"/>
                </a:moveTo>
                <a:cubicBezTo>
                  <a:pt x="5500819" y="1666086"/>
                  <a:pt x="5512316" y="1677582"/>
                  <a:pt x="5512316" y="1691745"/>
                </a:cubicBezTo>
                <a:cubicBezTo>
                  <a:pt x="5512316" y="1705910"/>
                  <a:pt x="5500819" y="1717404"/>
                  <a:pt x="5486655" y="1717404"/>
                </a:cubicBezTo>
                <a:cubicBezTo>
                  <a:pt x="5472491" y="1717404"/>
                  <a:pt x="5460997" y="1705910"/>
                  <a:pt x="5460997" y="1691745"/>
                </a:cubicBezTo>
                <a:cubicBezTo>
                  <a:pt x="5460997" y="1677582"/>
                  <a:pt x="5472491" y="1666086"/>
                  <a:pt x="5486655" y="1666086"/>
                </a:cubicBezTo>
                <a:close/>
                <a:moveTo>
                  <a:pt x="5422451" y="1666086"/>
                </a:moveTo>
                <a:cubicBezTo>
                  <a:pt x="5436621" y="1666086"/>
                  <a:pt x="5448109" y="1677575"/>
                  <a:pt x="5448109" y="1691745"/>
                </a:cubicBezTo>
                <a:cubicBezTo>
                  <a:pt x="5448109" y="1705917"/>
                  <a:pt x="5436621" y="1717404"/>
                  <a:pt x="5422451" y="1717404"/>
                </a:cubicBezTo>
                <a:cubicBezTo>
                  <a:pt x="5408280" y="1717404"/>
                  <a:pt x="5396791" y="1705917"/>
                  <a:pt x="5396791" y="1691745"/>
                </a:cubicBezTo>
                <a:cubicBezTo>
                  <a:pt x="5396791" y="1677575"/>
                  <a:pt x="5408280" y="1666086"/>
                  <a:pt x="5422451" y="1666086"/>
                </a:cubicBezTo>
                <a:close/>
                <a:moveTo>
                  <a:pt x="5358245" y="1666086"/>
                </a:moveTo>
                <a:cubicBezTo>
                  <a:pt x="5372417" y="1666086"/>
                  <a:pt x="5383904" y="1677575"/>
                  <a:pt x="5383904" y="1691745"/>
                </a:cubicBezTo>
                <a:cubicBezTo>
                  <a:pt x="5383904" y="1705917"/>
                  <a:pt x="5372417" y="1717404"/>
                  <a:pt x="5358245" y="1717404"/>
                </a:cubicBezTo>
                <a:cubicBezTo>
                  <a:pt x="5344076" y="1717404"/>
                  <a:pt x="5332587" y="1705917"/>
                  <a:pt x="5332587" y="1691745"/>
                </a:cubicBezTo>
                <a:cubicBezTo>
                  <a:pt x="5332587" y="1677575"/>
                  <a:pt x="5344076" y="1666086"/>
                  <a:pt x="5358245" y="1666086"/>
                </a:cubicBezTo>
                <a:close/>
                <a:moveTo>
                  <a:pt x="5294040" y="1666086"/>
                </a:moveTo>
                <a:cubicBezTo>
                  <a:pt x="5308205" y="1666086"/>
                  <a:pt x="5319699" y="1677582"/>
                  <a:pt x="5319699" y="1691745"/>
                </a:cubicBezTo>
                <a:cubicBezTo>
                  <a:pt x="5319699" y="1705910"/>
                  <a:pt x="5308205" y="1717404"/>
                  <a:pt x="5294040" y="1717404"/>
                </a:cubicBezTo>
                <a:cubicBezTo>
                  <a:pt x="5279877" y="1717404"/>
                  <a:pt x="5268382" y="1705910"/>
                  <a:pt x="5268382" y="1691745"/>
                </a:cubicBezTo>
                <a:cubicBezTo>
                  <a:pt x="5268382" y="1677582"/>
                  <a:pt x="5279877" y="1666086"/>
                  <a:pt x="5294040" y="1666086"/>
                </a:cubicBezTo>
                <a:close/>
                <a:moveTo>
                  <a:pt x="5229719" y="1666086"/>
                </a:moveTo>
                <a:cubicBezTo>
                  <a:pt x="5243999" y="1666086"/>
                  <a:pt x="5255377" y="1677582"/>
                  <a:pt x="5255377" y="1691745"/>
                </a:cubicBezTo>
                <a:cubicBezTo>
                  <a:pt x="5255377" y="1705910"/>
                  <a:pt x="5243883" y="1717404"/>
                  <a:pt x="5229719" y="1717404"/>
                </a:cubicBezTo>
                <a:cubicBezTo>
                  <a:pt x="5215554" y="1717404"/>
                  <a:pt x="5204058" y="1705910"/>
                  <a:pt x="5204058" y="1691745"/>
                </a:cubicBezTo>
                <a:cubicBezTo>
                  <a:pt x="5204058" y="1677582"/>
                  <a:pt x="5215554" y="1666086"/>
                  <a:pt x="5229719" y="1666086"/>
                </a:cubicBezTo>
                <a:close/>
                <a:moveTo>
                  <a:pt x="5165514" y="1666086"/>
                </a:moveTo>
                <a:cubicBezTo>
                  <a:pt x="5179678" y="1666086"/>
                  <a:pt x="5191171" y="1677582"/>
                  <a:pt x="5191171" y="1691745"/>
                </a:cubicBezTo>
                <a:cubicBezTo>
                  <a:pt x="5191171" y="1705910"/>
                  <a:pt x="5179678" y="1717404"/>
                  <a:pt x="5165514" y="1717404"/>
                </a:cubicBezTo>
                <a:cubicBezTo>
                  <a:pt x="5151349" y="1717404"/>
                  <a:pt x="5139855" y="1705910"/>
                  <a:pt x="5139855" y="1691745"/>
                </a:cubicBezTo>
                <a:cubicBezTo>
                  <a:pt x="5139855" y="1677582"/>
                  <a:pt x="5151349" y="1666086"/>
                  <a:pt x="5165514" y="1666086"/>
                </a:cubicBezTo>
                <a:close/>
                <a:moveTo>
                  <a:pt x="5101309" y="1666086"/>
                </a:moveTo>
                <a:cubicBezTo>
                  <a:pt x="5115473" y="1666086"/>
                  <a:pt x="5126967" y="1677582"/>
                  <a:pt x="5126967" y="1691745"/>
                </a:cubicBezTo>
                <a:cubicBezTo>
                  <a:pt x="5126967" y="1705910"/>
                  <a:pt x="5115473" y="1717404"/>
                  <a:pt x="5101309" y="1717404"/>
                </a:cubicBezTo>
                <a:cubicBezTo>
                  <a:pt x="5087142" y="1717404"/>
                  <a:pt x="5075649" y="1705910"/>
                  <a:pt x="5075649" y="1691745"/>
                </a:cubicBezTo>
                <a:cubicBezTo>
                  <a:pt x="5075649" y="1677582"/>
                  <a:pt x="5087142" y="1666086"/>
                  <a:pt x="5101309" y="1666086"/>
                </a:cubicBezTo>
                <a:close/>
                <a:moveTo>
                  <a:pt x="5037104" y="1666086"/>
                </a:moveTo>
                <a:cubicBezTo>
                  <a:pt x="5051273" y="1666086"/>
                  <a:pt x="5062762" y="1677575"/>
                  <a:pt x="5062762" y="1691745"/>
                </a:cubicBezTo>
                <a:cubicBezTo>
                  <a:pt x="5062762" y="1705917"/>
                  <a:pt x="5051273" y="1717404"/>
                  <a:pt x="5037104" y="1717404"/>
                </a:cubicBezTo>
                <a:cubicBezTo>
                  <a:pt x="5022930" y="1717404"/>
                  <a:pt x="5011444" y="1705917"/>
                  <a:pt x="5011444" y="1691745"/>
                </a:cubicBezTo>
                <a:cubicBezTo>
                  <a:pt x="5011444" y="1677575"/>
                  <a:pt x="5022930" y="1666086"/>
                  <a:pt x="5037104" y="1666086"/>
                </a:cubicBezTo>
                <a:close/>
                <a:moveTo>
                  <a:pt x="4972896" y="1666086"/>
                </a:moveTo>
                <a:cubicBezTo>
                  <a:pt x="4987063" y="1666086"/>
                  <a:pt x="4998557" y="1677582"/>
                  <a:pt x="4998557" y="1691745"/>
                </a:cubicBezTo>
                <a:cubicBezTo>
                  <a:pt x="4998557" y="1705910"/>
                  <a:pt x="4987063" y="1717404"/>
                  <a:pt x="4972896" y="1717404"/>
                </a:cubicBezTo>
                <a:cubicBezTo>
                  <a:pt x="4958732" y="1717404"/>
                  <a:pt x="4947240" y="1705910"/>
                  <a:pt x="4947240" y="1691745"/>
                </a:cubicBezTo>
                <a:cubicBezTo>
                  <a:pt x="4947240" y="1677582"/>
                  <a:pt x="4958732" y="1666086"/>
                  <a:pt x="4972896" y="1666086"/>
                </a:cubicBezTo>
                <a:close/>
                <a:moveTo>
                  <a:pt x="4908693" y="1666086"/>
                </a:moveTo>
                <a:cubicBezTo>
                  <a:pt x="4922857" y="1666086"/>
                  <a:pt x="4934352" y="1677582"/>
                  <a:pt x="4934352" y="1691745"/>
                </a:cubicBezTo>
                <a:cubicBezTo>
                  <a:pt x="4934352" y="1705910"/>
                  <a:pt x="4922857" y="1717404"/>
                  <a:pt x="4908693" y="1717404"/>
                </a:cubicBezTo>
                <a:cubicBezTo>
                  <a:pt x="4894527" y="1717404"/>
                  <a:pt x="4883033" y="1705910"/>
                  <a:pt x="4883033" y="1691745"/>
                </a:cubicBezTo>
                <a:cubicBezTo>
                  <a:pt x="4883033" y="1677582"/>
                  <a:pt x="4894527" y="1666086"/>
                  <a:pt x="4908693" y="1666086"/>
                </a:cubicBezTo>
                <a:close/>
                <a:moveTo>
                  <a:pt x="4844487" y="1666086"/>
                </a:moveTo>
                <a:cubicBezTo>
                  <a:pt x="4858650" y="1666086"/>
                  <a:pt x="4870146" y="1677582"/>
                  <a:pt x="4870146" y="1691745"/>
                </a:cubicBezTo>
                <a:cubicBezTo>
                  <a:pt x="4870146" y="1705910"/>
                  <a:pt x="4858650" y="1717404"/>
                  <a:pt x="4844487" y="1717404"/>
                </a:cubicBezTo>
                <a:cubicBezTo>
                  <a:pt x="4830322" y="1717404"/>
                  <a:pt x="4818828" y="1705910"/>
                  <a:pt x="4818828" y="1691745"/>
                </a:cubicBezTo>
                <a:cubicBezTo>
                  <a:pt x="4818828" y="1677582"/>
                  <a:pt x="4830322" y="1666086"/>
                  <a:pt x="4844487" y="1666086"/>
                </a:cubicBezTo>
                <a:close/>
                <a:moveTo>
                  <a:pt x="4780282" y="1666086"/>
                </a:moveTo>
                <a:cubicBezTo>
                  <a:pt x="4794447" y="1666086"/>
                  <a:pt x="4805941" y="1677582"/>
                  <a:pt x="4805941" y="1691745"/>
                </a:cubicBezTo>
                <a:cubicBezTo>
                  <a:pt x="4805941" y="1705910"/>
                  <a:pt x="4794447" y="1717404"/>
                  <a:pt x="4780282" y="1717404"/>
                </a:cubicBezTo>
                <a:cubicBezTo>
                  <a:pt x="4766118" y="1717404"/>
                  <a:pt x="4754622" y="1705910"/>
                  <a:pt x="4754622" y="1691745"/>
                </a:cubicBezTo>
                <a:cubicBezTo>
                  <a:pt x="4754622" y="1677582"/>
                  <a:pt x="4766118" y="1666086"/>
                  <a:pt x="4780282" y="1666086"/>
                </a:cubicBezTo>
                <a:close/>
                <a:moveTo>
                  <a:pt x="4716077" y="1666086"/>
                </a:moveTo>
                <a:cubicBezTo>
                  <a:pt x="4730248" y="1666086"/>
                  <a:pt x="4741736" y="1677575"/>
                  <a:pt x="4741736" y="1691745"/>
                </a:cubicBezTo>
                <a:cubicBezTo>
                  <a:pt x="4741736" y="1705917"/>
                  <a:pt x="4730248" y="1717404"/>
                  <a:pt x="4716077" y="1717404"/>
                </a:cubicBezTo>
                <a:cubicBezTo>
                  <a:pt x="4701906" y="1717404"/>
                  <a:pt x="4690419" y="1705917"/>
                  <a:pt x="4690419" y="1691745"/>
                </a:cubicBezTo>
                <a:cubicBezTo>
                  <a:pt x="4690419" y="1677575"/>
                  <a:pt x="4701906" y="1666086"/>
                  <a:pt x="4716077" y="1666086"/>
                </a:cubicBezTo>
                <a:close/>
                <a:moveTo>
                  <a:pt x="4651872" y="1666086"/>
                </a:moveTo>
                <a:cubicBezTo>
                  <a:pt x="4666042" y="1666086"/>
                  <a:pt x="4677531" y="1677575"/>
                  <a:pt x="4677531" y="1691745"/>
                </a:cubicBezTo>
                <a:cubicBezTo>
                  <a:pt x="4677531" y="1705917"/>
                  <a:pt x="4666042" y="1717404"/>
                  <a:pt x="4651872" y="1717404"/>
                </a:cubicBezTo>
                <a:cubicBezTo>
                  <a:pt x="4637700" y="1717404"/>
                  <a:pt x="4626213" y="1705917"/>
                  <a:pt x="4626213" y="1691745"/>
                </a:cubicBezTo>
                <a:cubicBezTo>
                  <a:pt x="4626213" y="1677575"/>
                  <a:pt x="4637700" y="1666086"/>
                  <a:pt x="4651872" y="1666086"/>
                </a:cubicBezTo>
                <a:close/>
                <a:moveTo>
                  <a:pt x="4587666" y="1666086"/>
                </a:moveTo>
                <a:cubicBezTo>
                  <a:pt x="4601830" y="1666086"/>
                  <a:pt x="4613324" y="1677582"/>
                  <a:pt x="4613324" y="1691745"/>
                </a:cubicBezTo>
                <a:cubicBezTo>
                  <a:pt x="4613324" y="1705910"/>
                  <a:pt x="4601830" y="1717404"/>
                  <a:pt x="4587666" y="1717404"/>
                </a:cubicBezTo>
                <a:cubicBezTo>
                  <a:pt x="4573501" y="1717404"/>
                  <a:pt x="4562007" y="1705910"/>
                  <a:pt x="4562007" y="1691745"/>
                </a:cubicBezTo>
                <a:cubicBezTo>
                  <a:pt x="4562007" y="1677582"/>
                  <a:pt x="4573501" y="1666086"/>
                  <a:pt x="4587666" y="1666086"/>
                </a:cubicBezTo>
                <a:close/>
                <a:moveTo>
                  <a:pt x="4523461" y="1666086"/>
                </a:moveTo>
                <a:cubicBezTo>
                  <a:pt x="4537626" y="1666086"/>
                  <a:pt x="4549121" y="1677582"/>
                  <a:pt x="4549121" y="1691745"/>
                </a:cubicBezTo>
                <a:cubicBezTo>
                  <a:pt x="4549121" y="1705910"/>
                  <a:pt x="4537626" y="1717404"/>
                  <a:pt x="4523461" y="1717404"/>
                </a:cubicBezTo>
                <a:cubicBezTo>
                  <a:pt x="4509296" y="1717404"/>
                  <a:pt x="4497802" y="1705910"/>
                  <a:pt x="4497802" y="1691745"/>
                </a:cubicBezTo>
                <a:cubicBezTo>
                  <a:pt x="4497802" y="1677582"/>
                  <a:pt x="4509296" y="1666086"/>
                  <a:pt x="4523461" y="1666086"/>
                </a:cubicBezTo>
                <a:close/>
                <a:moveTo>
                  <a:pt x="4395050" y="1666086"/>
                </a:moveTo>
                <a:cubicBezTo>
                  <a:pt x="4409214" y="1666086"/>
                  <a:pt x="4420710" y="1677582"/>
                  <a:pt x="4420710" y="1691745"/>
                </a:cubicBezTo>
                <a:cubicBezTo>
                  <a:pt x="4420710" y="1705910"/>
                  <a:pt x="4409214" y="1717404"/>
                  <a:pt x="4395050" y="1717404"/>
                </a:cubicBezTo>
                <a:cubicBezTo>
                  <a:pt x="4380886" y="1717404"/>
                  <a:pt x="4369391" y="1705910"/>
                  <a:pt x="4369391" y="1691745"/>
                </a:cubicBezTo>
                <a:cubicBezTo>
                  <a:pt x="4369391" y="1677582"/>
                  <a:pt x="4380886" y="1666086"/>
                  <a:pt x="4395050" y="1666086"/>
                </a:cubicBezTo>
                <a:close/>
                <a:moveTo>
                  <a:pt x="4266640" y="1666086"/>
                </a:moveTo>
                <a:cubicBezTo>
                  <a:pt x="4280811" y="1666086"/>
                  <a:pt x="4292298" y="1677575"/>
                  <a:pt x="4292298" y="1691745"/>
                </a:cubicBezTo>
                <a:cubicBezTo>
                  <a:pt x="4292298" y="1705917"/>
                  <a:pt x="4280811" y="1717404"/>
                  <a:pt x="4266640" y="1717404"/>
                </a:cubicBezTo>
                <a:cubicBezTo>
                  <a:pt x="4252470" y="1717404"/>
                  <a:pt x="4240981" y="1705917"/>
                  <a:pt x="4240981" y="1691745"/>
                </a:cubicBezTo>
                <a:cubicBezTo>
                  <a:pt x="4240981" y="1677575"/>
                  <a:pt x="4252470" y="1666086"/>
                  <a:pt x="4266640" y="1666086"/>
                </a:cubicBezTo>
                <a:close/>
                <a:moveTo>
                  <a:pt x="4202435" y="1666086"/>
                </a:moveTo>
                <a:cubicBezTo>
                  <a:pt x="4216598" y="1666086"/>
                  <a:pt x="4228093" y="1677582"/>
                  <a:pt x="4228093" y="1691745"/>
                </a:cubicBezTo>
                <a:cubicBezTo>
                  <a:pt x="4228093" y="1705910"/>
                  <a:pt x="4216598" y="1717404"/>
                  <a:pt x="4202435" y="1717404"/>
                </a:cubicBezTo>
                <a:cubicBezTo>
                  <a:pt x="4188268" y="1717404"/>
                  <a:pt x="4176776" y="1705910"/>
                  <a:pt x="4176776" y="1691745"/>
                </a:cubicBezTo>
                <a:cubicBezTo>
                  <a:pt x="4176776" y="1677582"/>
                  <a:pt x="4188268" y="1666086"/>
                  <a:pt x="4202435" y="1666086"/>
                </a:cubicBezTo>
                <a:close/>
                <a:moveTo>
                  <a:pt x="4073908" y="1666086"/>
                </a:moveTo>
                <a:cubicBezTo>
                  <a:pt x="4088073" y="1666086"/>
                  <a:pt x="4099565" y="1677582"/>
                  <a:pt x="4099565" y="1691745"/>
                </a:cubicBezTo>
                <a:cubicBezTo>
                  <a:pt x="4099565" y="1705910"/>
                  <a:pt x="4088073" y="1717404"/>
                  <a:pt x="4073908" y="1717404"/>
                </a:cubicBezTo>
                <a:cubicBezTo>
                  <a:pt x="4059743" y="1717404"/>
                  <a:pt x="4048248" y="1705910"/>
                  <a:pt x="4048248" y="1691745"/>
                </a:cubicBezTo>
                <a:cubicBezTo>
                  <a:pt x="4048248" y="1677582"/>
                  <a:pt x="4059743" y="1666086"/>
                  <a:pt x="4073908" y="1666086"/>
                </a:cubicBezTo>
                <a:close/>
                <a:moveTo>
                  <a:pt x="4009702" y="1666086"/>
                </a:moveTo>
                <a:cubicBezTo>
                  <a:pt x="4023866" y="1666086"/>
                  <a:pt x="4035362" y="1677582"/>
                  <a:pt x="4035362" y="1691745"/>
                </a:cubicBezTo>
                <a:cubicBezTo>
                  <a:pt x="4035362" y="1705910"/>
                  <a:pt x="4023866" y="1717404"/>
                  <a:pt x="4009702" y="1717404"/>
                </a:cubicBezTo>
                <a:cubicBezTo>
                  <a:pt x="3995538" y="1717404"/>
                  <a:pt x="3984043" y="1705910"/>
                  <a:pt x="3984043" y="1691745"/>
                </a:cubicBezTo>
                <a:cubicBezTo>
                  <a:pt x="3984043" y="1677582"/>
                  <a:pt x="3995538" y="1666086"/>
                  <a:pt x="4009702" y="1666086"/>
                </a:cubicBezTo>
                <a:close/>
                <a:moveTo>
                  <a:pt x="3945497" y="1666086"/>
                </a:moveTo>
                <a:cubicBezTo>
                  <a:pt x="3959668" y="1666086"/>
                  <a:pt x="3971155" y="1677575"/>
                  <a:pt x="3971155" y="1691745"/>
                </a:cubicBezTo>
                <a:cubicBezTo>
                  <a:pt x="3971155" y="1705917"/>
                  <a:pt x="3959668" y="1717404"/>
                  <a:pt x="3945497" y="1717404"/>
                </a:cubicBezTo>
                <a:cubicBezTo>
                  <a:pt x="3931325" y="1717404"/>
                  <a:pt x="3919838" y="1705917"/>
                  <a:pt x="3919838" y="1691745"/>
                </a:cubicBezTo>
                <a:cubicBezTo>
                  <a:pt x="3919838" y="1677575"/>
                  <a:pt x="3931325" y="1666086"/>
                  <a:pt x="3945497" y="1666086"/>
                </a:cubicBezTo>
                <a:close/>
                <a:moveTo>
                  <a:pt x="3881291" y="1666086"/>
                </a:moveTo>
                <a:cubicBezTo>
                  <a:pt x="3895456" y="1666086"/>
                  <a:pt x="3906950" y="1677582"/>
                  <a:pt x="3906950" y="1691745"/>
                </a:cubicBezTo>
                <a:cubicBezTo>
                  <a:pt x="3906950" y="1705910"/>
                  <a:pt x="3895456" y="1717404"/>
                  <a:pt x="3881291" y="1717404"/>
                </a:cubicBezTo>
                <a:cubicBezTo>
                  <a:pt x="3867127" y="1717404"/>
                  <a:pt x="3855633" y="1705910"/>
                  <a:pt x="3855633" y="1691745"/>
                </a:cubicBezTo>
                <a:cubicBezTo>
                  <a:pt x="3855633" y="1677582"/>
                  <a:pt x="3867127" y="1666086"/>
                  <a:pt x="3881291" y="1666086"/>
                </a:cubicBezTo>
                <a:close/>
                <a:moveTo>
                  <a:pt x="3817085" y="1666086"/>
                </a:moveTo>
                <a:cubicBezTo>
                  <a:pt x="3831252" y="1666086"/>
                  <a:pt x="3842745" y="1677582"/>
                  <a:pt x="3842745" y="1691745"/>
                </a:cubicBezTo>
                <a:cubicBezTo>
                  <a:pt x="3842745" y="1705910"/>
                  <a:pt x="3831252" y="1717404"/>
                  <a:pt x="3817085" y="1717404"/>
                </a:cubicBezTo>
                <a:cubicBezTo>
                  <a:pt x="3802921" y="1717404"/>
                  <a:pt x="3791427" y="1705910"/>
                  <a:pt x="3791427" y="1691745"/>
                </a:cubicBezTo>
                <a:cubicBezTo>
                  <a:pt x="3791427" y="1677582"/>
                  <a:pt x="3802921" y="1666086"/>
                  <a:pt x="3817085" y="1666086"/>
                </a:cubicBezTo>
                <a:close/>
                <a:moveTo>
                  <a:pt x="3752882" y="1666086"/>
                </a:moveTo>
                <a:cubicBezTo>
                  <a:pt x="3767045" y="1666086"/>
                  <a:pt x="3778539" y="1677582"/>
                  <a:pt x="3778539" y="1691745"/>
                </a:cubicBezTo>
                <a:cubicBezTo>
                  <a:pt x="3778539" y="1705910"/>
                  <a:pt x="3767045" y="1717404"/>
                  <a:pt x="3752882" y="1717404"/>
                </a:cubicBezTo>
                <a:cubicBezTo>
                  <a:pt x="3738717" y="1717404"/>
                  <a:pt x="3727221" y="1705910"/>
                  <a:pt x="3727221" y="1691745"/>
                </a:cubicBezTo>
                <a:cubicBezTo>
                  <a:pt x="3727221" y="1677582"/>
                  <a:pt x="3738717" y="1666086"/>
                  <a:pt x="3752882" y="1666086"/>
                </a:cubicBezTo>
                <a:close/>
                <a:moveTo>
                  <a:pt x="3688674" y="1666086"/>
                </a:moveTo>
                <a:cubicBezTo>
                  <a:pt x="3702840" y="1666086"/>
                  <a:pt x="3714335" y="1677582"/>
                  <a:pt x="3714335" y="1691745"/>
                </a:cubicBezTo>
                <a:cubicBezTo>
                  <a:pt x="3714335" y="1705910"/>
                  <a:pt x="3702840" y="1717404"/>
                  <a:pt x="3688674" y="1717404"/>
                </a:cubicBezTo>
                <a:cubicBezTo>
                  <a:pt x="3674510" y="1717404"/>
                  <a:pt x="3663017" y="1705910"/>
                  <a:pt x="3663017" y="1691745"/>
                </a:cubicBezTo>
                <a:cubicBezTo>
                  <a:pt x="3663017" y="1677582"/>
                  <a:pt x="3674510" y="1666086"/>
                  <a:pt x="3688674" y="1666086"/>
                </a:cubicBezTo>
                <a:close/>
                <a:moveTo>
                  <a:pt x="3624472" y="1666086"/>
                </a:moveTo>
                <a:cubicBezTo>
                  <a:pt x="3638640" y="1666086"/>
                  <a:pt x="3650129" y="1677575"/>
                  <a:pt x="3650129" y="1691745"/>
                </a:cubicBezTo>
                <a:cubicBezTo>
                  <a:pt x="3650129" y="1705917"/>
                  <a:pt x="3638640" y="1717404"/>
                  <a:pt x="3624472" y="1717404"/>
                </a:cubicBezTo>
                <a:cubicBezTo>
                  <a:pt x="3610300" y="1717404"/>
                  <a:pt x="3598810" y="1705917"/>
                  <a:pt x="3598810" y="1691745"/>
                </a:cubicBezTo>
                <a:cubicBezTo>
                  <a:pt x="3598810" y="1677575"/>
                  <a:pt x="3610300" y="1666086"/>
                  <a:pt x="3624472" y="1666086"/>
                </a:cubicBezTo>
                <a:close/>
                <a:moveTo>
                  <a:pt x="3496060" y="1666086"/>
                </a:moveTo>
                <a:cubicBezTo>
                  <a:pt x="3510225" y="1666086"/>
                  <a:pt x="3521719" y="1677582"/>
                  <a:pt x="3521719" y="1691745"/>
                </a:cubicBezTo>
                <a:cubicBezTo>
                  <a:pt x="3521719" y="1705910"/>
                  <a:pt x="3510225" y="1717404"/>
                  <a:pt x="3496060" y="1717404"/>
                </a:cubicBezTo>
                <a:cubicBezTo>
                  <a:pt x="3481895" y="1717404"/>
                  <a:pt x="3470400" y="1705910"/>
                  <a:pt x="3470400" y="1691745"/>
                </a:cubicBezTo>
                <a:cubicBezTo>
                  <a:pt x="3470400" y="1677582"/>
                  <a:pt x="3481895" y="1666086"/>
                  <a:pt x="3496060" y="1666086"/>
                </a:cubicBezTo>
                <a:close/>
                <a:moveTo>
                  <a:pt x="3431855" y="1666086"/>
                </a:moveTo>
                <a:cubicBezTo>
                  <a:pt x="3446019" y="1666086"/>
                  <a:pt x="3457512" y="1677582"/>
                  <a:pt x="3457512" y="1691745"/>
                </a:cubicBezTo>
                <a:cubicBezTo>
                  <a:pt x="3457512" y="1705910"/>
                  <a:pt x="3446019" y="1717404"/>
                  <a:pt x="3431855" y="1717404"/>
                </a:cubicBezTo>
                <a:cubicBezTo>
                  <a:pt x="3417690" y="1717404"/>
                  <a:pt x="3406196" y="1705910"/>
                  <a:pt x="3406196" y="1691745"/>
                </a:cubicBezTo>
                <a:cubicBezTo>
                  <a:pt x="3406196" y="1677582"/>
                  <a:pt x="3417690" y="1666086"/>
                  <a:pt x="3431855" y="1666086"/>
                </a:cubicBezTo>
                <a:close/>
                <a:moveTo>
                  <a:pt x="3367649" y="1666086"/>
                </a:moveTo>
                <a:cubicBezTo>
                  <a:pt x="3381813" y="1666086"/>
                  <a:pt x="3393308" y="1677582"/>
                  <a:pt x="3393308" y="1691745"/>
                </a:cubicBezTo>
                <a:cubicBezTo>
                  <a:pt x="3393308" y="1705910"/>
                  <a:pt x="3381813" y="1717404"/>
                  <a:pt x="3367649" y="1717404"/>
                </a:cubicBezTo>
                <a:cubicBezTo>
                  <a:pt x="3353484" y="1717404"/>
                  <a:pt x="3341990" y="1705910"/>
                  <a:pt x="3341990" y="1691745"/>
                </a:cubicBezTo>
                <a:cubicBezTo>
                  <a:pt x="3341990" y="1677582"/>
                  <a:pt x="3353484" y="1666086"/>
                  <a:pt x="3367649" y="1666086"/>
                </a:cubicBezTo>
                <a:close/>
                <a:moveTo>
                  <a:pt x="3303444" y="1666086"/>
                </a:moveTo>
                <a:cubicBezTo>
                  <a:pt x="3317609" y="1666086"/>
                  <a:pt x="3329102" y="1677582"/>
                  <a:pt x="3329102" y="1691745"/>
                </a:cubicBezTo>
                <a:cubicBezTo>
                  <a:pt x="3329102" y="1705910"/>
                  <a:pt x="3317609" y="1717404"/>
                  <a:pt x="3303444" y="1717404"/>
                </a:cubicBezTo>
                <a:cubicBezTo>
                  <a:pt x="3289279" y="1717404"/>
                  <a:pt x="3277785" y="1705910"/>
                  <a:pt x="3277785" y="1691745"/>
                </a:cubicBezTo>
                <a:cubicBezTo>
                  <a:pt x="3277785" y="1677582"/>
                  <a:pt x="3289279" y="1666086"/>
                  <a:pt x="3303444" y="1666086"/>
                </a:cubicBezTo>
                <a:close/>
                <a:moveTo>
                  <a:pt x="3239238" y="1666086"/>
                </a:moveTo>
                <a:cubicBezTo>
                  <a:pt x="3253410" y="1666086"/>
                  <a:pt x="3264898" y="1677575"/>
                  <a:pt x="3264898" y="1691745"/>
                </a:cubicBezTo>
                <a:cubicBezTo>
                  <a:pt x="3264898" y="1705917"/>
                  <a:pt x="3253410" y="1717404"/>
                  <a:pt x="3239238" y="1717404"/>
                </a:cubicBezTo>
                <a:cubicBezTo>
                  <a:pt x="3225068" y="1717404"/>
                  <a:pt x="3213580" y="1705917"/>
                  <a:pt x="3213580" y="1691745"/>
                </a:cubicBezTo>
                <a:cubicBezTo>
                  <a:pt x="3213580" y="1677575"/>
                  <a:pt x="3225068" y="1666086"/>
                  <a:pt x="3239238" y="1666086"/>
                </a:cubicBezTo>
                <a:close/>
                <a:moveTo>
                  <a:pt x="3110828" y="1666086"/>
                </a:moveTo>
                <a:cubicBezTo>
                  <a:pt x="3124992" y="1666086"/>
                  <a:pt x="3136487" y="1677582"/>
                  <a:pt x="3136487" y="1691745"/>
                </a:cubicBezTo>
                <a:cubicBezTo>
                  <a:pt x="3136487" y="1705910"/>
                  <a:pt x="3124992" y="1717404"/>
                  <a:pt x="3110828" y="1717404"/>
                </a:cubicBezTo>
                <a:cubicBezTo>
                  <a:pt x="3096663" y="1717404"/>
                  <a:pt x="3085170" y="1705910"/>
                  <a:pt x="3085170" y="1691745"/>
                </a:cubicBezTo>
                <a:cubicBezTo>
                  <a:pt x="3085170" y="1677582"/>
                  <a:pt x="3096663" y="1666086"/>
                  <a:pt x="3110828" y="1666086"/>
                </a:cubicBezTo>
                <a:close/>
                <a:moveTo>
                  <a:pt x="3046623" y="1666086"/>
                </a:moveTo>
                <a:cubicBezTo>
                  <a:pt x="3060788" y="1666086"/>
                  <a:pt x="3072282" y="1677582"/>
                  <a:pt x="3072282" y="1691745"/>
                </a:cubicBezTo>
                <a:cubicBezTo>
                  <a:pt x="3072282" y="1705910"/>
                  <a:pt x="3060788" y="1717404"/>
                  <a:pt x="3046623" y="1717404"/>
                </a:cubicBezTo>
                <a:cubicBezTo>
                  <a:pt x="3032458" y="1717404"/>
                  <a:pt x="3020964" y="1705910"/>
                  <a:pt x="3020964" y="1691745"/>
                </a:cubicBezTo>
                <a:cubicBezTo>
                  <a:pt x="3020964" y="1677582"/>
                  <a:pt x="3032458" y="1666086"/>
                  <a:pt x="3046623" y="1666086"/>
                </a:cubicBezTo>
                <a:close/>
                <a:moveTo>
                  <a:pt x="2982301" y="1666086"/>
                </a:moveTo>
                <a:cubicBezTo>
                  <a:pt x="2996466" y="1666086"/>
                  <a:pt x="3007960" y="1677582"/>
                  <a:pt x="3007960" y="1691745"/>
                </a:cubicBezTo>
                <a:cubicBezTo>
                  <a:pt x="3007960" y="1705910"/>
                  <a:pt x="2996466" y="1717404"/>
                  <a:pt x="2982301" y="1717404"/>
                </a:cubicBezTo>
                <a:cubicBezTo>
                  <a:pt x="2968137" y="1717404"/>
                  <a:pt x="2956642" y="1705910"/>
                  <a:pt x="2956642" y="1691745"/>
                </a:cubicBezTo>
                <a:cubicBezTo>
                  <a:pt x="2956642" y="1677582"/>
                  <a:pt x="2968137" y="1666086"/>
                  <a:pt x="2982301" y="1666086"/>
                </a:cubicBezTo>
                <a:close/>
                <a:moveTo>
                  <a:pt x="2918096" y="1666086"/>
                </a:moveTo>
                <a:cubicBezTo>
                  <a:pt x="2932261" y="1666086"/>
                  <a:pt x="2943755" y="1677582"/>
                  <a:pt x="2943755" y="1691745"/>
                </a:cubicBezTo>
                <a:cubicBezTo>
                  <a:pt x="2943755" y="1705910"/>
                  <a:pt x="2932261" y="1717404"/>
                  <a:pt x="2918096" y="1717404"/>
                </a:cubicBezTo>
                <a:cubicBezTo>
                  <a:pt x="2903931" y="1717404"/>
                  <a:pt x="2892438" y="1705910"/>
                  <a:pt x="2892438" y="1691745"/>
                </a:cubicBezTo>
                <a:cubicBezTo>
                  <a:pt x="2892438" y="1677582"/>
                  <a:pt x="2903931" y="1666086"/>
                  <a:pt x="2918096" y="1666086"/>
                </a:cubicBezTo>
                <a:close/>
                <a:moveTo>
                  <a:pt x="2853890" y="1666086"/>
                </a:moveTo>
                <a:cubicBezTo>
                  <a:pt x="2868062" y="1666086"/>
                  <a:pt x="2879550" y="1677575"/>
                  <a:pt x="2879550" y="1691745"/>
                </a:cubicBezTo>
                <a:cubicBezTo>
                  <a:pt x="2879550" y="1705917"/>
                  <a:pt x="2868062" y="1717404"/>
                  <a:pt x="2853890" y="1717404"/>
                </a:cubicBezTo>
                <a:cubicBezTo>
                  <a:pt x="2839720" y="1717404"/>
                  <a:pt x="2828231" y="1705917"/>
                  <a:pt x="2828231" y="1691745"/>
                </a:cubicBezTo>
                <a:cubicBezTo>
                  <a:pt x="2828231" y="1677575"/>
                  <a:pt x="2839720" y="1666086"/>
                  <a:pt x="2853890" y="1666086"/>
                </a:cubicBezTo>
                <a:close/>
                <a:moveTo>
                  <a:pt x="2789686" y="1666086"/>
                </a:moveTo>
                <a:cubicBezTo>
                  <a:pt x="2803850" y="1666086"/>
                  <a:pt x="2815344" y="1677582"/>
                  <a:pt x="2815344" y="1691745"/>
                </a:cubicBezTo>
                <a:cubicBezTo>
                  <a:pt x="2815344" y="1705910"/>
                  <a:pt x="2803850" y="1717404"/>
                  <a:pt x="2789686" y="1717404"/>
                </a:cubicBezTo>
                <a:cubicBezTo>
                  <a:pt x="2775521" y="1717404"/>
                  <a:pt x="2764027" y="1705910"/>
                  <a:pt x="2764027" y="1691745"/>
                </a:cubicBezTo>
                <a:cubicBezTo>
                  <a:pt x="2764027" y="1677582"/>
                  <a:pt x="2775521" y="1666086"/>
                  <a:pt x="2789686" y="1666086"/>
                </a:cubicBezTo>
                <a:close/>
                <a:moveTo>
                  <a:pt x="2725480" y="1666086"/>
                </a:moveTo>
                <a:cubicBezTo>
                  <a:pt x="2739644" y="1666086"/>
                  <a:pt x="2751140" y="1677582"/>
                  <a:pt x="2751140" y="1691745"/>
                </a:cubicBezTo>
                <a:cubicBezTo>
                  <a:pt x="2751140" y="1705910"/>
                  <a:pt x="2739644" y="1717404"/>
                  <a:pt x="2725480" y="1717404"/>
                </a:cubicBezTo>
                <a:cubicBezTo>
                  <a:pt x="2711315" y="1717404"/>
                  <a:pt x="2699821" y="1705910"/>
                  <a:pt x="2699821" y="1691745"/>
                </a:cubicBezTo>
                <a:cubicBezTo>
                  <a:pt x="2699821" y="1677582"/>
                  <a:pt x="2711315" y="1666086"/>
                  <a:pt x="2725480" y="1666086"/>
                </a:cubicBezTo>
                <a:close/>
                <a:moveTo>
                  <a:pt x="2597069" y="1666086"/>
                </a:moveTo>
                <a:cubicBezTo>
                  <a:pt x="2611234" y="1666086"/>
                  <a:pt x="2622729" y="1677582"/>
                  <a:pt x="2622729" y="1691745"/>
                </a:cubicBezTo>
                <a:cubicBezTo>
                  <a:pt x="2622729" y="1705910"/>
                  <a:pt x="2611234" y="1717404"/>
                  <a:pt x="2597069" y="1717404"/>
                </a:cubicBezTo>
                <a:cubicBezTo>
                  <a:pt x="2582904" y="1717404"/>
                  <a:pt x="2571410" y="1705910"/>
                  <a:pt x="2571410" y="1691745"/>
                </a:cubicBezTo>
                <a:cubicBezTo>
                  <a:pt x="2571410" y="1677582"/>
                  <a:pt x="2582904" y="1666086"/>
                  <a:pt x="2597069" y="1666086"/>
                </a:cubicBezTo>
                <a:close/>
                <a:moveTo>
                  <a:pt x="2532865" y="1666086"/>
                </a:moveTo>
                <a:cubicBezTo>
                  <a:pt x="2547035" y="1666086"/>
                  <a:pt x="2558523" y="1677575"/>
                  <a:pt x="2558523" y="1691745"/>
                </a:cubicBezTo>
                <a:cubicBezTo>
                  <a:pt x="2558523" y="1705917"/>
                  <a:pt x="2547035" y="1717404"/>
                  <a:pt x="2532865" y="1717404"/>
                </a:cubicBezTo>
                <a:cubicBezTo>
                  <a:pt x="2518693" y="1717404"/>
                  <a:pt x="2507205" y="1705917"/>
                  <a:pt x="2507205" y="1691745"/>
                </a:cubicBezTo>
                <a:cubicBezTo>
                  <a:pt x="2507205" y="1677575"/>
                  <a:pt x="2518693" y="1666086"/>
                  <a:pt x="2532865" y="1666086"/>
                </a:cubicBezTo>
                <a:close/>
                <a:moveTo>
                  <a:pt x="2404454" y="1666086"/>
                </a:moveTo>
                <a:cubicBezTo>
                  <a:pt x="2418619" y="1666086"/>
                  <a:pt x="2430112" y="1677582"/>
                  <a:pt x="2430112" y="1691745"/>
                </a:cubicBezTo>
                <a:cubicBezTo>
                  <a:pt x="2430112" y="1705910"/>
                  <a:pt x="2418619" y="1717404"/>
                  <a:pt x="2404454" y="1717404"/>
                </a:cubicBezTo>
                <a:cubicBezTo>
                  <a:pt x="2390289" y="1717404"/>
                  <a:pt x="2378795" y="1705910"/>
                  <a:pt x="2378795" y="1691745"/>
                </a:cubicBezTo>
                <a:cubicBezTo>
                  <a:pt x="2378795" y="1677582"/>
                  <a:pt x="2390289" y="1666086"/>
                  <a:pt x="2404454" y="1666086"/>
                </a:cubicBezTo>
                <a:close/>
                <a:moveTo>
                  <a:pt x="2340249" y="1666086"/>
                </a:moveTo>
                <a:cubicBezTo>
                  <a:pt x="2354413" y="1666086"/>
                  <a:pt x="2365908" y="1677582"/>
                  <a:pt x="2365908" y="1691745"/>
                </a:cubicBezTo>
                <a:cubicBezTo>
                  <a:pt x="2365908" y="1705910"/>
                  <a:pt x="2354413" y="1717404"/>
                  <a:pt x="2340249" y="1717404"/>
                </a:cubicBezTo>
                <a:cubicBezTo>
                  <a:pt x="2326084" y="1717404"/>
                  <a:pt x="2314590" y="1705910"/>
                  <a:pt x="2314590" y="1691745"/>
                </a:cubicBezTo>
                <a:cubicBezTo>
                  <a:pt x="2314590" y="1677582"/>
                  <a:pt x="2326084" y="1666086"/>
                  <a:pt x="2340249" y="1666086"/>
                </a:cubicBezTo>
                <a:close/>
                <a:moveTo>
                  <a:pt x="2276044" y="1666086"/>
                </a:moveTo>
                <a:cubicBezTo>
                  <a:pt x="2290208" y="1666086"/>
                  <a:pt x="2301702" y="1677582"/>
                  <a:pt x="2301702" y="1691745"/>
                </a:cubicBezTo>
                <a:cubicBezTo>
                  <a:pt x="2301702" y="1705910"/>
                  <a:pt x="2290208" y="1717404"/>
                  <a:pt x="2276044" y="1717404"/>
                </a:cubicBezTo>
                <a:cubicBezTo>
                  <a:pt x="2261879" y="1717404"/>
                  <a:pt x="2250385" y="1705910"/>
                  <a:pt x="2250385" y="1691745"/>
                </a:cubicBezTo>
                <a:cubicBezTo>
                  <a:pt x="2250385" y="1677582"/>
                  <a:pt x="2261879" y="1666086"/>
                  <a:pt x="2276044" y="1666086"/>
                </a:cubicBezTo>
                <a:close/>
                <a:moveTo>
                  <a:pt x="2211838" y="1666086"/>
                </a:moveTo>
                <a:cubicBezTo>
                  <a:pt x="2226003" y="1666086"/>
                  <a:pt x="2237497" y="1677582"/>
                  <a:pt x="2237497" y="1691745"/>
                </a:cubicBezTo>
                <a:cubicBezTo>
                  <a:pt x="2237497" y="1705910"/>
                  <a:pt x="2226003" y="1717404"/>
                  <a:pt x="2211838" y="1717404"/>
                </a:cubicBezTo>
                <a:cubicBezTo>
                  <a:pt x="2197673" y="1717404"/>
                  <a:pt x="2186178" y="1705910"/>
                  <a:pt x="2186178" y="1691745"/>
                </a:cubicBezTo>
                <a:cubicBezTo>
                  <a:pt x="2186178" y="1677582"/>
                  <a:pt x="2197673" y="1666086"/>
                  <a:pt x="2211838" y="1666086"/>
                </a:cubicBezTo>
                <a:close/>
                <a:moveTo>
                  <a:pt x="2147633" y="1666086"/>
                </a:moveTo>
                <a:cubicBezTo>
                  <a:pt x="2161804" y="1666086"/>
                  <a:pt x="2173293" y="1677575"/>
                  <a:pt x="2173293" y="1691745"/>
                </a:cubicBezTo>
                <a:cubicBezTo>
                  <a:pt x="2173293" y="1705917"/>
                  <a:pt x="2161804" y="1717404"/>
                  <a:pt x="2147633" y="1717404"/>
                </a:cubicBezTo>
                <a:cubicBezTo>
                  <a:pt x="2133462" y="1717404"/>
                  <a:pt x="2121975" y="1705917"/>
                  <a:pt x="2121975" y="1691745"/>
                </a:cubicBezTo>
                <a:cubicBezTo>
                  <a:pt x="2121975" y="1677575"/>
                  <a:pt x="2133462" y="1666086"/>
                  <a:pt x="2147633" y="1666086"/>
                </a:cubicBezTo>
                <a:close/>
                <a:moveTo>
                  <a:pt x="2083427" y="1666086"/>
                </a:moveTo>
                <a:cubicBezTo>
                  <a:pt x="2097599" y="1666086"/>
                  <a:pt x="2109087" y="1677575"/>
                  <a:pt x="2109087" y="1691745"/>
                </a:cubicBezTo>
                <a:cubicBezTo>
                  <a:pt x="2109087" y="1705917"/>
                  <a:pt x="2097599" y="1717404"/>
                  <a:pt x="2083427" y="1717404"/>
                </a:cubicBezTo>
                <a:cubicBezTo>
                  <a:pt x="2069257" y="1717404"/>
                  <a:pt x="2057768" y="1705917"/>
                  <a:pt x="2057768" y="1691745"/>
                </a:cubicBezTo>
                <a:cubicBezTo>
                  <a:pt x="2057768" y="1677575"/>
                  <a:pt x="2069257" y="1666086"/>
                  <a:pt x="2083427" y="1666086"/>
                </a:cubicBezTo>
                <a:close/>
                <a:moveTo>
                  <a:pt x="2019222" y="1666086"/>
                </a:moveTo>
                <a:cubicBezTo>
                  <a:pt x="2033387" y="1666086"/>
                  <a:pt x="2044880" y="1677582"/>
                  <a:pt x="2044880" y="1691745"/>
                </a:cubicBezTo>
                <a:cubicBezTo>
                  <a:pt x="2044880" y="1705910"/>
                  <a:pt x="2033387" y="1717404"/>
                  <a:pt x="2019222" y="1717404"/>
                </a:cubicBezTo>
                <a:cubicBezTo>
                  <a:pt x="2005058" y="1717404"/>
                  <a:pt x="1993563" y="1705910"/>
                  <a:pt x="1993563" y="1691745"/>
                </a:cubicBezTo>
                <a:cubicBezTo>
                  <a:pt x="1993563" y="1677582"/>
                  <a:pt x="2005058" y="1666086"/>
                  <a:pt x="2019222" y="1666086"/>
                </a:cubicBezTo>
                <a:close/>
                <a:moveTo>
                  <a:pt x="1955016" y="1666086"/>
                </a:moveTo>
                <a:cubicBezTo>
                  <a:pt x="1969181" y="1666086"/>
                  <a:pt x="1980676" y="1677582"/>
                  <a:pt x="1980676" y="1691745"/>
                </a:cubicBezTo>
                <a:cubicBezTo>
                  <a:pt x="1980676" y="1705910"/>
                  <a:pt x="1969181" y="1717404"/>
                  <a:pt x="1955016" y="1717404"/>
                </a:cubicBezTo>
                <a:cubicBezTo>
                  <a:pt x="1940851" y="1717404"/>
                  <a:pt x="1929358" y="1705910"/>
                  <a:pt x="1929358" y="1691745"/>
                </a:cubicBezTo>
                <a:cubicBezTo>
                  <a:pt x="1929358" y="1677582"/>
                  <a:pt x="1940851" y="1666086"/>
                  <a:pt x="1955016" y="1666086"/>
                </a:cubicBezTo>
                <a:close/>
                <a:moveTo>
                  <a:pt x="1890696" y="1666086"/>
                </a:moveTo>
                <a:cubicBezTo>
                  <a:pt x="1904860" y="1666086"/>
                  <a:pt x="1916355" y="1677582"/>
                  <a:pt x="1916355" y="1691745"/>
                </a:cubicBezTo>
                <a:cubicBezTo>
                  <a:pt x="1916355" y="1705910"/>
                  <a:pt x="1904860" y="1717404"/>
                  <a:pt x="1890696" y="1717404"/>
                </a:cubicBezTo>
                <a:cubicBezTo>
                  <a:pt x="1876531" y="1717404"/>
                  <a:pt x="1865037" y="1705910"/>
                  <a:pt x="1865037" y="1691745"/>
                </a:cubicBezTo>
                <a:cubicBezTo>
                  <a:pt x="1865037" y="1677582"/>
                  <a:pt x="1876531" y="1666086"/>
                  <a:pt x="1890696" y="1666086"/>
                </a:cubicBezTo>
                <a:close/>
                <a:moveTo>
                  <a:pt x="1826490" y="1666086"/>
                </a:moveTo>
                <a:cubicBezTo>
                  <a:pt x="1840654" y="1666086"/>
                  <a:pt x="1852149" y="1677582"/>
                  <a:pt x="1852149" y="1691745"/>
                </a:cubicBezTo>
                <a:cubicBezTo>
                  <a:pt x="1852149" y="1705910"/>
                  <a:pt x="1840654" y="1717404"/>
                  <a:pt x="1826490" y="1717404"/>
                </a:cubicBezTo>
                <a:cubicBezTo>
                  <a:pt x="1812325" y="1717404"/>
                  <a:pt x="1800830" y="1705910"/>
                  <a:pt x="1800830" y="1691745"/>
                </a:cubicBezTo>
                <a:cubicBezTo>
                  <a:pt x="1800830" y="1677582"/>
                  <a:pt x="1812325" y="1666086"/>
                  <a:pt x="1826490" y="1666086"/>
                </a:cubicBezTo>
                <a:close/>
                <a:moveTo>
                  <a:pt x="1762285" y="1666086"/>
                </a:moveTo>
                <a:cubicBezTo>
                  <a:pt x="1776456" y="1666086"/>
                  <a:pt x="1787944" y="1677575"/>
                  <a:pt x="1787944" y="1691745"/>
                </a:cubicBezTo>
                <a:cubicBezTo>
                  <a:pt x="1787944" y="1705917"/>
                  <a:pt x="1776456" y="1717404"/>
                  <a:pt x="1762285" y="1717404"/>
                </a:cubicBezTo>
                <a:cubicBezTo>
                  <a:pt x="1748114" y="1717404"/>
                  <a:pt x="1736626" y="1705917"/>
                  <a:pt x="1736626" y="1691745"/>
                </a:cubicBezTo>
                <a:cubicBezTo>
                  <a:pt x="1736626" y="1677575"/>
                  <a:pt x="1748114" y="1666086"/>
                  <a:pt x="1762285" y="1666086"/>
                </a:cubicBezTo>
                <a:close/>
                <a:moveTo>
                  <a:pt x="1698080" y="1666086"/>
                </a:moveTo>
                <a:cubicBezTo>
                  <a:pt x="1712244" y="1666086"/>
                  <a:pt x="1723738" y="1677582"/>
                  <a:pt x="1723738" y="1691745"/>
                </a:cubicBezTo>
                <a:cubicBezTo>
                  <a:pt x="1723738" y="1705910"/>
                  <a:pt x="1712244" y="1717404"/>
                  <a:pt x="1698080" y="1717404"/>
                </a:cubicBezTo>
                <a:cubicBezTo>
                  <a:pt x="1683915" y="1717404"/>
                  <a:pt x="1672420" y="1705910"/>
                  <a:pt x="1672420" y="1691745"/>
                </a:cubicBezTo>
                <a:cubicBezTo>
                  <a:pt x="1672420" y="1677582"/>
                  <a:pt x="1683915" y="1666086"/>
                  <a:pt x="1698080" y="1666086"/>
                </a:cubicBezTo>
                <a:close/>
                <a:moveTo>
                  <a:pt x="1633874" y="1666086"/>
                </a:moveTo>
                <a:cubicBezTo>
                  <a:pt x="1648039" y="1666086"/>
                  <a:pt x="1659533" y="1677582"/>
                  <a:pt x="1659533" y="1691745"/>
                </a:cubicBezTo>
                <a:cubicBezTo>
                  <a:pt x="1659533" y="1705910"/>
                  <a:pt x="1648039" y="1717404"/>
                  <a:pt x="1633874" y="1717404"/>
                </a:cubicBezTo>
                <a:cubicBezTo>
                  <a:pt x="1619710" y="1717404"/>
                  <a:pt x="1608216" y="1705910"/>
                  <a:pt x="1608216" y="1691745"/>
                </a:cubicBezTo>
                <a:cubicBezTo>
                  <a:pt x="1608216" y="1677582"/>
                  <a:pt x="1619710" y="1666086"/>
                  <a:pt x="1633874" y="1666086"/>
                </a:cubicBezTo>
                <a:close/>
                <a:moveTo>
                  <a:pt x="1569669" y="1666086"/>
                </a:moveTo>
                <a:cubicBezTo>
                  <a:pt x="1583834" y="1666086"/>
                  <a:pt x="1595328" y="1677582"/>
                  <a:pt x="1595328" y="1691745"/>
                </a:cubicBezTo>
                <a:cubicBezTo>
                  <a:pt x="1595328" y="1705910"/>
                  <a:pt x="1583834" y="1717404"/>
                  <a:pt x="1569669" y="1717404"/>
                </a:cubicBezTo>
                <a:cubicBezTo>
                  <a:pt x="1555504" y="1717404"/>
                  <a:pt x="1544010" y="1705910"/>
                  <a:pt x="1544010" y="1691745"/>
                </a:cubicBezTo>
                <a:cubicBezTo>
                  <a:pt x="1544010" y="1677582"/>
                  <a:pt x="1555504" y="1666086"/>
                  <a:pt x="1569669" y="1666086"/>
                </a:cubicBezTo>
                <a:close/>
                <a:moveTo>
                  <a:pt x="1505464" y="1666086"/>
                </a:moveTo>
                <a:cubicBezTo>
                  <a:pt x="1519629" y="1666086"/>
                  <a:pt x="1531123" y="1677582"/>
                  <a:pt x="1531123" y="1691745"/>
                </a:cubicBezTo>
                <a:cubicBezTo>
                  <a:pt x="1531123" y="1705910"/>
                  <a:pt x="1519629" y="1717404"/>
                  <a:pt x="1505464" y="1717404"/>
                </a:cubicBezTo>
                <a:cubicBezTo>
                  <a:pt x="1491299" y="1717404"/>
                  <a:pt x="1479806" y="1705910"/>
                  <a:pt x="1479806" y="1691745"/>
                </a:cubicBezTo>
                <a:cubicBezTo>
                  <a:pt x="1479806" y="1677582"/>
                  <a:pt x="1491299" y="1666086"/>
                  <a:pt x="1505464" y="1666086"/>
                </a:cubicBezTo>
                <a:close/>
                <a:moveTo>
                  <a:pt x="1441258" y="1666086"/>
                </a:moveTo>
                <a:cubicBezTo>
                  <a:pt x="1455430" y="1666086"/>
                  <a:pt x="1466917" y="1677575"/>
                  <a:pt x="1466917" y="1691745"/>
                </a:cubicBezTo>
                <a:cubicBezTo>
                  <a:pt x="1466917" y="1705917"/>
                  <a:pt x="1455430" y="1717404"/>
                  <a:pt x="1441258" y="1717404"/>
                </a:cubicBezTo>
                <a:cubicBezTo>
                  <a:pt x="1427087" y="1717404"/>
                  <a:pt x="1415599" y="1705917"/>
                  <a:pt x="1415599" y="1691745"/>
                </a:cubicBezTo>
                <a:cubicBezTo>
                  <a:pt x="1415599" y="1677575"/>
                  <a:pt x="1427087" y="1666086"/>
                  <a:pt x="1441258" y="1666086"/>
                </a:cubicBezTo>
                <a:close/>
                <a:moveTo>
                  <a:pt x="1377053" y="1666086"/>
                </a:moveTo>
                <a:cubicBezTo>
                  <a:pt x="1391224" y="1666086"/>
                  <a:pt x="1402712" y="1677575"/>
                  <a:pt x="1402712" y="1691745"/>
                </a:cubicBezTo>
                <a:cubicBezTo>
                  <a:pt x="1402712" y="1705917"/>
                  <a:pt x="1391224" y="1717404"/>
                  <a:pt x="1377053" y="1717404"/>
                </a:cubicBezTo>
                <a:cubicBezTo>
                  <a:pt x="1362882" y="1717404"/>
                  <a:pt x="1351395" y="1705917"/>
                  <a:pt x="1351395" y="1691745"/>
                </a:cubicBezTo>
                <a:cubicBezTo>
                  <a:pt x="1351395" y="1677575"/>
                  <a:pt x="1362882" y="1666086"/>
                  <a:pt x="1377053" y="1666086"/>
                </a:cubicBezTo>
                <a:close/>
                <a:moveTo>
                  <a:pt x="1248643" y="1666086"/>
                </a:moveTo>
                <a:cubicBezTo>
                  <a:pt x="1262808" y="1666086"/>
                  <a:pt x="1274302" y="1677582"/>
                  <a:pt x="1274302" y="1691745"/>
                </a:cubicBezTo>
                <a:cubicBezTo>
                  <a:pt x="1274302" y="1705910"/>
                  <a:pt x="1262808" y="1717404"/>
                  <a:pt x="1248643" y="1717404"/>
                </a:cubicBezTo>
                <a:cubicBezTo>
                  <a:pt x="1234479" y="1717404"/>
                  <a:pt x="1222984" y="1705910"/>
                  <a:pt x="1222984" y="1691745"/>
                </a:cubicBezTo>
                <a:cubicBezTo>
                  <a:pt x="1222984" y="1677582"/>
                  <a:pt x="1234479" y="1666086"/>
                  <a:pt x="1248643" y="1666086"/>
                </a:cubicBezTo>
                <a:close/>
                <a:moveTo>
                  <a:pt x="1184437" y="1666086"/>
                </a:moveTo>
                <a:cubicBezTo>
                  <a:pt x="1198602" y="1666086"/>
                  <a:pt x="1210096" y="1677582"/>
                  <a:pt x="1210096" y="1691745"/>
                </a:cubicBezTo>
                <a:cubicBezTo>
                  <a:pt x="1210096" y="1705910"/>
                  <a:pt x="1198602" y="1717404"/>
                  <a:pt x="1184437" y="1717404"/>
                </a:cubicBezTo>
                <a:cubicBezTo>
                  <a:pt x="1170273" y="1717404"/>
                  <a:pt x="1158780" y="1705910"/>
                  <a:pt x="1158780" y="1691745"/>
                </a:cubicBezTo>
                <a:cubicBezTo>
                  <a:pt x="1158780" y="1677582"/>
                  <a:pt x="1170273" y="1666086"/>
                  <a:pt x="1184437" y="1666086"/>
                </a:cubicBezTo>
                <a:close/>
                <a:moveTo>
                  <a:pt x="1120233" y="1666086"/>
                </a:moveTo>
                <a:cubicBezTo>
                  <a:pt x="1134398" y="1666086"/>
                  <a:pt x="1145892" y="1677582"/>
                  <a:pt x="1145892" y="1691745"/>
                </a:cubicBezTo>
                <a:cubicBezTo>
                  <a:pt x="1145892" y="1705910"/>
                  <a:pt x="1134398" y="1717404"/>
                  <a:pt x="1120233" y="1717404"/>
                </a:cubicBezTo>
                <a:cubicBezTo>
                  <a:pt x="1106068" y="1717404"/>
                  <a:pt x="1094573" y="1705910"/>
                  <a:pt x="1094573" y="1691745"/>
                </a:cubicBezTo>
                <a:cubicBezTo>
                  <a:pt x="1094573" y="1677582"/>
                  <a:pt x="1106068" y="1666086"/>
                  <a:pt x="1120233" y="1666086"/>
                </a:cubicBezTo>
                <a:close/>
                <a:moveTo>
                  <a:pt x="1056027" y="1666086"/>
                </a:moveTo>
                <a:cubicBezTo>
                  <a:pt x="1070199" y="1666086"/>
                  <a:pt x="1081685" y="1677575"/>
                  <a:pt x="1081685" y="1691745"/>
                </a:cubicBezTo>
                <a:cubicBezTo>
                  <a:pt x="1081685" y="1705917"/>
                  <a:pt x="1070199" y="1717404"/>
                  <a:pt x="1056027" y="1717404"/>
                </a:cubicBezTo>
                <a:cubicBezTo>
                  <a:pt x="1041857" y="1717404"/>
                  <a:pt x="1030369" y="1705917"/>
                  <a:pt x="1030369" y="1691745"/>
                </a:cubicBezTo>
                <a:cubicBezTo>
                  <a:pt x="1030369" y="1677575"/>
                  <a:pt x="1041857" y="1666086"/>
                  <a:pt x="1056027" y="1666086"/>
                </a:cubicBezTo>
                <a:close/>
                <a:moveTo>
                  <a:pt x="991823" y="1666086"/>
                </a:moveTo>
                <a:cubicBezTo>
                  <a:pt x="1005993" y="1666086"/>
                  <a:pt x="1017481" y="1677575"/>
                  <a:pt x="1017481" y="1691745"/>
                </a:cubicBezTo>
                <a:cubicBezTo>
                  <a:pt x="1017481" y="1705917"/>
                  <a:pt x="1005993" y="1717404"/>
                  <a:pt x="991823" y="1717404"/>
                </a:cubicBezTo>
                <a:cubicBezTo>
                  <a:pt x="977652" y="1717404"/>
                  <a:pt x="966162" y="1705917"/>
                  <a:pt x="966162" y="1691745"/>
                </a:cubicBezTo>
                <a:cubicBezTo>
                  <a:pt x="966162" y="1677575"/>
                  <a:pt x="977652" y="1666086"/>
                  <a:pt x="991823" y="1666086"/>
                </a:cubicBezTo>
                <a:close/>
                <a:moveTo>
                  <a:pt x="927616" y="1666086"/>
                </a:moveTo>
                <a:cubicBezTo>
                  <a:pt x="941781" y="1666086"/>
                  <a:pt x="953275" y="1677582"/>
                  <a:pt x="953275" y="1691745"/>
                </a:cubicBezTo>
                <a:cubicBezTo>
                  <a:pt x="953275" y="1705910"/>
                  <a:pt x="941781" y="1717404"/>
                  <a:pt x="927616" y="1717404"/>
                </a:cubicBezTo>
                <a:cubicBezTo>
                  <a:pt x="913452" y="1717404"/>
                  <a:pt x="901957" y="1705910"/>
                  <a:pt x="901957" y="1691745"/>
                </a:cubicBezTo>
                <a:cubicBezTo>
                  <a:pt x="901957" y="1677582"/>
                  <a:pt x="913452" y="1666086"/>
                  <a:pt x="927616" y="1666086"/>
                </a:cubicBezTo>
                <a:close/>
                <a:moveTo>
                  <a:pt x="863411" y="1666086"/>
                </a:moveTo>
                <a:cubicBezTo>
                  <a:pt x="877576" y="1666086"/>
                  <a:pt x="889071" y="1677582"/>
                  <a:pt x="889071" y="1691745"/>
                </a:cubicBezTo>
                <a:cubicBezTo>
                  <a:pt x="889071" y="1705910"/>
                  <a:pt x="877576" y="1717404"/>
                  <a:pt x="863411" y="1717404"/>
                </a:cubicBezTo>
                <a:cubicBezTo>
                  <a:pt x="849248" y="1717404"/>
                  <a:pt x="837752" y="1705910"/>
                  <a:pt x="837752" y="1691745"/>
                </a:cubicBezTo>
                <a:cubicBezTo>
                  <a:pt x="837752" y="1677582"/>
                  <a:pt x="849248" y="1666086"/>
                  <a:pt x="863411" y="1666086"/>
                </a:cubicBezTo>
                <a:close/>
                <a:moveTo>
                  <a:pt x="670679" y="1666086"/>
                </a:moveTo>
                <a:cubicBezTo>
                  <a:pt x="684851" y="1666086"/>
                  <a:pt x="696338" y="1677575"/>
                  <a:pt x="696338" y="1691745"/>
                </a:cubicBezTo>
                <a:cubicBezTo>
                  <a:pt x="696338" y="1705917"/>
                  <a:pt x="684851" y="1717404"/>
                  <a:pt x="670679" y="1717404"/>
                </a:cubicBezTo>
                <a:cubicBezTo>
                  <a:pt x="656509" y="1717404"/>
                  <a:pt x="645020" y="1705917"/>
                  <a:pt x="645020" y="1691745"/>
                </a:cubicBezTo>
                <a:cubicBezTo>
                  <a:pt x="645020" y="1677575"/>
                  <a:pt x="656509" y="1666086"/>
                  <a:pt x="670679" y="1666086"/>
                </a:cubicBezTo>
                <a:close/>
                <a:moveTo>
                  <a:pt x="606475" y="1666086"/>
                </a:moveTo>
                <a:cubicBezTo>
                  <a:pt x="620639" y="1666086"/>
                  <a:pt x="632134" y="1677582"/>
                  <a:pt x="632134" y="1691745"/>
                </a:cubicBezTo>
                <a:cubicBezTo>
                  <a:pt x="632134" y="1705910"/>
                  <a:pt x="620639" y="1717404"/>
                  <a:pt x="606475" y="1717404"/>
                </a:cubicBezTo>
                <a:cubicBezTo>
                  <a:pt x="592310" y="1717404"/>
                  <a:pt x="580815" y="1705910"/>
                  <a:pt x="580815" y="1691745"/>
                </a:cubicBezTo>
                <a:cubicBezTo>
                  <a:pt x="580815" y="1677582"/>
                  <a:pt x="592310" y="1666086"/>
                  <a:pt x="606475" y="1666086"/>
                </a:cubicBezTo>
                <a:close/>
                <a:moveTo>
                  <a:pt x="542268" y="1666086"/>
                </a:moveTo>
                <a:cubicBezTo>
                  <a:pt x="556433" y="1666086"/>
                  <a:pt x="567927" y="1677582"/>
                  <a:pt x="567927" y="1691745"/>
                </a:cubicBezTo>
                <a:cubicBezTo>
                  <a:pt x="567927" y="1705910"/>
                  <a:pt x="556433" y="1717404"/>
                  <a:pt x="542268" y="1717404"/>
                </a:cubicBezTo>
                <a:cubicBezTo>
                  <a:pt x="528104" y="1717404"/>
                  <a:pt x="516610" y="1705910"/>
                  <a:pt x="516610" y="1691745"/>
                </a:cubicBezTo>
                <a:cubicBezTo>
                  <a:pt x="516610" y="1677582"/>
                  <a:pt x="528104" y="1666086"/>
                  <a:pt x="542268" y="1666086"/>
                </a:cubicBezTo>
                <a:close/>
                <a:moveTo>
                  <a:pt x="478063" y="1666086"/>
                </a:moveTo>
                <a:cubicBezTo>
                  <a:pt x="492228" y="1666086"/>
                  <a:pt x="503724" y="1677582"/>
                  <a:pt x="503724" y="1691745"/>
                </a:cubicBezTo>
                <a:cubicBezTo>
                  <a:pt x="503724" y="1705910"/>
                  <a:pt x="492228" y="1717404"/>
                  <a:pt x="478063" y="1717404"/>
                </a:cubicBezTo>
                <a:cubicBezTo>
                  <a:pt x="463900" y="1717404"/>
                  <a:pt x="452404" y="1705910"/>
                  <a:pt x="452404" y="1691745"/>
                </a:cubicBezTo>
                <a:cubicBezTo>
                  <a:pt x="452404" y="1677582"/>
                  <a:pt x="463900" y="1666086"/>
                  <a:pt x="478063" y="1666086"/>
                </a:cubicBezTo>
                <a:close/>
                <a:moveTo>
                  <a:pt x="413858" y="1666086"/>
                </a:moveTo>
                <a:cubicBezTo>
                  <a:pt x="428023" y="1666086"/>
                  <a:pt x="439517" y="1677582"/>
                  <a:pt x="439517" y="1691745"/>
                </a:cubicBezTo>
                <a:cubicBezTo>
                  <a:pt x="439517" y="1705910"/>
                  <a:pt x="428023" y="1717404"/>
                  <a:pt x="413858" y="1717404"/>
                </a:cubicBezTo>
                <a:cubicBezTo>
                  <a:pt x="399694" y="1717404"/>
                  <a:pt x="388200" y="1705910"/>
                  <a:pt x="388200" y="1691745"/>
                </a:cubicBezTo>
                <a:cubicBezTo>
                  <a:pt x="388200" y="1677582"/>
                  <a:pt x="399694" y="1666086"/>
                  <a:pt x="413858" y="1666086"/>
                </a:cubicBezTo>
                <a:close/>
                <a:moveTo>
                  <a:pt x="346686" y="1666086"/>
                </a:moveTo>
                <a:cubicBezTo>
                  <a:pt x="360849" y="1666086"/>
                  <a:pt x="372344" y="1677582"/>
                  <a:pt x="372344" y="1691745"/>
                </a:cubicBezTo>
                <a:cubicBezTo>
                  <a:pt x="372344" y="1705910"/>
                  <a:pt x="360849" y="1717404"/>
                  <a:pt x="346686" y="1717404"/>
                </a:cubicBezTo>
                <a:cubicBezTo>
                  <a:pt x="332520" y="1717404"/>
                  <a:pt x="321027" y="1705910"/>
                  <a:pt x="321027" y="1691745"/>
                </a:cubicBezTo>
                <a:cubicBezTo>
                  <a:pt x="321027" y="1677582"/>
                  <a:pt x="332520" y="1666086"/>
                  <a:pt x="346686" y="1666086"/>
                </a:cubicBezTo>
                <a:close/>
                <a:moveTo>
                  <a:pt x="282480" y="1666086"/>
                </a:moveTo>
                <a:cubicBezTo>
                  <a:pt x="296644" y="1666086"/>
                  <a:pt x="308138" y="1677582"/>
                  <a:pt x="308138" y="1691745"/>
                </a:cubicBezTo>
                <a:cubicBezTo>
                  <a:pt x="308138" y="1705910"/>
                  <a:pt x="296644" y="1717404"/>
                  <a:pt x="282480" y="1717404"/>
                </a:cubicBezTo>
                <a:cubicBezTo>
                  <a:pt x="268314" y="1717404"/>
                  <a:pt x="256820" y="1705910"/>
                  <a:pt x="256820" y="1691745"/>
                </a:cubicBezTo>
                <a:cubicBezTo>
                  <a:pt x="256820" y="1677582"/>
                  <a:pt x="268314" y="1666086"/>
                  <a:pt x="282480" y="1666086"/>
                </a:cubicBezTo>
                <a:close/>
                <a:moveTo>
                  <a:pt x="218274" y="1666086"/>
                </a:moveTo>
                <a:cubicBezTo>
                  <a:pt x="232438" y="1666086"/>
                  <a:pt x="243932" y="1677582"/>
                  <a:pt x="243932" y="1691745"/>
                </a:cubicBezTo>
                <a:cubicBezTo>
                  <a:pt x="243932" y="1705910"/>
                  <a:pt x="232438" y="1717404"/>
                  <a:pt x="218274" y="1717404"/>
                </a:cubicBezTo>
                <a:cubicBezTo>
                  <a:pt x="204109" y="1717404"/>
                  <a:pt x="192615" y="1705910"/>
                  <a:pt x="192615" y="1691745"/>
                </a:cubicBezTo>
                <a:cubicBezTo>
                  <a:pt x="192615" y="1677582"/>
                  <a:pt x="204109" y="1666086"/>
                  <a:pt x="218274" y="1666086"/>
                </a:cubicBezTo>
                <a:close/>
                <a:moveTo>
                  <a:pt x="25659" y="1666086"/>
                </a:moveTo>
                <a:cubicBezTo>
                  <a:pt x="39829" y="1666086"/>
                  <a:pt x="51317" y="1677575"/>
                  <a:pt x="51317" y="1691745"/>
                </a:cubicBezTo>
                <a:cubicBezTo>
                  <a:pt x="51317" y="1705917"/>
                  <a:pt x="39829" y="1717404"/>
                  <a:pt x="25659" y="1717404"/>
                </a:cubicBezTo>
                <a:cubicBezTo>
                  <a:pt x="11488" y="1717404"/>
                  <a:pt x="0" y="1705917"/>
                  <a:pt x="0" y="1691745"/>
                </a:cubicBezTo>
                <a:cubicBezTo>
                  <a:pt x="0" y="1677575"/>
                  <a:pt x="11488" y="1666086"/>
                  <a:pt x="25659" y="1666086"/>
                </a:cubicBezTo>
                <a:close/>
                <a:moveTo>
                  <a:pt x="11582491" y="1611634"/>
                </a:moveTo>
                <a:cubicBezTo>
                  <a:pt x="11589609" y="1611634"/>
                  <a:pt x="11595379" y="1617404"/>
                  <a:pt x="11595379" y="1624521"/>
                </a:cubicBezTo>
                <a:cubicBezTo>
                  <a:pt x="11595379" y="1631640"/>
                  <a:pt x="11589609" y="1637409"/>
                  <a:pt x="11582491" y="1637409"/>
                </a:cubicBezTo>
                <a:cubicBezTo>
                  <a:pt x="11575375" y="1637409"/>
                  <a:pt x="11569605" y="1631640"/>
                  <a:pt x="11569605" y="1624521"/>
                </a:cubicBezTo>
                <a:cubicBezTo>
                  <a:pt x="11569605" y="1617404"/>
                  <a:pt x="11575375" y="1611634"/>
                  <a:pt x="11582491" y="1611634"/>
                </a:cubicBezTo>
                <a:close/>
                <a:moveTo>
                  <a:pt x="11518287" y="1611634"/>
                </a:moveTo>
                <a:cubicBezTo>
                  <a:pt x="11525405" y="1611634"/>
                  <a:pt x="11531175" y="1617404"/>
                  <a:pt x="11531175" y="1624521"/>
                </a:cubicBezTo>
                <a:cubicBezTo>
                  <a:pt x="11531175" y="1631640"/>
                  <a:pt x="11525403" y="1637409"/>
                  <a:pt x="11518287" y="1637409"/>
                </a:cubicBezTo>
                <a:cubicBezTo>
                  <a:pt x="11511167" y="1637409"/>
                  <a:pt x="11505399" y="1631640"/>
                  <a:pt x="11505399" y="1624521"/>
                </a:cubicBezTo>
                <a:cubicBezTo>
                  <a:pt x="11505399" y="1617404"/>
                  <a:pt x="11511171" y="1611634"/>
                  <a:pt x="11518287" y="1611634"/>
                </a:cubicBezTo>
                <a:close/>
                <a:moveTo>
                  <a:pt x="10169743" y="1611634"/>
                </a:moveTo>
                <a:cubicBezTo>
                  <a:pt x="10176942" y="1611750"/>
                  <a:pt x="10182631" y="1617439"/>
                  <a:pt x="10182631" y="1624521"/>
                </a:cubicBezTo>
                <a:cubicBezTo>
                  <a:pt x="10182631" y="1631604"/>
                  <a:pt x="10176942" y="1637409"/>
                  <a:pt x="10169743" y="1637409"/>
                </a:cubicBezTo>
                <a:cubicBezTo>
                  <a:pt x="10162659" y="1637409"/>
                  <a:pt x="10156855" y="1631720"/>
                  <a:pt x="10156855" y="1624521"/>
                </a:cubicBezTo>
                <a:cubicBezTo>
                  <a:pt x="10156855" y="1617439"/>
                  <a:pt x="10162544" y="1611634"/>
                  <a:pt x="10169743" y="1611634"/>
                </a:cubicBezTo>
                <a:close/>
                <a:moveTo>
                  <a:pt x="9848716" y="1611634"/>
                </a:moveTo>
                <a:cubicBezTo>
                  <a:pt x="9855800" y="1611750"/>
                  <a:pt x="9861604" y="1617439"/>
                  <a:pt x="9861604" y="1624521"/>
                </a:cubicBezTo>
                <a:cubicBezTo>
                  <a:pt x="9861604" y="1631604"/>
                  <a:pt x="9855915" y="1637409"/>
                  <a:pt x="9848716" y="1637409"/>
                </a:cubicBezTo>
                <a:cubicBezTo>
                  <a:pt x="9841635" y="1637409"/>
                  <a:pt x="9835828" y="1631720"/>
                  <a:pt x="9835828" y="1624521"/>
                </a:cubicBezTo>
                <a:cubicBezTo>
                  <a:pt x="9835828" y="1617439"/>
                  <a:pt x="9841517" y="1611634"/>
                  <a:pt x="9848716" y="1611634"/>
                </a:cubicBezTo>
                <a:close/>
                <a:moveTo>
                  <a:pt x="7023451" y="1611634"/>
                </a:moveTo>
                <a:cubicBezTo>
                  <a:pt x="7030570" y="1611634"/>
                  <a:pt x="7036339" y="1617404"/>
                  <a:pt x="7036339" y="1624521"/>
                </a:cubicBezTo>
                <a:cubicBezTo>
                  <a:pt x="7036339" y="1631640"/>
                  <a:pt x="7030570" y="1637409"/>
                  <a:pt x="7023451" y="1637409"/>
                </a:cubicBezTo>
                <a:cubicBezTo>
                  <a:pt x="7016335" y="1637409"/>
                  <a:pt x="7010566" y="1631640"/>
                  <a:pt x="7010566" y="1624521"/>
                </a:cubicBezTo>
                <a:cubicBezTo>
                  <a:pt x="7010566" y="1617404"/>
                  <a:pt x="7016335" y="1611634"/>
                  <a:pt x="7023451" y="1611634"/>
                </a:cubicBezTo>
                <a:close/>
                <a:moveTo>
                  <a:pt x="5871887" y="1611634"/>
                </a:moveTo>
                <a:cubicBezTo>
                  <a:pt x="5879006" y="1611634"/>
                  <a:pt x="5884776" y="1617404"/>
                  <a:pt x="5884776" y="1624521"/>
                </a:cubicBezTo>
                <a:cubicBezTo>
                  <a:pt x="5884776" y="1631640"/>
                  <a:pt x="5879004" y="1637409"/>
                  <a:pt x="5871887" y="1637409"/>
                </a:cubicBezTo>
                <a:cubicBezTo>
                  <a:pt x="5864769" y="1637409"/>
                  <a:pt x="5859000" y="1631640"/>
                  <a:pt x="5859000" y="1624521"/>
                </a:cubicBezTo>
                <a:cubicBezTo>
                  <a:pt x="5859000" y="1617404"/>
                  <a:pt x="5864772" y="1611634"/>
                  <a:pt x="5871887" y="1611634"/>
                </a:cubicBezTo>
                <a:close/>
                <a:moveTo>
                  <a:pt x="5807683" y="1611634"/>
                </a:moveTo>
                <a:cubicBezTo>
                  <a:pt x="5814801" y="1611634"/>
                  <a:pt x="5820571" y="1617404"/>
                  <a:pt x="5820571" y="1624521"/>
                </a:cubicBezTo>
                <a:cubicBezTo>
                  <a:pt x="5820571" y="1631640"/>
                  <a:pt x="5814799" y="1637409"/>
                  <a:pt x="5807683" y="1637409"/>
                </a:cubicBezTo>
                <a:cubicBezTo>
                  <a:pt x="5800565" y="1637409"/>
                  <a:pt x="5794796" y="1631640"/>
                  <a:pt x="5794796" y="1624521"/>
                </a:cubicBezTo>
                <a:cubicBezTo>
                  <a:pt x="5794796" y="1617404"/>
                  <a:pt x="5800566" y="1611634"/>
                  <a:pt x="5807683" y="1611634"/>
                </a:cubicBezTo>
                <a:close/>
                <a:moveTo>
                  <a:pt x="4459140" y="1611634"/>
                </a:moveTo>
                <a:cubicBezTo>
                  <a:pt x="4466338" y="1611750"/>
                  <a:pt x="4472025" y="1617439"/>
                  <a:pt x="4472025" y="1624521"/>
                </a:cubicBezTo>
                <a:cubicBezTo>
                  <a:pt x="4472025" y="1631604"/>
                  <a:pt x="4466338" y="1637409"/>
                  <a:pt x="4459140" y="1637409"/>
                </a:cubicBezTo>
                <a:cubicBezTo>
                  <a:pt x="4452058" y="1637409"/>
                  <a:pt x="4446252" y="1631720"/>
                  <a:pt x="4446252" y="1624521"/>
                </a:cubicBezTo>
                <a:cubicBezTo>
                  <a:pt x="4446252" y="1617439"/>
                  <a:pt x="4451941" y="1611634"/>
                  <a:pt x="4459140" y="1611634"/>
                </a:cubicBezTo>
                <a:close/>
                <a:moveTo>
                  <a:pt x="4138112" y="1611634"/>
                </a:moveTo>
                <a:cubicBezTo>
                  <a:pt x="4145194" y="1611750"/>
                  <a:pt x="4151000" y="1617439"/>
                  <a:pt x="4151000" y="1624521"/>
                </a:cubicBezTo>
                <a:cubicBezTo>
                  <a:pt x="4151000" y="1631604"/>
                  <a:pt x="4145311" y="1637409"/>
                  <a:pt x="4138112" y="1637409"/>
                </a:cubicBezTo>
                <a:cubicBezTo>
                  <a:pt x="4131029" y="1637409"/>
                  <a:pt x="4125224" y="1631720"/>
                  <a:pt x="4125224" y="1624521"/>
                </a:cubicBezTo>
                <a:cubicBezTo>
                  <a:pt x="4125224" y="1617439"/>
                  <a:pt x="4130913" y="1611634"/>
                  <a:pt x="4138112" y="1611634"/>
                </a:cubicBezTo>
                <a:close/>
                <a:moveTo>
                  <a:pt x="1312848" y="1611634"/>
                </a:moveTo>
                <a:cubicBezTo>
                  <a:pt x="1319968" y="1611634"/>
                  <a:pt x="1325735" y="1617404"/>
                  <a:pt x="1325735" y="1624521"/>
                </a:cubicBezTo>
                <a:cubicBezTo>
                  <a:pt x="1325735" y="1631640"/>
                  <a:pt x="1319968" y="1637409"/>
                  <a:pt x="1312848" y="1637409"/>
                </a:cubicBezTo>
                <a:cubicBezTo>
                  <a:pt x="1305730" y="1637409"/>
                  <a:pt x="1299962" y="1631640"/>
                  <a:pt x="1299962" y="1624521"/>
                </a:cubicBezTo>
                <a:cubicBezTo>
                  <a:pt x="1299962" y="1617404"/>
                  <a:pt x="1305730" y="1611634"/>
                  <a:pt x="1312848" y="1611634"/>
                </a:cubicBezTo>
                <a:close/>
                <a:moveTo>
                  <a:pt x="154069" y="1611634"/>
                </a:moveTo>
                <a:cubicBezTo>
                  <a:pt x="161187" y="1611634"/>
                  <a:pt x="166957" y="1617404"/>
                  <a:pt x="166957" y="1624521"/>
                </a:cubicBezTo>
                <a:cubicBezTo>
                  <a:pt x="166957" y="1631640"/>
                  <a:pt x="161186" y="1637409"/>
                  <a:pt x="154069" y="1637409"/>
                </a:cubicBezTo>
                <a:cubicBezTo>
                  <a:pt x="146951" y="1637409"/>
                  <a:pt x="141182" y="1631640"/>
                  <a:pt x="141182" y="1624521"/>
                </a:cubicBezTo>
                <a:cubicBezTo>
                  <a:pt x="141182" y="1617404"/>
                  <a:pt x="146953" y="1611634"/>
                  <a:pt x="154069" y="1611634"/>
                </a:cubicBezTo>
                <a:close/>
                <a:moveTo>
                  <a:pt x="89864" y="1611634"/>
                </a:moveTo>
                <a:cubicBezTo>
                  <a:pt x="96982" y="1611634"/>
                  <a:pt x="102752" y="1617404"/>
                  <a:pt x="102752" y="1624521"/>
                </a:cubicBezTo>
                <a:cubicBezTo>
                  <a:pt x="102752" y="1631640"/>
                  <a:pt x="96981" y="1637409"/>
                  <a:pt x="89864" y="1637409"/>
                </a:cubicBezTo>
                <a:cubicBezTo>
                  <a:pt x="82746" y="1637409"/>
                  <a:pt x="76977" y="1631640"/>
                  <a:pt x="76977" y="1624521"/>
                </a:cubicBezTo>
                <a:cubicBezTo>
                  <a:pt x="76977" y="1617404"/>
                  <a:pt x="82748" y="1611634"/>
                  <a:pt x="89864" y="1611634"/>
                </a:cubicBezTo>
                <a:close/>
                <a:moveTo>
                  <a:pt x="12099103" y="1598863"/>
                </a:moveTo>
                <a:cubicBezTo>
                  <a:pt x="12113273" y="1598863"/>
                  <a:pt x="12124761" y="1610351"/>
                  <a:pt x="12124761" y="1624521"/>
                </a:cubicBezTo>
                <a:cubicBezTo>
                  <a:pt x="12124761" y="1638693"/>
                  <a:pt x="12113273" y="1650180"/>
                  <a:pt x="12099103" y="1650180"/>
                </a:cubicBezTo>
                <a:cubicBezTo>
                  <a:pt x="12084931" y="1650180"/>
                  <a:pt x="12073441" y="1638693"/>
                  <a:pt x="12073441" y="1624521"/>
                </a:cubicBezTo>
                <a:cubicBezTo>
                  <a:pt x="12073441" y="1610351"/>
                  <a:pt x="12084931" y="1598863"/>
                  <a:pt x="12099103" y="1598863"/>
                </a:cubicBezTo>
                <a:close/>
                <a:moveTo>
                  <a:pt x="12034897" y="1598863"/>
                </a:moveTo>
                <a:cubicBezTo>
                  <a:pt x="12049061" y="1598863"/>
                  <a:pt x="12060557" y="1610357"/>
                  <a:pt x="12060557" y="1624521"/>
                </a:cubicBezTo>
                <a:cubicBezTo>
                  <a:pt x="12060557" y="1638686"/>
                  <a:pt x="12049061" y="1650180"/>
                  <a:pt x="12034897" y="1650180"/>
                </a:cubicBezTo>
                <a:cubicBezTo>
                  <a:pt x="12020731" y="1650180"/>
                  <a:pt x="12009237" y="1638686"/>
                  <a:pt x="12009237" y="1624521"/>
                </a:cubicBezTo>
                <a:cubicBezTo>
                  <a:pt x="12009237" y="1610357"/>
                  <a:pt x="12020731" y="1598863"/>
                  <a:pt x="12034897" y="1598863"/>
                </a:cubicBezTo>
                <a:close/>
                <a:moveTo>
                  <a:pt x="11970691" y="1598863"/>
                </a:moveTo>
                <a:cubicBezTo>
                  <a:pt x="11984855" y="1598863"/>
                  <a:pt x="11996349" y="1610357"/>
                  <a:pt x="11996349" y="1624521"/>
                </a:cubicBezTo>
                <a:cubicBezTo>
                  <a:pt x="11996349" y="1638686"/>
                  <a:pt x="11984855" y="1650180"/>
                  <a:pt x="11970691" y="1650180"/>
                </a:cubicBezTo>
                <a:cubicBezTo>
                  <a:pt x="11956525" y="1650180"/>
                  <a:pt x="11945033" y="1638686"/>
                  <a:pt x="11945033" y="1624521"/>
                </a:cubicBezTo>
                <a:cubicBezTo>
                  <a:pt x="11945033" y="1610357"/>
                  <a:pt x="11956525" y="1598863"/>
                  <a:pt x="11970691" y="1598863"/>
                </a:cubicBezTo>
                <a:close/>
                <a:moveTo>
                  <a:pt x="11906483" y="1598863"/>
                </a:moveTo>
                <a:cubicBezTo>
                  <a:pt x="11920649" y="1598863"/>
                  <a:pt x="11932145" y="1610357"/>
                  <a:pt x="11932145" y="1624521"/>
                </a:cubicBezTo>
                <a:cubicBezTo>
                  <a:pt x="11932145" y="1638686"/>
                  <a:pt x="11920649" y="1650180"/>
                  <a:pt x="11906483" y="1650180"/>
                </a:cubicBezTo>
                <a:cubicBezTo>
                  <a:pt x="11892321" y="1650180"/>
                  <a:pt x="11880825" y="1638686"/>
                  <a:pt x="11880825" y="1624521"/>
                </a:cubicBezTo>
                <a:cubicBezTo>
                  <a:pt x="11880825" y="1610357"/>
                  <a:pt x="11892321" y="1598863"/>
                  <a:pt x="11906483" y="1598863"/>
                </a:cubicBezTo>
                <a:close/>
                <a:moveTo>
                  <a:pt x="11842279" y="1598863"/>
                </a:moveTo>
                <a:cubicBezTo>
                  <a:pt x="11856445" y="1598863"/>
                  <a:pt x="11867941" y="1610357"/>
                  <a:pt x="11867941" y="1624521"/>
                </a:cubicBezTo>
                <a:cubicBezTo>
                  <a:pt x="11867941" y="1638686"/>
                  <a:pt x="11856445" y="1650180"/>
                  <a:pt x="11842279" y="1650180"/>
                </a:cubicBezTo>
                <a:cubicBezTo>
                  <a:pt x="11828117" y="1650180"/>
                  <a:pt x="11816621" y="1638686"/>
                  <a:pt x="11816621" y="1624521"/>
                </a:cubicBezTo>
                <a:cubicBezTo>
                  <a:pt x="11816621" y="1610357"/>
                  <a:pt x="11828117" y="1598863"/>
                  <a:pt x="11842279" y="1598863"/>
                </a:cubicBezTo>
                <a:close/>
                <a:moveTo>
                  <a:pt x="11775107" y="1598863"/>
                </a:moveTo>
                <a:cubicBezTo>
                  <a:pt x="11789271" y="1598863"/>
                  <a:pt x="11800767" y="1610357"/>
                  <a:pt x="11800767" y="1624521"/>
                </a:cubicBezTo>
                <a:cubicBezTo>
                  <a:pt x="11800767" y="1638686"/>
                  <a:pt x="11789271" y="1650180"/>
                  <a:pt x="11775107" y="1650180"/>
                </a:cubicBezTo>
                <a:cubicBezTo>
                  <a:pt x="11760941" y="1650180"/>
                  <a:pt x="11749449" y="1638686"/>
                  <a:pt x="11749449" y="1624521"/>
                </a:cubicBezTo>
                <a:cubicBezTo>
                  <a:pt x="11749449" y="1610357"/>
                  <a:pt x="11760941" y="1598863"/>
                  <a:pt x="11775107" y="1598863"/>
                </a:cubicBezTo>
                <a:close/>
                <a:moveTo>
                  <a:pt x="11710901" y="1598863"/>
                </a:moveTo>
                <a:cubicBezTo>
                  <a:pt x="11725067" y="1598863"/>
                  <a:pt x="11736561" y="1610357"/>
                  <a:pt x="11736561" y="1624521"/>
                </a:cubicBezTo>
                <a:cubicBezTo>
                  <a:pt x="11736561" y="1638686"/>
                  <a:pt x="11725067" y="1650180"/>
                  <a:pt x="11710901" y="1650180"/>
                </a:cubicBezTo>
                <a:cubicBezTo>
                  <a:pt x="11696737" y="1650180"/>
                  <a:pt x="11685243" y="1638686"/>
                  <a:pt x="11685243" y="1624521"/>
                </a:cubicBezTo>
                <a:cubicBezTo>
                  <a:pt x="11685243" y="1610357"/>
                  <a:pt x="11696737" y="1598863"/>
                  <a:pt x="11710901" y="1598863"/>
                </a:cubicBezTo>
                <a:close/>
                <a:moveTo>
                  <a:pt x="11646697" y="1598863"/>
                </a:moveTo>
                <a:cubicBezTo>
                  <a:pt x="11660859" y="1598863"/>
                  <a:pt x="11672355" y="1610357"/>
                  <a:pt x="11672355" y="1624521"/>
                </a:cubicBezTo>
                <a:cubicBezTo>
                  <a:pt x="11672355" y="1638686"/>
                  <a:pt x="11660859" y="1650180"/>
                  <a:pt x="11646697" y="1650180"/>
                </a:cubicBezTo>
                <a:cubicBezTo>
                  <a:pt x="11632529" y="1650180"/>
                  <a:pt x="11621037" y="1638686"/>
                  <a:pt x="11621037" y="1624521"/>
                </a:cubicBezTo>
                <a:cubicBezTo>
                  <a:pt x="11621037" y="1610357"/>
                  <a:pt x="11632529" y="1598863"/>
                  <a:pt x="11646697" y="1598863"/>
                </a:cubicBezTo>
                <a:close/>
                <a:moveTo>
                  <a:pt x="11454081" y="1598863"/>
                </a:moveTo>
                <a:cubicBezTo>
                  <a:pt x="11468253" y="1598863"/>
                  <a:pt x="11479739" y="1610351"/>
                  <a:pt x="11479739" y="1624521"/>
                </a:cubicBezTo>
                <a:cubicBezTo>
                  <a:pt x="11479739" y="1638693"/>
                  <a:pt x="11468253" y="1650180"/>
                  <a:pt x="11454081" y="1650180"/>
                </a:cubicBezTo>
                <a:cubicBezTo>
                  <a:pt x="11439909" y="1650180"/>
                  <a:pt x="11428421" y="1638693"/>
                  <a:pt x="11428421" y="1624521"/>
                </a:cubicBezTo>
                <a:cubicBezTo>
                  <a:pt x="11428421" y="1610351"/>
                  <a:pt x="11439909" y="1598863"/>
                  <a:pt x="11454081" y="1598863"/>
                </a:cubicBezTo>
                <a:close/>
                <a:moveTo>
                  <a:pt x="11389875" y="1598863"/>
                </a:moveTo>
                <a:cubicBezTo>
                  <a:pt x="11404040" y="1598863"/>
                  <a:pt x="11415533" y="1610357"/>
                  <a:pt x="11415533" y="1624521"/>
                </a:cubicBezTo>
                <a:cubicBezTo>
                  <a:pt x="11415533" y="1638686"/>
                  <a:pt x="11404040" y="1650180"/>
                  <a:pt x="11389875" y="1650180"/>
                </a:cubicBezTo>
                <a:cubicBezTo>
                  <a:pt x="11375710" y="1650180"/>
                  <a:pt x="11364217" y="1638686"/>
                  <a:pt x="11364217" y="1624521"/>
                </a:cubicBezTo>
                <a:cubicBezTo>
                  <a:pt x="11364217" y="1610357"/>
                  <a:pt x="11375710" y="1598863"/>
                  <a:pt x="11389875" y="1598863"/>
                </a:cubicBezTo>
                <a:close/>
                <a:moveTo>
                  <a:pt x="11325670" y="1598863"/>
                </a:moveTo>
                <a:cubicBezTo>
                  <a:pt x="11339835" y="1598863"/>
                  <a:pt x="11351329" y="1610357"/>
                  <a:pt x="11351329" y="1624521"/>
                </a:cubicBezTo>
                <a:cubicBezTo>
                  <a:pt x="11351329" y="1638686"/>
                  <a:pt x="11339835" y="1650180"/>
                  <a:pt x="11325670" y="1650180"/>
                </a:cubicBezTo>
                <a:cubicBezTo>
                  <a:pt x="11311505" y="1650180"/>
                  <a:pt x="11300012" y="1638686"/>
                  <a:pt x="11300012" y="1624521"/>
                </a:cubicBezTo>
                <a:cubicBezTo>
                  <a:pt x="11300012" y="1610357"/>
                  <a:pt x="11311505" y="1598863"/>
                  <a:pt x="11325670" y="1598863"/>
                </a:cubicBezTo>
                <a:close/>
                <a:moveTo>
                  <a:pt x="11261466" y="1598863"/>
                </a:moveTo>
                <a:cubicBezTo>
                  <a:pt x="11275628" y="1598863"/>
                  <a:pt x="11287124" y="1610357"/>
                  <a:pt x="11287124" y="1624521"/>
                </a:cubicBezTo>
                <a:cubicBezTo>
                  <a:pt x="11287124" y="1638686"/>
                  <a:pt x="11275628" y="1650180"/>
                  <a:pt x="11261466" y="1650180"/>
                </a:cubicBezTo>
                <a:cubicBezTo>
                  <a:pt x="11247301" y="1650180"/>
                  <a:pt x="11235805" y="1638686"/>
                  <a:pt x="11235805" y="1624521"/>
                </a:cubicBezTo>
                <a:cubicBezTo>
                  <a:pt x="11235805" y="1610357"/>
                  <a:pt x="11247301" y="1598863"/>
                  <a:pt x="11261466" y="1598863"/>
                </a:cubicBezTo>
                <a:close/>
                <a:moveTo>
                  <a:pt x="11197259" y="1598863"/>
                </a:moveTo>
                <a:cubicBezTo>
                  <a:pt x="11211424" y="1598863"/>
                  <a:pt x="11222917" y="1610357"/>
                  <a:pt x="11222917" y="1624521"/>
                </a:cubicBezTo>
                <a:cubicBezTo>
                  <a:pt x="11222917" y="1638686"/>
                  <a:pt x="11211424" y="1650180"/>
                  <a:pt x="11197259" y="1650180"/>
                </a:cubicBezTo>
                <a:cubicBezTo>
                  <a:pt x="11183094" y="1650180"/>
                  <a:pt x="11171601" y="1638686"/>
                  <a:pt x="11171601" y="1624521"/>
                </a:cubicBezTo>
                <a:cubicBezTo>
                  <a:pt x="11171601" y="1610357"/>
                  <a:pt x="11183094" y="1598863"/>
                  <a:pt x="11197259" y="1598863"/>
                </a:cubicBezTo>
                <a:close/>
                <a:moveTo>
                  <a:pt x="11133055" y="1598863"/>
                </a:moveTo>
                <a:cubicBezTo>
                  <a:pt x="11147225" y="1598863"/>
                  <a:pt x="11158713" y="1610351"/>
                  <a:pt x="11158713" y="1624521"/>
                </a:cubicBezTo>
                <a:cubicBezTo>
                  <a:pt x="11158713" y="1638693"/>
                  <a:pt x="11147225" y="1650180"/>
                  <a:pt x="11133055" y="1650180"/>
                </a:cubicBezTo>
                <a:cubicBezTo>
                  <a:pt x="11118884" y="1650180"/>
                  <a:pt x="11107396" y="1638693"/>
                  <a:pt x="11107396" y="1624521"/>
                </a:cubicBezTo>
                <a:cubicBezTo>
                  <a:pt x="11107396" y="1610351"/>
                  <a:pt x="11118884" y="1598863"/>
                  <a:pt x="11133055" y="1598863"/>
                </a:cubicBezTo>
                <a:close/>
                <a:moveTo>
                  <a:pt x="11068848" y="1598863"/>
                </a:moveTo>
                <a:cubicBezTo>
                  <a:pt x="11083021" y="1598863"/>
                  <a:pt x="11094509" y="1610351"/>
                  <a:pt x="11094509" y="1624521"/>
                </a:cubicBezTo>
                <a:cubicBezTo>
                  <a:pt x="11094509" y="1638693"/>
                  <a:pt x="11083021" y="1650180"/>
                  <a:pt x="11068848" y="1650180"/>
                </a:cubicBezTo>
                <a:cubicBezTo>
                  <a:pt x="11054677" y="1650180"/>
                  <a:pt x="11043189" y="1638693"/>
                  <a:pt x="11043189" y="1624521"/>
                </a:cubicBezTo>
                <a:cubicBezTo>
                  <a:pt x="11043189" y="1610351"/>
                  <a:pt x="11054677" y="1598863"/>
                  <a:pt x="11068848" y="1598863"/>
                </a:cubicBezTo>
                <a:close/>
                <a:moveTo>
                  <a:pt x="11004643" y="1598863"/>
                </a:moveTo>
                <a:cubicBezTo>
                  <a:pt x="11018808" y="1598863"/>
                  <a:pt x="11030301" y="1610357"/>
                  <a:pt x="11030301" y="1624521"/>
                </a:cubicBezTo>
                <a:cubicBezTo>
                  <a:pt x="11030301" y="1638686"/>
                  <a:pt x="11018808" y="1650180"/>
                  <a:pt x="11004643" y="1650180"/>
                </a:cubicBezTo>
                <a:cubicBezTo>
                  <a:pt x="10990478" y="1650180"/>
                  <a:pt x="10978985" y="1638686"/>
                  <a:pt x="10978985" y="1624521"/>
                </a:cubicBezTo>
                <a:cubicBezTo>
                  <a:pt x="10978985" y="1610357"/>
                  <a:pt x="10990478" y="1598863"/>
                  <a:pt x="11004643" y="1598863"/>
                </a:cubicBezTo>
                <a:close/>
                <a:moveTo>
                  <a:pt x="10940321" y="1598863"/>
                </a:moveTo>
                <a:cubicBezTo>
                  <a:pt x="10954604" y="1598863"/>
                  <a:pt x="10965982" y="1610357"/>
                  <a:pt x="10965982" y="1624521"/>
                </a:cubicBezTo>
                <a:cubicBezTo>
                  <a:pt x="10965982" y="1638686"/>
                  <a:pt x="10954486" y="1650180"/>
                  <a:pt x="10940321" y="1650180"/>
                </a:cubicBezTo>
                <a:cubicBezTo>
                  <a:pt x="10926156" y="1650180"/>
                  <a:pt x="10914663" y="1638686"/>
                  <a:pt x="10914663" y="1624521"/>
                </a:cubicBezTo>
                <a:cubicBezTo>
                  <a:pt x="10914663" y="1610357"/>
                  <a:pt x="10926156" y="1598863"/>
                  <a:pt x="10940321" y="1598863"/>
                </a:cubicBezTo>
                <a:close/>
                <a:moveTo>
                  <a:pt x="10811912" y="1598863"/>
                </a:moveTo>
                <a:cubicBezTo>
                  <a:pt x="10826077" y="1598863"/>
                  <a:pt x="10837571" y="1610357"/>
                  <a:pt x="10837571" y="1624521"/>
                </a:cubicBezTo>
                <a:cubicBezTo>
                  <a:pt x="10837571" y="1638686"/>
                  <a:pt x="10826077" y="1650180"/>
                  <a:pt x="10811912" y="1650180"/>
                </a:cubicBezTo>
                <a:cubicBezTo>
                  <a:pt x="10797747" y="1650180"/>
                  <a:pt x="10786254" y="1638686"/>
                  <a:pt x="10786254" y="1624521"/>
                </a:cubicBezTo>
                <a:cubicBezTo>
                  <a:pt x="10786254" y="1610357"/>
                  <a:pt x="10797747" y="1598863"/>
                  <a:pt x="10811912" y="1598863"/>
                </a:cubicBezTo>
                <a:close/>
                <a:moveTo>
                  <a:pt x="10747708" y="1598863"/>
                </a:moveTo>
                <a:cubicBezTo>
                  <a:pt x="10761878" y="1598863"/>
                  <a:pt x="10773366" y="1610351"/>
                  <a:pt x="10773366" y="1624521"/>
                </a:cubicBezTo>
                <a:cubicBezTo>
                  <a:pt x="10773366" y="1638693"/>
                  <a:pt x="10761878" y="1650180"/>
                  <a:pt x="10747708" y="1650180"/>
                </a:cubicBezTo>
                <a:cubicBezTo>
                  <a:pt x="10733535" y="1650180"/>
                  <a:pt x="10722047" y="1638693"/>
                  <a:pt x="10722047" y="1624521"/>
                </a:cubicBezTo>
                <a:cubicBezTo>
                  <a:pt x="10722047" y="1610351"/>
                  <a:pt x="10733535" y="1598863"/>
                  <a:pt x="10747708" y="1598863"/>
                </a:cubicBezTo>
                <a:close/>
                <a:moveTo>
                  <a:pt x="10683501" y="1598863"/>
                </a:moveTo>
                <a:cubicBezTo>
                  <a:pt x="10697666" y="1598863"/>
                  <a:pt x="10709159" y="1610357"/>
                  <a:pt x="10709159" y="1624521"/>
                </a:cubicBezTo>
                <a:cubicBezTo>
                  <a:pt x="10709159" y="1638686"/>
                  <a:pt x="10697666" y="1650180"/>
                  <a:pt x="10683501" y="1650180"/>
                </a:cubicBezTo>
                <a:cubicBezTo>
                  <a:pt x="10669336" y="1650180"/>
                  <a:pt x="10657843" y="1638686"/>
                  <a:pt x="10657843" y="1624521"/>
                </a:cubicBezTo>
                <a:cubicBezTo>
                  <a:pt x="10657843" y="1610357"/>
                  <a:pt x="10669336" y="1598863"/>
                  <a:pt x="10683501" y="1598863"/>
                </a:cubicBezTo>
                <a:close/>
                <a:moveTo>
                  <a:pt x="10619297" y="1598863"/>
                </a:moveTo>
                <a:cubicBezTo>
                  <a:pt x="10633462" y="1598863"/>
                  <a:pt x="10644955" y="1610357"/>
                  <a:pt x="10644955" y="1624521"/>
                </a:cubicBezTo>
                <a:cubicBezTo>
                  <a:pt x="10644955" y="1638686"/>
                  <a:pt x="10633462" y="1650180"/>
                  <a:pt x="10619297" y="1650180"/>
                </a:cubicBezTo>
                <a:cubicBezTo>
                  <a:pt x="10605132" y="1650180"/>
                  <a:pt x="10593639" y="1638686"/>
                  <a:pt x="10593639" y="1624521"/>
                </a:cubicBezTo>
                <a:cubicBezTo>
                  <a:pt x="10593639" y="1610357"/>
                  <a:pt x="10605132" y="1598863"/>
                  <a:pt x="10619297" y="1598863"/>
                </a:cubicBezTo>
                <a:close/>
                <a:moveTo>
                  <a:pt x="10555092" y="1598863"/>
                </a:moveTo>
                <a:cubicBezTo>
                  <a:pt x="10569255" y="1598863"/>
                  <a:pt x="10580751" y="1610357"/>
                  <a:pt x="10580751" y="1624521"/>
                </a:cubicBezTo>
                <a:cubicBezTo>
                  <a:pt x="10580751" y="1638686"/>
                  <a:pt x="10569255" y="1650180"/>
                  <a:pt x="10555092" y="1650180"/>
                </a:cubicBezTo>
                <a:cubicBezTo>
                  <a:pt x="10540927" y="1650180"/>
                  <a:pt x="10529432" y="1638686"/>
                  <a:pt x="10529432" y="1624521"/>
                </a:cubicBezTo>
                <a:cubicBezTo>
                  <a:pt x="10529432" y="1610357"/>
                  <a:pt x="10540927" y="1598863"/>
                  <a:pt x="10555092" y="1598863"/>
                </a:cubicBezTo>
                <a:close/>
                <a:moveTo>
                  <a:pt x="10490885" y="1598863"/>
                </a:moveTo>
                <a:cubicBezTo>
                  <a:pt x="10505050" y="1598863"/>
                  <a:pt x="10516544" y="1610357"/>
                  <a:pt x="10516544" y="1624521"/>
                </a:cubicBezTo>
                <a:cubicBezTo>
                  <a:pt x="10516544" y="1638686"/>
                  <a:pt x="10505050" y="1650180"/>
                  <a:pt x="10490885" y="1650180"/>
                </a:cubicBezTo>
                <a:cubicBezTo>
                  <a:pt x="10476720" y="1650180"/>
                  <a:pt x="10465227" y="1638686"/>
                  <a:pt x="10465227" y="1624521"/>
                </a:cubicBezTo>
                <a:cubicBezTo>
                  <a:pt x="10465227" y="1610357"/>
                  <a:pt x="10476720" y="1598863"/>
                  <a:pt x="10490885" y="1598863"/>
                </a:cubicBezTo>
                <a:close/>
                <a:moveTo>
                  <a:pt x="10426681" y="1598863"/>
                </a:moveTo>
                <a:cubicBezTo>
                  <a:pt x="10440851" y="1598863"/>
                  <a:pt x="10452339" y="1610351"/>
                  <a:pt x="10452339" y="1624521"/>
                </a:cubicBezTo>
                <a:cubicBezTo>
                  <a:pt x="10452339" y="1638693"/>
                  <a:pt x="10440851" y="1650180"/>
                  <a:pt x="10426681" y="1650180"/>
                </a:cubicBezTo>
                <a:cubicBezTo>
                  <a:pt x="10412508" y="1650180"/>
                  <a:pt x="10401023" y="1638693"/>
                  <a:pt x="10401023" y="1624521"/>
                </a:cubicBezTo>
                <a:cubicBezTo>
                  <a:pt x="10401023" y="1610351"/>
                  <a:pt x="10412508" y="1598863"/>
                  <a:pt x="10426681" y="1598863"/>
                </a:cubicBezTo>
                <a:close/>
                <a:moveTo>
                  <a:pt x="10362474" y="1598863"/>
                </a:moveTo>
                <a:cubicBezTo>
                  <a:pt x="10376647" y="1598863"/>
                  <a:pt x="10388135" y="1610351"/>
                  <a:pt x="10388135" y="1624521"/>
                </a:cubicBezTo>
                <a:cubicBezTo>
                  <a:pt x="10388135" y="1638693"/>
                  <a:pt x="10376647" y="1650180"/>
                  <a:pt x="10362474" y="1650180"/>
                </a:cubicBezTo>
                <a:cubicBezTo>
                  <a:pt x="10348304" y="1650180"/>
                  <a:pt x="10336816" y="1638693"/>
                  <a:pt x="10336816" y="1624521"/>
                </a:cubicBezTo>
                <a:cubicBezTo>
                  <a:pt x="10336816" y="1610351"/>
                  <a:pt x="10348304" y="1598863"/>
                  <a:pt x="10362474" y="1598863"/>
                </a:cubicBezTo>
                <a:close/>
                <a:moveTo>
                  <a:pt x="10298270" y="1598863"/>
                </a:moveTo>
                <a:cubicBezTo>
                  <a:pt x="10312435" y="1598863"/>
                  <a:pt x="10323928" y="1610357"/>
                  <a:pt x="10323928" y="1624521"/>
                </a:cubicBezTo>
                <a:cubicBezTo>
                  <a:pt x="10323928" y="1638686"/>
                  <a:pt x="10312435" y="1650180"/>
                  <a:pt x="10298270" y="1650180"/>
                </a:cubicBezTo>
                <a:cubicBezTo>
                  <a:pt x="10284105" y="1650180"/>
                  <a:pt x="10272611" y="1638686"/>
                  <a:pt x="10272611" y="1624521"/>
                </a:cubicBezTo>
                <a:cubicBezTo>
                  <a:pt x="10272611" y="1610357"/>
                  <a:pt x="10284105" y="1598863"/>
                  <a:pt x="10298270" y="1598863"/>
                </a:cubicBezTo>
                <a:close/>
                <a:moveTo>
                  <a:pt x="10234065" y="1598863"/>
                </a:moveTo>
                <a:cubicBezTo>
                  <a:pt x="10248228" y="1598863"/>
                  <a:pt x="10259723" y="1610357"/>
                  <a:pt x="10259723" y="1624521"/>
                </a:cubicBezTo>
                <a:cubicBezTo>
                  <a:pt x="10259723" y="1638686"/>
                  <a:pt x="10248228" y="1650180"/>
                  <a:pt x="10234065" y="1650180"/>
                </a:cubicBezTo>
                <a:cubicBezTo>
                  <a:pt x="10219900" y="1650180"/>
                  <a:pt x="10208404" y="1638686"/>
                  <a:pt x="10208404" y="1624521"/>
                </a:cubicBezTo>
                <a:cubicBezTo>
                  <a:pt x="10208404" y="1610357"/>
                  <a:pt x="10219900" y="1598863"/>
                  <a:pt x="10234065" y="1598863"/>
                </a:cubicBezTo>
                <a:close/>
                <a:moveTo>
                  <a:pt x="10105654" y="1598863"/>
                </a:moveTo>
                <a:cubicBezTo>
                  <a:pt x="10119819" y="1598863"/>
                  <a:pt x="10131312" y="1610357"/>
                  <a:pt x="10131312" y="1624521"/>
                </a:cubicBezTo>
                <a:cubicBezTo>
                  <a:pt x="10131312" y="1638686"/>
                  <a:pt x="10119819" y="1650180"/>
                  <a:pt x="10105654" y="1650180"/>
                </a:cubicBezTo>
                <a:cubicBezTo>
                  <a:pt x="10091489" y="1650180"/>
                  <a:pt x="10079996" y="1638686"/>
                  <a:pt x="10079996" y="1624521"/>
                </a:cubicBezTo>
                <a:cubicBezTo>
                  <a:pt x="10079996" y="1610357"/>
                  <a:pt x="10091489" y="1598863"/>
                  <a:pt x="10105654" y="1598863"/>
                </a:cubicBezTo>
                <a:close/>
                <a:moveTo>
                  <a:pt x="9977242" y="1598863"/>
                </a:moveTo>
                <a:cubicBezTo>
                  <a:pt x="9991416" y="1598863"/>
                  <a:pt x="10002903" y="1610351"/>
                  <a:pt x="10002903" y="1624521"/>
                </a:cubicBezTo>
                <a:cubicBezTo>
                  <a:pt x="10002903" y="1638693"/>
                  <a:pt x="9991416" y="1650180"/>
                  <a:pt x="9977242" y="1650180"/>
                </a:cubicBezTo>
                <a:cubicBezTo>
                  <a:pt x="9963072" y="1650180"/>
                  <a:pt x="9951584" y="1638693"/>
                  <a:pt x="9951584" y="1624521"/>
                </a:cubicBezTo>
                <a:cubicBezTo>
                  <a:pt x="9951584" y="1610351"/>
                  <a:pt x="9963072" y="1598863"/>
                  <a:pt x="9977242" y="1598863"/>
                </a:cubicBezTo>
                <a:close/>
                <a:moveTo>
                  <a:pt x="9913038" y="1598863"/>
                </a:moveTo>
                <a:cubicBezTo>
                  <a:pt x="9927203" y="1598863"/>
                  <a:pt x="9938696" y="1610357"/>
                  <a:pt x="9938696" y="1624521"/>
                </a:cubicBezTo>
                <a:cubicBezTo>
                  <a:pt x="9938696" y="1638686"/>
                  <a:pt x="9927203" y="1650180"/>
                  <a:pt x="9913038" y="1650180"/>
                </a:cubicBezTo>
                <a:cubicBezTo>
                  <a:pt x="9898873" y="1650180"/>
                  <a:pt x="9887380" y="1638686"/>
                  <a:pt x="9887380" y="1624521"/>
                </a:cubicBezTo>
                <a:cubicBezTo>
                  <a:pt x="9887380" y="1610357"/>
                  <a:pt x="9898873" y="1598863"/>
                  <a:pt x="9913038" y="1598863"/>
                </a:cubicBezTo>
                <a:close/>
                <a:moveTo>
                  <a:pt x="9784512" y="1598863"/>
                </a:moveTo>
                <a:cubicBezTo>
                  <a:pt x="9798677" y="1598863"/>
                  <a:pt x="9810170" y="1610357"/>
                  <a:pt x="9810170" y="1624521"/>
                </a:cubicBezTo>
                <a:cubicBezTo>
                  <a:pt x="9810170" y="1638686"/>
                  <a:pt x="9798677" y="1650180"/>
                  <a:pt x="9784512" y="1650180"/>
                </a:cubicBezTo>
                <a:cubicBezTo>
                  <a:pt x="9770347" y="1650180"/>
                  <a:pt x="9758853" y="1638686"/>
                  <a:pt x="9758853" y="1624521"/>
                </a:cubicBezTo>
                <a:cubicBezTo>
                  <a:pt x="9758853" y="1610357"/>
                  <a:pt x="9770347" y="1598863"/>
                  <a:pt x="9784512" y="1598863"/>
                </a:cubicBezTo>
                <a:close/>
                <a:moveTo>
                  <a:pt x="9720307" y="1598863"/>
                </a:moveTo>
                <a:cubicBezTo>
                  <a:pt x="9734470" y="1598863"/>
                  <a:pt x="9745965" y="1610357"/>
                  <a:pt x="9745965" y="1624521"/>
                </a:cubicBezTo>
                <a:cubicBezTo>
                  <a:pt x="9745965" y="1638686"/>
                  <a:pt x="9734470" y="1650180"/>
                  <a:pt x="9720307" y="1650180"/>
                </a:cubicBezTo>
                <a:cubicBezTo>
                  <a:pt x="9706142" y="1650180"/>
                  <a:pt x="9694646" y="1638686"/>
                  <a:pt x="9694646" y="1624521"/>
                </a:cubicBezTo>
                <a:cubicBezTo>
                  <a:pt x="9694646" y="1610357"/>
                  <a:pt x="9706142" y="1598863"/>
                  <a:pt x="9720307" y="1598863"/>
                </a:cubicBezTo>
                <a:close/>
                <a:moveTo>
                  <a:pt x="9656100" y="1598863"/>
                </a:moveTo>
                <a:cubicBezTo>
                  <a:pt x="9670271" y="1598863"/>
                  <a:pt x="9681758" y="1610351"/>
                  <a:pt x="9681758" y="1624521"/>
                </a:cubicBezTo>
                <a:cubicBezTo>
                  <a:pt x="9681758" y="1638693"/>
                  <a:pt x="9670271" y="1650180"/>
                  <a:pt x="9656100" y="1650180"/>
                </a:cubicBezTo>
                <a:cubicBezTo>
                  <a:pt x="9641930" y="1650180"/>
                  <a:pt x="9630442" y="1638693"/>
                  <a:pt x="9630442" y="1624521"/>
                </a:cubicBezTo>
                <a:cubicBezTo>
                  <a:pt x="9630442" y="1610351"/>
                  <a:pt x="9641930" y="1598863"/>
                  <a:pt x="9656100" y="1598863"/>
                </a:cubicBezTo>
                <a:close/>
                <a:moveTo>
                  <a:pt x="9591896" y="1598863"/>
                </a:moveTo>
                <a:cubicBezTo>
                  <a:pt x="9606061" y="1598863"/>
                  <a:pt x="9617554" y="1610357"/>
                  <a:pt x="9617554" y="1624521"/>
                </a:cubicBezTo>
                <a:cubicBezTo>
                  <a:pt x="9617554" y="1638686"/>
                  <a:pt x="9606061" y="1650180"/>
                  <a:pt x="9591896" y="1650180"/>
                </a:cubicBezTo>
                <a:cubicBezTo>
                  <a:pt x="9577731" y="1650180"/>
                  <a:pt x="9566238" y="1638686"/>
                  <a:pt x="9566238" y="1624521"/>
                </a:cubicBezTo>
                <a:cubicBezTo>
                  <a:pt x="9566238" y="1610357"/>
                  <a:pt x="9577731" y="1598863"/>
                  <a:pt x="9591896" y="1598863"/>
                </a:cubicBezTo>
                <a:close/>
                <a:moveTo>
                  <a:pt x="9527689" y="1598863"/>
                </a:moveTo>
                <a:cubicBezTo>
                  <a:pt x="9541854" y="1598863"/>
                  <a:pt x="9553350" y="1610357"/>
                  <a:pt x="9553350" y="1624521"/>
                </a:cubicBezTo>
                <a:cubicBezTo>
                  <a:pt x="9553350" y="1638686"/>
                  <a:pt x="9541854" y="1650180"/>
                  <a:pt x="9527689" y="1650180"/>
                </a:cubicBezTo>
                <a:cubicBezTo>
                  <a:pt x="9513524" y="1650180"/>
                  <a:pt x="9502031" y="1638686"/>
                  <a:pt x="9502031" y="1624521"/>
                </a:cubicBezTo>
                <a:cubicBezTo>
                  <a:pt x="9502031" y="1610357"/>
                  <a:pt x="9513524" y="1598863"/>
                  <a:pt x="9527689" y="1598863"/>
                </a:cubicBezTo>
                <a:close/>
                <a:moveTo>
                  <a:pt x="9463485" y="1598863"/>
                </a:moveTo>
                <a:cubicBezTo>
                  <a:pt x="9477650" y="1598863"/>
                  <a:pt x="9489143" y="1610357"/>
                  <a:pt x="9489143" y="1624521"/>
                </a:cubicBezTo>
                <a:cubicBezTo>
                  <a:pt x="9489143" y="1638686"/>
                  <a:pt x="9477650" y="1650180"/>
                  <a:pt x="9463485" y="1650180"/>
                </a:cubicBezTo>
                <a:cubicBezTo>
                  <a:pt x="9449320" y="1650180"/>
                  <a:pt x="9437826" y="1638686"/>
                  <a:pt x="9437826" y="1624521"/>
                </a:cubicBezTo>
                <a:cubicBezTo>
                  <a:pt x="9437826" y="1610357"/>
                  <a:pt x="9449320" y="1598863"/>
                  <a:pt x="9463485" y="1598863"/>
                </a:cubicBezTo>
                <a:close/>
                <a:moveTo>
                  <a:pt x="9399280" y="1598863"/>
                </a:moveTo>
                <a:cubicBezTo>
                  <a:pt x="9413445" y="1598863"/>
                  <a:pt x="9424938" y="1610357"/>
                  <a:pt x="9424938" y="1624521"/>
                </a:cubicBezTo>
                <a:cubicBezTo>
                  <a:pt x="9424938" y="1638686"/>
                  <a:pt x="9413445" y="1650180"/>
                  <a:pt x="9399280" y="1650180"/>
                </a:cubicBezTo>
                <a:cubicBezTo>
                  <a:pt x="9385115" y="1650180"/>
                  <a:pt x="9373619" y="1638686"/>
                  <a:pt x="9373619" y="1624521"/>
                </a:cubicBezTo>
                <a:cubicBezTo>
                  <a:pt x="9373619" y="1610357"/>
                  <a:pt x="9385115" y="1598863"/>
                  <a:pt x="9399280" y="1598863"/>
                </a:cubicBezTo>
                <a:close/>
                <a:moveTo>
                  <a:pt x="9335073" y="1598863"/>
                </a:moveTo>
                <a:cubicBezTo>
                  <a:pt x="9349246" y="1598863"/>
                  <a:pt x="9360734" y="1610351"/>
                  <a:pt x="9360734" y="1624521"/>
                </a:cubicBezTo>
                <a:cubicBezTo>
                  <a:pt x="9360734" y="1638693"/>
                  <a:pt x="9349246" y="1650180"/>
                  <a:pt x="9335073" y="1650180"/>
                </a:cubicBezTo>
                <a:cubicBezTo>
                  <a:pt x="9320903" y="1650180"/>
                  <a:pt x="9309415" y="1638693"/>
                  <a:pt x="9309415" y="1624521"/>
                </a:cubicBezTo>
                <a:cubicBezTo>
                  <a:pt x="9309415" y="1610351"/>
                  <a:pt x="9320903" y="1598863"/>
                  <a:pt x="9335073" y="1598863"/>
                </a:cubicBezTo>
                <a:close/>
                <a:moveTo>
                  <a:pt x="9206664" y="1598863"/>
                </a:moveTo>
                <a:cubicBezTo>
                  <a:pt x="9220829" y="1598863"/>
                  <a:pt x="9232323" y="1610357"/>
                  <a:pt x="9232323" y="1624521"/>
                </a:cubicBezTo>
                <a:cubicBezTo>
                  <a:pt x="9232323" y="1638686"/>
                  <a:pt x="9220829" y="1650180"/>
                  <a:pt x="9206664" y="1650180"/>
                </a:cubicBezTo>
                <a:cubicBezTo>
                  <a:pt x="9192499" y="1650180"/>
                  <a:pt x="9181006" y="1638686"/>
                  <a:pt x="9181006" y="1624521"/>
                </a:cubicBezTo>
                <a:cubicBezTo>
                  <a:pt x="9181006" y="1610357"/>
                  <a:pt x="9192499" y="1598863"/>
                  <a:pt x="9206664" y="1598863"/>
                </a:cubicBezTo>
                <a:close/>
                <a:moveTo>
                  <a:pt x="9142457" y="1598863"/>
                </a:moveTo>
                <a:cubicBezTo>
                  <a:pt x="9156622" y="1598863"/>
                  <a:pt x="9168118" y="1610357"/>
                  <a:pt x="9168118" y="1624521"/>
                </a:cubicBezTo>
                <a:cubicBezTo>
                  <a:pt x="9168118" y="1638686"/>
                  <a:pt x="9156622" y="1650180"/>
                  <a:pt x="9142457" y="1650180"/>
                </a:cubicBezTo>
                <a:cubicBezTo>
                  <a:pt x="9128292" y="1650180"/>
                  <a:pt x="9116799" y="1638686"/>
                  <a:pt x="9116799" y="1624521"/>
                </a:cubicBezTo>
                <a:cubicBezTo>
                  <a:pt x="9116799" y="1610357"/>
                  <a:pt x="9128292" y="1598863"/>
                  <a:pt x="9142457" y="1598863"/>
                </a:cubicBezTo>
                <a:close/>
                <a:moveTo>
                  <a:pt x="9078253" y="1598863"/>
                </a:moveTo>
                <a:cubicBezTo>
                  <a:pt x="9092418" y="1598863"/>
                  <a:pt x="9103911" y="1610357"/>
                  <a:pt x="9103911" y="1624521"/>
                </a:cubicBezTo>
                <a:cubicBezTo>
                  <a:pt x="9103911" y="1638686"/>
                  <a:pt x="9092418" y="1650180"/>
                  <a:pt x="9078253" y="1650180"/>
                </a:cubicBezTo>
                <a:cubicBezTo>
                  <a:pt x="9064088" y="1650180"/>
                  <a:pt x="9052595" y="1638686"/>
                  <a:pt x="9052595" y="1624521"/>
                </a:cubicBezTo>
                <a:cubicBezTo>
                  <a:pt x="9052595" y="1610357"/>
                  <a:pt x="9064088" y="1598863"/>
                  <a:pt x="9078253" y="1598863"/>
                </a:cubicBezTo>
                <a:close/>
                <a:moveTo>
                  <a:pt x="9014049" y="1598863"/>
                </a:moveTo>
                <a:cubicBezTo>
                  <a:pt x="9028214" y="1598863"/>
                  <a:pt x="9039707" y="1610357"/>
                  <a:pt x="9039707" y="1624521"/>
                </a:cubicBezTo>
                <a:cubicBezTo>
                  <a:pt x="9039707" y="1638686"/>
                  <a:pt x="9028214" y="1650180"/>
                  <a:pt x="9014049" y="1650180"/>
                </a:cubicBezTo>
                <a:cubicBezTo>
                  <a:pt x="8999884" y="1650180"/>
                  <a:pt x="8988388" y="1638686"/>
                  <a:pt x="8988388" y="1624521"/>
                </a:cubicBezTo>
                <a:cubicBezTo>
                  <a:pt x="8988388" y="1610357"/>
                  <a:pt x="8999884" y="1598863"/>
                  <a:pt x="9014049" y="1598863"/>
                </a:cubicBezTo>
                <a:close/>
                <a:moveTo>
                  <a:pt x="8949842" y="1598863"/>
                </a:moveTo>
                <a:cubicBezTo>
                  <a:pt x="8964015" y="1598863"/>
                  <a:pt x="8975503" y="1610351"/>
                  <a:pt x="8975503" y="1624521"/>
                </a:cubicBezTo>
                <a:cubicBezTo>
                  <a:pt x="8975503" y="1638693"/>
                  <a:pt x="8964015" y="1650180"/>
                  <a:pt x="8949842" y="1650180"/>
                </a:cubicBezTo>
                <a:cubicBezTo>
                  <a:pt x="8935671" y="1650180"/>
                  <a:pt x="8924183" y="1638693"/>
                  <a:pt x="8924183" y="1624521"/>
                </a:cubicBezTo>
                <a:cubicBezTo>
                  <a:pt x="8924183" y="1610351"/>
                  <a:pt x="8935671" y="1598863"/>
                  <a:pt x="8949842" y="1598863"/>
                </a:cubicBezTo>
                <a:close/>
                <a:moveTo>
                  <a:pt x="8821433" y="1598863"/>
                </a:moveTo>
                <a:cubicBezTo>
                  <a:pt x="8835598" y="1598863"/>
                  <a:pt x="8847091" y="1610357"/>
                  <a:pt x="8847091" y="1624521"/>
                </a:cubicBezTo>
                <a:cubicBezTo>
                  <a:pt x="8847091" y="1638686"/>
                  <a:pt x="8835598" y="1650180"/>
                  <a:pt x="8821433" y="1650180"/>
                </a:cubicBezTo>
                <a:cubicBezTo>
                  <a:pt x="8807268" y="1650180"/>
                  <a:pt x="8795772" y="1638686"/>
                  <a:pt x="8795772" y="1624521"/>
                </a:cubicBezTo>
                <a:cubicBezTo>
                  <a:pt x="8795772" y="1610357"/>
                  <a:pt x="8807268" y="1598863"/>
                  <a:pt x="8821433" y="1598863"/>
                </a:cubicBezTo>
                <a:close/>
                <a:moveTo>
                  <a:pt x="8757226" y="1598863"/>
                </a:moveTo>
                <a:cubicBezTo>
                  <a:pt x="8771391" y="1598863"/>
                  <a:pt x="8782887" y="1610357"/>
                  <a:pt x="8782887" y="1624521"/>
                </a:cubicBezTo>
                <a:cubicBezTo>
                  <a:pt x="8782887" y="1638686"/>
                  <a:pt x="8771391" y="1650180"/>
                  <a:pt x="8757226" y="1650180"/>
                </a:cubicBezTo>
                <a:cubicBezTo>
                  <a:pt x="8743061" y="1650180"/>
                  <a:pt x="8731568" y="1638686"/>
                  <a:pt x="8731568" y="1624521"/>
                </a:cubicBezTo>
                <a:cubicBezTo>
                  <a:pt x="8731568" y="1610357"/>
                  <a:pt x="8743061" y="1598863"/>
                  <a:pt x="8757226" y="1598863"/>
                </a:cubicBezTo>
                <a:close/>
                <a:moveTo>
                  <a:pt x="8692904" y="1598863"/>
                </a:moveTo>
                <a:cubicBezTo>
                  <a:pt x="8707069" y="1598863"/>
                  <a:pt x="8718565" y="1610357"/>
                  <a:pt x="8718565" y="1624521"/>
                </a:cubicBezTo>
                <a:cubicBezTo>
                  <a:pt x="8718565" y="1638686"/>
                  <a:pt x="8707069" y="1650180"/>
                  <a:pt x="8692904" y="1650180"/>
                </a:cubicBezTo>
                <a:cubicBezTo>
                  <a:pt x="8678741" y="1650180"/>
                  <a:pt x="8667246" y="1638686"/>
                  <a:pt x="8667246" y="1624521"/>
                </a:cubicBezTo>
                <a:cubicBezTo>
                  <a:pt x="8667246" y="1610357"/>
                  <a:pt x="8678741" y="1598863"/>
                  <a:pt x="8692904" y="1598863"/>
                </a:cubicBezTo>
                <a:close/>
                <a:moveTo>
                  <a:pt x="8628699" y="1598863"/>
                </a:moveTo>
                <a:cubicBezTo>
                  <a:pt x="8642864" y="1598863"/>
                  <a:pt x="8654358" y="1610357"/>
                  <a:pt x="8654358" y="1624521"/>
                </a:cubicBezTo>
                <a:cubicBezTo>
                  <a:pt x="8654358" y="1638686"/>
                  <a:pt x="8642864" y="1650180"/>
                  <a:pt x="8628699" y="1650180"/>
                </a:cubicBezTo>
                <a:cubicBezTo>
                  <a:pt x="8614534" y="1650180"/>
                  <a:pt x="8603041" y="1638686"/>
                  <a:pt x="8603041" y="1624521"/>
                </a:cubicBezTo>
                <a:cubicBezTo>
                  <a:pt x="8603041" y="1610357"/>
                  <a:pt x="8614534" y="1598863"/>
                  <a:pt x="8628699" y="1598863"/>
                </a:cubicBezTo>
                <a:close/>
                <a:moveTo>
                  <a:pt x="8564495" y="1598863"/>
                </a:moveTo>
                <a:cubicBezTo>
                  <a:pt x="8578665" y="1598863"/>
                  <a:pt x="8590153" y="1610351"/>
                  <a:pt x="8590153" y="1624521"/>
                </a:cubicBezTo>
                <a:cubicBezTo>
                  <a:pt x="8590153" y="1638693"/>
                  <a:pt x="8578665" y="1650180"/>
                  <a:pt x="8564495" y="1650180"/>
                </a:cubicBezTo>
                <a:cubicBezTo>
                  <a:pt x="8550325" y="1650180"/>
                  <a:pt x="8538837" y="1638693"/>
                  <a:pt x="8538837" y="1624521"/>
                </a:cubicBezTo>
                <a:cubicBezTo>
                  <a:pt x="8538837" y="1610351"/>
                  <a:pt x="8550325" y="1598863"/>
                  <a:pt x="8564495" y="1598863"/>
                </a:cubicBezTo>
                <a:close/>
                <a:moveTo>
                  <a:pt x="8500288" y="1598863"/>
                </a:moveTo>
                <a:cubicBezTo>
                  <a:pt x="8514453" y="1598863"/>
                  <a:pt x="8525949" y="1610357"/>
                  <a:pt x="8525949" y="1624521"/>
                </a:cubicBezTo>
                <a:cubicBezTo>
                  <a:pt x="8525949" y="1638686"/>
                  <a:pt x="8514453" y="1650180"/>
                  <a:pt x="8500288" y="1650180"/>
                </a:cubicBezTo>
                <a:cubicBezTo>
                  <a:pt x="8486126" y="1650180"/>
                  <a:pt x="8474630" y="1638686"/>
                  <a:pt x="8474630" y="1624521"/>
                </a:cubicBezTo>
                <a:cubicBezTo>
                  <a:pt x="8474630" y="1610357"/>
                  <a:pt x="8486126" y="1598863"/>
                  <a:pt x="8500288" y="1598863"/>
                </a:cubicBezTo>
                <a:close/>
                <a:moveTo>
                  <a:pt x="8436084" y="1598863"/>
                </a:moveTo>
                <a:cubicBezTo>
                  <a:pt x="8450249" y="1598863"/>
                  <a:pt x="8461745" y="1610357"/>
                  <a:pt x="8461745" y="1624521"/>
                </a:cubicBezTo>
                <a:cubicBezTo>
                  <a:pt x="8461745" y="1638686"/>
                  <a:pt x="8450249" y="1650180"/>
                  <a:pt x="8436084" y="1650180"/>
                </a:cubicBezTo>
                <a:cubicBezTo>
                  <a:pt x="8421919" y="1650180"/>
                  <a:pt x="8410426" y="1638686"/>
                  <a:pt x="8410426" y="1624521"/>
                </a:cubicBezTo>
                <a:cubicBezTo>
                  <a:pt x="8410426" y="1610357"/>
                  <a:pt x="8421919" y="1598863"/>
                  <a:pt x="8436084" y="1598863"/>
                </a:cubicBezTo>
                <a:close/>
                <a:moveTo>
                  <a:pt x="8307675" y="1598863"/>
                </a:moveTo>
                <a:cubicBezTo>
                  <a:pt x="8321837" y="1598863"/>
                  <a:pt x="8333333" y="1610357"/>
                  <a:pt x="8333333" y="1624521"/>
                </a:cubicBezTo>
                <a:cubicBezTo>
                  <a:pt x="8333333" y="1638686"/>
                  <a:pt x="8321837" y="1650180"/>
                  <a:pt x="8307675" y="1650180"/>
                </a:cubicBezTo>
                <a:cubicBezTo>
                  <a:pt x="8293510" y="1650180"/>
                  <a:pt x="8282014" y="1638686"/>
                  <a:pt x="8282014" y="1624521"/>
                </a:cubicBezTo>
                <a:cubicBezTo>
                  <a:pt x="8282014" y="1610357"/>
                  <a:pt x="8293510" y="1598863"/>
                  <a:pt x="8307675" y="1598863"/>
                </a:cubicBezTo>
                <a:close/>
                <a:moveTo>
                  <a:pt x="8243468" y="1598863"/>
                </a:moveTo>
                <a:cubicBezTo>
                  <a:pt x="8257638" y="1598863"/>
                  <a:pt x="8269126" y="1610351"/>
                  <a:pt x="8269126" y="1624521"/>
                </a:cubicBezTo>
                <a:cubicBezTo>
                  <a:pt x="8269126" y="1638693"/>
                  <a:pt x="8257638" y="1650180"/>
                  <a:pt x="8243468" y="1650180"/>
                </a:cubicBezTo>
                <a:cubicBezTo>
                  <a:pt x="8229298" y="1650180"/>
                  <a:pt x="8217810" y="1638693"/>
                  <a:pt x="8217810" y="1624521"/>
                </a:cubicBezTo>
                <a:cubicBezTo>
                  <a:pt x="8217810" y="1610351"/>
                  <a:pt x="8229298" y="1598863"/>
                  <a:pt x="8243468" y="1598863"/>
                </a:cubicBezTo>
                <a:close/>
                <a:moveTo>
                  <a:pt x="8115057" y="1598863"/>
                </a:moveTo>
                <a:cubicBezTo>
                  <a:pt x="8129222" y="1598863"/>
                  <a:pt x="8140717" y="1610357"/>
                  <a:pt x="8140717" y="1624521"/>
                </a:cubicBezTo>
                <a:cubicBezTo>
                  <a:pt x="8140717" y="1638686"/>
                  <a:pt x="8129222" y="1650180"/>
                  <a:pt x="8115057" y="1650180"/>
                </a:cubicBezTo>
                <a:cubicBezTo>
                  <a:pt x="8100894" y="1650180"/>
                  <a:pt x="8089398" y="1638686"/>
                  <a:pt x="8089398" y="1624521"/>
                </a:cubicBezTo>
                <a:cubicBezTo>
                  <a:pt x="8089398" y="1610357"/>
                  <a:pt x="8100894" y="1598863"/>
                  <a:pt x="8115057" y="1598863"/>
                </a:cubicBezTo>
                <a:close/>
                <a:moveTo>
                  <a:pt x="8050852" y="1598863"/>
                </a:moveTo>
                <a:cubicBezTo>
                  <a:pt x="8065017" y="1598863"/>
                  <a:pt x="8076510" y="1610357"/>
                  <a:pt x="8076510" y="1624521"/>
                </a:cubicBezTo>
                <a:cubicBezTo>
                  <a:pt x="8076510" y="1638686"/>
                  <a:pt x="8065017" y="1650180"/>
                  <a:pt x="8050852" y="1650180"/>
                </a:cubicBezTo>
                <a:cubicBezTo>
                  <a:pt x="8036687" y="1650180"/>
                  <a:pt x="8025194" y="1638686"/>
                  <a:pt x="8025194" y="1624521"/>
                </a:cubicBezTo>
                <a:cubicBezTo>
                  <a:pt x="8025194" y="1610357"/>
                  <a:pt x="8036687" y="1598863"/>
                  <a:pt x="8050852" y="1598863"/>
                </a:cubicBezTo>
                <a:close/>
                <a:moveTo>
                  <a:pt x="7986648" y="1598863"/>
                </a:moveTo>
                <a:cubicBezTo>
                  <a:pt x="8000813" y="1598863"/>
                  <a:pt x="8012306" y="1610357"/>
                  <a:pt x="8012306" y="1624521"/>
                </a:cubicBezTo>
                <a:cubicBezTo>
                  <a:pt x="8012306" y="1638686"/>
                  <a:pt x="8000813" y="1650180"/>
                  <a:pt x="7986648" y="1650180"/>
                </a:cubicBezTo>
                <a:cubicBezTo>
                  <a:pt x="7972483" y="1650180"/>
                  <a:pt x="7960990" y="1638686"/>
                  <a:pt x="7960990" y="1624521"/>
                </a:cubicBezTo>
                <a:cubicBezTo>
                  <a:pt x="7960990" y="1610357"/>
                  <a:pt x="7972483" y="1598863"/>
                  <a:pt x="7986648" y="1598863"/>
                </a:cubicBezTo>
                <a:close/>
                <a:moveTo>
                  <a:pt x="7922444" y="1598863"/>
                </a:moveTo>
                <a:cubicBezTo>
                  <a:pt x="7936606" y="1598863"/>
                  <a:pt x="7948102" y="1610357"/>
                  <a:pt x="7948102" y="1624521"/>
                </a:cubicBezTo>
                <a:cubicBezTo>
                  <a:pt x="7948102" y="1638686"/>
                  <a:pt x="7936606" y="1650180"/>
                  <a:pt x="7922444" y="1650180"/>
                </a:cubicBezTo>
                <a:cubicBezTo>
                  <a:pt x="7908279" y="1650180"/>
                  <a:pt x="7896783" y="1638686"/>
                  <a:pt x="7896783" y="1624521"/>
                </a:cubicBezTo>
                <a:cubicBezTo>
                  <a:pt x="7896783" y="1610357"/>
                  <a:pt x="7908279" y="1598863"/>
                  <a:pt x="7922444" y="1598863"/>
                </a:cubicBezTo>
                <a:close/>
                <a:moveTo>
                  <a:pt x="7858237" y="1598863"/>
                </a:moveTo>
                <a:cubicBezTo>
                  <a:pt x="7872407" y="1598863"/>
                  <a:pt x="7883895" y="1610351"/>
                  <a:pt x="7883895" y="1624521"/>
                </a:cubicBezTo>
                <a:cubicBezTo>
                  <a:pt x="7883895" y="1638693"/>
                  <a:pt x="7872407" y="1650180"/>
                  <a:pt x="7858237" y="1650180"/>
                </a:cubicBezTo>
                <a:cubicBezTo>
                  <a:pt x="7844066" y="1650180"/>
                  <a:pt x="7832578" y="1638693"/>
                  <a:pt x="7832578" y="1624521"/>
                </a:cubicBezTo>
                <a:cubicBezTo>
                  <a:pt x="7832578" y="1610351"/>
                  <a:pt x="7844066" y="1598863"/>
                  <a:pt x="7858237" y="1598863"/>
                </a:cubicBezTo>
                <a:close/>
                <a:moveTo>
                  <a:pt x="7794032" y="1598863"/>
                </a:moveTo>
                <a:cubicBezTo>
                  <a:pt x="7808203" y="1598863"/>
                  <a:pt x="7819690" y="1610351"/>
                  <a:pt x="7819690" y="1624521"/>
                </a:cubicBezTo>
                <a:cubicBezTo>
                  <a:pt x="7819690" y="1638693"/>
                  <a:pt x="7808203" y="1650180"/>
                  <a:pt x="7794032" y="1650180"/>
                </a:cubicBezTo>
                <a:cubicBezTo>
                  <a:pt x="7779862" y="1650180"/>
                  <a:pt x="7768371" y="1638693"/>
                  <a:pt x="7768371" y="1624521"/>
                </a:cubicBezTo>
                <a:cubicBezTo>
                  <a:pt x="7768371" y="1610351"/>
                  <a:pt x="7779862" y="1598863"/>
                  <a:pt x="7794032" y="1598863"/>
                </a:cubicBezTo>
                <a:close/>
                <a:moveTo>
                  <a:pt x="7729825" y="1598863"/>
                </a:moveTo>
                <a:cubicBezTo>
                  <a:pt x="7743990" y="1598863"/>
                  <a:pt x="7755486" y="1610357"/>
                  <a:pt x="7755486" y="1624521"/>
                </a:cubicBezTo>
                <a:cubicBezTo>
                  <a:pt x="7755486" y="1638686"/>
                  <a:pt x="7743990" y="1650180"/>
                  <a:pt x="7729825" y="1650180"/>
                </a:cubicBezTo>
                <a:cubicBezTo>
                  <a:pt x="7715660" y="1650180"/>
                  <a:pt x="7704167" y="1638686"/>
                  <a:pt x="7704167" y="1624521"/>
                </a:cubicBezTo>
                <a:cubicBezTo>
                  <a:pt x="7704167" y="1610357"/>
                  <a:pt x="7715660" y="1598863"/>
                  <a:pt x="7729825" y="1598863"/>
                </a:cubicBezTo>
                <a:close/>
                <a:moveTo>
                  <a:pt x="7665621" y="1598863"/>
                </a:moveTo>
                <a:cubicBezTo>
                  <a:pt x="7679786" y="1598863"/>
                  <a:pt x="7691279" y="1610357"/>
                  <a:pt x="7691279" y="1624521"/>
                </a:cubicBezTo>
                <a:cubicBezTo>
                  <a:pt x="7691279" y="1638686"/>
                  <a:pt x="7679786" y="1650180"/>
                  <a:pt x="7665621" y="1650180"/>
                </a:cubicBezTo>
                <a:cubicBezTo>
                  <a:pt x="7651456" y="1650180"/>
                  <a:pt x="7639963" y="1638686"/>
                  <a:pt x="7639963" y="1624521"/>
                </a:cubicBezTo>
                <a:cubicBezTo>
                  <a:pt x="7639963" y="1610357"/>
                  <a:pt x="7651456" y="1598863"/>
                  <a:pt x="7665621" y="1598863"/>
                </a:cubicBezTo>
                <a:close/>
                <a:moveTo>
                  <a:pt x="7601299" y="1598863"/>
                </a:moveTo>
                <a:cubicBezTo>
                  <a:pt x="7615464" y="1598863"/>
                  <a:pt x="7626959" y="1610357"/>
                  <a:pt x="7626959" y="1624521"/>
                </a:cubicBezTo>
                <a:cubicBezTo>
                  <a:pt x="7626959" y="1638686"/>
                  <a:pt x="7615464" y="1650180"/>
                  <a:pt x="7601299" y="1650180"/>
                </a:cubicBezTo>
                <a:cubicBezTo>
                  <a:pt x="7587134" y="1650180"/>
                  <a:pt x="7575640" y="1638686"/>
                  <a:pt x="7575640" y="1624521"/>
                </a:cubicBezTo>
                <a:cubicBezTo>
                  <a:pt x="7575640" y="1610357"/>
                  <a:pt x="7587134" y="1598863"/>
                  <a:pt x="7601299" y="1598863"/>
                </a:cubicBezTo>
                <a:close/>
                <a:moveTo>
                  <a:pt x="7537094" y="1598863"/>
                </a:moveTo>
                <a:cubicBezTo>
                  <a:pt x="7551259" y="1598863"/>
                  <a:pt x="7562752" y="1610357"/>
                  <a:pt x="7562752" y="1624521"/>
                </a:cubicBezTo>
                <a:cubicBezTo>
                  <a:pt x="7562752" y="1638686"/>
                  <a:pt x="7551259" y="1650180"/>
                  <a:pt x="7537094" y="1650180"/>
                </a:cubicBezTo>
                <a:cubicBezTo>
                  <a:pt x="7522929" y="1650180"/>
                  <a:pt x="7511436" y="1638686"/>
                  <a:pt x="7511436" y="1624521"/>
                </a:cubicBezTo>
                <a:cubicBezTo>
                  <a:pt x="7511436" y="1610357"/>
                  <a:pt x="7522929" y="1598863"/>
                  <a:pt x="7537094" y="1598863"/>
                </a:cubicBezTo>
                <a:close/>
                <a:moveTo>
                  <a:pt x="7472890" y="1598863"/>
                </a:moveTo>
                <a:cubicBezTo>
                  <a:pt x="7487060" y="1598863"/>
                  <a:pt x="7498548" y="1610351"/>
                  <a:pt x="7498548" y="1624521"/>
                </a:cubicBezTo>
                <a:cubicBezTo>
                  <a:pt x="7498548" y="1638693"/>
                  <a:pt x="7487060" y="1650180"/>
                  <a:pt x="7472890" y="1650180"/>
                </a:cubicBezTo>
                <a:cubicBezTo>
                  <a:pt x="7458717" y="1650180"/>
                  <a:pt x="7447229" y="1638693"/>
                  <a:pt x="7447229" y="1624521"/>
                </a:cubicBezTo>
                <a:cubicBezTo>
                  <a:pt x="7447229" y="1610351"/>
                  <a:pt x="7458717" y="1598863"/>
                  <a:pt x="7472890" y="1598863"/>
                </a:cubicBezTo>
                <a:close/>
                <a:moveTo>
                  <a:pt x="7408683" y="1598863"/>
                </a:moveTo>
                <a:cubicBezTo>
                  <a:pt x="7422848" y="1598863"/>
                  <a:pt x="7434341" y="1610357"/>
                  <a:pt x="7434341" y="1624521"/>
                </a:cubicBezTo>
                <a:cubicBezTo>
                  <a:pt x="7434341" y="1638686"/>
                  <a:pt x="7422848" y="1650180"/>
                  <a:pt x="7408683" y="1650180"/>
                </a:cubicBezTo>
                <a:cubicBezTo>
                  <a:pt x="7394518" y="1650180"/>
                  <a:pt x="7383025" y="1638686"/>
                  <a:pt x="7383025" y="1624521"/>
                </a:cubicBezTo>
                <a:cubicBezTo>
                  <a:pt x="7383025" y="1610357"/>
                  <a:pt x="7394518" y="1598863"/>
                  <a:pt x="7408683" y="1598863"/>
                </a:cubicBezTo>
                <a:close/>
                <a:moveTo>
                  <a:pt x="7344479" y="1598863"/>
                </a:moveTo>
                <a:cubicBezTo>
                  <a:pt x="7358644" y="1598863"/>
                  <a:pt x="7370137" y="1610357"/>
                  <a:pt x="7370137" y="1624521"/>
                </a:cubicBezTo>
                <a:cubicBezTo>
                  <a:pt x="7370137" y="1638686"/>
                  <a:pt x="7358644" y="1650180"/>
                  <a:pt x="7344479" y="1650180"/>
                </a:cubicBezTo>
                <a:cubicBezTo>
                  <a:pt x="7330314" y="1650180"/>
                  <a:pt x="7318820" y="1638686"/>
                  <a:pt x="7318820" y="1624521"/>
                </a:cubicBezTo>
                <a:cubicBezTo>
                  <a:pt x="7318820" y="1610357"/>
                  <a:pt x="7330314" y="1598863"/>
                  <a:pt x="7344479" y="1598863"/>
                </a:cubicBezTo>
                <a:close/>
                <a:moveTo>
                  <a:pt x="7280274" y="1598863"/>
                </a:moveTo>
                <a:cubicBezTo>
                  <a:pt x="7294437" y="1598863"/>
                  <a:pt x="7305932" y="1610357"/>
                  <a:pt x="7305932" y="1624521"/>
                </a:cubicBezTo>
                <a:cubicBezTo>
                  <a:pt x="7305932" y="1638686"/>
                  <a:pt x="7294437" y="1650180"/>
                  <a:pt x="7280274" y="1650180"/>
                </a:cubicBezTo>
                <a:cubicBezTo>
                  <a:pt x="7266109" y="1650180"/>
                  <a:pt x="7254613" y="1638686"/>
                  <a:pt x="7254613" y="1624521"/>
                </a:cubicBezTo>
                <a:cubicBezTo>
                  <a:pt x="7254613" y="1610357"/>
                  <a:pt x="7266109" y="1598863"/>
                  <a:pt x="7280274" y="1598863"/>
                </a:cubicBezTo>
                <a:close/>
                <a:moveTo>
                  <a:pt x="7216067" y="1598863"/>
                </a:moveTo>
                <a:cubicBezTo>
                  <a:pt x="7230232" y="1598863"/>
                  <a:pt x="7241725" y="1610357"/>
                  <a:pt x="7241725" y="1624521"/>
                </a:cubicBezTo>
                <a:cubicBezTo>
                  <a:pt x="7241725" y="1638686"/>
                  <a:pt x="7230232" y="1650180"/>
                  <a:pt x="7216067" y="1650180"/>
                </a:cubicBezTo>
                <a:cubicBezTo>
                  <a:pt x="7201902" y="1650180"/>
                  <a:pt x="7190409" y="1638686"/>
                  <a:pt x="7190409" y="1624521"/>
                </a:cubicBezTo>
                <a:cubicBezTo>
                  <a:pt x="7190409" y="1610357"/>
                  <a:pt x="7201902" y="1598863"/>
                  <a:pt x="7216067" y="1598863"/>
                </a:cubicBezTo>
                <a:close/>
                <a:moveTo>
                  <a:pt x="7151863" y="1598863"/>
                </a:moveTo>
                <a:cubicBezTo>
                  <a:pt x="7166033" y="1598863"/>
                  <a:pt x="7177521" y="1610351"/>
                  <a:pt x="7177521" y="1624521"/>
                </a:cubicBezTo>
                <a:cubicBezTo>
                  <a:pt x="7177521" y="1638693"/>
                  <a:pt x="7166033" y="1650180"/>
                  <a:pt x="7151863" y="1650180"/>
                </a:cubicBezTo>
                <a:cubicBezTo>
                  <a:pt x="7137692" y="1650180"/>
                  <a:pt x="7126205" y="1638693"/>
                  <a:pt x="7126205" y="1624521"/>
                </a:cubicBezTo>
                <a:cubicBezTo>
                  <a:pt x="7126205" y="1610351"/>
                  <a:pt x="7137692" y="1598863"/>
                  <a:pt x="7151863" y="1598863"/>
                </a:cubicBezTo>
                <a:close/>
                <a:moveTo>
                  <a:pt x="7087658" y="1598863"/>
                </a:moveTo>
                <a:cubicBezTo>
                  <a:pt x="7101829" y="1598863"/>
                  <a:pt x="7113317" y="1610351"/>
                  <a:pt x="7113317" y="1624521"/>
                </a:cubicBezTo>
                <a:cubicBezTo>
                  <a:pt x="7113317" y="1638693"/>
                  <a:pt x="7101829" y="1650180"/>
                  <a:pt x="7087658" y="1650180"/>
                </a:cubicBezTo>
                <a:cubicBezTo>
                  <a:pt x="7073485" y="1650180"/>
                  <a:pt x="7061998" y="1638693"/>
                  <a:pt x="7061998" y="1624521"/>
                </a:cubicBezTo>
                <a:cubicBezTo>
                  <a:pt x="7061998" y="1610351"/>
                  <a:pt x="7073485" y="1598863"/>
                  <a:pt x="7087658" y="1598863"/>
                </a:cubicBezTo>
                <a:close/>
                <a:moveTo>
                  <a:pt x="6959247" y="1598863"/>
                </a:moveTo>
                <a:cubicBezTo>
                  <a:pt x="6973412" y="1598863"/>
                  <a:pt x="6984905" y="1610357"/>
                  <a:pt x="6984905" y="1624521"/>
                </a:cubicBezTo>
                <a:cubicBezTo>
                  <a:pt x="6984905" y="1638686"/>
                  <a:pt x="6973412" y="1650180"/>
                  <a:pt x="6959247" y="1650180"/>
                </a:cubicBezTo>
                <a:cubicBezTo>
                  <a:pt x="6945082" y="1650180"/>
                  <a:pt x="6933589" y="1638686"/>
                  <a:pt x="6933589" y="1624521"/>
                </a:cubicBezTo>
                <a:cubicBezTo>
                  <a:pt x="6933589" y="1610357"/>
                  <a:pt x="6945082" y="1598863"/>
                  <a:pt x="6959247" y="1598863"/>
                </a:cubicBezTo>
                <a:close/>
                <a:moveTo>
                  <a:pt x="6895043" y="1598863"/>
                </a:moveTo>
                <a:cubicBezTo>
                  <a:pt x="6909208" y="1598863"/>
                  <a:pt x="6920701" y="1610357"/>
                  <a:pt x="6920701" y="1624521"/>
                </a:cubicBezTo>
                <a:cubicBezTo>
                  <a:pt x="6920701" y="1638686"/>
                  <a:pt x="6909208" y="1650180"/>
                  <a:pt x="6895043" y="1650180"/>
                </a:cubicBezTo>
                <a:cubicBezTo>
                  <a:pt x="6880878" y="1650180"/>
                  <a:pt x="6869382" y="1638686"/>
                  <a:pt x="6869382" y="1624521"/>
                </a:cubicBezTo>
                <a:cubicBezTo>
                  <a:pt x="6869382" y="1610357"/>
                  <a:pt x="6880878" y="1598863"/>
                  <a:pt x="6895043" y="1598863"/>
                </a:cubicBezTo>
                <a:close/>
                <a:moveTo>
                  <a:pt x="6830836" y="1598863"/>
                </a:moveTo>
                <a:cubicBezTo>
                  <a:pt x="6845001" y="1598863"/>
                  <a:pt x="6856494" y="1610357"/>
                  <a:pt x="6856494" y="1624521"/>
                </a:cubicBezTo>
                <a:cubicBezTo>
                  <a:pt x="6856494" y="1638686"/>
                  <a:pt x="6845001" y="1650180"/>
                  <a:pt x="6830836" y="1650180"/>
                </a:cubicBezTo>
                <a:cubicBezTo>
                  <a:pt x="6816671" y="1650180"/>
                  <a:pt x="6805178" y="1638686"/>
                  <a:pt x="6805178" y="1624521"/>
                </a:cubicBezTo>
                <a:cubicBezTo>
                  <a:pt x="6805178" y="1610357"/>
                  <a:pt x="6816671" y="1598863"/>
                  <a:pt x="6830836" y="1598863"/>
                </a:cubicBezTo>
                <a:close/>
                <a:moveTo>
                  <a:pt x="6766631" y="1598863"/>
                </a:moveTo>
                <a:cubicBezTo>
                  <a:pt x="6780802" y="1598863"/>
                  <a:pt x="6792290" y="1610351"/>
                  <a:pt x="6792290" y="1624521"/>
                </a:cubicBezTo>
                <a:cubicBezTo>
                  <a:pt x="6792290" y="1638693"/>
                  <a:pt x="6780802" y="1650180"/>
                  <a:pt x="6766631" y="1650180"/>
                </a:cubicBezTo>
                <a:cubicBezTo>
                  <a:pt x="6752461" y="1650180"/>
                  <a:pt x="6740973" y="1638693"/>
                  <a:pt x="6740973" y="1624521"/>
                </a:cubicBezTo>
                <a:cubicBezTo>
                  <a:pt x="6740973" y="1610351"/>
                  <a:pt x="6752461" y="1598863"/>
                  <a:pt x="6766631" y="1598863"/>
                </a:cubicBezTo>
                <a:close/>
                <a:moveTo>
                  <a:pt x="6702427" y="1598863"/>
                </a:moveTo>
                <a:cubicBezTo>
                  <a:pt x="6716597" y="1598863"/>
                  <a:pt x="6728085" y="1610351"/>
                  <a:pt x="6728085" y="1624521"/>
                </a:cubicBezTo>
                <a:cubicBezTo>
                  <a:pt x="6728085" y="1638693"/>
                  <a:pt x="6716597" y="1650180"/>
                  <a:pt x="6702427" y="1650180"/>
                </a:cubicBezTo>
                <a:cubicBezTo>
                  <a:pt x="6688254" y="1650180"/>
                  <a:pt x="6676766" y="1638693"/>
                  <a:pt x="6676766" y="1624521"/>
                </a:cubicBezTo>
                <a:cubicBezTo>
                  <a:pt x="6676766" y="1610351"/>
                  <a:pt x="6688254" y="1598863"/>
                  <a:pt x="6702427" y="1598863"/>
                </a:cubicBezTo>
                <a:close/>
                <a:moveTo>
                  <a:pt x="6638220" y="1598863"/>
                </a:moveTo>
                <a:cubicBezTo>
                  <a:pt x="6652385" y="1598863"/>
                  <a:pt x="6663881" y="1610357"/>
                  <a:pt x="6663881" y="1624521"/>
                </a:cubicBezTo>
                <a:cubicBezTo>
                  <a:pt x="6663881" y="1638686"/>
                  <a:pt x="6652385" y="1650180"/>
                  <a:pt x="6638220" y="1650180"/>
                </a:cubicBezTo>
                <a:cubicBezTo>
                  <a:pt x="6624055" y="1650180"/>
                  <a:pt x="6612562" y="1638686"/>
                  <a:pt x="6612562" y="1624521"/>
                </a:cubicBezTo>
                <a:cubicBezTo>
                  <a:pt x="6612562" y="1610357"/>
                  <a:pt x="6624055" y="1598863"/>
                  <a:pt x="6638220" y="1598863"/>
                </a:cubicBezTo>
                <a:close/>
                <a:moveTo>
                  <a:pt x="6574016" y="1598863"/>
                </a:moveTo>
                <a:cubicBezTo>
                  <a:pt x="6588181" y="1598863"/>
                  <a:pt x="6599674" y="1610357"/>
                  <a:pt x="6599674" y="1624521"/>
                </a:cubicBezTo>
                <a:cubicBezTo>
                  <a:pt x="6599674" y="1638686"/>
                  <a:pt x="6588181" y="1650180"/>
                  <a:pt x="6574016" y="1650180"/>
                </a:cubicBezTo>
                <a:cubicBezTo>
                  <a:pt x="6559851" y="1650180"/>
                  <a:pt x="6548357" y="1638686"/>
                  <a:pt x="6548357" y="1624521"/>
                </a:cubicBezTo>
                <a:cubicBezTo>
                  <a:pt x="6548357" y="1610357"/>
                  <a:pt x="6559851" y="1598863"/>
                  <a:pt x="6574016" y="1598863"/>
                </a:cubicBezTo>
                <a:close/>
                <a:moveTo>
                  <a:pt x="6381282" y="1598863"/>
                </a:moveTo>
                <a:cubicBezTo>
                  <a:pt x="6395455" y="1598863"/>
                  <a:pt x="6406943" y="1610351"/>
                  <a:pt x="6406943" y="1624521"/>
                </a:cubicBezTo>
                <a:cubicBezTo>
                  <a:pt x="6406943" y="1638693"/>
                  <a:pt x="6395455" y="1650180"/>
                  <a:pt x="6381282" y="1650180"/>
                </a:cubicBezTo>
                <a:cubicBezTo>
                  <a:pt x="6367112" y="1650180"/>
                  <a:pt x="6355624" y="1638693"/>
                  <a:pt x="6355624" y="1624521"/>
                </a:cubicBezTo>
                <a:cubicBezTo>
                  <a:pt x="6355624" y="1610351"/>
                  <a:pt x="6367112" y="1598863"/>
                  <a:pt x="6381282" y="1598863"/>
                </a:cubicBezTo>
                <a:close/>
                <a:moveTo>
                  <a:pt x="6317078" y="1598863"/>
                </a:moveTo>
                <a:cubicBezTo>
                  <a:pt x="6331243" y="1598863"/>
                  <a:pt x="6342736" y="1610357"/>
                  <a:pt x="6342736" y="1624521"/>
                </a:cubicBezTo>
                <a:cubicBezTo>
                  <a:pt x="6342736" y="1638686"/>
                  <a:pt x="6331243" y="1650180"/>
                  <a:pt x="6317078" y="1650180"/>
                </a:cubicBezTo>
                <a:cubicBezTo>
                  <a:pt x="6302913" y="1650180"/>
                  <a:pt x="6291420" y="1638686"/>
                  <a:pt x="6291420" y="1624521"/>
                </a:cubicBezTo>
                <a:cubicBezTo>
                  <a:pt x="6291420" y="1610357"/>
                  <a:pt x="6302913" y="1598863"/>
                  <a:pt x="6317078" y="1598863"/>
                </a:cubicBezTo>
                <a:close/>
                <a:moveTo>
                  <a:pt x="6252873" y="1598863"/>
                </a:moveTo>
                <a:cubicBezTo>
                  <a:pt x="6267036" y="1598863"/>
                  <a:pt x="6278532" y="1610357"/>
                  <a:pt x="6278532" y="1624521"/>
                </a:cubicBezTo>
                <a:cubicBezTo>
                  <a:pt x="6278532" y="1638686"/>
                  <a:pt x="6267036" y="1650180"/>
                  <a:pt x="6252873" y="1650180"/>
                </a:cubicBezTo>
                <a:cubicBezTo>
                  <a:pt x="6238708" y="1650180"/>
                  <a:pt x="6227213" y="1638686"/>
                  <a:pt x="6227213" y="1624521"/>
                </a:cubicBezTo>
                <a:cubicBezTo>
                  <a:pt x="6227213" y="1610357"/>
                  <a:pt x="6238708" y="1598863"/>
                  <a:pt x="6252873" y="1598863"/>
                </a:cubicBezTo>
                <a:close/>
                <a:moveTo>
                  <a:pt x="6188666" y="1598863"/>
                </a:moveTo>
                <a:cubicBezTo>
                  <a:pt x="6202831" y="1598863"/>
                  <a:pt x="6214327" y="1610357"/>
                  <a:pt x="6214327" y="1624521"/>
                </a:cubicBezTo>
                <a:cubicBezTo>
                  <a:pt x="6214327" y="1638686"/>
                  <a:pt x="6202831" y="1650180"/>
                  <a:pt x="6188666" y="1650180"/>
                </a:cubicBezTo>
                <a:cubicBezTo>
                  <a:pt x="6174504" y="1650180"/>
                  <a:pt x="6163008" y="1638686"/>
                  <a:pt x="6163008" y="1624521"/>
                </a:cubicBezTo>
                <a:cubicBezTo>
                  <a:pt x="6163008" y="1610357"/>
                  <a:pt x="6174504" y="1598863"/>
                  <a:pt x="6188666" y="1598863"/>
                </a:cubicBezTo>
                <a:close/>
                <a:moveTo>
                  <a:pt x="6124462" y="1598863"/>
                </a:moveTo>
                <a:cubicBezTo>
                  <a:pt x="6138627" y="1598863"/>
                  <a:pt x="6150123" y="1610357"/>
                  <a:pt x="6150123" y="1624521"/>
                </a:cubicBezTo>
                <a:cubicBezTo>
                  <a:pt x="6150123" y="1638686"/>
                  <a:pt x="6138627" y="1650180"/>
                  <a:pt x="6124462" y="1650180"/>
                </a:cubicBezTo>
                <a:cubicBezTo>
                  <a:pt x="6110297" y="1650180"/>
                  <a:pt x="6098804" y="1638686"/>
                  <a:pt x="6098804" y="1624521"/>
                </a:cubicBezTo>
                <a:cubicBezTo>
                  <a:pt x="6098804" y="1610357"/>
                  <a:pt x="6110297" y="1598863"/>
                  <a:pt x="6124462" y="1598863"/>
                </a:cubicBezTo>
                <a:close/>
                <a:moveTo>
                  <a:pt x="6064505" y="1598863"/>
                </a:moveTo>
                <a:cubicBezTo>
                  <a:pt x="6078666" y="1598863"/>
                  <a:pt x="6090163" y="1610357"/>
                  <a:pt x="6090163" y="1624521"/>
                </a:cubicBezTo>
                <a:cubicBezTo>
                  <a:pt x="6090163" y="1638686"/>
                  <a:pt x="6078666" y="1650180"/>
                  <a:pt x="6064505" y="1650180"/>
                </a:cubicBezTo>
                <a:cubicBezTo>
                  <a:pt x="6050336" y="1650180"/>
                  <a:pt x="6038844" y="1638686"/>
                  <a:pt x="6038844" y="1624521"/>
                </a:cubicBezTo>
                <a:cubicBezTo>
                  <a:pt x="6038844" y="1610357"/>
                  <a:pt x="6050336" y="1598863"/>
                  <a:pt x="6064505" y="1598863"/>
                </a:cubicBezTo>
                <a:close/>
                <a:moveTo>
                  <a:pt x="6000298" y="1598863"/>
                </a:moveTo>
                <a:cubicBezTo>
                  <a:pt x="6014463" y="1598863"/>
                  <a:pt x="6025956" y="1610357"/>
                  <a:pt x="6025956" y="1624521"/>
                </a:cubicBezTo>
                <a:cubicBezTo>
                  <a:pt x="6025956" y="1638686"/>
                  <a:pt x="6014463" y="1650180"/>
                  <a:pt x="6000298" y="1650180"/>
                </a:cubicBezTo>
                <a:cubicBezTo>
                  <a:pt x="5986133" y="1650180"/>
                  <a:pt x="5974639" y="1638686"/>
                  <a:pt x="5974639" y="1624521"/>
                </a:cubicBezTo>
                <a:cubicBezTo>
                  <a:pt x="5974639" y="1610357"/>
                  <a:pt x="5986133" y="1598863"/>
                  <a:pt x="6000298" y="1598863"/>
                </a:cubicBezTo>
                <a:close/>
                <a:moveTo>
                  <a:pt x="5936092" y="1598863"/>
                </a:moveTo>
                <a:cubicBezTo>
                  <a:pt x="5950255" y="1598863"/>
                  <a:pt x="5961751" y="1610357"/>
                  <a:pt x="5961751" y="1624521"/>
                </a:cubicBezTo>
                <a:cubicBezTo>
                  <a:pt x="5961751" y="1638686"/>
                  <a:pt x="5950255" y="1650180"/>
                  <a:pt x="5936092" y="1650180"/>
                </a:cubicBezTo>
                <a:cubicBezTo>
                  <a:pt x="5921928" y="1650180"/>
                  <a:pt x="5910435" y="1638686"/>
                  <a:pt x="5910435" y="1624521"/>
                </a:cubicBezTo>
                <a:cubicBezTo>
                  <a:pt x="5910435" y="1610357"/>
                  <a:pt x="5921928" y="1598863"/>
                  <a:pt x="5936092" y="1598863"/>
                </a:cubicBezTo>
                <a:close/>
                <a:moveTo>
                  <a:pt x="5743477" y="1598863"/>
                </a:moveTo>
                <a:cubicBezTo>
                  <a:pt x="5757648" y="1598863"/>
                  <a:pt x="5769136" y="1610351"/>
                  <a:pt x="5769136" y="1624521"/>
                </a:cubicBezTo>
                <a:cubicBezTo>
                  <a:pt x="5769136" y="1638693"/>
                  <a:pt x="5757648" y="1650180"/>
                  <a:pt x="5743477" y="1650180"/>
                </a:cubicBezTo>
                <a:cubicBezTo>
                  <a:pt x="5729307" y="1650180"/>
                  <a:pt x="5717818" y="1638693"/>
                  <a:pt x="5717818" y="1624521"/>
                </a:cubicBezTo>
                <a:cubicBezTo>
                  <a:pt x="5717818" y="1610351"/>
                  <a:pt x="5729307" y="1598863"/>
                  <a:pt x="5743477" y="1598863"/>
                </a:cubicBezTo>
                <a:close/>
                <a:moveTo>
                  <a:pt x="5679272" y="1598863"/>
                </a:moveTo>
                <a:cubicBezTo>
                  <a:pt x="5693437" y="1598863"/>
                  <a:pt x="5704930" y="1610357"/>
                  <a:pt x="5704930" y="1624521"/>
                </a:cubicBezTo>
                <a:cubicBezTo>
                  <a:pt x="5704930" y="1638686"/>
                  <a:pt x="5693437" y="1650180"/>
                  <a:pt x="5679272" y="1650180"/>
                </a:cubicBezTo>
                <a:cubicBezTo>
                  <a:pt x="5665108" y="1650180"/>
                  <a:pt x="5653614" y="1638686"/>
                  <a:pt x="5653614" y="1624521"/>
                </a:cubicBezTo>
                <a:cubicBezTo>
                  <a:pt x="5653614" y="1610357"/>
                  <a:pt x="5665108" y="1598863"/>
                  <a:pt x="5679272" y="1598863"/>
                </a:cubicBezTo>
                <a:close/>
                <a:moveTo>
                  <a:pt x="5615066" y="1598863"/>
                </a:moveTo>
                <a:cubicBezTo>
                  <a:pt x="5629231" y="1598863"/>
                  <a:pt x="5640726" y="1610357"/>
                  <a:pt x="5640726" y="1624521"/>
                </a:cubicBezTo>
                <a:cubicBezTo>
                  <a:pt x="5640726" y="1638686"/>
                  <a:pt x="5629231" y="1650180"/>
                  <a:pt x="5615066" y="1650180"/>
                </a:cubicBezTo>
                <a:cubicBezTo>
                  <a:pt x="5600901" y="1650180"/>
                  <a:pt x="5589407" y="1638686"/>
                  <a:pt x="5589407" y="1624521"/>
                </a:cubicBezTo>
                <a:cubicBezTo>
                  <a:pt x="5589407" y="1610357"/>
                  <a:pt x="5600901" y="1598863"/>
                  <a:pt x="5615066" y="1598863"/>
                </a:cubicBezTo>
                <a:close/>
                <a:moveTo>
                  <a:pt x="5550862" y="1598863"/>
                </a:moveTo>
                <a:cubicBezTo>
                  <a:pt x="5565027" y="1598863"/>
                  <a:pt x="5576520" y="1610357"/>
                  <a:pt x="5576520" y="1624521"/>
                </a:cubicBezTo>
                <a:cubicBezTo>
                  <a:pt x="5576520" y="1638686"/>
                  <a:pt x="5565027" y="1650180"/>
                  <a:pt x="5550862" y="1650180"/>
                </a:cubicBezTo>
                <a:cubicBezTo>
                  <a:pt x="5536697" y="1650180"/>
                  <a:pt x="5525203" y="1638686"/>
                  <a:pt x="5525203" y="1624521"/>
                </a:cubicBezTo>
                <a:cubicBezTo>
                  <a:pt x="5525203" y="1610357"/>
                  <a:pt x="5536697" y="1598863"/>
                  <a:pt x="5550862" y="1598863"/>
                </a:cubicBezTo>
                <a:close/>
                <a:moveTo>
                  <a:pt x="5486655" y="1598863"/>
                </a:moveTo>
                <a:cubicBezTo>
                  <a:pt x="5500819" y="1598863"/>
                  <a:pt x="5512316" y="1610357"/>
                  <a:pt x="5512316" y="1624521"/>
                </a:cubicBezTo>
                <a:cubicBezTo>
                  <a:pt x="5512316" y="1638686"/>
                  <a:pt x="5500819" y="1650180"/>
                  <a:pt x="5486655" y="1650180"/>
                </a:cubicBezTo>
                <a:cubicBezTo>
                  <a:pt x="5472491" y="1650180"/>
                  <a:pt x="5460997" y="1638686"/>
                  <a:pt x="5460997" y="1624521"/>
                </a:cubicBezTo>
                <a:cubicBezTo>
                  <a:pt x="5460997" y="1610357"/>
                  <a:pt x="5472491" y="1598863"/>
                  <a:pt x="5486655" y="1598863"/>
                </a:cubicBezTo>
                <a:close/>
                <a:moveTo>
                  <a:pt x="5422451" y="1598863"/>
                </a:moveTo>
                <a:cubicBezTo>
                  <a:pt x="5436621" y="1598863"/>
                  <a:pt x="5448109" y="1610351"/>
                  <a:pt x="5448109" y="1624521"/>
                </a:cubicBezTo>
                <a:cubicBezTo>
                  <a:pt x="5448109" y="1638693"/>
                  <a:pt x="5436621" y="1650180"/>
                  <a:pt x="5422451" y="1650180"/>
                </a:cubicBezTo>
                <a:cubicBezTo>
                  <a:pt x="5408280" y="1650180"/>
                  <a:pt x="5396791" y="1638693"/>
                  <a:pt x="5396791" y="1624521"/>
                </a:cubicBezTo>
                <a:cubicBezTo>
                  <a:pt x="5396791" y="1610351"/>
                  <a:pt x="5408280" y="1598863"/>
                  <a:pt x="5422451" y="1598863"/>
                </a:cubicBezTo>
                <a:close/>
                <a:moveTo>
                  <a:pt x="5358245" y="1598863"/>
                </a:moveTo>
                <a:cubicBezTo>
                  <a:pt x="5372417" y="1598863"/>
                  <a:pt x="5383904" y="1610351"/>
                  <a:pt x="5383904" y="1624521"/>
                </a:cubicBezTo>
                <a:cubicBezTo>
                  <a:pt x="5383904" y="1638693"/>
                  <a:pt x="5372417" y="1650180"/>
                  <a:pt x="5358245" y="1650180"/>
                </a:cubicBezTo>
                <a:cubicBezTo>
                  <a:pt x="5344076" y="1650180"/>
                  <a:pt x="5332587" y="1638693"/>
                  <a:pt x="5332587" y="1624521"/>
                </a:cubicBezTo>
                <a:cubicBezTo>
                  <a:pt x="5332587" y="1610351"/>
                  <a:pt x="5344076" y="1598863"/>
                  <a:pt x="5358245" y="1598863"/>
                </a:cubicBezTo>
                <a:close/>
                <a:moveTo>
                  <a:pt x="5294040" y="1598863"/>
                </a:moveTo>
                <a:cubicBezTo>
                  <a:pt x="5308205" y="1598863"/>
                  <a:pt x="5319699" y="1610357"/>
                  <a:pt x="5319699" y="1624521"/>
                </a:cubicBezTo>
                <a:cubicBezTo>
                  <a:pt x="5319699" y="1638686"/>
                  <a:pt x="5308205" y="1650180"/>
                  <a:pt x="5294040" y="1650180"/>
                </a:cubicBezTo>
                <a:cubicBezTo>
                  <a:pt x="5279877" y="1650180"/>
                  <a:pt x="5268382" y="1638686"/>
                  <a:pt x="5268382" y="1624521"/>
                </a:cubicBezTo>
                <a:cubicBezTo>
                  <a:pt x="5268382" y="1610357"/>
                  <a:pt x="5279877" y="1598863"/>
                  <a:pt x="5294040" y="1598863"/>
                </a:cubicBezTo>
                <a:close/>
                <a:moveTo>
                  <a:pt x="5229719" y="1598863"/>
                </a:moveTo>
                <a:cubicBezTo>
                  <a:pt x="5243999" y="1598863"/>
                  <a:pt x="5255377" y="1610357"/>
                  <a:pt x="5255377" y="1624521"/>
                </a:cubicBezTo>
                <a:cubicBezTo>
                  <a:pt x="5255377" y="1638686"/>
                  <a:pt x="5243883" y="1650180"/>
                  <a:pt x="5229719" y="1650180"/>
                </a:cubicBezTo>
                <a:cubicBezTo>
                  <a:pt x="5215554" y="1650180"/>
                  <a:pt x="5204058" y="1638686"/>
                  <a:pt x="5204058" y="1624521"/>
                </a:cubicBezTo>
                <a:cubicBezTo>
                  <a:pt x="5204058" y="1610357"/>
                  <a:pt x="5215554" y="1598863"/>
                  <a:pt x="5229719" y="1598863"/>
                </a:cubicBezTo>
                <a:close/>
                <a:moveTo>
                  <a:pt x="5101309" y="1598863"/>
                </a:moveTo>
                <a:cubicBezTo>
                  <a:pt x="5115473" y="1598863"/>
                  <a:pt x="5126967" y="1610357"/>
                  <a:pt x="5126967" y="1624521"/>
                </a:cubicBezTo>
                <a:cubicBezTo>
                  <a:pt x="5126967" y="1638686"/>
                  <a:pt x="5115473" y="1650180"/>
                  <a:pt x="5101309" y="1650180"/>
                </a:cubicBezTo>
                <a:cubicBezTo>
                  <a:pt x="5087142" y="1650180"/>
                  <a:pt x="5075649" y="1638686"/>
                  <a:pt x="5075649" y="1624521"/>
                </a:cubicBezTo>
                <a:cubicBezTo>
                  <a:pt x="5075649" y="1610357"/>
                  <a:pt x="5087142" y="1598863"/>
                  <a:pt x="5101309" y="1598863"/>
                </a:cubicBezTo>
                <a:close/>
                <a:moveTo>
                  <a:pt x="5037104" y="1598863"/>
                </a:moveTo>
                <a:cubicBezTo>
                  <a:pt x="5051273" y="1598863"/>
                  <a:pt x="5062762" y="1610351"/>
                  <a:pt x="5062762" y="1624521"/>
                </a:cubicBezTo>
                <a:cubicBezTo>
                  <a:pt x="5062762" y="1638693"/>
                  <a:pt x="5051273" y="1650180"/>
                  <a:pt x="5037104" y="1650180"/>
                </a:cubicBezTo>
                <a:cubicBezTo>
                  <a:pt x="5022930" y="1650180"/>
                  <a:pt x="5011444" y="1638693"/>
                  <a:pt x="5011444" y="1624521"/>
                </a:cubicBezTo>
                <a:cubicBezTo>
                  <a:pt x="5011444" y="1610351"/>
                  <a:pt x="5022930" y="1598863"/>
                  <a:pt x="5037104" y="1598863"/>
                </a:cubicBezTo>
                <a:close/>
                <a:moveTo>
                  <a:pt x="4972896" y="1598863"/>
                </a:moveTo>
                <a:cubicBezTo>
                  <a:pt x="4987063" y="1598863"/>
                  <a:pt x="4998557" y="1610357"/>
                  <a:pt x="4998557" y="1624521"/>
                </a:cubicBezTo>
                <a:cubicBezTo>
                  <a:pt x="4998557" y="1638686"/>
                  <a:pt x="4987063" y="1650180"/>
                  <a:pt x="4972896" y="1650180"/>
                </a:cubicBezTo>
                <a:cubicBezTo>
                  <a:pt x="4958732" y="1650180"/>
                  <a:pt x="4947240" y="1638686"/>
                  <a:pt x="4947240" y="1624521"/>
                </a:cubicBezTo>
                <a:cubicBezTo>
                  <a:pt x="4947240" y="1610357"/>
                  <a:pt x="4958732" y="1598863"/>
                  <a:pt x="4972896" y="1598863"/>
                </a:cubicBezTo>
                <a:close/>
                <a:moveTo>
                  <a:pt x="4908693" y="1598863"/>
                </a:moveTo>
                <a:cubicBezTo>
                  <a:pt x="4922857" y="1598863"/>
                  <a:pt x="4934352" y="1610357"/>
                  <a:pt x="4934352" y="1624521"/>
                </a:cubicBezTo>
                <a:cubicBezTo>
                  <a:pt x="4934352" y="1638686"/>
                  <a:pt x="4922857" y="1650180"/>
                  <a:pt x="4908693" y="1650180"/>
                </a:cubicBezTo>
                <a:cubicBezTo>
                  <a:pt x="4894527" y="1650180"/>
                  <a:pt x="4883033" y="1638686"/>
                  <a:pt x="4883033" y="1624521"/>
                </a:cubicBezTo>
                <a:cubicBezTo>
                  <a:pt x="4883033" y="1610357"/>
                  <a:pt x="4894527" y="1598863"/>
                  <a:pt x="4908693" y="1598863"/>
                </a:cubicBezTo>
                <a:close/>
                <a:moveTo>
                  <a:pt x="4844487" y="1598863"/>
                </a:moveTo>
                <a:cubicBezTo>
                  <a:pt x="4858650" y="1598863"/>
                  <a:pt x="4870146" y="1610357"/>
                  <a:pt x="4870146" y="1624521"/>
                </a:cubicBezTo>
                <a:cubicBezTo>
                  <a:pt x="4870146" y="1638686"/>
                  <a:pt x="4858650" y="1650180"/>
                  <a:pt x="4844487" y="1650180"/>
                </a:cubicBezTo>
                <a:cubicBezTo>
                  <a:pt x="4830322" y="1650180"/>
                  <a:pt x="4818828" y="1638686"/>
                  <a:pt x="4818828" y="1624521"/>
                </a:cubicBezTo>
                <a:cubicBezTo>
                  <a:pt x="4818828" y="1610357"/>
                  <a:pt x="4830322" y="1598863"/>
                  <a:pt x="4844487" y="1598863"/>
                </a:cubicBezTo>
                <a:close/>
                <a:moveTo>
                  <a:pt x="4780282" y="1598863"/>
                </a:moveTo>
                <a:cubicBezTo>
                  <a:pt x="4794447" y="1598863"/>
                  <a:pt x="4805941" y="1610357"/>
                  <a:pt x="4805941" y="1624521"/>
                </a:cubicBezTo>
                <a:cubicBezTo>
                  <a:pt x="4805941" y="1638686"/>
                  <a:pt x="4794447" y="1650180"/>
                  <a:pt x="4780282" y="1650180"/>
                </a:cubicBezTo>
                <a:cubicBezTo>
                  <a:pt x="4766118" y="1650180"/>
                  <a:pt x="4754622" y="1638686"/>
                  <a:pt x="4754622" y="1624521"/>
                </a:cubicBezTo>
                <a:cubicBezTo>
                  <a:pt x="4754622" y="1610357"/>
                  <a:pt x="4766118" y="1598863"/>
                  <a:pt x="4780282" y="1598863"/>
                </a:cubicBezTo>
                <a:close/>
                <a:moveTo>
                  <a:pt x="4716077" y="1598863"/>
                </a:moveTo>
                <a:cubicBezTo>
                  <a:pt x="4730248" y="1598863"/>
                  <a:pt x="4741736" y="1610351"/>
                  <a:pt x="4741736" y="1624521"/>
                </a:cubicBezTo>
                <a:cubicBezTo>
                  <a:pt x="4741736" y="1638693"/>
                  <a:pt x="4730248" y="1650180"/>
                  <a:pt x="4716077" y="1650180"/>
                </a:cubicBezTo>
                <a:cubicBezTo>
                  <a:pt x="4701906" y="1650180"/>
                  <a:pt x="4690419" y="1638693"/>
                  <a:pt x="4690419" y="1624521"/>
                </a:cubicBezTo>
                <a:cubicBezTo>
                  <a:pt x="4690419" y="1610351"/>
                  <a:pt x="4701906" y="1598863"/>
                  <a:pt x="4716077" y="1598863"/>
                </a:cubicBezTo>
                <a:close/>
                <a:moveTo>
                  <a:pt x="4651872" y="1598863"/>
                </a:moveTo>
                <a:cubicBezTo>
                  <a:pt x="4666042" y="1598863"/>
                  <a:pt x="4677531" y="1610351"/>
                  <a:pt x="4677531" y="1624521"/>
                </a:cubicBezTo>
                <a:cubicBezTo>
                  <a:pt x="4677531" y="1638693"/>
                  <a:pt x="4666042" y="1650180"/>
                  <a:pt x="4651872" y="1650180"/>
                </a:cubicBezTo>
                <a:cubicBezTo>
                  <a:pt x="4637700" y="1650180"/>
                  <a:pt x="4626213" y="1638693"/>
                  <a:pt x="4626213" y="1624521"/>
                </a:cubicBezTo>
                <a:cubicBezTo>
                  <a:pt x="4626213" y="1610351"/>
                  <a:pt x="4637700" y="1598863"/>
                  <a:pt x="4651872" y="1598863"/>
                </a:cubicBezTo>
                <a:close/>
                <a:moveTo>
                  <a:pt x="4587666" y="1598863"/>
                </a:moveTo>
                <a:cubicBezTo>
                  <a:pt x="4601830" y="1598863"/>
                  <a:pt x="4613324" y="1610357"/>
                  <a:pt x="4613324" y="1624521"/>
                </a:cubicBezTo>
                <a:cubicBezTo>
                  <a:pt x="4613324" y="1638686"/>
                  <a:pt x="4601830" y="1650180"/>
                  <a:pt x="4587666" y="1650180"/>
                </a:cubicBezTo>
                <a:cubicBezTo>
                  <a:pt x="4573501" y="1650180"/>
                  <a:pt x="4562007" y="1638686"/>
                  <a:pt x="4562007" y="1624521"/>
                </a:cubicBezTo>
                <a:cubicBezTo>
                  <a:pt x="4562007" y="1610357"/>
                  <a:pt x="4573501" y="1598863"/>
                  <a:pt x="4587666" y="1598863"/>
                </a:cubicBezTo>
                <a:close/>
                <a:moveTo>
                  <a:pt x="4523461" y="1598863"/>
                </a:moveTo>
                <a:cubicBezTo>
                  <a:pt x="4537626" y="1598863"/>
                  <a:pt x="4549121" y="1610357"/>
                  <a:pt x="4549121" y="1624521"/>
                </a:cubicBezTo>
                <a:cubicBezTo>
                  <a:pt x="4549121" y="1638686"/>
                  <a:pt x="4537626" y="1650180"/>
                  <a:pt x="4523461" y="1650180"/>
                </a:cubicBezTo>
                <a:cubicBezTo>
                  <a:pt x="4509296" y="1650180"/>
                  <a:pt x="4497802" y="1638686"/>
                  <a:pt x="4497802" y="1624521"/>
                </a:cubicBezTo>
                <a:cubicBezTo>
                  <a:pt x="4497802" y="1610357"/>
                  <a:pt x="4509296" y="1598863"/>
                  <a:pt x="4523461" y="1598863"/>
                </a:cubicBezTo>
                <a:close/>
                <a:moveTo>
                  <a:pt x="4395050" y="1598863"/>
                </a:moveTo>
                <a:cubicBezTo>
                  <a:pt x="4409214" y="1598863"/>
                  <a:pt x="4420710" y="1610357"/>
                  <a:pt x="4420710" y="1624521"/>
                </a:cubicBezTo>
                <a:cubicBezTo>
                  <a:pt x="4420710" y="1638686"/>
                  <a:pt x="4409214" y="1650180"/>
                  <a:pt x="4395050" y="1650180"/>
                </a:cubicBezTo>
                <a:cubicBezTo>
                  <a:pt x="4380886" y="1650180"/>
                  <a:pt x="4369391" y="1638686"/>
                  <a:pt x="4369391" y="1624521"/>
                </a:cubicBezTo>
                <a:cubicBezTo>
                  <a:pt x="4369391" y="1610357"/>
                  <a:pt x="4380886" y="1598863"/>
                  <a:pt x="4395050" y="1598863"/>
                </a:cubicBezTo>
                <a:close/>
                <a:moveTo>
                  <a:pt x="4266640" y="1598863"/>
                </a:moveTo>
                <a:cubicBezTo>
                  <a:pt x="4280811" y="1598863"/>
                  <a:pt x="4292298" y="1610351"/>
                  <a:pt x="4292298" y="1624521"/>
                </a:cubicBezTo>
                <a:cubicBezTo>
                  <a:pt x="4292298" y="1638693"/>
                  <a:pt x="4280811" y="1650180"/>
                  <a:pt x="4266640" y="1650180"/>
                </a:cubicBezTo>
                <a:cubicBezTo>
                  <a:pt x="4252470" y="1650180"/>
                  <a:pt x="4240981" y="1638693"/>
                  <a:pt x="4240981" y="1624521"/>
                </a:cubicBezTo>
                <a:cubicBezTo>
                  <a:pt x="4240981" y="1610351"/>
                  <a:pt x="4252470" y="1598863"/>
                  <a:pt x="4266640" y="1598863"/>
                </a:cubicBezTo>
                <a:close/>
                <a:moveTo>
                  <a:pt x="4202435" y="1598863"/>
                </a:moveTo>
                <a:cubicBezTo>
                  <a:pt x="4216598" y="1598863"/>
                  <a:pt x="4228093" y="1610357"/>
                  <a:pt x="4228093" y="1624521"/>
                </a:cubicBezTo>
                <a:cubicBezTo>
                  <a:pt x="4228093" y="1638686"/>
                  <a:pt x="4216598" y="1650180"/>
                  <a:pt x="4202435" y="1650180"/>
                </a:cubicBezTo>
                <a:cubicBezTo>
                  <a:pt x="4188268" y="1650180"/>
                  <a:pt x="4176776" y="1638686"/>
                  <a:pt x="4176776" y="1624521"/>
                </a:cubicBezTo>
                <a:cubicBezTo>
                  <a:pt x="4176776" y="1610357"/>
                  <a:pt x="4188268" y="1598863"/>
                  <a:pt x="4202435" y="1598863"/>
                </a:cubicBezTo>
                <a:close/>
                <a:moveTo>
                  <a:pt x="4073908" y="1598863"/>
                </a:moveTo>
                <a:cubicBezTo>
                  <a:pt x="4088073" y="1598863"/>
                  <a:pt x="4099565" y="1610357"/>
                  <a:pt x="4099565" y="1624521"/>
                </a:cubicBezTo>
                <a:cubicBezTo>
                  <a:pt x="4099565" y="1638686"/>
                  <a:pt x="4088073" y="1650180"/>
                  <a:pt x="4073908" y="1650180"/>
                </a:cubicBezTo>
                <a:cubicBezTo>
                  <a:pt x="4059743" y="1650180"/>
                  <a:pt x="4048248" y="1638686"/>
                  <a:pt x="4048248" y="1624521"/>
                </a:cubicBezTo>
                <a:cubicBezTo>
                  <a:pt x="4048248" y="1610357"/>
                  <a:pt x="4059743" y="1598863"/>
                  <a:pt x="4073908" y="1598863"/>
                </a:cubicBezTo>
                <a:close/>
                <a:moveTo>
                  <a:pt x="4009702" y="1598863"/>
                </a:moveTo>
                <a:cubicBezTo>
                  <a:pt x="4023866" y="1598863"/>
                  <a:pt x="4035362" y="1610357"/>
                  <a:pt x="4035362" y="1624521"/>
                </a:cubicBezTo>
                <a:cubicBezTo>
                  <a:pt x="4035362" y="1638686"/>
                  <a:pt x="4023866" y="1650180"/>
                  <a:pt x="4009702" y="1650180"/>
                </a:cubicBezTo>
                <a:cubicBezTo>
                  <a:pt x="3995538" y="1650180"/>
                  <a:pt x="3984043" y="1638686"/>
                  <a:pt x="3984043" y="1624521"/>
                </a:cubicBezTo>
                <a:cubicBezTo>
                  <a:pt x="3984043" y="1610357"/>
                  <a:pt x="3995538" y="1598863"/>
                  <a:pt x="4009702" y="1598863"/>
                </a:cubicBezTo>
                <a:close/>
                <a:moveTo>
                  <a:pt x="3945497" y="1598863"/>
                </a:moveTo>
                <a:cubicBezTo>
                  <a:pt x="3959668" y="1598863"/>
                  <a:pt x="3971155" y="1610351"/>
                  <a:pt x="3971155" y="1624521"/>
                </a:cubicBezTo>
                <a:cubicBezTo>
                  <a:pt x="3971155" y="1638693"/>
                  <a:pt x="3959668" y="1650180"/>
                  <a:pt x="3945497" y="1650180"/>
                </a:cubicBezTo>
                <a:cubicBezTo>
                  <a:pt x="3931325" y="1650180"/>
                  <a:pt x="3919838" y="1638693"/>
                  <a:pt x="3919838" y="1624521"/>
                </a:cubicBezTo>
                <a:cubicBezTo>
                  <a:pt x="3919838" y="1610351"/>
                  <a:pt x="3931325" y="1598863"/>
                  <a:pt x="3945497" y="1598863"/>
                </a:cubicBezTo>
                <a:close/>
                <a:moveTo>
                  <a:pt x="3881291" y="1598863"/>
                </a:moveTo>
                <a:cubicBezTo>
                  <a:pt x="3895456" y="1598863"/>
                  <a:pt x="3906950" y="1610357"/>
                  <a:pt x="3906950" y="1624521"/>
                </a:cubicBezTo>
                <a:cubicBezTo>
                  <a:pt x="3906950" y="1638686"/>
                  <a:pt x="3895456" y="1650180"/>
                  <a:pt x="3881291" y="1650180"/>
                </a:cubicBezTo>
                <a:cubicBezTo>
                  <a:pt x="3867127" y="1650180"/>
                  <a:pt x="3855633" y="1638686"/>
                  <a:pt x="3855633" y="1624521"/>
                </a:cubicBezTo>
                <a:cubicBezTo>
                  <a:pt x="3855633" y="1610357"/>
                  <a:pt x="3867127" y="1598863"/>
                  <a:pt x="3881291" y="1598863"/>
                </a:cubicBezTo>
                <a:close/>
                <a:moveTo>
                  <a:pt x="3817085" y="1598863"/>
                </a:moveTo>
                <a:cubicBezTo>
                  <a:pt x="3831252" y="1598863"/>
                  <a:pt x="3842745" y="1610357"/>
                  <a:pt x="3842745" y="1624521"/>
                </a:cubicBezTo>
                <a:cubicBezTo>
                  <a:pt x="3842745" y="1638686"/>
                  <a:pt x="3831252" y="1650180"/>
                  <a:pt x="3817085" y="1650180"/>
                </a:cubicBezTo>
                <a:cubicBezTo>
                  <a:pt x="3802921" y="1650180"/>
                  <a:pt x="3791427" y="1638686"/>
                  <a:pt x="3791427" y="1624521"/>
                </a:cubicBezTo>
                <a:cubicBezTo>
                  <a:pt x="3791427" y="1610357"/>
                  <a:pt x="3802921" y="1598863"/>
                  <a:pt x="3817085" y="1598863"/>
                </a:cubicBezTo>
                <a:close/>
                <a:moveTo>
                  <a:pt x="3752882" y="1598863"/>
                </a:moveTo>
                <a:cubicBezTo>
                  <a:pt x="3767045" y="1598863"/>
                  <a:pt x="3778539" y="1610357"/>
                  <a:pt x="3778539" y="1624521"/>
                </a:cubicBezTo>
                <a:cubicBezTo>
                  <a:pt x="3778539" y="1638686"/>
                  <a:pt x="3767045" y="1650180"/>
                  <a:pt x="3752882" y="1650180"/>
                </a:cubicBezTo>
                <a:cubicBezTo>
                  <a:pt x="3738717" y="1650180"/>
                  <a:pt x="3727221" y="1638686"/>
                  <a:pt x="3727221" y="1624521"/>
                </a:cubicBezTo>
                <a:cubicBezTo>
                  <a:pt x="3727221" y="1610357"/>
                  <a:pt x="3738717" y="1598863"/>
                  <a:pt x="3752882" y="1598863"/>
                </a:cubicBezTo>
                <a:close/>
                <a:moveTo>
                  <a:pt x="3688674" y="1598863"/>
                </a:moveTo>
                <a:cubicBezTo>
                  <a:pt x="3702840" y="1598863"/>
                  <a:pt x="3714335" y="1610357"/>
                  <a:pt x="3714335" y="1624521"/>
                </a:cubicBezTo>
                <a:cubicBezTo>
                  <a:pt x="3714335" y="1638686"/>
                  <a:pt x="3702840" y="1650180"/>
                  <a:pt x="3688674" y="1650180"/>
                </a:cubicBezTo>
                <a:cubicBezTo>
                  <a:pt x="3674510" y="1650180"/>
                  <a:pt x="3663017" y="1638686"/>
                  <a:pt x="3663017" y="1624521"/>
                </a:cubicBezTo>
                <a:cubicBezTo>
                  <a:pt x="3663017" y="1610357"/>
                  <a:pt x="3674510" y="1598863"/>
                  <a:pt x="3688674" y="1598863"/>
                </a:cubicBezTo>
                <a:close/>
                <a:moveTo>
                  <a:pt x="3624472" y="1598863"/>
                </a:moveTo>
                <a:cubicBezTo>
                  <a:pt x="3638640" y="1598863"/>
                  <a:pt x="3650129" y="1610351"/>
                  <a:pt x="3650129" y="1624521"/>
                </a:cubicBezTo>
                <a:cubicBezTo>
                  <a:pt x="3650129" y="1638693"/>
                  <a:pt x="3638640" y="1650180"/>
                  <a:pt x="3624472" y="1650180"/>
                </a:cubicBezTo>
                <a:cubicBezTo>
                  <a:pt x="3610300" y="1650180"/>
                  <a:pt x="3598810" y="1638693"/>
                  <a:pt x="3598810" y="1624521"/>
                </a:cubicBezTo>
                <a:cubicBezTo>
                  <a:pt x="3598810" y="1610351"/>
                  <a:pt x="3610300" y="1598863"/>
                  <a:pt x="3624472" y="1598863"/>
                </a:cubicBezTo>
                <a:close/>
                <a:moveTo>
                  <a:pt x="3496060" y="1598863"/>
                </a:moveTo>
                <a:cubicBezTo>
                  <a:pt x="3510225" y="1598863"/>
                  <a:pt x="3521719" y="1610357"/>
                  <a:pt x="3521719" y="1624521"/>
                </a:cubicBezTo>
                <a:cubicBezTo>
                  <a:pt x="3521719" y="1638686"/>
                  <a:pt x="3510225" y="1650180"/>
                  <a:pt x="3496060" y="1650180"/>
                </a:cubicBezTo>
                <a:cubicBezTo>
                  <a:pt x="3481895" y="1650180"/>
                  <a:pt x="3470400" y="1638686"/>
                  <a:pt x="3470400" y="1624521"/>
                </a:cubicBezTo>
                <a:cubicBezTo>
                  <a:pt x="3470400" y="1610357"/>
                  <a:pt x="3481895" y="1598863"/>
                  <a:pt x="3496060" y="1598863"/>
                </a:cubicBezTo>
                <a:close/>
                <a:moveTo>
                  <a:pt x="3431855" y="1598863"/>
                </a:moveTo>
                <a:cubicBezTo>
                  <a:pt x="3446019" y="1598863"/>
                  <a:pt x="3457512" y="1610357"/>
                  <a:pt x="3457512" y="1624521"/>
                </a:cubicBezTo>
                <a:cubicBezTo>
                  <a:pt x="3457512" y="1638686"/>
                  <a:pt x="3446019" y="1650180"/>
                  <a:pt x="3431855" y="1650180"/>
                </a:cubicBezTo>
                <a:cubicBezTo>
                  <a:pt x="3417690" y="1650180"/>
                  <a:pt x="3406196" y="1638686"/>
                  <a:pt x="3406196" y="1624521"/>
                </a:cubicBezTo>
                <a:cubicBezTo>
                  <a:pt x="3406196" y="1610357"/>
                  <a:pt x="3417690" y="1598863"/>
                  <a:pt x="3431855" y="1598863"/>
                </a:cubicBezTo>
                <a:close/>
                <a:moveTo>
                  <a:pt x="3367649" y="1598863"/>
                </a:moveTo>
                <a:cubicBezTo>
                  <a:pt x="3381813" y="1598863"/>
                  <a:pt x="3393308" y="1610357"/>
                  <a:pt x="3393308" y="1624521"/>
                </a:cubicBezTo>
                <a:cubicBezTo>
                  <a:pt x="3393308" y="1638686"/>
                  <a:pt x="3381813" y="1650180"/>
                  <a:pt x="3367649" y="1650180"/>
                </a:cubicBezTo>
                <a:cubicBezTo>
                  <a:pt x="3353484" y="1650180"/>
                  <a:pt x="3341990" y="1638686"/>
                  <a:pt x="3341990" y="1624521"/>
                </a:cubicBezTo>
                <a:cubicBezTo>
                  <a:pt x="3341990" y="1610357"/>
                  <a:pt x="3353484" y="1598863"/>
                  <a:pt x="3367649" y="1598863"/>
                </a:cubicBezTo>
                <a:close/>
                <a:moveTo>
                  <a:pt x="3303444" y="1598863"/>
                </a:moveTo>
                <a:cubicBezTo>
                  <a:pt x="3317609" y="1598863"/>
                  <a:pt x="3329102" y="1610357"/>
                  <a:pt x="3329102" y="1624521"/>
                </a:cubicBezTo>
                <a:cubicBezTo>
                  <a:pt x="3329102" y="1638686"/>
                  <a:pt x="3317609" y="1650180"/>
                  <a:pt x="3303444" y="1650180"/>
                </a:cubicBezTo>
                <a:cubicBezTo>
                  <a:pt x="3289279" y="1650180"/>
                  <a:pt x="3277785" y="1638686"/>
                  <a:pt x="3277785" y="1624521"/>
                </a:cubicBezTo>
                <a:cubicBezTo>
                  <a:pt x="3277785" y="1610357"/>
                  <a:pt x="3289279" y="1598863"/>
                  <a:pt x="3303444" y="1598863"/>
                </a:cubicBezTo>
                <a:close/>
                <a:moveTo>
                  <a:pt x="3239238" y="1598863"/>
                </a:moveTo>
                <a:cubicBezTo>
                  <a:pt x="3253410" y="1598863"/>
                  <a:pt x="3264898" y="1610351"/>
                  <a:pt x="3264898" y="1624521"/>
                </a:cubicBezTo>
                <a:cubicBezTo>
                  <a:pt x="3264898" y="1638693"/>
                  <a:pt x="3253410" y="1650180"/>
                  <a:pt x="3239238" y="1650180"/>
                </a:cubicBezTo>
                <a:cubicBezTo>
                  <a:pt x="3225068" y="1650180"/>
                  <a:pt x="3213580" y="1638693"/>
                  <a:pt x="3213580" y="1624521"/>
                </a:cubicBezTo>
                <a:cubicBezTo>
                  <a:pt x="3213580" y="1610351"/>
                  <a:pt x="3225068" y="1598863"/>
                  <a:pt x="3239238" y="1598863"/>
                </a:cubicBezTo>
                <a:close/>
                <a:moveTo>
                  <a:pt x="3110828" y="1598863"/>
                </a:moveTo>
                <a:cubicBezTo>
                  <a:pt x="3124992" y="1598863"/>
                  <a:pt x="3136487" y="1610357"/>
                  <a:pt x="3136487" y="1624521"/>
                </a:cubicBezTo>
                <a:cubicBezTo>
                  <a:pt x="3136487" y="1638686"/>
                  <a:pt x="3124992" y="1650180"/>
                  <a:pt x="3110828" y="1650180"/>
                </a:cubicBezTo>
                <a:cubicBezTo>
                  <a:pt x="3096663" y="1650180"/>
                  <a:pt x="3085170" y="1638686"/>
                  <a:pt x="3085170" y="1624521"/>
                </a:cubicBezTo>
                <a:cubicBezTo>
                  <a:pt x="3085170" y="1610357"/>
                  <a:pt x="3096663" y="1598863"/>
                  <a:pt x="3110828" y="1598863"/>
                </a:cubicBezTo>
                <a:close/>
                <a:moveTo>
                  <a:pt x="3046623" y="1598863"/>
                </a:moveTo>
                <a:cubicBezTo>
                  <a:pt x="3060788" y="1598863"/>
                  <a:pt x="3072282" y="1610357"/>
                  <a:pt x="3072282" y="1624521"/>
                </a:cubicBezTo>
                <a:cubicBezTo>
                  <a:pt x="3072282" y="1638686"/>
                  <a:pt x="3060788" y="1650180"/>
                  <a:pt x="3046623" y="1650180"/>
                </a:cubicBezTo>
                <a:cubicBezTo>
                  <a:pt x="3032458" y="1650180"/>
                  <a:pt x="3020964" y="1638686"/>
                  <a:pt x="3020964" y="1624521"/>
                </a:cubicBezTo>
                <a:cubicBezTo>
                  <a:pt x="3020964" y="1610357"/>
                  <a:pt x="3032458" y="1598863"/>
                  <a:pt x="3046623" y="1598863"/>
                </a:cubicBezTo>
                <a:close/>
                <a:moveTo>
                  <a:pt x="2982301" y="1598863"/>
                </a:moveTo>
                <a:cubicBezTo>
                  <a:pt x="2996466" y="1598863"/>
                  <a:pt x="3007960" y="1610357"/>
                  <a:pt x="3007960" y="1624521"/>
                </a:cubicBezTo>
                <a:cubicBezTo>
                  <a:pt x="3007960" y="1638686"/>
                  <a:pt x="2996466" y="1650180"/>
                  <a:pt x="2982301" y="1650180"/>
                </a:cubicBezTo>
                <a:cubicBezTo>
                  <a:pt x="2968137" y="1650180"/>
                  <a:pt x="2956642" y="1638686"/>
                  <a:pt x="2956642" y="1624521"/>
                </a:cubicBezTo>
                <a:cubicBezTo>
                  <a:pt x="2956642" y="1610357"/>
                  <a:pt x="2968137" y="1598863"/>
                  <a:pt x="2982301" y="1598863"/>
                </a:cubicBezTo>
                <a:close/>
                <a:moveTo>
                  <a:pt x="2918096" y="1598863"/>
                </a:moveTo>
                <a:cubicBezTo>
                  <a:pt x="2932261" y="1598863"/>
                  <a:pt x="2943755" y="1610357"/>
                  <a:pt x="2943755" y="1624521"/>
                </a:cubicBezTo>
                <a:cubicBezTo>
                  <a:pt x="2943755" y="1638686"/>
                  <a:pt x="2932261" y="1650180"/>
                  <a:pt x="2918096" y="1650180"/>
                </a:cubicBezTo>
                <a:cubicBezTo>
                  <a:pt x="2903931" y="1650180"/>
                  <a:pt x="2892438" y="1638686"/>
                  <a:pt x="2892438" y="1624521"/>
                </a:cubicBezTo>
                <a:cubicBezTo>
                  <a:pt x="2892438" y="1610357"/>
                  <a:pt x="2903931" y="1598863"/>
                  <a:pt x="2918096" y="1598863"/>
                </a:cubicBezTo>
                <a:close/>
                <a:moveTo>
                  <a:pt x="2853890" y="1598863"/>
                </a:moveTo>
                <a:cubicBezTo>
                  <a:pt x="2868062" y="1598863"/>
                  <a:pt x="2879550" y="1610351"/>
                  <a:pt x="2879550" y="1624521"/>
                </a:cubicBezTo>
                <a:cubicBezTo>
                  <a:pt x="2879550" y="1638693"/>
                  <a:pt x="2868062" y="1650180"/>
                  <a:pt x="2853890" y="1650180"/>
                </a:cubicBezTo>
                <a:cubicBezTo>
                  <a:pt x="2839720" y="1650180"/>
                  <a:pt x="2828231" y="1638693"/>
                  <a:pt x="2828231" y="1624521"/>
                </a:cubicBezTo>
                <a:cubicBezTo>
                  <a:pt x="2828231" y="1610351"/>
                  <a:pt x="2839720" y="1598863"/>
                  <a:pt x="2853890" y="1598863"/>
                </a:cubicBezTo>
                <a:close/>
                <a:moveTo>
                  <a:pt x="2789686" y="1598863"/>
                </a:moveTo>
                <a:cubicBezTo>
                  <a:pt x="2803850" y="1598863"/>
                  <a:pt x="2815344" y="1610357"/>
                  <a:pt x="2815344" y="1624521"/>
                </a:cubicBezTo>
                <a:cubicBezTo>
                  <a:pt x="2815344" y="1638686"/>
                  <a:pt x="2803850" y="1650180"/>
                  <a:pt x="2789686" y="1650180"/>
                </a:cubicBezTo>
                <a:cubicBezTo>
                  <a:pt x="2775521" y="1650180"/>
                  <a:pt x="2764027" y="1638686"/>
                  <a:pt x="2764027" y="1624521"/>
                </a:cubicBezTo>
                <a:cubicBezTo>
                  <a:pt x="2764027" y="1610357"/>
                  <a:pt x="2775521" y="1598863"/>
                  <a:pt x="2789686" y="1598863"/>
                </a:cubicBezTo>
                <a:close/>
                <a:moveTo>
                  <a:pt x="2725480" y="1598863"/>
                </a:moveTo>
                <a:cubicBezTo>
                  <a:pt x="2739644" y="1598863"/>
                  <a:pt x="2751140" y="1610357"/>
                  <a:pt x="2751140" y="1624521"/>
                </a:cubicBezTo>
                <a:cubicBezTo>
                  <a:pt x="2751140" y="1638686"/>
                  <a:pt x="2739644" y="1650180"/>
                  <a:pt x="2725480" y="1650180"/>
                </a:cubicBezTo>
                <a:cubicBezTo>
                  <a:pt x="2711315" y="1650180"/>
                  <a:pt x="2699821" y="1638686"/>
                  <a:pt x="2699821" y="1624521"/>
                </a:cubicBezTo>
                <a:cubicBezTo>
                  <a:pt x="2699821" y="1610357"/>
                  <a:pt x="2711315" y="1598863"/>
                  <a:pt x="2725480" y="1598863"/>
                </a:cubicBezTo>
                <a:close/>
                <a:moveTo>
                  <a:pt x="2597069" y="1598863"/>
                </a:moveTo>
                <a:cubicBezTo>
                  <a:pt x="2611234" y="1598863"/>
                  <a:pt x="2622729" y="1610357"/>
                  <a:pt x="2622729" y="1624521"/>
                </a:cubicBezTo>
                <a:cubicBezTo>
                  <a:pt x="2622729" y="1638686"/>
                  <a:pt x="2611234" y="1650180"/>
                  <a:pt x="2597069" y="1650180"/>
                </a:cubicBezTo>
                <a:cubicBezTo>
                  <a:pt x="2582904" y="1650180"/>
                  <a:pt x="2571410" y="1638686"/>
                  <a:pt x="2571410" y="1624521"/>
                </a:cubicBezTo>
                <a:cubicBezTo>
                  <a:pt x="2571410" y="1610357"/>
                  <a:pt x="2582904" y="1598863"/>
                  <a:pt x="2597069" y="1598863"/>
                </a:cubicBezTo>
                <a:close/>
                <a:moveTo>
                  <a:pt x="2532865" y="1598863"/>
                </a:moveTo>
                <a:cubicBezTo>
                  <a:pt x="2547035" y="1598863"/>
                  <a:pt x="2558523" y="1610351"/>
                  <a:pt x="2558523" y="1624521"/>
                </a:cubicBezTo>
                <a:cubicBezTo>
                  <a:pt x="2558523" y="1638693"/>
                  <a:pt x="2547035" y="1650180"/>
                  <a:pt x="2532865" y="1650180"/>
                </a:cubicBezTo>
                <a:cubicBezTo>
                  <a:pt x="2518693" y="1650180"/>
                  <a:pt x="2507205" y="1638693"/>
                  <a:pt x="2507205" y="1624521"/>
                </a:cubicBezTo>
                <a:cubicBezTo>
                  <a:pt x="2507205" y="1610351"/>
                  <a:pt x="2518693" y="1598863"/>
                  <a:pt x="2532865" y="1598863"/>
                </a:cubicBezTo>
                <a:close/>
                <a:moveTo>
                  <a:pt x="2404454" y="1598863"/>
                </a:moveTo>
                <a:cubicBezTo>
                  <a:pt x="2418619" y="1598863"/>
                  <a:pt x="2430112" y="1610357"/>
                  <a:pt x="2430112" y="1624521"/>
                </a:cubicBezTo>
                <a:cubicBezTo>
                  <a:pt x="2430112" y="1638686"/>
                  <a:pt x="2418619" y="1650180"/>
                  <a:pt x="2404454" y="1650180"/>
                </a:cubicBezTo>
                <a:cubicBezTo>
                  <a:pt x="2390289" y="1650180"/>
                  <a:pt x="2378795" y="1638686"/>
                  <a:pt x="2378795" y="1624521"/>
                </a:cubicBezTo>
                <a:cubicBezTo>
                  <a:pt x="2378795" y="1610357"/>
                  <a:pt x="2390289" y="1598863"/>
                  <a:pt x="2404454" y="1598863"/>
                </a:cubicBezTo>
                <a:close/>
                <a:moveTo>
                  <a:pt x="2340249" y="1598863"/>
                </a:moveTo>
                <a:cubicBezTo>
                  <a:pt x="2354413" y="1598863"/>
                  <a:pt x="2365908" y="1610357"/>
                  <a:pt x="2365908" y="1624521"/>
                </a:cubicBezTo>
                <a:cubicBezTo>
                  <a:pt x="2365908" y="1638686"/>
                  <a:pt x="2354413" y="1650180"/>
                  <a:pt x="2340249" y="1650180"/>
                </a:cubicBezTo>
                <a:cubicBezTo>
                  <a:pt x="2326084" y="1650180"/>
                  <a:pt x="2314590" y="1638686"/>
                  <a:pt x="2314590" y="1624521"/>
                </a:cubicBezTo>
                <a:cubicBezTo>
                  <a:pt x="2314590" y="1610357"/>
                  <a:pt x="2326084" y="1598863"/>
                  <a:pt x="2340249" y="1598863"/>
                </a:cubicBezTo>
                <a:close/>
                <a:moveTo>
                  <a:pt x="2276044" y="1598863"/>
                </a:moveTo>
                <a:cubicBezTo>
                  <a:pt x="2290208" y="1598863"/>
                  <a:pt x="2301702" y="1610357"/>
                  <a:pt x="2301702" y="1624521"/>
                </a:cubicBezTo>
                <a:cubicBezTo>
                  <a:pt x="2301702" y="1638686"/>
                  <a:pt x="2290208" y="1650180"/>
                  <a:pt x="2276044" y="1650180"/>
                </a:cubicBezTo>
                <a:cubicBezTo>
                  <a:pt x="2261879" y="1650180"/>
                  <a:pt x="2250385" y="1638686"/>
                  <a:pt x="2250385" y="1624521"/>
                </a:cubicBezTo>
                <a:cubicBezTo>
                  <a:pt x="2250385" y="1610357"/>
                  <a:pt x="2261879" y="1598863"/>
                  <a:pt x="2276044" y="1598863"/>
                </a:cubicBezTo>
                <a:close/>
                <a:moveTo>
                  <a:pt x="2211838" y="1598863"/>
                </a:moveTo>
                <a:cubicBezTo>
                  <a:pt x="2226003" y="1598863"/>
                  <a:pt x="2237497" y="1610357"/>
                  <a:pt x="2237497" y="1624521"/>
                </a:cubicBezTo>
                <a:cubicBezTo>
                  <a:pt x="2237497" y="1638686"/>
                  <a:pt x="2226003" y="1650180"/>
                  <a:pt x="2211838" y="1650180"/>
                </a:cubicBezTo>
                <a:cubicBezTo>
                  <a:pt x="2197673" y="1650180"/>
                  <a:pt x="2186178" y="1638686"/>
                  <a:pt x="2186178" y="1624521"/>
                </a:cubicBezTo>
                <a:cubicBezTo>
                  <a:pt x="2186178" y="1610357"/>
                  <a:pt x="2197673" y="1598863"/>
                  <a:pt x="2211838" y="1598863"/>
                </a:cubicBezTo>
                <a:close/>
                <a:moveTo>
                  <a:pt x="2147633" y="1598863"/>
                </a:moveTo>
                <a:cubicBezTo>
                  <a:pt x="2161804" y="1598863"/>
                  <a:pt x="2173293" y="1610351"/>
                  <a:pt x="2173293" y="1624521"/>
                </a:cubicBezTo>
                <a:cubicBezTo>
                  <a:pt x="2173293" y="1638693"/>
                  <a:pt x="2161804" y="1650180"/>
                  <a:pt x="2147633" y="1650180"/>
                </a:cubicBezTo>
                <a:cubicBezTo>
                  <a:pt x="2133462" y="1650180"/>
                  <a:pt x="2121975" y="1638693"/>
                  <a:pt x="2121975" y="1624521"/>
                </a:cubicBezTo>
                <a:cubicBezTo>
                  <a:pt x="2121975" y="1610351"/>
                  <a:pt x="2133462" y="1598863"/>
                  <a:pt x="2147633" y="1598863"/>
                </a:cubicBezTo>
                <a:close/>
                <a:moveTo>
                  <a:pt x="2083427" y="1598863"/>
                </a:moveTo>
                <a:cubicBezTo>
                  <a:pt x="2097599" y="1598863"/>
                  <a:pt x="2109087" y="1610351"/>
                  <a:pt x="2109087" y="1624521"/>
                </a:cubicBezTo>
                <a:cubicBezTo>
                  <a:pt x="2109087" y="1638693"/>
                  <a:pt x="2097599" y="1650180"/>
                  <a:pt x="2083427" y="1650180"/>
                </a:cubicBezTo>
                <a:cubicBezTo>
                  <a:pt x="2069257" y="1650180"/>
                  <a:pt x="2057768" y="1638693"/>
                  <a:pt x="2057768" y="1624521"/>
                </a:cubicBezTo>
                <a:cubicBezTo>
                  <a:pt x="2057768" y="1610351"/>
                  <a:pt x="2069257" y="1598863"/>
                  <a:pt x="2083427" y="1598863"/>
                </a:cubicBezTo>
                <a:close/>
                <a:moveTo>
                  <a:pt x="2019222" y="1598863"/>
                </a:moveTo>
                <a:cubicBezTo>
                  <a:pt x="2033387" y="1598863"/>
                  <a:pt x="2044880" y="1610357"/>
                  <a:pt x="2044880" y="1624521"/>
                </a:cubicBezTo>
                <a:cubicBezTo>
                  <a:pt x="2044880" y="1638686"/>
                  <a:pt x="2033387" y="1650180"/>
                  <a:pt x="2019222" y="1650180"/>
                </a:cubicBezTo>
                <a:cubicBezTo>
                  <a:pt x="2005058" y="1650180"/>
                  <a:pt x="1993563" y="1638686"/>
                  <a:pt x="1993563" y="1624521"/>
                </a:cubicBezTo>
                <a:cubicBezTo>
                  <a:pt x="1993563" y="1610357"/>
                  <a:pt x="2005058" y="1598863"/>
                  <a:pt x="2019222" y="1598863"/>
                </a:cubicBezTo>
                <a:close/>
                <a:moveTo>
                  <a:pt x="1955016" y="1598863"/>
                </a:moveTo>
                <a:cubicBezTo>
                  <a:pt x="1969181" y="1598863"/>
                  <a:pt x="1980676" y="1610357"/>
                  <a:pt x="1980676" y="1624521"/>
                </a:cubicBezTo>
                <a:cubicBezTo>
                  <a:pt x="1980676" y="1638686"/>
                  <a:pt x="1969181" y="1650180"/>
                  <a:pt x="1955016" y="1650180"/>
                </a:cubicBezTo>
                <a:cubicBezTo>
                  <a:pt x="1940851" y="1650180"/>
                  <a:pt x="1929358" y="1638686"/>
                  <a:pt x="1929358" y="1624521"/>
                </a:cubicBezTo>
                <a:cubicBezTo>
                  <a:pt x="1929358" y="1610357"/>
                  <a:pt x="1940851" y="1598863"/>
                  <a:pt x="1955016" y="1598863"/>
                </a:cubicBezTo>
                <a:close/>
                <a:moveTo>
                  <a:pt x="1890696" y="1598863"/>
                </a:moveTo>
                <a:cubicBezTo>
                  <a:pt x="1904860" y="1598863"/>
                  <a:pt x="1916355" y="1610357"/>
                  <a:pt x="1916355" y="1624521"/>
                </a:cubicBezTo>
                <a:cubicBezTo>
                  <a:pt x="1916355" y="1638686"/>
                  <a:pt x="1904860" y="1650180"/>
                  <a:pt x="1890696" y="1650180"/>
                </a:cubicBezTo>
                <a:cubicBezTo>
                  <a:pt x="1876531" y="1650180"/>
                  <a:pt x="1865037" y="1638686"/>
                  <a:pt x="1865037" y="1624521"/>
                </a:cubicBezTo>
                <a:cubicBezTo>
                  <a:pt x="1865037" y="1610357"/>
                  <a:pt x="1876531" y="1598863"/>
                  <a:pt x="1890696" y="1598863"/>
                </a:cubicBezTo>
                <a:close/>
                <a:moveTo>
                  <a:pt x="1826490" y="1598863"/>
                </a:moveTo>
                <a:cubicBezTo>
                  <a:pt x="1840654" y="1598863"/>
                  <a:pt x="1852149" y="1610357"/>
                  <a:pt x="1852149" y="1624521"/>
                </a:cubicBezTo>
                <a:cubicBezTo>
                  <a:pt x="1852149" y="1638686"/>
                  <a:pt x="1840654" y="1650180"/>
                  <a:pt x="1826490" y="1650180"/>
                </a:cubicBezTo>
                <a:cubicBezTo>
                  <a:pt x="1812325" y="1650180"/>
                  <a:pt x="1800830" y="1638686"/>
                  <a:pt x="1800830" y="1624521"/>
                </a:cubicBezTo>
                <a:cubicBezTo>
                  <a:pt x="1800830" y="1610357"/>
                  <a:pt x="1812325" y="1598863"/>
                  <a:pt x="1826490" y="1598863"/>
                </a:cubicBezTo>
                <a:close/>
                <a:moveTo>
                  <a:pt x="1762285" y="1598863"/>
                </a:moveTo>
                <a:cubicBezTo>
                  <a:pt x="1776456" y="1598863"/>
                  <a:pt x="1787944" y="1610351"/>
                  <a:pt x="1787944" y="1624521"/>
                </a:cubicBezTo>
                <a:cubicBezTo>
                  <a:pt x="1787944" y="1638693"/>
                  <a:pt x="1776456" y="1650180"/>
                  <a:pt x="1762285" y="1650180"/>
                </a:cubicBezTo>
                <a:cubicBezTo>
                  <a:pt x="1748114" y="1650180"/>
                  <a:pt x="1736626" y="1638693"/>
                  <a:pt x="1736626" y="1624521"/>
                </a:cubicBezTo>
                <a:cubicBezTo>
                  <a:pt x="1736626" y="1610351"/>
                  <a:pt x="1748114" y="1598863"/>
                  <a:pt x="1762285" y="1598863"/>
                </a:cubicBezTo>
                <a:close/>
                <a:moveTo>
                  <a:pt x="1698080" y="1598863"/>
                </a:moveTo>
                <a:cubicBezTo>
                  <a:pt x="1712244" y="1598863"/>
                  <a:pt x="1723738" y="1610357"/>
                  <a:pt x="1723738" y="1624521"/>
                </a:cubicBezTo>
                <a:cubicBezTo>
                  <a:pt x="1723738" y="1638686"/>
                  <a:pt x="1712244" y="1650180"/>
                  <a:pt x="1698080" y="1650180"/>
                </a:cubicBezTo>
                <a:cubicBezTo>
                  <a:pt x="1683915" y="1650180"/>
                  <a:pt x="1672420" y="1638686"/>
                  <a:pt x="1672420" y="1624521"/>
                </a:cubicBezTo>
                <a:cubicBezTo>
                  <a:pt x="1672420" y="1610357"/>
                  <a:pt x="1683915" y="1598863"/>
                  <a:pt x="1698080" y="1598863"/>
                </a:cubicBezTo>
                <a:close/>
                <a:moveTo>
                  <a:pt x="1633874" y="1598863"/>
                </a:moveTo>
                <a:cubicBezTo>
                  <a:pt x="1648039" y="1598863"/>
                  <a:pt x="1659533" y="1610357"/>
                  <a:pt x="1659533" y="1624521"/>
                </a:cubicBezTo>
                <a:cubicBezTo>
                  <a:pt x="1659533" y="1638686"/>
                  <a:pt x="1648039" y="1650180"/>
                  <a:pt x="1633874" y="1650180"/>
                </a:cubicBezTo>
                <a:cubicBezTo>
                  <a:pt x="1619710" y="1650180"/>
                  <a:pt x="1608216" y="1638686"/>
                  <a:pt x="1608216" y="1624521"/>
                </a:cubicBezTo>
                <a:cubicBezTo>
                  <a:pt x="1608216" y="1610357"/>
                  <a:pt x="1619710" y="1598863"/>
                  <a:pt x="1633874" y="1598863"/>
                </a:cubicBezTo>
                <a:close/>
                <a:moveTo>
                  <a:pt x="1569669" y="1598863"/>
                </a:moveTo>
                <a:cubicBezTo>
                  <a:pt x="1583834" y="1598863"/>
                  <a:pt x="1595328" y="1610357"/>
                  <a:pt x="1595328" y="1624521"/>
                </a:cubicBezTo>
                <a:cubicBezTo>
                  <a:pt x="1595328" y="1638686"/>
                  <a:pt x="1583834" y="1650180"/>
                  <a:pt x="1569669" y="1650180"/>
                </a:cubicBezTo>
                <a:cubicBezTo>
                  <a:pt x="1555504" y="1650180"/>
                  <a:pt x="1544010" y="1638686"/>
                  <a:pt x="1544010" y="1624521"/>
                </a:cubicBezTo>
                <a:cubicBezTo>
                  <a:pt x="1544010" y="1610357"/>
                  <a:pt x="1555504" y="1598863"/>
                  <a:pt x="1569669" y="1598863"/>
                </a:cubicBezTo>
                <a:close/>
                <a:moveTo>
                  <a:pt x="1505464" y="1598863"/>
                </a:moveTo>
                <a:cubicBezTo>
                  <a:pt x="1519629" y="1598863"/>
                  <a:pt x="1531123" y="1610357"/>
                  <a:pt x="1531123" y="1624521"/>
                </a:cubicBezTo>
                <a:cubicBezTo>
                  <a:pt x="1531123" y="1638686"/>
                  <a:pt x="1519629" y="1650180"/>
                  <a:pt x="1505464" y="1650180"/>
                </a:cubicBezTo>
                <a:cubicBezTo>
                  <a:pt x="1491299" y="1650180"/>
                  <a:pt x="1479806" y="1638686"/>
                  <a:pt x="1479806" y="1624521"/>
                </a:cubicBezTo>
                <a:cubicBezTo>
                  <a:pt x="1479806" y="1610357"/>
                  <a:pt x="1491299" y="1598863"/>
                  <a:pt x="1505464" y="1598863"/>
                </a:cubicBezTo>
                <a:close/>
                <a:moveTo>
                  <a:pt x="1441258" y="1598863"/>
                </a:moveTo>
                <a:cubicBezTo>
                  <a:pt x="1455430" y="1598863"/>
                  <a:pt x="1466917" y="1610351"/>
                  <a:pt x="1466917" y="1624521"/>
                </a:cubicBezTo>
                <a:cubicBezTo>
                  <a:pt x="1466917" y="1638693"/>
                  <a:pt x="1455430" y="1650180"/>
                  <a:pt x="1441258" y="1650180"/>
                </a:cubicBezTo>
                <a:cubicBezTo>
                  <a:pt x="1427087" y="1650180"/>
                  <a:pt x="1415599" y="1638693"/>
                  <a:pt x="1415599" y="1624521"/>
                </a:cubicBezTo>
                <a:cubicBezTo>
                  <a:pt x="1415599" y="1610351"/>
                  <a:pt x="1427087" y="1598863"/>
                  <a:pt x="1441258" y="1598863"/>
                </a:cubicBezTo>
                <a:close/>
                <a:moveTo>
                  <a:pt x="1377053" y="1598863"/>
                </a:moveTo>
                <a:cubicBezTo>
                  <a:pt x="1391224" y="1598863"/>
                  <a:pt x="1402712" y="1610351"/>
                  <a:pt x="1402712" y="1624521"/>
                </a:cubicBezTo>
                <a:cubicBezTo>
                  <a:pt x="1402712" y="1638693"/>
                  <a:pt x="1391224" y="1650180"/>
                  <a:pt x="1377053" y="1650180"/>
                </a:cubicBezTo>
                <a:cubicBezTo>
                  <a:pt x="1362882" y="1650180"/>
                  <a:pt x="1351395" y="1638693"/>
                  <a:pt x="1351395" y="1624521"/>
                </a:cubicBezTo>
                <a:cubicBezTo>
                  <a:pt x="1351395" y="1610351"/>
                  <a:pt x="1362882" y="1598863"/>
                  <a:pt x="1377053" y="1598863"/>
                </a:cubicBezTo>
                <a:close/>
                <a:moveTo>
                  <a:pt x="1248643" y="1598863"/>
                </a:moveTo>
                <a:cubicBezTo>
                  <a:pt x="1262808" y="1598863"/>
                  <a:pt x="1274302" y="1610357"/>
                  <a:pt x="1274302" y="1624521"/>
                </a:cubicBezTo>
                <a:cubicBezTo>
                  <a:pt x="1274302" y="1638686"/>
                  <a:pt x="1262808" y="1650180"/>
                  <a:pt x="1248643" y="1650180"/>
                </a:cubicBezTo>
                <a:cubicBezTo>
                  <a:pt x="1234479" y="1650180"/>
                  <a:pt x="1222984" y="1638686"/>
                  <a:pt x="1222984" y="1624521"/>
                </a:cubicBezTo>
                <a:cubicBezTo>
                  <a:pt x="1222984" y="1610357"/>
                  <a:pt x="1234479" y="1598863"/>
                  <a:pt x="1248643" y="1598863"/>
                </a:cubicBezTo>
                <a:close/>
                <a:moveTo>
                  <a:pt x="1184437" y="1598863"/>
                </a:moveTo>
                <a:cubicBezTo>
                  <a:pt x="1198602" y="1598863"/>
                  <a:pt x="1210096" y="1610357"/>
                  <a:pt x="1210096" y="1624521"/>
                </a:cubicBezTo>
                <a:cubicBezTo>
                  <a:pt x="1210096" y="1638686"/>
                  <a:pt x="1198602" y="1650180"/>
                  <a:pt x="1184437" y="1650180"/>
                </a:cubicBezTo>
                <a:cubicBezTo>
                  <a:pt x="1170273" y="1650180"/>
                  <a:pt x="1158780" y="1638686"/>
                  <a:pt x="1158780" y="1624521"/>
                </a:cubicBezTo>
                <a:cubicBezTo>
                  <a:pt x="1158780" y="1610357"/>
                  <a:pt x="1170273" y="1598863"/>
                  <a:pt x="1184437" y="1598863"/>
                </a:cubicBezTo>
                <a:close/>
                <a:moveTo>
                  <a:pt x="1120233" y="1598863"/>
                </a:moveTo>
                <a:cubicBezTo>
                  <a:pt x="1134398" y="1598863"/>
                  <a:pt x="1145892" y="1610357"/>
                  <a:pt x="1145892" y="1624521"/>
                </a:cubicBezTo>
                <a:cubicBezTo>
                  <a:pt x="1145892" y="1638686"/>
                  <a:pt x="1134398" y="1650180"/>
                  <a:pt x="1120233" y="1650180"/>
                </a:cubicBezTo>
                <a:cubicBezTo>
                  <a:pt x="1106068" y="1650180"/>
                  <a:pt x="1094573" y="1638686"/>
                  <a:pt x="1094573" y="1624521"/>
                </a:cubicBezTo>
                <a:cubicBezTo>
                  <a:pt x="1094573" y="1610357"/>
                  <a:pt x="1106068" y="1598863"/>
                  <a:pt x="1120233" y="1598863"/>
                </a:cubicBezTo>
                <a:close/>
                <a:moveTo>
                  <a:pt x="1056027" y="1598863"/>
                </a:moveTo>
                <a:cubicBezTo>
                  <a:pt x="1070199" y="1598863"/>
                  <a:pt x="1081685" y="1610351"/>
                  <a:pt x="1081685" y="1624521"/>
                </a:cubicBezTo>
                <a:cubicBezTo>
                  <a:pt x="1081685" y="1638693"/>
                  <a:pt x="1070199" y="1650180"/>
                  <a:pt x="1056027" y="1650180"/>
                </a:cubicBezTo>
                <a:cubicBezTo>
                  <a:pt x="1041857" y="1650180"/>
                  <a:pt x="1030369" y="1638693"/>
                  <a:pt x="1030369" y="1624521"/>
                </a:cubicBezTo>
                <a:cubicBezTo>
                  <a:pt x="1030369" y="1610351"/>
                  <a:pt x="1041857" y="1598863"/>
                  <a:pt x="1056027" y="1598863"/>
                </a:cubicBezTo>
                <a:close/>
                <a:moveTo>
                  <a:pt x="991823" y="1598863"/>
                </a:moveTo>
                <a:cubicBezTo>
                  <a:pt x="1005993" y="1598863"/>
                  <a:pt x="1017481" y="1610351"/>
                  <a:pt x="1017481" y="1624521"/>
                </a:cubicBezTo>
                <a:cubicBezTo>
                  <a:pt x="1017481" y="1638693"/>
                  <a:pt x="1005993" y="1650180"/>
                  <a:pt x="991823" y="1650180"/>
                </a:cubicBezTo>
                <a:cubicBezTo>
                  <a:pt x="977652" y="1650180"/>
                  <a:pt x="966162" y="1638693"/>
                  <a:pt x="966162" y="1624521"/>
                </a:cubicBezTo>
                <a:cubicBezTo>
                  <a:pt x="966162" y="1610351"/>
                  <a:pt x="977652" y="1598863"/>
                  <a:pt x="991823" y="1598863"/>
                </a:cubicBezTo>
                <a:close/>
                <a:moveTo>
                  <a:pt x="927616" y="1598863"/>
                </a:moveTo>
                <a:cubicBezTo>
                  <a:pt x="941781" y="1598863"/>
                  <a:pt x="953275" y="1610357"/>
                  <a:pt x="953275" y="1624521"/>
                </a:cubicBezTo>
                <a:cubicBezTo>
                  <a:pt x="953275" y="1638686"/>
                  <a:pt x="941781" y="1650180"/>
                  <a:pt x="927616" y="1650180"/>
                </a:cubicBezTo>
                <a:cubicBezTo>
                  <a:pt x="913452" y="1650180"/>
                  <a:pt x="901957" y="1638686"/>
                  <a:pt x="901957" y="1624521"/>
                </a:cubicBezTo>
                <a:cubicBezTo>
                  <a:pt x="901957" y="1610357"/>
                  <a:pt x="913452" y="1598863"/>
                  <a:pt x="927616" y="1598863"/>
                </a:cubicBezTo>
                <a:close/>
                <a:moveTo>
                  <a:pt x="863411" y="1598863"/>
                </a:moveTo>
                <a:cubicBezTo>
                  <a:pt x="877576" y="1598863"/>
                  <a:pt x="889071" y="1610357"/>
                  <a:pt x="889071" y="1624521"/>
                </a:cubicBezTo>
                <a:cubicBezTo>
                  <a:pt x="889071" y="1638686"/>
                  <a:pt x="877576" y="1650180"/>
                  <a:pt x="863411" y="1650180"/>
                </a:cubicBezTo>
                <a:cubicBezTo>
                  <a:pt x="849248" y="1650180"/>
                  <a:pt x="837752" y="1638686"/>
                  <a:pt x="837752" y="1624521"/>
                </a:cubicBezTo>
                <a:cubicBezTo>
                  <a:pt x="837752" y="1610357"/>
                  <a:pt x="849248" y="1598863"/>
                  <a:pt x="863411" y="1598863"/>
                </a:cubicBezTo>
                <a:close/>
                <a:moveTo>
                  <a:pt x="670679" y="1598863"/>
                </a:moveTo>
                <a:cubicBezTo>
                  <a:pt x="684851" y="1598863"/>
                  <a:pt x="696338" y="1610351"/>
                  <a:pt x="696338" y="1624521"/>
                </a:cubicBezTo>
                <a:cubicBezTo>
                  <a:pt x="696338" y="1638693"/>
                  <a:pt x="684851" y="1650180"/>
                  <a:pt x="670679" y="1650180"/>
                </a:cubicBezTo>
                <a:cubicBezTo>
                  <a:pt x="656509" y="1650180"/>
                  <a:pt x="645020" y="1638693"/>
                  <a:pt x="645020" y="1624521"/>
                </a:cubicBezTo>
                <a:cubicBezTo>
                  <a:pt x="645020" y="1610351"/>
                  <a:pt x="656509" y="1598863"/>
                  <a:pt x="670679" y="1598863"/>
                </a:cubicBezTo>
                <a:close/>
                <a:moveTo>
                  <a:pt x="606475" y="1598863"/>
                </a:moveTo>
                <a:cubicBezTo>
                  <a:pt x="620639" y="1598863"/>
                  <a:pt x="632134" y="1610357"/>
                  <a:pt x="632134" y="1624521"/>
                </a:cubicBezTo>
                <a:cubicBezTo>
                  <a:pt x="632134" y="1638686"/>
                  <a:pt x="620639" y="1650180"/>
                  <a:pt x="606475" y="1650180"/>
                </a:cubicBezTo>
                <a:cubicBezTo>
                  <a:pt x="592310" y="1650180"/>
                  <a:pt x="580815" y="1638686"/>
                  <a:pt x="580815" y="1624521"/>
                </a:cubicBezTo>
                <a:cubicBezTo>
                  <a:pt x="580815" y="1610357"/>
                  <a:pt x="592310" y="1598863"/>
                  <a:pt x="606475" y="1598863"/>
                </a:cubicBezTo>
                <a:close/>
                <a:moveTo>
                  <a:pt x="542268" y="1598863"/>
                </a:moveTo>
                <a:cubicBezTo>
                  <a:pt x="556433" y="1598863"/>
                  <a:pt x="567927" y="1610357"/>
                  <a:pt x="567927" y="1624521"/>
                </a:cubicBezTo>
                <a:cubicBezTo>
                  <a:pt x="567927" y="1638686"/>
                  <a:pt x="556433" y="1650180"/>
                  <a:pt x="542268" y="1650180"/>
                </a:cubicBezTo>
                <a:cubicBezTo>
                  <a:pt x="528104" y="1650180"/>
                  <a:pt x="516610" y="1638686"/>
                  <a:pt x="516610" y="1624521"/>
                </a:cubicBezTo>
                <a:cubicBezTo>
                  <a:pt x="516610" y="1610357"/>
                  <a:pt x="528104" y="1598863"/>
                  <a:pt x="542268" y="1598863"/>
                </a:cubicBezTo>
                <a:close/>
                <a:moveTo>
                  <a:pt x="478063" y="1598863"/>
                </a:moveTo>
                <a:cubicBezTo>
                  <a:pt x="492228" y="1598863"/>
                  <a:pt x="503724" y="1610357"/>
                  <a:pt x="503724" y="1624521"/>
                </a:cubicBezTo>
                <a:cubicBezTo>
                  <a:pt x="503724" y="1638686"/>
                  <a:pt x="492228" y="1650180"/>
                  <a:pt x="478063" y="1650180"/>
                </a:cubicBezTo>
                <a:cubicBezTo>
                  <a:pt x="463900" y="1650180"/>
                  <a:pt x="452404" y="1638686"/>
                  <a:pt x="452404" y="1624521"/>
                </a:cubicBezTo>
                <a:cubicBezTo>
                  <a:pt x="452404" y="1610357"/>
                  <a:pt x="463900" y="1598863"/>
                  <a:pt x="478063" y="1598863"/>
                </a:cubicBezTo>
                <a:close/>
                <a:moveTo>
                  <a:pt x="413858" y="1598863"/>
                </a:moveTo>
                <a:cubicBezTo>
                  <a:pt x="428023" y="1598863"/>
                  <a:pt x="439517" y="1610357"/>
                  <a:pt x="439517" y="1624521"/>
                </a:cubicBezTo>
                <a:cubicBezTo>
                  <a:pt x="439517" y="1638686"/>
                  <a:pt x="428023" y="1650180"/>
                  <a:pt x="413858" y="1650180"/>
                </a:cubicBezTo>
                <a:cubicBezTo>
                  <a:pt x="399694" y="1650180"/>
                  <a:pt x="388200" y="1638686"/>
                  <a:pt x="388200" y="1624521"/>
                </a:cubicBezTo>
                <a:cubicBezTo>
                  <a:pt x="388200" y="1610357"/>
                  <a:pt x="399694" y="1598863"/>
                  <a:pt x="413858" y="1598863"/>
                </a:cubicBezTo>
                <a:close/>
                <a:moveTo>
                  <a:pt x="346686" y="1598863"/>
                </a:moveTo>
                <a:cubicBezTo>
                  <a:pt x="360849" y="1598863"/>
                  <a:pt x="372344" y="1610357"/>
                  <a:pt x="372344" y="1624521"/>
                </a:cubicBezTo>
                <a:cubicBezTo>
                  <a:pt x="372344" y="1638686"/>
                  <a:pt x="360849" y="1650180"/>
                  <a:pt x="346686" y="1650180"/>
                </a:cubicBezTo>
                <a:cubicBezTo>
                  <a:pt x="332520" y="1650180"/>
                  <a:pt x="321027" y="1638686"/>
                  <a:pt x="321027" y="1624521"/>
                </a:cubicBezTo>
                <a:cubicBezTo>
                  <a:pt x="321027" y="1610357"/>
                  <a:pt x="332520" y="1598863"/>
                  <a:pt x="346686" y="1598863"/>
                </a:cubicBezTo>
                <a:close/>
                <a:moveTo>
                  <a:pt x="282480" y="1598863"/>
                </a:moveTo>
                <a:cubicBezTo>
                  <a:pt x="296644" y="1598863"/>
                  <a:pt x="308138" y="1610357"/>
                  <a:pt x="308138" y="1624521"/>
                </a:cubicBezTo>
                <a:cubicBezTo>
                  <a:pt x="308138" y="1638686"/>
                  <a:pt x="296644" y="1650180"/>
                  <a:pt x="282480" y="1650180"/>
                </a:cubicBezTo>
                <a:cubicBezTo>
                  <a:pt x="268314" y="1650180"/>
                  <a:pt x="256820" y="1638686"/>
                  <a:pt x="256820" y="1624521"/>
                </a:cubicBezTo>
                <a:cubicBezTo>
                  <a:pt x="256820" y="1610357"/>
                  <a:pt x="268314" y="1598863"/>
                  <a:pt x="282480" y="1598863"/>
                </a:cubicBezTo>
                <a:close/>
                <a:moveTo>
                  <a:pt x="218274" y="1598863"/>
                </a:moveTo>
                <a:cubicBezTo>
                  <a:pt x="232438" y="1598863"/>
                  <a:pt x="243932" y="1610357"/>
                  <a:pt x="243932" y="1624521"/>
                </a:cubicBezTo>
                <a:cubicBezTo>
                  <a:pt x="243932" y="1638686"/>
                  <a:pt x="232438" y="1650180"/>
                  <a:pt x="218274" y="1650180"/>
                </a:cubicBezTo>
                <a:cubicBezTo>
                  <a:pt x="204109" y="1650180"/>
                  <a:pt x="192615" y="1638686"/>
                  <a:pt x="192615" y="1624521"/>
                </a:cubicBezTo>
                <a:cubicBezTo>
                  <a:pt x="192615" y="1610357"/>
                  <a:pt x="204109" y="1598863"/>
                  <a:pt x="218274" y="1598863"/>
                </a:cubicBezTo>
                <a:close/>
                <a:moveTo>
                  <a:pt x="25659" y="1598863"/>
                </a:moveTo>
                <a:cubicBezTo>
                  <a:pt x="39829" y="1598863"/>
                  <a:pt x="51317" y="1610351"/>
                  <a:pt x="51317" y="1624521"/>
                </a:cubicBezTo>
                <a:cubicBezTo>
                  <a:pt x="51317" y="1638693"/>
                  <a:pt x="39829" y="1650180"/>
                  <a:pt x="25659" y="1650180"/>
                </a:cubicBezTo>
                <a:cubicBezTo>
                  <a:pt x="11488" y="1650180"/>
                  <a:pt x="0" y="1638693"/>
                  <a:pt x="0" y="1624521"/>
                </a:cubicBezTo>
                <a:cubicBezTo>
                  <a:pt x="0" y="1610351"/>
                  <a:pt x="11488" y="1598863"/>
                  <a:pt x="25659" y="1598863"/>
                </a:cubicBezTo>
                <a:close/>
                <a:moveTo>
                  <a:pt x="11582491" y="1544527"/>
                </a:moveTo>
                <a:cubicBezTo>
                  <a:pt x="11589609" y="1544527"/>
                  <a:pt x="11595379" y="1550296"/>
                  <a:pt x="11595379" y="1557414"/>
                </a:cubicBezTo>
                <a:cubicBezTo>
                  <a:pt x="11595379" y="1564531"/>
                  <a:pt x="11589609" y="1570301"/>
                  <a:pt x="11582491" y="1570301"/>
                </a:cubicBezTo>
                <a:cubicBezTo>
                  <a:pt x="11575375" y="1570301"/>
                  <a:pt x="11569605" y="1564531"/>
                  <a:pt x="11569605" y="1557414"/>
                </a:cubicBezTo>
                <a:cubicBezTo>
                  <a:pt x="11569605" y="1550296"/>
                  <a:pt x="11575375" y="1544527"/>
                  <a:pt x="11582491" y="1544527"/>
                </a:cubicBezTo>
                <a:close/>
                <a:moveTo>
                  <a:pt x="11518287" y="1544527"/>
                </a:moveTo>
                <a:cubicBezTo>
                  <a:pt x="11525405" y="1544527"/>
                  <a:pt x="11531175" y="1550296"/>
                  <a:pt x="11531175" y="1557414"/>
                </a:cubicBezTo>
                <a:cubicBezTo>
                  <a:pt x="11531175" y="1564531"/>
                  <a:pt x="11525403" y="1570301"/>
                  <a:pt x="11518287" y="1570301"/>
                </a:cubicBezTo>
                <a:cubicBezTo>
                  <a:pt x="11511167" y="1570301"/>
                  <a:pt x="11505399" y="1564531"/>
                  <a:pt x="11505399" y="1557414"/>
                </a:cubicBezTo>
                <a:cubicBezTo>
                  <a:pt x="11505399" y="1550296"/>
                  <a:pt x="11511171" y="1544527"/>
                  <a:pt x="11518287" y="1544527"/>
                </a:cubicBezTo>
                <a:close/>
                <a:moveTo>
                  <a:pt x="11004528" y="1544527"/>
                </a:moveTo>
                <a:cubicBezTo>
                  <a:pt x="11011644" y="1544527"/>
                  <a:pt x="11017416" y="1550296"/>
                  <a:pt x="11017416" y="1557414"/>
                </a:cubicBezTo>
                <a:cubicBezTo>
                  <a:pt x="11017416" y="1564531"/>
                  <a:pt x="11011644" y="1570301"/>
                  <a:pt x="11004528" y="1570301"/>
                </a:cubicBezTo>
                <a:cubicBezTo>
                  <a:pt x="10997410" y="1570301"/>
                  <a:pt x="10991640" y="1564531"/>
                  <a:pt x="10991640" y="1557414"/>
                </a:cubicBezTo>
                <a:cubicBezTo>
                  <a:pt x="10991640" y="1550296"/>
                  <a:pt x="10997410" y="1544527"/>
                  <a:pt x="11004528" y="1544527"/>
                </a:cubicBezTo>
                <a:close/>
                <a:moveTo>
                  <a:pt x="10426681" y="1544527"/>
                </a:moveTo>
                <a:cubicBezTo>
                  <a:pt x="10433797" y="1544527"/>
                  <a:pt x="10439569" y="1550296"/>
                  <a:pt x="10439569" y="1557414"/>
                </a:cubicBezTo>
                <a:cubicBezTo>
                  <a:pt x="10439569" y="1564531"/>
                  <a:pt x="10433797" y="1570301"/>
                  <a:pt x="10426681" y="1570301"/>
                </a:cubicBezTo>
                <a:cubicBezTo>
                  <a:pt x="10419562" y="1570301"/>
                  <a:pt x="10413793" y="1564531"/>
                  <a:pt x="10413793" y="1557414"/>
                </a:cubicBezTo>
                <a:cubicBezTo>
                  <a:pt x="10413793" y="1550296"/>
                  <a:pt x="10419562" y="1544527"/>
                  <a:pt x="10426681" y="1544527"/>
                </a:cubicBezTo>
                <a:close/>
                <a:moveTo>
                  <a:pt x="10169743" y="1544527"/>
                </a:moveTo>
                <a:cubicBezTo>
                  <a:pt x="10176942" y="1544527"/>
                  <a:pt x="10182631" y="1550331"/>
                  <a:pt x="10182631" y="1557414"/>
                </a:cubicBezTo>
                <a:cubicBezTo>
                  <a:pt x="10182631" y="1564496"/>
                  <a:pt x="10176942" y="1570301"/>
                  <a:pt x="10169743" y="1570301"/>
                </a:cubicBezTo>
                <a:cubicBezTo>
                  <a:pt x="10162659" y="1570301"/>
                  <a:pt x="10156855" y="1564612"/>
                  <a:pt x="10156855" y="1557414"/>
                </a:cubicBezTo>
                <a:cubicBezTo>
                  <a:pt x="10156855" y="1550216"/>
                  <a:pt x="10162544" y="1544527"/>
                  <a:pt x="10169743" y="1544527"/>
                </a:cubicBezTo>
                <a:close/>
                <a:moveTo>
                  <a:pt x="9848716" y="1544527"/>
                </a:moveTo>
                <a:cubicBezTo>
                  <a:pt x="9855800" y="1544527"/>
                  <a:pt x="9861604" y="1550331"/>
                  <a:pt x="9861604" y="1557414"/>
                </a:cubicBezTo>
                <a:cubicBezTo>
                  <a:pt x="9861604" y="1564496"/>
                  <a:pt x="9855915" y="1570301"/>
                  <a:pt x="9848716" y="1570301"/>
                </a:cubicBezTo>
                <a:cubicBezTo>
                  <a:pt x="9841635" y="1570301"/>
                  <a:pt x="9835828" y="1564612"/>
                  <a:pt x="9835828" y="1557414"/>
                </a:cubicBezTo>
                <a:cubicBezTo>
                  <a:pt x="9835828" y="1550216"/>
                  <a:pt x="9841517" y="1544527"/>
                  <a:pt x="9848716" y="1544527"/>
                </a:cubicBezTo>
                <a:close/>
                <a:moveTo>
                  <a:pt x="7023451" y="1544527"/>
                </a:moveTo>
                <a:cubicBezTo>
                  <a:pt x="7030570" y="1544527"/>
                  <a:pt x="7036339" y="1550296"/>
                  <a:pt x="7036339" y="1557414"/>
                </a:cubicBezTo>
                <a:cubicBezTo>
                  <a:pt x="7036339" y="1564531"/>
                  <a:pt x="7030570" y="1570301"/>
                  <a:pt x="7023451" y="1570301"/>
                </a:cubicBezTo>
                <a:cubicBezTo>
                  <a:pt x="7016335" y="1570301"/>
                  <a:pt x="7010566" y="1564531"/>
                  <a:pt x="7010566" y="1557414"/>
                </a:cubicBezTo>
                <a:cubicBezTo>
                  <a:pt x="7010566" y="1550296"/>
                  <a:pt x="7016335" y="1544527"/>
                  <a:pt x="7023451" y="1544527"/>
                </a:cubicBezTo>
                <a:close/>
                <a:moveTo>
                  <a:pt x="6959132" y="1544527"/>
                </a:moveTo>
                <a:cubicBezTo>
                  <a:pt x="6966331" y="1544527"/>
                  <a:pt x="6972020" y="1550331"/>
                  <a:pt x="6972020" y="1557414"/>
                </a:cubicBezTo>
                <a:cubicBezTo>
                  <a:pt x="6972020" y="1564496"/>
                  <a:pt x="6966331" y="1570301"/>
                  <a:pt x="6959132" y="1570301"/>
                </a:cubicBezTo>
                <a:cubicBezTo>
                  <a:pt x="6952048" y="1570301"/>
                  <a:pt x="6946244" y="1564612"/>
                  <a:pt x="6946244" y="1557414"/>
                </a:cubicBezTo>
                <a:cubicBezTo>
                  <a:pt x="6946244" y="1550216"/>
                  <a:pt x="6951933" y="1544527"/>
                  <a:pt x="6959132" y="1544527"/>
                </a:cubicBezTo>
                <a:close/>
                <a:moveTo>
                  <a:pt x="5871887" y="1544527"/>
                </a:moveTo>
                <a:cubicBezTo>
                  <a:pt x="5879006" y="1544527"/>
                  <a:pt x="5884776" y="1550296"/>
                  <a:pt x="5884776" y="1557414"/>
                </a:cubicBezTo>
                <a:cubicBezTo>
                  <a:pt x="5884776" y="1564531"/>
                  <a:pt x="5879004" y="1570301"/>
                  <a:pt x="5871887" y="1570301"/>
                </a:cubicBezTo>
                <a:cubicBezTo>
                  <a:pt x="5864769" y="1570301"/>
                  <a:pt x="5859000" y="1564531"/>
                  <a:pt x="5859000" y="1557414"/>
                </a:cubicBezTo>
                <a:cubicBezTo>
                  <a:pt x="5859000" y="1550296"/>
                  <a:pt x="5864772" y="1544527"/>
                  <a:pt x="5871887" y="1544527"/>
                </a:cubicBezTo>
                <a:close/>
                <a:moveTo>
                  <a:pt x="5807683" y="1544527"/>
                </a:moveTo>
                <a:cubicBezTo>
                  <a:pt x="5814801" y="1544527"/>
                  <a:pt x="5820571" y="1550296"/>
                  <a:pt x="5820571" y="1557414"/>
                </a:cubicBezTo>
                <a:cubicBezTo>
                  <a:pt x="5820571" y="1564531"/>
                  <a:pt x="5814799" y="1570301"/>
                  <a:pt x="5807683" y="1570301"/>
                </a:cubicBezTo>
                <a:cubicBezTo>
                  <a:pt x="5800565" y="1570301"/>
                  <a:pt x="5794796" y="1564531"/>
                  <a:pt x="5794796" y="1557414"/>
                </a:cubicBezTo>
                <a:cubicBezTo>
                  <a:pt x="5794796" y="1550296"/>
                  <a:pt x="5800566" y="1544527"/>
                  <a:pt x="5807683" y="1544527"/>
                </a:cubicBezTo>
                <a:close/>
                <a:moveTo>
                  <a:pt x="5293924" y="1544527"/>
                </a:moveTo>
                <a:cubicBezTo>
                  <a:pt x="5301042" y="1544527"/>
                  <a:pt x="5306812" y="1550296"/>
                  <a:pt x="5306812" y="1557414"/>
                </a:cubicBezTo>
                <a:cubicBezTo>
                  <a:pt x="5306812" y="1564531"/>
                  <a:pt x="5301042" y="1570301"/>
                  <a:pt x="5293924" y="1570301"/>
                </a:cubicBezTo>
                <a:cubicBezTo>
                  <a:pt x="5286806" y="1570301"/>
                  <a:pt x="5281036" y="1564531"/>
                  <a:pt x="5281036" y="1557414"/>
                </a:cubicBezTo>
                <a:cubicBezTo>
                  <a:pt x="5281036" y="1550296"/>
                  <a:pt x="5286807" y="1544527"/>
                  <a:pt x="5293924" y="1544527"/>
                </a:cubicBezTo>
                <a:close/>
                <a:moveTo>
                  <a:pt x="4716077" y="1544527"/>
                </a:moveTo>
                <a:cubicBezTo>
                  <a:pt x="4723194" y="1544527"/>
                  <a:pt x="4728964" y="1550296"/>
                  <a:pt x="4728964" y="1557414"/>
                </a:cubicBezTo>
                <a:cubicBezTo>
                  <a:pt x="4728964" y="1564531"/>
                  <a:pt x="4723194" y="1570301"/>
                  <a:pt x="4716077" y="1570301"/>
                </a:cubicBezTo>
                <a:cubicBezTo>
                  <a:pt x="4708959" y="1570301"/>
                  <a:pt x="4703188" y="1564531"/>
                  <a:pt x="4703188" y="1557414"/>
                </a:cubicBezTo>
                <a:cubicBezTo>
                  <a:pt x="4703188" y="1550296"/>
                  <a:pt x="4708959" y="1544527"/>
                  <a:pt x="4716077" y="1544527"/>
                </a:cubicBezTo>
                <a:close/>
                <a:moveTo>
                  <a:pt x="4459140" y="1544527"/>
                </a:moveTo>
                <a:cubicBezTo>
                  <a:pt x="4466338" y="1544527"/>
                  <a:pt x="4472025" y="1550331"/>
                  <a:pt x="4472025" y="1557414"/>
                </a:cubicBezTo>
                <a:cubicBezTo>
                  <a:pt x="4472025" y="1564496"/>
                  <a:pt x="4466338" y="1570301"/>
                  <a:pt x="4459140" y="1570301"/>
                </a:cubicBezTo>
                <a:cubicBezTo>
                  <a:pt x="4452058" y="1570301"/>
                  <a:pt x="4446252" y="1564612"/>
                  <a:pt x="4446252" y="1557414"/>
                </a:cubicBezTo>
                <a:cubicBezTo>
                  <a:pt x="4446252" y="1550216"/>
                  <a:pt x="4451941" y="1544527"/>
                  <a:pt x="4459140" y="1544527"/>
                </a:cubicBezTo>
                <a:close/>
                <a:moveTo>
                  <a:pt x="4138112" y="1544527"/>
                </a:moveTo>
                <a:cubicBezTo>
                  <a:pt x="4145194" y="1544527"/>
                  <a:pt x="4151000" y="1550331"/>
                  <a:pt x="4151000" y="1557414"/>
                </a:cubicBezTo>
                <a:cubicBezTo>
                  <a:pt x="4151000" y="1564496"/>
                  <a:pt x="4145311" y="1570301"/>
                  <a:pt x="4138112" y="1570301"/>
                </a:cubicBezTo>
                <a:cubicBezTo>
                  <a:pt x="4131029" y="1570301"/>
                  <a:pt x="4125224" y="1564612"/>
                  <a:pt x="4125224" y="1557414"/>
                </a:cubicBezTo>
                <a:cubicBezTo>
                  <a:pt x="4125224" y="1550216"/>
                  <a:pt x="4130913" y="1544527"/>
                  <a:pt x="4138112" y="1544527"/>
                </a:cubicBezTo>
                <a:close/>
                <a:moveTo>
                  <a:pt x="1312848" y="1544527"/>
                </a:moveTo>
                <a:cubicBezTo>
                  <a:pt x="1319968" y="1544527"/>
                  <a:pt x="1325735" y="1550296"/>
                  <a:pt x="1325735" y="1557414"/>
                </a:cubicBezTo>
                <a:cubicBezTo>
                  <a:pt x="1325735" y="1564531"/>
                  <a:pt x="1319968" y="1570301"/>
                  <a:pt x="1312848" y="1570301"/>
                </a:cubicBezTo>
                <a:cubicBezTo>
                  <a:pt x="1305730" y="1570301"/>
                  <a:pt x="1299962" y="1564531"/>
                  <a:pt x="1299962" y="1557414"/>
                </a:cubicBezTo>
                <a:cubicBezTo>
                  <a:pt x="1299962" y="1550296"/>
                  <a:pt x="1305730" y="1544527"/>
                  <a:pt x="1312848" y="1544527"/>
                </a:cubicBezTo>
                <a:close/>
                <a:moveTo>
                  <a:pt x="1248528" y="1544527"/>
                </a:moveTo>
                <a:cubicBezTo>
                  <a:pt x="1255726" y="1544527"/>
                  <a:pt x="1261416" y="1550331"/>
                  <a:pt x="1261416" y="1557414"/>
                </a:cubicBezTo>
                <a:cubicBezTo>
                  <a:pt x="1261416" y="1564496"/>
                  <a:pt x="1255726" y="1570301"/>
                  <a:pt x="1248528" y="1570301"/>
                </a:cubicBezTo>
                <a:cubicBezTo>
                  <a:pt x="1241444" y="1570301"/>
                  <a:pt x="1235638" y="1564612"/>
                  <a:pt x="1235638" y="1557414"/>
                </a:cubicBezTo>
                <a:cubicBezTo>
                  <a:pt x="1235638" y="1550216"/>
                  <a:pt x="1241328" y="1544527"/>
                  <a:pt x="1248528" y="1544527"/>
                </a:cubicBezTo>
                <a:close/>
                <a:moveTo>
                  <a:pt x="154069" y="1544527"/>
                </a:moveTo>
                <a:cubicBezTo>
                  <a:pt x="161187" y="1544527"/>
                  <a:pt x="166957" y="1550296"/>
                  <a:pt x="166957" y="1557414"/>
                </a:cubicBezTo>
                <a:cubicBezTo>
                  <a:pt x="166957" y="1564531"/>
                  <a:pt x="161186" y="1570301"/>
                  <a:pt x="154069" y="1570301"/>
                </a:cubicBezTo>
                <a:cubicBezTo>
                  <a:pt x="146951" y="1570301"/>
                  <a:pt x="141182" y="1564531"/>
                  <a:pt x="141182" y="1557414"/>
                </a:cubicBezTo>
                <a:cubicBezTo>
                  <a:pt x="141182" y="1550296"/>
                  <a:pt x="146953" y="1544527"/>
                  <a:pt x="154069" y="1544527"/>
                </a:cubicBezTo>
                <a:close/>
                <a:moveTo>
                  <a:pt x="89864" y="1544527"/>
                </a:moveTo>
                <a:cubicBezTo>
                  <a:pt x="96982" y="1544527"/>
                  <a:pt x="102752" y="1550296"/>
                  <a:pt x="102752" y="1557414"/>
                </a:cubicBezTo>
                <a:cubicBezTo>
                  <a:pt x="102752" y="1564531"/>
                  <a:pt x="96981" y="1570301"/>
                  <a:pt x="89864" y="1570301"/>
                </a:cubicBezTo>
                <a:cubicBezTo>
                  <a:pt x="82746" y="1570301"/>
                  <a:pt x="76977" y="1564531"/>
                  <a:pt x="76977" y="1557414"/>
                </a:cubicBezTo>
                <a:cubicBezTo>
                  <a:pt x="76977" y="1550296"/>
                  <a:pt x="82748" y="1544527"/>
                  <a:pt x="89864" y="1544527"/>
                </a:cubicBezTo>
                <a:close/>
                <a:moveTo>
                  <a:pt x="12099103" y="1531755"/>
                </a:moveTo>
                <a:cubicBezTo>
                  <a:pt x="12113273" y="1531755"/>
                  <a:pt x="12124761" y="1543242"/>
                  <a:pt x="12124761" y="1557413"/>
                </a:cubicBezTo>
                <a:cubicBezTo>
                  <a:pt x="12124761" y="1571585"/>
                  <a:pt x="12113273" y="1583073"/>
                  <a:pt x="12099103" y="1583073"/>
                </a:cubicBezTo>
                <a:cubicBezTo>
                  <a:pt x="12084931" y="1583073"/>
                  <a:pt x="12073441" y="1571585"/>
                  <a:pt x="12073441" y="1557413"/>
                </a:cubicBezTo>
                <a:cubicBezTo>
                  <a:pt x="12073441" y="1543242"/>
                  <a:pt x="12084931" y="1531755"/>
                  <a:pt x="12099103" y="1531755"/>
                </a:cubicBezTo>
                <a:close/>
                <a:moveTo>
                  <a:pt x="12034897" y="1531755"/>
                </a:moveTo>
                <a:cubicBezTo>
                  <a:pt x="12049061" y="1531755"/>
                  <a:pt x="12060557" y="1543249"/>
                  <a:pt x="12060557" y="1557414"/>
                </a:cubicBezTo>
                <a:cubicBezTo>
                  <a:pt x="12060557" y="1571578"/>
                  <a:pt x="12049061" y="1583073"/>
                  <a:pt x="12034897" y="1583073"/>
                </a:cubicBezTo>
                <a:cubicBezTo>
                  <a:pt x="12020731" y="1583073"/>
                  <a:pt x="12009237" y="1571578"/>
                  <a:pt x="12009237" y="1557414"/>
                </a:cubicBezTo>
                <a:cubicBezTo>
                  <a:pt x="12009237" y="1543249"/>
                  <a:pt x="12020731" y="1531755"/>
                  <a:pt x="12034897" y="1531755"/>
                </a:cubicBezTo>
                <a:close/>
                <a:moveTo>
                  <a:pt x="11970691" y="1531755"/>
                </a:moveTo>
                <a:cubicBezTo>
                  <a:pt x="11984855" y="1531755"/>
                  <a:pt x="11996349" y="1543249"/>
                  <a:pt x="11996349" y="1557414"/>
                </a:cubicBezTo>
                <a:cubicBezTo>
                  <a:pt x="11996349" y="1571578"/>
                  <a:pt x="11984855" y="1583073"/>
                  <a:pt x="11970691" y="1583073"/>
                </a:cubicBezTo>
                <a:cubicBezTo>
                  <a:pt x="11956525" y="1583073"/>
                  <a:pt x="11945033" y="1571578"/>
                  <a:pt x="11945033" y="1557414"/>
                </a:cubicBezTo>
                <a:cubicBezTo>
                  <a:pt x="11945033" y="1543249"/>
                  <a:pt x="11956525" y="1531755"/>
                  <a:pt x="11970691" y="1531755"/>
                </a:cubicBezTo>
                <a:close/>
                <a:moveTo>
                  <a:pt x="11906483" y="1531755"/>
                </a:moveTo>
                <a:cubicBezTo>
                  <a:pt x="11920649" y="1531755"/>
                  <a:pt x="11932145" y="1543249"/>
                  <a:pt x="11932145" y="1557414"/>
                </a:cubicBezTo>
                <a:cubicBezTo>
                  <a:pt x="11932145" y="1571578"/>
                  <a:pt x="11920649" y="1583073"/>
                  <a:pt x="11906483" y="1583073"/>
                </a:cubicBezTo>
                <a:cubicBezTo>
                  <a:pt x="11892321" y="1583073"/>
                  <a:pt x="11880825" y="1571578"/>
                  <a:pt x="11880825" y="1557414"/>
                </a:cubicBezTo>
                <a:cubicBezTo>
                  <a:pt x="11880825" y="1543249"/>
                  <a:pt x="11892321" y="1531755"/>
                  <a:pt x="11906483" y="1531755"/>
                </a:cubicBezTo>
                <a:close/>
                <a:moveTo>
                  <a:pt x="11842279" y="1531755"/>
                </a:moveTo>
                <a:cubicBezTo>
                  <a:pt x="11856445" y="1531755"/>
                  <a:pt x="11867941" y="1543249"/>
                  <a:pt x="11867941" y="1557414"/>
                </a:cubicBezTo>
                <a:cubicBezTo>
                  <a:pt x="11867941" y="1571578"/>
                  <a:pt x="11856445" y="1583073"/>
                  <a:pt x="11842279" y="1583073"/>
                </a:cubicBezTo>
                <a:cubicBezTo>
                  <a:pt x="11828117" y="1583073"/>
                  <a:pt x="11816621" y="1571578"/>
                  <a:pt x="11816621" y="1557414"/>
                </a:cubicBezTo>
                <a:cubicBezTo>
                  <a:pt x="11816621" y="1543249"/>
                  <a:pt x="11828117" y="1531755"/>
                  <a:pt x="11842279" y="1531755"/>
                </a:cubicBezTo>
                <a:close/>
                <a:moveTo>
                  <a:pt x="11775107" y="1531755"/>
                </a:moveTo>
                <a:cubicBezTo>
                  <a:pt x="11789271" y="1531755"/>
                  <a:pt x="11800767" y="1543249"/>
                  <a:pt x="11800767" y="1557414"/>
                </a:cubicBezTo>
                <a:cubicBezTo>
                  <a:pt x="11800767" y="1571578"/>
                  <a:pt x="11789271" y="1583073"/>
                  <a:pt x="11775107" y="1583073"/>
                </a:cubicBezTo>
                <a:cubicBezTo>
                  <a:pt x="11760941" y="1583073"/>
                  <a:pt x="11749449" y="1571578"/>
                  <a:pt x="11749449" y="1557414"/>
                </a:cubicBezTo>
                <a:cubicBezTo>
                  <a:pt x="11749449" y="1543249"/>
                  <a:pt x="11760941" y="1531755"/>
                  <a:pt x="11775107" y="1531755"/>
                </a:cubicBezTo>
                <a:close/>
                <a:moveTo>
                  <a:pt x="11710901" y="1531755"/>
                </a:moveTo>
                <a:cubicBezTo>
                  <a:pt x="11725067" y="1531755"/>
                  <a:pt x="11736561" y="1543249"/>
                  <a:pt x="11736561" y="1557414"/>
                </a:cubicBezTo>
                <a:cubicBezTo>
                  <a:pt x="11736561" y="1571578"/>
                  <a:pt x="11725067" y="1583073"/>
                  <a:pt x="11710901" y="1583073"/>
                </a:cubicBezTo>
                <a:cubicBezTo>
                  <a:pt x="11696737" y="1583073"/>
                  <a:pt x="11685243" y="1571578"/>
                  <a:pt x="11685243" y="1557414"/>
                </a:cubicBezTo>
                <a:cubicBezTo>
                  <a:pt x="11685243" y="1543249"/>
                  <a:pt x="11696737" y="1531755"/>
                  <a:pt x="11710901" y="1531755"/>
                </a:cubicBezTo>
                <a:close/>
                <a:moveTo>
                  <a:pt x="11646697" y="1531755"/>
                </a:moveTo>
                <a:cubicBezTo>
                  <a:pt x="11660859" y="1531755"/>
                  <a:pt x="11672355" y="1543249"/>
                  <a:pt x="11672355" y="1557414"/>
                </a:cubicBezTo>
                <a:cubicBezTo>
                  <a:pt x="11672355" y="1571578"/>
                  <a:pt x="11660859" y="1583073"/>
                  <a:pt x="11646697" y="1583073"/>
                </a:cubicBezTo>
                <a:cubicBezTo>
                  <a:pt x="11632529" y="1583073"/>
                  <a:pt x="11621037" y="1571578"/>
                  <a:pt x="11621037" y="1557414"/>
                </a:cubicBezTo>
                <a:cubicBezTo>
                  <a:pt x="11621037" y="1543249"/>
                  <a:pt x="11632529" y="1531755"/>
                  <a:pt x="11646697" y="1531755"/>
                </a:cubicBezTo>
                <a:close/>
                <a:moveTo>
                  <a:pt x="11454081" y="1531755"/>
                </a:moveTo>
                <a:cubicBezTo>
                  <a:pt x="11468253" y="1531755"/>
                  <a:pt x="11479739" y="1543242"/>
                  <a:pt x="11479739" y="1557413"/>
                </a:cubicBezTo>
                <a:cubicBezTo>
                  <a:pt x="11479739" y="1571585"/>
                  <a:pt x="11468253" y="1583073"/>
                  <a:pt x="11454081" y="1583073"/>
                </a:cubicBezTo>
                <a:cubicBezTo>
                  <a:pt x="11439909" y="1583073"/>
                  <a:pt x="11428421" y="1571585"/>
                  <a:pt x="11428421" y="1557413"/>
                </a:cubicBezTo>
                <a:cubicBezTo>
                  <a:pt x="11428421" y="1543242"/>
                  <a:pt x="11439909" y="1531755"/>
                  <a:pt x="11454081" y="1531755"/>
                </a:cubicBezTo>
                <a:close/>
                <a:moveTo>
                  <a:pt x="11389875" y="1531755"/>
                </a:moveTo>
                <a:cubicBezTo>
                  <a:pt x="11404040" y="1531755"/>
                  <a:pt x="11415533" y="1543249"/>
                  <a:pt x="11415533" y="1557414"/>
                </a:cubicBezTo>
                <a:cubicBezTo>
                  <a:pt x="11415533" y="1571578"/>
                  <a:pt x="11404040" y="1583073"/>
                  <a:pt x="11389875" y="1583073"/>
                </a:cubicBezTo>
                <a:cubicBezTo>
                  <a:pt x="11375710" y="1583073"/>
                  <a:pt x="11364217" y="1571578"/>
                  <a:pt x="11364217" y="1557414"/>
                </a:cubicBezTo>
                <a:cubicBezTo>
                  <a:pt x="11364217" y="1543249"/>
                  <a:pt x="11375710" y="1531755"/>
                  <a:pt x="11389875" y="1531755"/>
                </a:cubicBezTo>
                <a:close/>
                <a:moveTo>
                  <a:pt x="11325670" y="1531755"/>
                </a:moveTo>
                <a:cubicBezTo>
                  <a:pt x="11339835" y="1531755"/>
                  <a:pt x="11351329" y="1543249"/>
                  <a:pt x="11351329" y="1557414"/>
                </a:cubicBezTo>
                <a:cubicBezTo>
                  <a:pt x="11351329" y="1571578"/>
                  <a:pt x="11339835" y="1583073"/>
                  <a:pt x="11325670" y="1583073"/>
                </a:cubicBezTo>
                <a:cubicBezTo>
                  <a:pt x="11311505" y="1583073"/>
                  <a:pt x="11300012" y="1571578"/>
                  <a:pt x="11300012" y="1557414"/>
                </a:cubicBezTo>
                <a:cubicBezTo>
                  <a:pt x="11300012" y="1543249"/>
                  <a:pt x="11311505" y="1531755"/>
                  <a:pt x="11325670" y="1531755"/>
                </a:cubicBezTo>
                <a:close/>
                <a:moveTo>
                  <a:pt x="11261466" y="1531755"/>
                </a:moveTo>
                <a:cubicBezTo>
                  <a:pt x="11275628" y="1531755"/>
                  <a:pt x="11287124" y="1543249"/>
                  <a:pt x="11287124" y="1557414"/>
                </a:cubicBezTo>
                <a:cubicBezTo>
                  <a:pt x="11287124" y="1571578"/>
                  <a:pt x="11275628" y="1583073"/>
                  <a:pt x="11261466" y="1583073"/>
                </a:cubicBezTo>
                <a:cubicBezTo>
                  <a:pt x="11247301" y="1583073"/>
                  <a:pt x="11235805" y="1571578"/>
                  <a:pt x="11235805" y="1557414"/>
                </a:cubicBezTo>
                <a:cubicBezTo>
                  <a:pt x="11235805" y="1543249"/>
                  <a:pt x="11247301" y="1531755"/>
                  <a:pt x="11261466" y="1531755"/>
                </a:cubicBezTo>
                <a:close/>
                <a:moveTo>
                  <a:pt x="11197259" y="1531755"/>
                </a:moveTo>
                <a:cubicBezTo>
                  <a:pt x="11211424" y="1531755"/>
                  <a:pt x="11222917" y="1543249"/>
                  <a:pt x="11222917" y="1557414"/>
                </a:cubicBezTo>
                <a:cubicBezTo>
                  <a:pt x="11222917" y="1571578"/>
                  <a:pt x="11211424" y="1583073"/>
                  <a:pt x="11197259" y="1583073"/>
                </a:cubicBezTo>
                <a:cubicBezTo>
                  <a:pt x="11183094" y="1583073"/>
                  <a:pt x="11171601" y="1571578"/>
                  <a:pt x="11171601" y="1557414"/>
                </a:cubicBezTo>
                <a:cubicBezTo>
                  <a:pt x="11171601" y="1543249"/>
                  <a:pt x="11183094" y="1531755"/>
                  <a:pt x="11197259" y="1531755"/>
                </a:cubicBezTo>
                <a:close/>
                <a:moveTo>
                  <a:pt x="11133055" y="1531755"/>
                </a:moveTo>
                <a:cubicBezTo>
                  <a:pt x="11147225" y="1531755"/>
                  <a:pt x="11158713" y="1543242"/>
                  <a:pt x="11158713" y="1557413"/>
                </a:cubicBezTo>
                <a:cubicBezTo>
                  <a:pt x="11158713" y="1571585"/>
                  <a:pt x="11147225" y="1583073"/>
                  <a:pt x="11133055" y="1583073"/>
                </a:cubicBezTo>
                <a:cubicBezTo>
                  <a:pt x="11118884" y="1583073"/>
                  <a:pt x="11107396" y="1571585"/>
                  <a:pt x="11107396" y="1557413"/>
                </a:cubicBezTo>
                <a:cubicBezTo>
                  <a:pt x="11107396" y="1543242"/>
                  <a:pt x="11118884" y="1531755"/>
                  <a:pt x="11133055" y="1531755"/>
                </a:cubicBezTo>
                <a:close/>
                <a:moveTo>
                  <a:pt x="11068848" y="1531755"/>
                </a:moveTo>
                <a:cubicBezTo>
                  <a:pt x="11083021" y="1531755"/>
                  <a:pt x="11094509" y="1543242"/>
                  <a:pt x="11094509" y="1557413"/>
                </a:cubicBezTo>
                <a:cubicBezTo>
                  <a:pt x="11094509" y="1571585"/>
                  <a:pt x="11083021" y="1583073"/>
                  <a:pt x="11068848" y="1583073"/>
                </a:cubicBezTo>
                <a:cubicBezTo>
                  <a:pt x="11054677" y="1583073"/>
                  <a:pt x="11043189" y="1571585"/>
                  <a:pt x="11043189" y="1557413"/>
                </a:cubicBezTo>
                <a:cubicBezTo>
                  <a:pt x="11043189" y="1543242"/>
                  <a:pt x="11054677" y="1531755"/>
                  <a:pt x="11068848" y="1531755"/>
                </a:cubicBezTo>
                <a:close/>
                <a:moveTo>
                  <a:pt x="10940321" y="1531755"/>
                </a:moveTo>
                <a:cubicBezTo>
                  <a:pt x="10954604" y="1531755"/>
                  <a:pt x="10965982" y="1543249"/>
                  <a:pt x="10965982" y="1557414"/>
                </a:cubicBezTo>
                <a:cubicBezTo>
                  <a:pt x="10965982" y="1571578"/>
                  <a:pt x="10954486" y="1583073"/>
                  <a:pt x="10940321" y="1583073"/>
                </a:cubicBezTo>
                <a:cubicBezTo>
                  <a:pt x="10926156" y="1583073"/>
                  <a:pt x="10914663" y="1571578"/>
                  <a:pt x="10914663" y="1557414"/>
                </a:cubicBezTo>
                <a:cubicBezTo>
                  <a:pt x="10914663" y="1543249"/>
                  <a:pt x="10926156" y="1531755"/>
                  <a:pt x="10940321" y="1531755"/>
                </a:cubicBezTo>
                <a:close/>
                <a:moveTo>
                  <a:pt x="10811912" y="1531755"/>
                </a:moveTo>
                <a:cubicBezTo>
                  <a:pt x="10826077" y="1531755"/>
                  <a:pt x="10837571" y="1543249"/>
                  <a:pt x="10837571" y="1557414"/>
                </a:cubicBezTo>
                <a:cubicBezTo>
                  <a:pt x="10837571" y="1571578"/>
                  <a:pt x="10826077" y="1583073"/>
                  <a:pt x="10811912" y="1583073"/>
                </a:cubicBezTo>
                <a:cubicBezTo>
                  <a:pt x="10797747" y="1583073"/>
                  <a:pt x="10786254" y="1571578"/>
                  <a:pt x="10786254" y="1557414"/>
                </a:cubicBezTo>
                <a:cubicBezTo>
                  <a:pt x="10786254" y="1543249"/>
                  <a:pt x="10797747" y="1531755"/>
                  <a:pt x="10811912" y="1531755"/>
                </a:cubicBezTo>
                <a:close/>
                <a:moveTo>
                  <a:pt x="10747708" y="1531755"/>
                </a:moveTo>
                <a:cubicBezTo>
                  <a:pt x="10761878" y="1531755"/>
                  <a:pt x="10773366" y="1543242"/>
                  <a:pt x="10773366" y="1557413"/>
                </a:cubicBezTo>
                <a:cubicBezTo>
                  <a:pt x="10773366" y="1571585"/>
                  <a:pt x="10761878" y="1583073"/>
                  <a:pt x="10747708" y="1583073"/>
                </a:cubicBezTo>
                <a:cubicBezTo>
                  <a:pt x="10733535" y="1583073"/>
                  <a:pt x="10722047" y="1571585"/>
                  <a:pt x="10722047" y="1557413"/>
                </a:cubicBezTo>
                <a:cubicBezTo>
                  <a:pt x="10722047" y="1543242"/>
                  <a:pt x="10733535" y="1531755"/>
                  <a:pt x="10747708" y="1531755"/>
                </a:cubicBezTo>
                <a:close/>
                <a:moveTo>
                  <a:pt x="10683501" y="1531755"/>
                </a:moveTo>
                <a:cubicBezTo>
                  <a:pt x="10697666" y="1531755"/>
                  <a:pt x="10709159" y="1543249"/>
                  <a:pt x="10709159" y="1557414"/>
                </a:cubicBezTo>
                <a:cubicBezTo>
                  <a:pt x="10709159" y="1571578"/>
                  <a:pt x="10697666" y="1583073"/>
                  <a:pt x="10683501" y="1583073"/>
                </a:cubicBezTo>
                <a:cubicBezTo>
                  <a:pt x="10669336" y="1583073"/>
                  <a:pt x="10657843" y="1571578"/>
                  <a:pt x="10657843" y="1557414"/>
                </a:cubicBezTo>
                <a:cubicBezTo>
                  <a:pt x="10657843" y="1543249"/>
                  <a:pt x="10669336" y="1531755"/>
                  <a:pt x="10683501" y="1531755"/>
                </a:cubicBezTo>
                <a:close/>
                <a:moveTo>
                  <a:pt x="10619297" y="1531755"/>
                </a:moveTo>
                <a:cubicBezTo>
                  <a:pt x="10633462" y="1531755"/>
                  <a:pt x="10644955" y="1543249"/>
                  <a:pt x="10644955" y="1557414"/>
                </a:cubicBezTo>
                <a:cubicBezTo>
                  <a:pt x="10644955" y="1571578"/>
                  <a:pt x="10633462" y="1583073"/>
                  <a:pt x="10619297" y="1583073"/>
                </a:cubicBezTo>
                <a:cubicBezTo>
                  <a:pt x="10605132" y="1583073"/>
                  <a:pt x="10593639" y="1571578"/>
                  <a:pt x="10593639" y="1557414"/>
                </a:cubicBezTo>
                <a:cubicBezTo>
                  <a:pt x="10593639" y="1543249"/>
                  <a:pt x="10605132" y="1531755"/>
                  <a:pt x="10619297" y="1531755"/>
                </a:cubicBezTo>
                <a:close/>
                <a:moveTo>
                  <a:pt x="10555092" y="1531755"/>
                </a:moveTo>
                <a:cubicBezTo>
                  <a:pt x="10569255" y="1531755"/>
                  <a:pt x="10580751" y="1543249"/>
                  <a:pt x="10580751" y="1557414"/>
                </a:cubicBezTo>
                <a:cubicBezTo>
                  <a:pt x="10580751" y="1571578"/>
                  <a:pt x="10569255" y="1583073"/>
                  <a:pt x="10555092" y="1583073"/>
                </a:cubicBezTo>
                <a:cubicBezTo>
                  <a:pt x="10540927" y="1583073"/>
                  <a:pt x="10529432" y="1571578"/>
                  <a:pt x="10529432" y="1557414"/>
                </a:cubicBezTo>
                <a:cubicBezTo>
                  <a:pt x="10529432" y="1543249"/>
                  <a:pt x="10540927" y="1531755"/>
                  <a:pt x="10555092" y="1531755"/>
                </a:cubicBezTo>
                <a:close/>
                <a:moveTo>
                  <a:pt x="10490885" y="1531755"/>
                </a:moveTo>
                <a:cubicBezTo>
                  <a:pt x="10505050" y="1531755"/>
                  <a:pt x="10516544" y="1543249"/>
                  <a:pt x="10516544" y="1557414"/>
                </a:cubicBezTo>
                <a:cubicBezTo>
                  <a:pt x="10516544" y="1571578"/>
                  <a:pt x="10505050" y="1583073"/>
                  <a:pt x="10490885" y="1583073"/>
                </a:cubicBezTo>
                <a:cubicBezTo>
                  <a:pt x="10476720" y="1583073"/>
                  <a:pt x="10465227" y="1571578"/>
                  <a:pt x="10465227" y="1557414"/>
                </a:cubicBezTo>
                <a:cubicBezTo>
                  <a:pt x="10465227" y="1543249"/>
                  <a:pt x="10476720" y="1531755"/>
                  <a:pt x="10490885" y="1531755"/>
                </a:cubicBezTo>
                <a:close/>
                <a:moveTo>
                  <a:pt x="10362474" y="1531755"/>
                </a:moveTo>
                <a:cubicBezTo>
                  <a:pt x="10376647" y="1531755"/>
                  <a:pt x="10388135" y="1543242"/>
                  <a:pt x="10388135" y="1557413"/>
                </a:cubicBezTo>
                <a:cubicBezTo>
                  <a:pt x="10388135" y="1571585"/>
                  <a:pt x="10376647" y="1583073"/>
                  <a:pt x="10362474" y="1583073"/>
                </a:cubicBezTo>
                <a:cubicBezTo>
                  <a:pt x="10348304" y="1583073"/>
                  <a:pt x="10336816" y="1571585"/>
                  <a:pt x="10336816" y="1557413"/>
                </a:cubicBezTo>
                <a:cubicBezTo>
                  <a:pt x="10336816" y="1543242"/>
                  <a:pt x="10348304" y="1531755"/>
                  <a:pt x="10362474" y="1531755"/>
                </a:cubicBezTo>
                <a:close/>
                <a:moveTo>
                  <a:pt x="10298270" y="1531755"/>
                </a:moveTo>
                <a:cubicBezTo>
                  <a:pt x="10312435" y="1531755"/>
                  <a:pt x="10323928" y="1543249"/>
                  <a:pt x="10323928" y="1557414"/>
                </a:cubicBezTo>
                <a:cubicBezTo>
                  <a:pt x="10323928" y="1571578"/>
                  <a:pt x="10312435" y="1583073"/>
                  <a:pt x="10298270" y="1583073"/>
                </a:cubicBezTo>
                <a:cubicBezTo>
                  <a:pt x="10284105" y="1583073"/>
                  <a:pt x="10272611" y="1571578"/>
                  <a:pt x="10272611" y="1557414"/>
                </a:cubicBezTo>
                <a:cubicBezTo>
                  <a:pt x="10272611" y="1543249"/>
                  <a:pt x="10284105" y="1531755"/>
                  <a:pt x="10298270" y="1531755"/>
                </a:cubicBezTo>
                <a:close/>
                <a:moveTo>
                  <a:pt x="10234065" y="1531755"/>
                </a:moveTo>
                <a:cubicBezTo>
                  <a:pt x="10248228" y="1531755"/>
                  <a:pt x="10259723" y="1543249"/>
                  <a:pt x="10259723" y="1557414"/>
                </a:cubicBezTo>
                <a:cubicBezTo>
                  <a:pt x="10259723" y="1571578"/>
                  <a:pt x="10248228" y="1583073"/>
                  <a:pt x="10234065" y="1583073"/>
                </a:cubicBezTo>
                <a:cubicBezTo>
                  <a:pt x="10219900" y="1583073"/>
                  <a:pt x="10208404" y="1571578"/>
                  <a:pt x="10208404" y="1557414"/>
                </a:cubicBezTo>
                <a:cubicBezTo>
                  <a:pt x="10208404" y="1543249"/>
                  <a:pt x="10219900" y="1531755"/>
                  <a:pt x="10234065" y="1531755"/>
                </a:cubicBezTo>
                <a:close/>
                <a:moveTo>
                  <a:pt x="10105654" y="1531755"/>
                </a:moveTo>
                <a:cubicBezTo>
                  <a:pt x="10119819" y="1531755"/>
                  <a:pt x="10131312" y="1543249"/>
                  <a:pt x="10131312" y="1557414"/>
                </a:cubicBezTo>
                <a:cubicBezTo>
                  <a:pt x="10131312" y="1571578"/>
                  <a:pt x="10119819" y="1583073"/>
                  <a:pt x="10105654" y="1583073"/>
                </a:cubicBezTo>
                <a:cubicBezTo>
                  <a:pt x="10091489" y="1583073"/>
                  <a:pt x="10079996" y="1571578"/>
                  <a:pt x="10079996" y="1557414"/>
                </a:cubicBezTo>
                <a:cubicBezTo>
                  <a:pt x="10079996" y="1543249"/>
                  <a:pt x="10091489" y="1531755"/>
                  <a:pt x="10105654" y="1531755"/>
                </a:cubicBezTo>
                <a:close/>
                <a:moveTo>
                  <a:pt x="9977242" y="1531755"/>
                </a:moveTo>
                <a:cubicBezTo>
                  <a:pt x="9991416" y="1531755"/>
                  <a:pt x="10002903" y="1543242"/>
                  <a:pt x="10002903" y="1557413"/>
                </a:cubicBezTo>
                <a:cubicBezTo>
                  <a:pt x="10002903" y="1571585"/>
                  <a:pt x="9991416" y="1583073"/>
                  <a:pt x="9977242" y="1583073"/>
                </a:cubicBezTo>
                <a:cubicBezTo>
                  <a:pt x="9963072" y="1583073"/>
                  <a:pt x="9951584" y="1571585"/>
                  <a:pt x="9951584" y="1557413"/>
                </a:cubicBezTo>
                <a:cubicBezTo>
                  <a:pt x="9951584" y="1543242"/>
                  <a:pt x="9963072" y="1531755"/>
                  <a:pt x="9977242" y="1531755"/>
                </a:cubicBezTo>
                <a:close/>
                <a:moveTo>
                  <a:pt x="9913038" y="1531755"/>
                </a:moveTo>
                <a:cubicBezTo>
                  <a:pt x="9927203" y="1531755"/>
                  <a:pt x="9938696" y="1543249"/>
                  <a:pt x="9938696" y="1557414"/>
                </a:cubicBezTo>
                <a:cubicBezTo>
                  <a:pt x="9938696" y="1571578"/>
                  <a:pt x="9927203" y="1583073"/>
                  <a:pt x="9913038" y="1583073"/>
                </a:cubicBezTo>
                <a:cubicBezTo>
                  <a:pt x="9898873" y="1583073"/>
                  <a:pt x="9887380" y="1571578"/>
                  <a:pt x="9887380" y="1557414"/>
                </a:cubicBezTo>
                <a:cubicBezTo>
                  <a:pt x="9887380" y="1543249"/>
                  <a:pt x="9898873" y="1531755"/>
                  <a:pt x="9913038" y="1531755"/>
                </a:cubicBezTo>
                <a:close/>
                <a:moveTo>
                  <a:pt x="9784512" y="1531755"/>
                </a:moveTo>
                <a:cubicBezTo>
                  <a:pt x="9798677" y="1531755"/>
                  <a:pt x="9810170" y="1543249"/>
                  <a:pt x="9810170" y="1557414"/>
                </a:cubicBezTo>
                <a:cubicBezTo>
                  <a:pt x="9810170" y="1571578"/>
                  <a:pt x="9798677" y="1583073"/>
                  <a:pt x="9784512" y="1583073"/>
                </a:cubicBezTo>
                <a:cubicBezTo>
                  <a:pt x="9770347" y="1583073"/>
                  <a:pt x="9758853" y="1571578"/>
                  <a:pt x="9758853" y="1557414"/>
                </a:cubicBezTo>
                <a:cubicBezTo>
                  <a:pt x="9758853" y="1543249"/>
                  <a:pt x="9770347" y="1531755"/>
                  <a:pt x="9784512" y="1531755"/>
                </a:cubicBezTo>
                <a:close/>
                <a:moveTo>
                  <a:pt x="9720307" y="1531755"/>
                </a:moveTo>
                <a:cubicBezTo>
                  <a:pt x="9734470" y="1531755"/>
                  <a:pt x="9745965" y="1543249"/>
                  <a:pt x="9745965" y="1557414"/>
                </a:cubicBezTo>
                <a:cubicBezTo>
                  <a:pt x="9745965" y="1571578"/>
                  <a:pt x="9734470" y="1583073"/>
                  <a:pt x="9720307" y="1583073"/>
                </a:cubicBezTo>
                <a:cubicBezTo>
                  <a:pt x="9706142" y="1583073"/>
                  <a:pt x="9694646" y="1571578"/>
                  <a:pt x="9694646" y="1557414"/>
                </a:cubicBezTo>
                <a:cubicBezTo>
                  <a:pt x="9694646" y="1543249"/>
                  <a:pt x="9706142" y="1531755"/>
                  <a:pt x="9720307" y="1531755"/>
                </a:cubicBezTo>
                <a:close/>
                <a:moveTo>
                  <a:pt x="9591896" y="1531755"/>
                </a:moveTo>
                <a:cubicBezTo>
                  <a:pt x="9606061" y="1531755"/>
                  <a:pt x="9617554" y="1543249"/>
                  <a:pt x="9617554" y="1557414"/>
                </a:cubicBezTo>
                <a:cubicBezTo>
                  <a:pt x="9617554" y="1571578"/>
                  <a:pt x="9606061" y="1583073"/>
                  <a:pt x="9591896" y="1583073"/>
                </a:cubicBezTo>
                <a:cubicBezTo>
                  <a:pt x="9577731" y="1583073"/>
                  <a:pt x="9566238" y="1571578"/>
                  <a:pt x="9566238" y="1557414"/>
                </a:cubicBezTo>
                <a:cubicBezTo>
                  <a:pt x="9566238" y="1543249"/>
                  <a:pt x="9577731" y="1531755"/>
                  <a:pt x="9591896" y="1531755"/>
                </a:cubicBezTo>
                <a:close/>
                <a:moveTo>
                  <a:pt x="9527689" y="1531755"/>
                </a:moveTo>
                <a:cubicBezTo>
                  <a:pt x="9541854" y="1531755"/>
                  <a:pt x="9553350" y="1543249"/>
                  <a:pt x="9553350" y="1557414"/>
                </a:cubicBezTo>
                <a:cubicBezTo>
                  <a:pt x="9553350" y="1571578"/>
                  <a:pt x="9541854" y="1583073"/>
                  <a:pt x="9527689" y="1583073"/>
                </a:cubicBezTo>
                <a:cubicBezTo>
                  <a:pt x="9513524" y="1583073"/>
                  <a:pt x="9502031" y="1571578"/>
                  <a:pt x="9502031" y="1557414"/>
                </a:cubicBezTo>
                <a:cubicBezTo>
                  <a:pt x="9502031" y="1543249"/>
                  <a:pt x="9513524" y="1531755"/>
                  <a:pt x="9527689" y="1531755"/>
                </a:cubicBezTo>
                <a:close/>
                <a:moveTo>
                  <a:pt x="9463485" y="1531755"/>
                </a:moveTo>
                <a:cubicBezTo>
                  <a:pt x="9477650" y="1531755"/>
                  <a:pt x="9489143" y="1543249"/>
                  <a:pt x="9489143" y="1557414"/>
                </a:cubicBezTo>
                <a:cubicBezTo>
                  <a:pt x="9489143" y="1571578"/>
                  <a:pt x="9477650" y="1583073"/>
                  <a:pt x="9463485" y="1583073"/>
                </a:cubicBezTo>
                <a:cubicBezTo>
                  <a:pt x="9449320" y="1583073"/>
                  <a:pt x="9437826" y="1571578"/>
                  <a:pt x="9437826" y="1557414"/>
                </a:cubicBezTo>
                <a:cubicBezTo>
                  <a:pt x="9437826" y="1543249"/>
                  <a:pt x="9449320" y="1531755"/>
                  <a:pt x="9463485" y="1531755"/>
                </a:cubicBezTo>
                <a:close/>
                <a:moveTo>
                  <a:pt x="9399280" y="1531755"/>
                </a:moveTo>
                <a:cubicBezTo>
                  <a:pt x="9413445" y="1531755"/>
                  <a:pt x="9424938" y="1543249"/>
                  <a:pt x="9424938" y="1557414"/>
                </a:cubicBezTo>
                <a:cubicBezTo>
                  <a:pt x="9424938" y="1571578"/>
                  <a:pt x="9413445" y="1583073"/>
                  <a:pt x="9399280" y="1583073"/>
                </a:cubicBezTo>
                <a:cubicBezTo>
                  <a:pt x="9385115" y="1583073"/>
                  <a:pt x="9373619" y="1571578"/>
                  <a:pt x="9373619" y="1557414"/>
                </a:cubicBezTo>
                <a:cubicBezTo>
                  <a:pt x="9373619" y="1543249"/>
                  <a:pt x="9385115" y="1531755"/>
                  <a:pt x="9399280" y="1531755"/>
                </a:cubicBezTo>
                <a:close/>
                <a:moveTo>
                  <a:pt x="9335073" y="1531755"/>
                </a:moveTo>
                <a:cubicBezTo>
                  <a:pt x="9349246" y="1531755"/>
                  <a:pt x="9360734" y="1543242"/>
                  <a:pt x="9360734" y="1557413"/>
                </a:cubicBezTo>
                <a:cubicBezTo>
                  <a:pt x="9360734" y="1571585"/>
                  <a:pt x="9349246" y="1583073"/>
                  <a:pt x="9335073" y="1583073"/>
                </a:cubicBezTo>
                <a:cubicBezTo>
                  <a:pt x="9320903" y="1583073"/>
                  <a:pt x="9309415" y="1571585"/>
                  <a:pt x="9309415" y="1557413"/>
                </a:cubicBezTo>
                <a:cubicBezTo>
                  <a:pt x="9309415" y="1543242"/>
                  <a:pt x="9320903" y="1531755"/>
                  <a:pt x="9335073" y="1531755"/>
                </a:cubicBezTo>
                <a:close/>
                <a:moveTo>
                  <a:pt x="9142457" y="1531755"/>
                </a:moveTo>
                <a:cubicBezTo>
                  <a:pt x="9156622" y="1531755"/>
                  <a:pt x="9168118" y="1543249"/>
                  <a:pt x="9168118" y="1557414"/>
                </a:cubicBezTo>
                <a:cubicBezTo>
                  <a:pt x="9168118" y="1571578"/>
                  <a:pt x="9156622" y="1583073"/>
                  <a:pt x="9142457" y="1583073"/>
                </a:cubicBezTo>
                <a:cubicBezTo>
                  <a:pt x="9128292" y="1583073"/>
                  <a:pt x="9116799" y="1571578"/>
                  <a:pt x="9116799" y="1557414"/>
                </a:cubicBezTo>
                <a:cubicBezTo>
                  <a:pt x="9116799" y="1543249"/>
                  <a:pt x="9128292" y="1531755"/>
                  <a:pt x="9142457" y="1531755"/>
                </a:cubicBezTo>
                <a:close/>
                <a:moveTo>
                  <a:pt x="9078253" y="1531755"/>
                </a:moveTo>
                <a:cubicBezTo>
                  <a:pt x="9092418" y="1531755"/>
                  <a:pt x="9103911" y="1543249"/>
                  <a:pt x="9103911" y="1557414"/>
                </a:cubicBezTo>
                <a:cubicBezTo>
                  <a:pt x="9103911" y="1571578"/>
                  <a:pt x="9092418" y="1583073"/>
                  <a:pt x="9078253" y="1583073"/>
                </a:cubicBezTo>
                <a:cubicBezTo>
                  <a:pt x="9064088" y="1583073"/>
                  <a:pt x="9052595" y="1571578"/>
                  <a:pt x="9052595" y="1557414"/>
                </a:cubicBezTo>
                <a:cubicBezTo>
                  <a:pt x="9052595" y="1543249"/>
                  <a:pt x="9064088" y="1531755"/>
                  <a:pt x="9078253" y="1531755"/>
                </a:cubicBezTo>
                <a:close/>
                <a:moveTo>
                  <a:pt x="9014049" y="1531755"/>
                </a:moveTo>
                <a:cubicBezTo>
                  <a:pt x="9028214" y="1531755"/>
                  <a:pt x="9039707" y="1543249"/>
                  <a:pt x="9039707" y="1557414"/>
                </a:cubicBezTo>
                <a:cubicBezTo>
                  <a:pt x="9039707" y="1571578"/>
                  <a:pt x="9028214" y="1583073"/>
                  <a:pt x="9014049" y="1583073"/>
                </a:cubicBezTo>
                <a:cubicBezTo>
                  <a:pt x="8999884" y="1583073"/>
                  <a:pt x="8988388" y="1571578"/>
                  <a:pt x="8988388" y="1557414"/>
                </a:cubicBezTo>
                <a:cubicBezTo>
                  <a:pt x="8988388" y="1543249"/>
                  <a:pt x="8999884" y="1531755"/>
                  <a:pt x="9014049" y="1531755"/>
                </a:cubicBezTo>
                <a:close/>
                <a:moveTo>
                  <a:pt x="8949842" y="1531755"/>
                </a:moveTo>
                <a:cubicBezTo>
                  <a:pt x="8964015" y="1531755"/>
                  <a:pt x="8975503" y="1543242"/>
                  <a:pt x="8975503" y="1557413"/>
                </a:cubicBezTo>
                <a:cubicBezTo>
                  <a:pt x="8975503" y="1571585"/>
                  <a:pt x="8964015" y="1583073"/>
                  <a:pt x="8949842" y="1583073"/>
                </a:cubicBezTo>
                <a:cubicBezTo>
                  <a:pt x="8935671" y="1583073"/>
                  <a:pt x="8924183" y="1571585"/>
                  <a:pt x="8924183" y="1557413"/>
                </a:cubicBezTo>
                <a:cubicBezTo>
                  <a:pt x="8924183" y="1543242"/>
                  <a:pt x="8935671" y="1531755"/>
                  <a:pt x="8949842" y="1531755"/>
                </a:cubicBezTo>
                <a:close/>
                <a:moveTo>
                  <a:pt x="8821433" y="1531755"/>
                </a:moveTo>
                <a:cubicBezTo>
                  <a:pt x="8835598" y="1531755"/>
                  <a:pt x="8847091" y="1543249"/>
                  <a:pt x="8847091" y="1557414"/>
                </a:cubicBezTo>
                <a:cubicBezTo>
                  <a:pt x="8847091" y="1571578"/>
                  <a:pt x="8835598" y="1583073"/>
                  <a:pt x="8821433" y="1583073"/>
                </a:cubicBezTo>
                <a:cubicBezTo>
                  <a:pt x="8807268" y="1583073"/>
                  <a:pt x="8795772" y="1571578"/>
                  <a:pt x="8795772" y="1557414"/>
                </a:cubicBezTo>
                <a:cubicBezTo>
                  <a:pt x="8795772" y="1543249"/>
                  <a:pt x="8807268" y="1531755"/>
                  <a:pt x="8821433" y="1531755"/>
                </a:cubicBezTo>
                <a:close/>
                <a:moveTo>
                  <a:pt x="8757226" y="1531755"/>
                </a:moveTo>
                <a:cubicBezTo>
                  <a:pt x="8771391" y="1531755"/>
                  <a:pt x="8782887" y="1543249"/>
                  <a:pt x="8782887" y="1557414"/>
                </a:cubicBezTo>
                <a:cubicBezTo>
                  <a:pt x="8782887" y="1571578"/>
                  <a:pt x="8771391" y="1583073"/>
                  <a:pt x="8757226" y="1583073"/>
                </a:cubicBezTo>
                <a:cubicBezTo>
                  <a:pt x="8743061" y="1583073"/>
                  <a:pt x="8731568" y="1571578"/>
                  <a:pt x="8731568" y="1557414"/>
                </a:cubicBezTo>
                <a:cubicBezTo>
                  <a:pt x="8731568" y="1543249"/>
                  <a:pt x="8743061" y="1531755"/>
                  <a:pt x="8757226" y="1531755"/>
                </a:cubicBezTo>
                <a:close/>
                <a:moveTo>
                  <a:pt x="8692904" y="1531755"/>
                </a:moveTo>
                <a:cubicBezTo>
                  <a:pt x="8707069" y="1531755"/>
                  <a:pt x="8718565" y="1543249"/>
                  <a:pt x="8718565" y="1557414"/>
                </a:cubicBezTo>
                <a:cubicBezTo>
                  <a:pt x="8718565" y="1571578"/>
                  <a:pt x="8707069" y="1583073"/>
                  <a:pt x="8692904" y="1583073"/>
                </a:cubicBezTo>
                <a:cubicBezTo>
                  <a:pt x="8678741" y="1583073"/>
                  <a:pt x="8667246" y="1571578"/>
                  <a:pt x="8667246" y="1557414"/>
                </a:cubicBezTo>
                <a:cubicBezTo>
                  <a:pt x="8667246" y="1543249"/>
                  <a:pt x="8678741" y="1531755"/>
                  <a:pt x="8692904" y="1531755"/>
                </a:cubicBezTo>
                <a:close/>
                <a:moveTo>
                  <a:pt x="8564495" y="1531755"/>
                </a:moveTo>
                <a:cubicBezTo>
                  <a:pt x="8578665" y="1531755"/>
                  <a:pt x="8590153" y="1543242"/>
                  <a:pt x="8590153" y="1557413"/>
                </a:cubicBezTo>
                <a:cubicBezTo>
                  <a:pt x="8590153" y="1571585"/>
                  <a:pt x="8578665" y="1583073"/>
                  <a:pt x="8564495" y="1583073"/>
                </a:cubicBezTo>
                <a:cubicBezTo>
                  <a:pt x="8550325" y="1583073"/>
                  <a:pt x="8538837" y="1571585"/>
                  <a:pt x="8538837" y="1557413"/>
                </a:cubicBezTo>
                <a:cubicBezTo>
                  <a:pt x="8538837" y="1543242"/>
                  <a:pt x="8550325" y="1531755"/>
                  <a:pt x="8564495" y="1531755"/>
                </a:cubicBezTo>
                <a:close/>
                <a:moveTo>
                  <a:pt x="8500288" y="1531755"/>
                </a:moveTo>
                <a:cubicBezTo>
                  <a:pt x="8514453" y="1531755"/>
                  <a:pt x="8525949" y="1543249"/>
                  <a:pt x="8525949" y="1557414"/>
                </a:cubicBezTo>
                <a:cubicBezTo>
                  <a:pt x="8525949" y="1571578"/>
                  <a:pt x="8514453" y="1583073"/>
                  <a:pt x="8500288" y="1583073"/>
                </a:cubicBezTo>
                <a:cubicBezTo>
                  <a:pt x="8486126" y="1583073"/>
                  <a:pt x="8474630" y="1571578"/>
                  <a:pt x="8474630" y="1557414"/>
                </a:cubicBezTo>
                <a:cubicBezTo>
                  <a:pt x="8474630" y="1543249"/>
                  <a:pt x="8486126" y="1531755"/>
                  <a:pt x="8500288" y="1531755"/>
                </a:cubicBezTo>
                <a:close/>
                <a:moveTo>
                  <a:pt x="8436084" y="1531755"/>
                </a:moveTo>
                <a:cubicBezTo>
                  <a:pt x="8450249" y="1531755"/>
                  <a:pt x="8461745" y="1543249"/>
                  <a:pt x="8461745" y="1557414"/>
                </a:cubicBezTo>
                <a:cubicBezTo>
                  <a:pt x="8461745" y="1571578"/>
                  <a:pt x="8450249" y="1583073"/>
                  <a:pt x="8436084" y="1583073"/>
                </a:cubicBezTo>
                <a:cubicBezTo>
                  <a:pt x="8421919" y="1583073"/>
                  <a:pt x="8410426" y="1571578"/>
                  <a:pt x="8410426" y="1557414"/>
                </a:cubicBezTo>
                <a:cubicBezTo>
                  <a:pt x="8410426" y="1543249"/>
                  <a:pt x="8421919" y="1531755"/>
                  <a:pt x="8436084" y="1531755"/>
                </a:cubicBezTo>
                <a:close/>
                <a:moveTo>
                  <a:pt x="8307675" y="1531755"/>
                </a:moveTo>
                <a:cubicBezTo>
                  <a:pt x="8321837" y="1531755"/>
                  <a:pt x="8333333" y="1543249"/>
                  <a:pt x="8333333" y="1557414"/>
                </a:cubicBezTo>
                <a:cubicBezTo>
                  <a:pt x="8333333" y="1571578"/>
                  <a:pt x="8321837" y="1583073"/>
                  <a:pt x="8307675" y="1583073"/>
                </a:cubicBezTo>
                <a:cubicBezTo>
                  <a:pt x="8293510" y="1583073"/>
                  <a:pt x="8282014" y="1571578"/>
                  <a:pt x="8282014" y="1557414"/>
                </a:cubicBezTo>
                <a:cubicBezTo>
                  <a:pt x="8282014" y="1543249"/>
                  <a:pt x="8293510" y="1531755"/>
                  <a:pt x="8307675" y="1531755"/>
                </a:cubicBezTo>
                <a:close/>
                <a:moveTo>
                  <a:pt x="8243468" y="1531755"/>
                </a:moveTo>
                <a:cubicBezTo>
                  <a:pt x="8257638" y="1531755"/>
                  <a:pt x="8269126" y="1543242"/>
                  <a:pt x="8269126" y="1557413"/>
                </a:cubicBezTo>
                <a:cubicBezTo>
                  <a:pt x="8269126" y="1571585"/>
                  <a:pt x="8257638" y="1583073"/>
                  <a:pt x="8243468" y="1583073"/>
                </a:cubicBezTo>
                <a:cubicBezTo>
                  <a:pt x="8229298" y="1583073"/>
                  <a:pt x="8217810" y="1571585"/>
                  <a:pt x="8217810" y="1557413"/>
                </a:cubicBezTo>
                <a:cubicBezTo>
                  <a:pt x="8217810" y="1543242"/>
                  <a:pt x="8229298" y="1531755"/>
                  <a:pt x="8243468" y="1531755"/>
                </a:cubicBezTo>
                <a:close/>
                <a:moveTo>
                  <a:pt x="8115057" y="1531755"/>
                </a:moveTo>
                <a:cubicBezTo>
                  <a:pt x="8129222" y="1531755"/>
                  <a:pt x="8140717" y="1543249"/>
                  <a:pt x="8140717" y="1557414"/>
                </a:cubicBezTo>
                <a:cubicBezTo>
                  <a:pt x="8140717" y="1571578"/>
                  <a:pt x="8129222" y="1583073"/>
                  <a:pt x="8115057" y="1583073"/>
                </a:cubicBezTo>
                <a:cubicBezTo>
                  <a:pt x="8100894" y="1583073"/>
                  <a:pt x="8089398" y="1571578"/>
                  <a:pt x="8089398" y="1557414"/>
                </a:cubicBezTo>
                <a:cubicBezTo>
                  <a:pt x="8089398" y="1543249"/>
                  <a:pt x="8100894" y="1531755"/>
                  <a:pt x="8115057" y="1531755"/>
                </a:cubicBezTo>
                <a:close/>
                <a:moveTo>
                  <a:pt x="8050852" y="1531755"/>
                </a:moveTo>
                <a:cubicBezTo>
                  <a:pt x="8065017" y="1531755"/>
                  <a:pt x="8076510" y="1543249"/>
                  <a:pt x="8076510" y="1557414"/>
                </a:cubicBezTo>
                <a:cubicBezTo>
                  <a:pt x="8076510" y="1571578"/>
                  <a:pt x="8065017" y="1583073"/>
                  <a:pt x="8050852" y="1583073"/>
                </a:cubicBezTo>
                <a:cubicBezTo>
                  <a:pt x="8036687" y="1583073"/>
                  <a:pt x="8025194" y="1571578"/>
                  <a:pt x="8025194" y="1557414"/>
                </a:cubicBezTo>
                <a:cubicBezTo>
                  <a:pt x="8025194" y="1543249"/>
                  <a:pt x="8036687" y="1531755"/>
                  <a:pt x="8050852" y="1531755"/>
                </a:cubicBezTo>
                <a:close/>
                <a:moveTo>
                  <a:pt x="7986648" y="1531755"/>
                </a:moveTo>
                <a:cubicBezTo>
                  <a:pt x="8000813" y="1531755"/>
                  <a:pt x="8012306" y="1543249"/>
                  <a:pt x="8012306" y="1557414"/>
                </a:cubicBezTo>
                <a:cubicBezTo>
                  <a:pt x="8012306" y="1571578"/>
                  <a:pt x="8000813" y="1583073"/>
                  <a:pt x="7986648" y="1583073"/>
                </a:cubicBezTo>
                <a:cubicBezTo>
                  <a:pt x="7972483" y="1583073"/>
                  <a:pt x="7960990" y="1571578"/>
                  <a:pt x="7960990" y="1557414"/>
                </a:cubicBezTo>
                <a:cubicBezTo>
                  <a:pt x="7960990" y="1543249"/>
                  <a:pt x="7972483" y="1531755"/>
                  <a:pt x="7986648" y="1531755"/>
                </a:cubicBezTo>
                <a:close/>
                <a:moveTo>
                  <a:pt x="7922444" y="1531755"/>
                </a:moveTo>
                <a:cubicBezTo>
                  <a:pt x="7936606" y="1531755"/>
                  <a:pt x="7948102" y="1543249"/>
                  <a:pt x="7948102" y="1557414"/>
                </a:cubicBezTo>
                <a:cubicBezTo>
                  <a:pt x="7948102" y="1571578"/>
                  <a:pt x="7936606" y="1583073"/>
                  <a:pt x="7922444" y="1583073"/>
                </a:cubicBezTo>
                <a:cubicBezTo>
                  <a:pt x="7908279" y="1583073"/>
                  <a:pt x="7896783" y="1571578"/>
                  <a:pt x="7896783" y="1557414"/>
                </a:cubicBezTo>
                <a:cubicBezTo>
                  <a:pt x="7896783" y="1543249"/>
                  <a:pt x="7908279" y="1531755"/>
                  <a:pt x="7922444" y="1531755"/>
                </a:cubicBezTo>
                <a:close/>
                <a:moveTo>
                  <a:pt x="7858237" y="1531755"/>
                </a:moveTo>
                <a:cubicBezTo>
                  <a:pt x="7872407" y="1531755"/>
                  <a:pt x="7883895" y="1543242"/>
                  <a:pt x="7883895" y="1557413"/>
                </a:cubicBezTo>
                <a:cubicBezTo>
                  <a:pt x="7883895" y="1571585"/>
                  <a:pt x="7872407" y="1583073"/>
                  <a:pt x="7858237" y="1583073"/>
                </a:cubicBezTo>
                <a:cubicBezTo>
                  <a:pt x="7844066" y="1583073"/>
                  <a:pt x="7832578" y="1571585"/>
                  <a:pt x="7832578" y="1557413"/>
                </a:cubicBezTo>
                <a:cubicBezTo>
                  <a:pt x="7832578" y="1543242"/>
                  <a:pt x="7844066" y="1531755"/>
                  <a:pt x="7858237" y="1531755"/>
                </a:cubicBezTo>
                <a:close/>
                <a:moveTo>
                  <a:pt x="7794032" y="1531755"/>
                </a:moveTo>
                <a:cubicBezTo>
                  <a:pt x="7808203" y="1531755"/>
                  <a:pt x="7819690" y="1543242"/>
                  <a:pt x="7819690" y="1557413"/>
                </a:cubicBezTo>
                <a:cubicBezTo>
                  <a:pt x="7819690" y="1571585"/>
                  <a:pt x="7808203" y="1583073"/>
                  <a:pt x="7794032" y="1583073"/>
                </a:cubicBezTo>
                <a:cubicBezTo>
                  <a:pt x="7779862" y="1583073"/>
                  <a:pt x="7768371" y="1571585"/>
                  <a:pt x="7768371" y="1557413"/>
                </a:cubicBezTo>
                <a:cubicBezTo>
                  <a:pt x="7768371" y="1543242"/>
                  <a:pt x="7779862" y="1531755"/>
                  <a:pt x="7794032" y="1531755"/>
                </a:cubicBezTo>
                <a:close/>
                <a:moveTo>
                  <a:pt x="7729825" y="1531755"/>
                </a:moveTo>
                <a:cubicBezTo>
                  <a:pt x="7743990" y="1531755"/>
                  <a:pt x="7755486" y="1543249"/>
                  <a:pt x="7755486" y="1557414"/>
                </a:cubicBezTo>
                <a:cubicBezTo>
                  <a:pt x="7755486" y="1571578"/>
                  <a:pt x="7743990" y="1583073"/>
                  <a:pt x="7729825" y="1583073"/>
                </a:cubicBezTo>
                <a:cubicBezTo>
                  <a:pt x="7715660" y="1583073"/>
                  <a:pt x="7704167" y="1571578"/>
                  <a:pt x="7704167" y="1557414"/>
                </a:cubicBezTo>
                <a:cubicBezTo>
                  <a:pt x="7704167" y="1543249"/>
                  <a:pt x="7715660" y="1531755"/>
                  <a:pt x="7729825" y="1531755"/>
                </a:cubicBezTo>
                <a:close/>
                <a:moveTo>
                  <a:pt x="7665621" y="1531755"/>
                </a:moveTo>
                <a:cubicBezTo>
                  <a:pt x="7679786" y="1531755"/>
                  <a:pt x="7691279" y="1543249"/>
                  <a:pt x="7691279" y="1557414"/>
                </a:cubicBezTo>
                <a:cubicBezTo>
                  <a:pt x="7691279" y="1571578"/>
                  <a:pt x="7679786" y="1583073"/>
                  <a:pt x="7665621" y="1583073"/>
                </a:cubicBezTo>
                <a:cubicBezTo>
                  <a:pt x="7651456" y="1583073"/>
                  <a:pt x="7639963" y="1571578"/>
                  <a:pt x="7639963" y="1557414"/>
                </a:cubicBezTo>
                <a:cubicBezTo>
                  <a:pt x="7639963" y="1543249"/>
                  <a:pt x="7651456" y="1531755"/>
                  <a:pt x="7665621" y="1531755"/>
                </a:cubicBezTo>
                <a:close/>
                <a:moveTo>
                  <a:pt x="7601299" y="1531755"/>
                </a:moveTo>
                <a:cubicBezTo>
                  <a:pt x="7615464" y="1531755"/>
                  <a:pt x="7626959" y="1543249"/>
                  <a:pt x="7626959" y="1557414"/>
                </a:cubicBezTo>
                <a:cubicBezTo>
                  <a:pt x="7626959" y="1571578"/>
                  <a:pt x="7615464" y="1583073"/>
                  <a:pt x="7601299" y="1583073"/>
                </a:cubicBezTo>
                <a:cubicBezTo>
                  <a:pt x="7587134" y="1583073"/>
                  <a:pt x="7575640" y="1571578"/>
                  <a:pt x="7575640" y="1557414"/>
                </a:cubicBezTo>
                <a:cubicBezTo>
                  <a:pt x="7575640" y="1543249"/>
                  <a:pt x="7587134" y="1531755"/>
                  <a:pt x="7601299" y="1531755"/>
                </a:cubicBezTo>
                <a:close/>
                <a:moveTo>
                  <a:pt x="7537094" y="1531755"/>
                </a:moveTo>
                <a:cubicBezTo>
                  <a:pt x="7551259" y="1531755"/>
                  <a:pt x="7562752" y="1543249"/>
                  <a:pt x="7562752" y="1557414"/>
                </a:cubicBezTo>
                <a:cubicBezTo>
                  <a:pt x="7562752" y="1571578"/>
                  <a:pt x="7551259" y="1583073"/>
                  <a:pt x="7537094" y="1583073"/>
                </a:cubicBezTo>
                <a:cubicBezTo>
                  <a:pt x="7522929" y="1583073"/>
                  <a:pt x="7511436" y="1571578"/>
                  <a:pt x="7511436" y="1557414"/>
                </a:cubicBezTo>
                <a:cubicBezTo>
                  <a:pt x="7511436" y="1543249"/>
                  <a:pt x="7522929" y="1531755"/>
                  <a:pt x="7537094" y="1531755"/>
                </a:cubicBezTo>
                <a:close/>
                <a:moveTo>
                  <a:pt x="7472890" y="1531755"/>
                </a:moveTo>
                <a:cubicBezTo>
                  <a:pt x="7487060" y="1531755"/>
                  <a:pt x="7498548" y="1543242"/>
                  <a:pt x="7498548" y="1557413"/>
                </a:cubicBezTo>
                <a:cubicBezTo>
                  <a:pt x="7498548" y="1571585"/>
                  <a:pt x="7487060" y="1583073"/>
                  <a:pt x="7472890" y="1583073"/>
                </a:cubicBezTo>
                <a:cubicBezTo>
                  <a:pt x="7458717" y="1583073"/>
                  <a:pt x="7447229" y="1571585"/>
                  <a:pt x="7447229" y="1557413"/>
                </a:cubicBezTo>
                <a:cubicBezTo>
                  <a:pt x="7447229" y="1543242"/>
                  <a:pt x="7458717" y="1531755"/>
                  <a:pt x="7472890" y="1531755"/>
                </a:cubicBezTo>
                <a:close/>
                <a:moveTo>
                  <a:pt x="7408683" y="1531755"/>
                </a:moveTo>
                <a:cubicBezTo>
                  <a:pt x="7422848" y="1531755"/>
                  <a:pt x="7434341" y="1543249"/>
                  <a:pt x="7434341" y="1557414"/>
                </a:cubicBezTo>
                <a:cubicBezTo>
                  <a:pt x="7434341" y="1571578"/>
                  <a:pt x="7422848" y="1583073"/>
                  <a:pt x="7408683" y="1583073"/>
                </a:cubicBezTo>
                <a:cubicBezTo>
                  <a:pt x="7394518" y="1583073"/>
                  <a:pt x="7383025" y="1571578"/>
                  <a:pt x="7383025" y="1557414"/>
                </a:cubicBezTo>
                <a:cubicBezTo>
                  <a:pt x="7383025" y="1543249"/>
                  <a:pt x="7394518" y="1531755"/>
                  <a:pt x="7408683" y="1531755"/>
                </a:cubicBezTo>
                <a:close/>
                <a:moveTo>
                  <a:pt x="7344479" y="1531755"/>
                </a:moveTo>
                <a:cubicBezTo>
                  <a:pt x="7358644" y="1531755"/>
                  <a:pt x="7370137" y="1543249"/>
                  <a:pt x="7370137" y="1557414"/>
                </a:cubicBezTo>
                <a:cubicBezTo>
                  <a:pt x="7370137" y="1571578"/>
                  <a:pt x="7358644" y="1583073"/>
                  <a:pt x="7344479" y="1583073"/>
                </a:cubicBezTo>
                <a:cubicBezTo>
                  <a:pt x="7330314" y="1583073"/>
                  <a:pt x="7318820" y="1571578"/>
                  <a:pt x="7318820" y="1557414"/>
                </a:cubicBezTo>
                <a:cubicBezTo>
                  <a:pt x="7318820" y="1543249"/>
                  <a:pt x="7330314" y="1531755"/>
                  <a:pt x="7344479" y="1531755"/>
                </a:cubicBezTo>
                <a:close/>
                <a:moveTo>
                  <a:pt x="7280274" y="1531755"/>
                </a:moveTo>
                <a:cubicBezTo>
                  <a:pt x="7294437" y="1531755"/>
                  <a:pt x="7305932" y="1543249"/>
                  <a:pt x="7305932" y="1557414"/>
                </a:cubicBezTo>
                <a:cubicBezTo>
                  <a:pt x="7305932" y="1571578"/>
                  <a:pt x="7294437" y="1583073"/>
                  <a:pt x="7280274" y="1583073"/>
                </a:cubicBezTo>
                <a:cubicBezTo>
                  <a:pt x="7266109" y="1583073"/>
                  <a:pt x="7254613" y="1571578"/>
                  <a:pt x="7254613" y="1557414"/>
                </a:cubicBezTo>
                <a:cubicBezTo>
                  <a:pt x="7254613" y="1543249"/>
                  <a:pt x="7266109" y="1531755"/>
                  <a:pt x="7280274" y="1531755"/>
                </a:cubicBezTo>
                <a:close/>
                <a:moveTo>
                  <a:pt x="7216067" y="1531755"/>
                </a:moveTo>
                <a:cubicBezTo>
                  <a:pt x="7230232" y="1531755"/>
                  <a:pt x="7241725" y="1543249"/>
                  <a:pt x="7241725" y="1557414"/>
                </a:cubicBezTo>
                <a:cubicBezTo>
                  <a:pt x="7241725" y="1571578"/>
                  <a:pt x="7230232" y="1583073"/>
                  <a:pt x="7216067" y="1583073"/>
                </a:cubicBezTo>
                <a:cubicBezTo>
                  <a:pt x="7201902" y="1583073"/>
                  <a:pt x="7190409" y="1571578"/>
                  <a:pt x="7190409" y="1557414"/>
                </a:cubicBezTo>
                <a:cubicBezTo>
                  <a:pt x="7190409" y="1543249"/>
                  <a:pt x="7201902" y="1531755"/>
                  <a:pt x="7216067" y="1531755"/>
                </a:cubicBezTo>
                <a:close/>
                <a:moveTo>
                  <a:pt x="7151863" y="1531755"/>
                </a:moveTo>
                <a:cubicBezTo>
                  <a:pt x="7166033" y="1531755"/>
                  <a:pt x="7177521" y="1543242"/>
                  <a:pt x="7177521" y="1557413"/>
                </a:cubicBezTo>
                <a:cubicBezTo>
                  <a:pt x="7177521" y="1571585"/>
                  <a:pt x="7166033" y="1583073"/>
                  <a:pt x="7151863" y="1583073"/>
                </a:cubicBezTo>
                <a:cubicBezTo>
                  <a:pt x="7137692" y="1583073"/>
                  <a:pt x="7126205" y="1571585"/>
                  <a:pt x="7126205" y="1557413"/>
                </a:cubicBezTo>
                <a:cubicBezTo>
                  <a:pt x="7126205" y="1543242"/>
                  <a:pt x="7137692" y="1531755"/>
                  <a:pt x="7151863" y="1531755"/>
                </a:cubicBezTo>
                <a:close/>
                <a:moveTo>
                  <a:pt x="7087658" y="1531755"/>
                </a:moveTo>
                <a:cubicBezTo>
                  <a:pt x="7101829" y="1531755"/>
                  <a:pt x="7113317" y="1543242"/>
                  <a:pt x="7113317" y="1557413"/>
                </a:cubicBezTo>
                <a:cubicBezTo>
                  <a:pt x="7113317" y="1571585"/>
                  <a:pt x="7101829" y="1583073"/>
                  <a:pt x="7087658" y="1583073"/>
                </a:cubicBezTo>
                <a:cubicBezTo>
                  <a:pt x="7073485" y="1583073"/>
                  <a:pt x="7061998" y="1571585"/>
                  <a:pt x="7061998" y="1557413"/>
                </a:cubicBezTo>
                <a:cubicBezTo>
                  <a:pt x="7061998" y="1543242"/>
                  <a:pt x="7073485" y="1531755"/>
                  <a:pt x="7087658" y="1531755"/>
                </a:cubicBezTo>
                <a:close/>
                <a:moveTo>
                  <a:pt x="6895043" y="1531755"/>
                </a:moveTo>
                <a:cubicBezTo>
                  <a:pt x="6909208" y="1531755"/>
                  <a:pt x="6920701" y="1543249"/>
                  <a:pt x="6920701" y="1557414"/>
                </a:cubicBezTo>
                <a:cubicBezTo>
                  <a:pt x="6920701" y="1571578"/>
                  <a:pt x="6909208" y="1583073"/>
                  <a:pt x="6895043" y="1583073"/>
                </a:cubicBezTo>
                <a:cubicBezTo>
                  <a:pt x="6880878" y="1583073"/>
                  <a:pt x="6869382" y="1571578"/>
                  <a:pt x="6869382" y="1557414"/>
                </a:cubicBezTo>
                <a:cubicBezTo>
                  <a:pt x="6869382" y="1543249"/>
                  <a:pt x="6880878" y="1531755"/>
                  <a:pt x="6895043" y="1531755"/>
                </a:cubicBezTo>
                <a:close/>
                <a:moveTo>
                  <a:pt x="6830836" y="1531755"/>
                </a:moveTo>
                <a:cubicBezTo>
                  <a:pt x="6845001" y="1531755"/>
                  <a:pt x="6856494" y="1543249"/>
                  <a:pt x="6856494" y="1557414"/>
                </a:cubicBezTo>
                <a:cubicBezTo>
                  <a:pt x="6856494" y="1571578"/>
                  <a:pt x="6845001" y="1583073"/>
                  <a:pt x="6830836" y="1583073"/>
                </a:cubicBezTo>
                <a:cubicBezTo>
                  <a:pt x="6816671" y="1583073"/>
                  <a:pt x="6805178" y="1571578"/>
                  <a:pt x="6805178" y="1557414"/>
                </a:cubicBezTo>
                <a:cubicBezTo>
                  <a:pt x="6805178" y="1543249"/>
                  <a:pt x="6816671" y="1531755"/>
                  <a:pt x="6830836" y="1531755"/>
                </a:cubicBezTo>
                <a:close/>
                <a:moveTo>
                  <a:pt x="6766631" y="1531755"/>
                </a:moveTo>
                <a:cubicBezTo>
                  <a:pt x="6780802" y="1531755"/>
                  <a:pt x="6792290" y="1543242"/>
                  <a:pt x="6792290" y="1557413"/>
                </a:cubicBezTo>
                <a:cubicBezTo>
                  <a:pt x="6792290" y="1571585"/>
                  <a:pt x="6780802" y="1583073"/>
                  <a:pt x="6766631" y="1583073"/>
                </a:cubicBezTo>
                <a:cubicBezTo>
                  <a:pt x="6752461" y="1583073"/>
                  <a:pt x="6740973" y="1571585"/>
                  <a:pt x="6740973" y="1557413"/>
                </a:cubicBezTo>
                <a:cubicBezTo>
                  <a:pt x="6740973" y="1543242"/>
                  <a:pt x="6752461" y="1531755"/>
                  <a:pt x="6766631" y="1531755"/>
                </a:cubicBezTo>
                <a:close/>
                <a:moveTo>
                  <a:pt x="6702427" y="1531755"/>
                </a:moveTo>
                <a:cubicBezTo>
                  <a:pt x="6716597" y="1531755"/>
                  <a:pt x="6728085" y="1543242"/>
                  <a:pt x="6728085" y="1557413"/>
                </a:cubicBezTo>
                <a:cubicBezTo>
                  <a:pt x="6728085" y="1571585"/>
                  <a:pt x="6716597" y="1583073"/>
                  <a:pt x="6702427" y="1583073"/>
                </a:cubicBezTo>
                <a:cubicBezTo>
                  <a:pt x="6688254" y="1583073"/>
                  <a:pt x="6676766" y="1571585"/>
                  <a:pt x="6676766" y="1557413"/>
                </a:cubicBezTo>
                <a:cubicBezTo>
                  <a:pt x="6676766" y="1543242"/>
                  <a:pt x="6688254" y="1531755"/>
                  <a:pt x="6702427" y="1531755"/>
                </a:cubicBezTo>
                <a:close/>
                <a:moveTo>
                  <a:pt x="6638220" y="1531755"/>
                </a:moveTo>
                <a:cubicBezTo>
                  <a:pt x="6652385" y="1531755"/>
                  <a:pt x="6663881" y="1543249"/>
                  <a:pt x="6663881" y="1557414"/>
                </a:cubicBezTo>
                <a:cubicBezTo>
                  <a:pt x="6663881" y="1571578"/>
                  <a:pt x="6652385" y="1583073"/>
                  <a:pt x="6638220" y="1583073"/>
                </a:cubicBezTo>
                <a:cubicBezTo>
                  <a:pt x="6624055" y="1583073"/>
                  <a:pt x="6612562" y="1571578"/>
                  <a:pt x="6612562" y="1557414"/>
                </a:cubicBezTo>
                <a:cubicBezTo>
                  <a:pt x="6612562" y="1543249"/>
                  <a:pt x="6624055" y="1531755"/>
                  <a:pt x="6638220" y="1531755"/>
                </a:cubicBezTo>
                <a:close/>
                <a:moveTo>
                  <a:pt x="6574016" y="1531755"/>
                </a:moveTo>
                <a:cubicBezTo>
                  <a:pt x="6588181" y="1531755"/>
                  <a:pt x="6599674" y="1543249"/>
                  <a:pt x="6599674" y="1557414"/>
                </a:cubicBezTo>
                <a:cubicBezTo>
                  <a:pt x="6599674" y="1571578"/>
                  <a:pt x="6588181" y="1583073"/>
                  <a:pt x="6574016" y="1583073"/>
                </a:cubicBezTo>
                <a:cubicBezTo>
                  <a:pt x="6559851" y="1583073"/>
                  <a:pt x="6548357" y="1571578"/>
                  <a:pt x="6548357" y="1557414"/>
                </a:cubicBezTo>
                <a:cubicBezTo>
                  <a:pt x="6548357" y="1543249"/>
                  <a:pt x="6559851" y="1531755"/>
                  <a:pt x="6574016" y="1531755"/>
                </a:cubicBezTo>
                <a:close/>
                <a:moveTo>
                  <a:pt x="6381282" y="1531755"/>
                </a:moveTo>
                <a:cubicBezTo>
                  <a:pt x="6395455" y="1531755"/>
                  <a:pt x="6406943" y="1543242"/>
                  <a:pt x="6406943" y="1557413"/>
                </a:cubicBezTo>
                <a:cubicBezTo>
                  <a:pt x="6406943" y="1571585"/>
                  <a:pt x="6395455" y="1583073"/>
                  <a:pt x="6381282" y="1583073"/>
                </a:cubicBezTo>
                <a:cubicBezTo>
                  <a:pt x="6367112" y="1583073"/>
                  <a:pt x="6355624" y="1571585"/>
                  <a:pt x="6355624" y="1557413"/>
                </a:cubicBezTo>
                <a:cubicBezTo>
                  <a:pt x="6355624" y="1543242"/>
                  <a:pt x="6367112" y="1531755"/>
                  <a:pt x="6381282" y="1531755"/>
                </a:cubicBezTo>
                <a:close/>
                <a:moveTo>
                  <a:pt x="6317078" y="1531755"/>
                </a:moveTo>
                <a:cubicBezTo>
                  <a:pt x="6331243" y="1531755"/>
                  <a:pt x="6342736" y="1543249"/>
                  <a:pt x="6342736" y="1557414"/>
                </a:cubicBezTo>
                <a:cubicBezTo>
                  <a:pt x="6342736" y="1571578"/>
                  <a:pt x="6331243" y="1583073"/>
                  <a:pt x="6317078" y="1583073"/>
                </a:cubicBezTo>
                <a:cubicBezTo>
                  <a:pt x="6302913" y="1583073"/>
                  <a:pt x="6291420" y="1571578"/>
                  <a:pt x="6291420" y="1557414"/>
                </a:cubicBezTo>
                <a:cubicBezTo>
                  <a:pt x="6291420" y="1543249"/>
                  <a:pt x="6302913" y="1531755"/>
                  <a:pt x="6317078" y="1531755"/>
                </a:cubicBezTo>
                <a:close/>
                <a:moveTo>
                  <a:pt x="6252873" y="1531755"/>
                </a:moveTo>
                <a:cubicBezTo>
                  <a:pt x="6267036" y="1531755"/>
                  <a:pt x="6278532" y="1543249"/>
                  <a:pt x="6278532" y="1557414"/>
                </a:cubicBezTo>
                <a:cubicBezTo>
                  <a:pt x="6278532" y="1571578"/>
                  <a:pt x="6267036" y="1583073"/>
                  <a:pt x="6252873" y="1583073"/>
                </a:cubicBezTo>
                <a:cubicBezTo>
                  <a:pt x="6238708" y="1583073"/>
                  <a:pt x="6227213" y="1571578"/>
                  <a:pt x="6227213" y="1557414"/>
                </a:cubicBezTo>
                <a:cubicBezTo>
                  <a:pt x="6227213" y="1543249"/>
                  <a:pt x="6238708" y="1531755"/>
                  <a:pt x="6252873" y="1531755"/>
                </a:cubicBezTo>
                <a:close/>
                <a:moveTo>
                  <a:pt x="6188666" y="1531755"/>
                </a:moveTo>
                <a:cubicBezTo>
                  <a:pt x="6202831" y="1531755"/>
                  <a:pt x="6214327" y="1543249"/>
                  <a:pt x="6214327" y="1557414"/>
                </a:cubicBezTo>
                <a:cubicBezTo>
                  <a:pt x="6214327" y="1571578"/>
                  <a:pt x="6202831" y="1583073"/>
                  <a:pt x="6188666" y="1583073"/>
                </a:cubicBezTo>
                <a:cubicBezTo>
                  <a:pt x="6174504" y="1583073"/>
                  <a:pt x="6163008" y="1571578"/>
                  <a:pt x="6163008" y="1557414"/>
                </a:cubicBezTo>
                <a:cubicBezTo>
                  <a:pt x="6163008" y="1543249"/>
                  <a:pt x="6174504" y="1531755"/>
                  <a:pt x="6188666" y="1531755"/>
                </a:cubicBezTo>
                <a:close/>
                <a:moveTo>
                  <a:pt x="6124462" y="1531755"/>
                </a:moveTo>
                <a:cubicBezTo>
                  <a:pt x="6138627" y="1531755"/>
                  <a:pt x="6150123" y="1543249"/>
                  <a:pt x="6150123" y="1557414"/>
                </a:cubicBezTo>
                <a:cubicBezTo>
                  <a:pt x="6150123" y="1571578"/>
                  <a:pt x="6138627" y="1583073"/>
                  <a:pt x="6124462" y="1583073"/>
                </a:cubicBezTo>
                <a:cubicBezTo>
                  <a:pt x="6110297" y="1583073"/>
                  <a:pt x="6098804" y="1571578"/>
                  <a:pt x="6098804" y="1557414"/>
                </a:cubicBezTo>
                <a:cubicBezTo>
                  <a:pt x="6098804" y="1543249"/>
                  <a:pt x="6110297" y="1531755"/>
                  <a:pt x="6124462" y="1531755"/>
                </a:cubicBezTo>
                <a:close/>
                <a:moveTo>
                  <a:pt x="6064505" y="1531755"/>
                </a:moveTo>
                <a:cubicBezTo>
                  <a:pt x="6078666" y="1531755"/>
                  <a:pt x="6090163" y="1543249"/>
                  <a:pt x="6090163" y="1557414"/>
                </a:cubicBezTo>
                <a:cubicBezTo>
                  <a:pt x="6090163" y="1571578"/>
                  <a:pt x="6078666" y="1583073"/>
                  <a:pt x="6064505" y="1583073"/>
                </a:cubicBezTo>
                <a:cubicBezTo>
                  <a:pt x="6050336" y="1583073"/>
                  <a:pt x="6038844" y="1571578"/>
                  <a:pt x="6038844" y="1557414"/>
                </a:cubicBezTo>
                <a:cubicBezTo>
                  <a:pt x="6038844" y="1543249"/>
                  <a:pt x="6050336" y="1531755"/>
                  <a:pt x="6064505" y="1531755"/>
                </a:cubicBezTo>
                <a:close/>
                <a:moveTo>
                  <a:pt x="6000298" y="1531755"/>
                </a:moveTo>
                <a:cubicBezTo>
                  <a:pt x="6014463" y="1531755"/>
                  <a:pt x="6025956" y="1543249"/>
                  <a:pt x="6025956" y="1557414"/>
                </a:cubicBezTo>
                <a:cubicBezTo>
                  <a:pt x="6025956" y="1571578"/>
                  <a:pt x="6014463" y="1583073"/>
                  <a:pt x="6000298" y="1583073"/>
                </a:cubicBezTo>
                <a:cubicBezTo>
                  <a:pt x="5986133" y="1583073"/>
                  <a:pt x="5974639" y="1571578"/>
                  <a:pt x="5974639" y="1557414"/>
                </a:cubicBezTo>
                <a:cubicBezTo>
                  <a:pt x="5974639" y="1543249"/>
                  <a:pt x="5986133" y="1531755"/>
                  <a:pt x="6000298" y="1531755"/>
                </a:cubicBezTo>
                <a:close/>
                <a:moveTo>
                  <a:pt x="5936092" y="1531755"/>
                </a:moveTo>
                <a:cubicBezTo>
                  <a:pt x="5950255" y="1531755"/>
                  <a:pt x="5961751" y="1543249"/>
                  <a:pt x="5961751" y="1557414"/>
                </a:cubicBezTo>
                <a:cubicBezTo>
                  <a:pt x="5961751" y="1571578"/>
                  <a:pt x="5950255" y="1583073"/>
                  <a:pt x="5936092" y="1583073"/>
                </a:cubicBezTo>
                <a:cubicBezTo>
                  <a:pt x="5921928" y="1583073"/>
                  <a:pt x="5910435" y="1571578"/>
                  <a:pt x="5910435" y="1557414"/>
                </a:cubicBezTo>
                <a:cubicBezTo>
                  <a:pt x="5910435" y="1543249"/>
                  <a:pt x="5921928" y="1531755"/>
                  <a:pt x="5936092" y="1531755"/>
                </a:cubicBezTo>
                <a:close/>
                <a:moveTo>
                  <a:pt x="5743477" y="1531755"/>
                </a:moveTo>
                <a:cubicBezTo>
                  <a:pt x="5757648" y="1531755"/>
                  <a:pt x="5769136" y="1543242"/>
                  <a:pt x="5769136" y="1557413"/>
                </a:cubicBezTo>
                <a:cubicBezTo>
                  <a:pt x="5769136" y="1571585"/>
                  <a:pt x="5757648" y="1583073"/>
                  <a:pt x="5743477" y="1583073"/>
                </a:cubicBezTo>
                <a:cubicBezTo>
                  <a:pt x="5729307" y="1583073"/>
                  <a:pt x="5717818" y="1571585"/>
                  <a:pt x="5717818" y="1557413"/>
                </a:cubicBezTo>
                <a:cubicBezTo>
                  <a:pt x="5717818" y="1543242"/>
                  <a:pt x="5729307" y="1531755"/>
                  <a:pt x="5743477" y="1531755"/>
                </a:cubicBezTo>
                <a:close/>
                <a:moveTo>
                  <a:pt x="5679272" y="1531755"/>
                </a:moveTo>
                <a:cubicBezTo>
                  <a:pt x="5693437" y="1531755"/>
                  <a:pt x="5704930" y="1543249"/>
                  <a:pt x="5704930" y="1557414"/>
                </a:cubicBezTo>
                <a:cubicBezTo>
                  <a:pt x="5704930" y="1571578"/>
                  <a:pt x="5693437" y="1583073"/>
                  <a:pt x="5679272" y="1583073"/>
                </a:cubicBezTo>
                <a:cubicBezTo>
                  <a:pt x="5665108" y="1583073"/>
                  <a:pt x="5653614" y="1571578"/>
                  <a:pt x="5653614" y="1557414"/>
                </a:cubicBezTo>
                <a:cubicBezTo>
                  <a:pt x="5653614" y="1543249"/>
                  <a:pt x="5665108" y="1531755"/>
                  <a:pt x="5679272" y="1531755"/>
                </a:cubicBezTo>
                <a:close/>
                <a:moveTo>
                  <a:pt x="5615066" y="1531755"/>
                </a:moveTo>
                <a:cubicBezTo>
                  <a:pt x="5629231" y="1531755"/>
                  <a:pt x="5640726" y="1543249"/>
                  <a:pt x="5640726" y="1557414"/>
                </a:cubicBezTo>
                <a:cubicBezTo>
                  <a:pt x="5640726" y="1571578"/>
                  <a:pt x="5629231" y="1583073"/>
                  <a:pt x="5615066" y="1583073"/>
                </a:cubicBezTo>
                <a:cubicBezTo>
                  <a:pt x="5600901" y="1583073"/>
                  <a:pt x="5589407" y="1571578"/>
                  <a:pt x="5589407" y="1557414"/>
                </a:cubicBezTo>
                <a:cubicBezTo>
                  <a:pt x="5589407" y="1543249"/>
                  <a:pt x="5600901" y="1531755"/>
                  <a:pt x="5615066" y="1531755"/>
                </a:cubicBezTo>
                <a:close/>
                <a:moveTo>
                  <a:pt x="5550862" y="1531755"/>
                </a:moveTo>
                <a:cubicBezTo>
                  <a:pt x="5565027" y="1531755"/>
                  <a:pt x="5576520" y="1543249"/>
                  <a:pt x="5576520" y="1557414"/>
                </a:cubicBezTo>
                <a:cubicBezTo>
                  <a:pt x="5576520" y="1571578"/>
                  <a:pt x="5565027" y="1583073"/>
                  <a:pt x="5550862" y="1583073"/>
                </a:cubicBezTo>
                <a:cubicBezTo>
                  <a:pt x="5536697" y="1583073"/>
                  <a:pt x="5525203" y="1571578"/>
                  <a:pt x="5525203" y="1557414"/>
                </a:cubicBezTo>
                <a:cubicBezTo>
                  <a:pt x="5525203" y="1543249"/>
                  <a:pt x="5536697" y="1531755"/>
                  <a:pt x="5550862" y="1531755"/>
                </a:cubicBezTo>
                <a:close/>
                <a:moveTo>
                  <a:pt x="5486655" y="1531755"/>
                </a:moveTo>
                <a:cubicBezTo>
                  <a:pt x="5500819" y="1531755"/>
                  <a:pt x="5512316" y="1543249"/>
                  <a:pt x="5512316" y="1557414"/>
                </a:cubicBezTo>
                <a:cubicBezTo>
                  <a:pt x="5512316" y="1571578"/>
                  <a:pt x="5500819" y="1583073"/>
                  <a:pt x="5486655" y="1583073"/>
                </a:cubicBezTo>
                <a:cubicBezTo>
                  <a:pt x="5472491" y="1583073"/>
                  <a:pt x="5460997" y="1571578"/>
                  <a:pt x="5460997" y="1557414"/>
                </a:cubicBezTo>
                <a:cubicBezTo>
                  <a:pt x="5460997" y="1543249"/>
                  <a:pt x="5472491" y="1531755"/>
                  <a:pt x="5486655" y="1531755"/>
                </a:cubicBezTo>
                <a:close/>
                <a:moveTo>
                  <a:pt x="5422451" y="1531755"/>
                </a:moveTo>
                <a:cubicBezTo>
                  <a:pt x="5436621" y="1531755"/>
                  <a:pt x="5448109" y="1543242"/>
                  <a:pt x="5448109" y="1557413"/>
                </a:cubicBezTo>
                <a:cubicBezTo>
                  <a:pt x="5448109" y="1571585"/>
                  <a:pt x="5436621" y="1583073"/>
                  <a:pt x="5422451" y="1583073"/>
                </a:cubicBezTo>
                <a:cubicBezTo>
                  <a:pt x="5408280" y="1583073"/>
                  <a:pt x="5396791" y="1571585"/>
                  <a:pt x="5396791" y="1557413"/>
                </a:cubicBezTo>
                <a:cubicBezTo>
                  <a:pt x="5396791" y="1543242"/>
                  <a:pt x="5408280" y="1531755"/>
                  <a:pt x="5422451" y="1531755"/>
                </a:cubicBezTo>
                <a:close/>
                <a:moveTo>
                  <a:pt x="5358245" y="1531755"/>
                </a:moveTo>
                <a:cubicBezTo>
                  <a:pt x="5372417" y="1531755"/>
                  <a:pt x="5383904" y="1543242"/>
                  <a:pt x="5383904" y="1557413"/>
                </a:cubicBezTo>
                <a:cubicBezTo>
                  <a:pt x="5383904" y="1571585"/>
                  <a:pt x="5372417" y="1583073"/>
                  <a:pt x="5358245" y="1583073"/>
                </a:cubicBezTo>
                <a:cubicBezTo>
                  <a:pt x="5344076" y="1583073"/>
                  <a:pt x="5332587" y="1571585"/>
                  <a:pt x="5332587" y="1557413"/>
                </a:cubicBezTo>
                <a:cubicBezTo>
                  <a:pt x="5332587" y="1543242"/>
                  <a:pt x="5344076" y="1531755"/>
                  <a:pt x="5358245" y="1531755"/>
                </a:cubicBezTo>
                <a:close/>
                <a:moveTo>
                  <a:pt x="5229719" y="1531755"/>
                </a:moveTo>
                <a:cubicBezTo>
                  <a:pt x="5243999" y="1531755"/>
                  <a:pt x="5255377" y="1543249"/>
                  <a:pt x="5255377" y="1557414"/>
                </a:cubicBezTo>
                <a:cubicBezTo>
                  <a:pt x="5255377" y="1571578"/>
                  <a:pt x="5243883" y="1583073"/>
                  <a:pt x="5229719" y="1583073"/>
                </a:cubicBezTo>
                <a:cubicBezTo>
                  <a:pt x="5215554" y="1583073"/>
                  <a:pt x="5204058" y="1571578"/>
                  <a:pt x="5204058" y="1557414"/>
                </a:cubicBezTo>
                <a:cubicBezTo>
                  <a:pt x="5204058" y="1543249"/>
                  <a:pt x="5215554" y="1531755"/>
                  <a:pt x="5229719" y="1531755"/>
                </a:cubicBezTo>
                <a:close/>
                <a:moveTo>
                  <a:pt x="5101309" y="1531755"/>
                </a:moveTo>
                <a:cubicBezTo>
                  <a:pt x="5115473" y="1531755"/>
                  <a:pt x="5126967" y="1543249"/>
                  <a:pt x="5126967" y="1557414"/>
                </a:cubicBezTo>
                <a:cubicBezTo>
                  <a:pt x="5126967" y="1571578"/>
                  <a:pt x="5115473" y="1583073"/>
                  <a:pt x="5101309" y="1583073"/>
                </a:cubicBezTo>
                <a:cubicBezTo>
                  <a:pt x="5087142" y="1583073"/>
                  <a:pt x="5075649" y="1571578"/>
                  <a:pt x="5075649" y="1557414"/>
                </a:cubicBezTo>
                <a:cubicBezTo>
                  <a:pt x="5075649" y="1543249"/>
                  <a:pt x="5087142" y="1531755"/>
                  <a:pt x="5101309" y="1531755"/>
                </a:cubicBezTo>
                <a:close/>
                <a:moveTo>
                  <a:pt x="5037104" y="1531755"/>
                </a:moveTo>
                <a:cubicBezTo>
                  <a:pt x="5051273" y="1531755"/>
                  <a:pt x="5062762" y="1543242"/>
                  <a:pt x="5062762" y="1557413"/>
                </a:cubicBezTo>
                <a:cubicBezTo>
                  <a:pt x="5062762" y="1571585"/>
                  <a:pt x="5051273" y="1583073"/>
                  <a:pt x="5037104" y="1583073"/>
                </a:cubicBezTo>
                <a:cubicBezTo>
                  <a:pt x="5022930" y="1583073"/>
                  <a:pt x="5011444" y="1571585"/>
                  <a:pt x="5011444" y="1557413"/>
                </a:cubicBezTo>
                <a:cubicBezTo>
                  <a:pt x="5011444" y="1543242"/>
                  <a:pt x="5022930" y="1531755"/>
                  <a:pt x="5037104" y="1531755"/>
                </a:cubicBezTo>
                <a:close/>
                <a:moveTo>
                  <a:pt x="4972896" y="1531755"/>
                </a:moveTo>
                <a:cubicBezTo>
                  <a:pt x="4987063" y="1531755"/>
                  <a:pt x="4998557" y="1543249"/>
                  <a:pt x="4998557" y="1557414"/>
                </a:cubicBezTo>
                <a:cubicBezTo>
                  <a:pt x="4998557" y="1571578"/>
                  <a:pt x="4987063" y="1583073"/>
                  <a:pt x="4972896" y="1583073"/>
                </a:cubicBezTo>
                <a:cubicBezTo>
                  <a:pt x="4958732" y="1583073"/>
                  <a:pt x="4947240" y="1571578"/>
                  <a:pt x="4947240" y="1557414"/>
                </a:cubicBezTo>
                <a:cubicBezTo>
                  <a:pt x="4947240" y="1543249"/>
                  <a:pt x="4958732" y="1531755"/>
                  <a:pt x="4972896" y="1531755"/>
                </a:cubicBezTo>
                <a:close/>
                <a:moveTo>
                  <a:pt x="4908693" y="1531755"/>
                </a:moveTo>
                <a:cubicBezTo>
                  <a:pt x="4922857" y="1531755"/>
                  <a:pt x="4934352" y="1543249"/>
                  <a:pt x="4934352" y="1557414"/>
                </a:cubicBezTo>
                <a:cubicBezTo>
                  <a:pt x="4934352" y="1571578"/>
                  <a:pt x="4922857" y="1583073"/>
                  <a:pt x="4908693" y="1583073"/>
                </a:cubicBezTo>
                <a:cubicBezTo>
                  <a:pt x="4894527" y="1583073"/>
                  <a:pt x="4883033" y="1571578"/>
                  <a:pt x="4883033" y="1557414"/>
                </a:cubicBezTo>
                <a:cubicBezTo>
                  <a:pt x="4883033" y="1543249"/>
                  <a:pt x="4894527" y="1531755"/>
                  <a:pt x="4908693" y="1531755"/>
                </a:cubicBezTo>
                <a:close/>
                <a:moveTo>
                  <a:pt x="4844487" y="1531755"/>
                </a:moveTo>
                <a:cubicBezTo>
                  <a:pt x="4858650" y="1531755"/>
                  <a:pt x="4870146" y="1543249"/>
                  <a:pt x="4870146" y="1557414"/>
                </a:cubicBezTo>
                <a:cubicBezTo>
                  <a:pt x="4870146" y="1571578"/>
                  <a:pt x="4858650" y="1583073"/>
                  <a:pt x="4844487" y="1583073"/>
                </a:cubicBezTo>
                <a:cubicBezTo>
                  <a:pt x="4830322" y="1583073"/>
                  <a:pt x="4818828" y="1571578"/>
                  <a:pt x="4818828" y="1557414"/>
                </a:cubicBezTo>
                <a:cubicBezTo>
                  <a:pt x="4818828" y="1543249"/>
                  <a:pt x="4830322" y="1531755"/>
                  <a:pt x="4844487" y="1531755"/>
                </a:cubicBezTo>
                <a:close/>
                <a:moveTo>
                  <a:pt x="4780282" y="1531755"/>
                </a:moveTo>
                <a:cubicBezTo>
                  <a:pt x="4794447" y="1531755"/>
                  <a:pt x="4805941" y="1543249"/>
                  <a:pt x="4805941" y="1557414"/>
                </a:cubicBezTo>
                <a:cubicBezTo>
                  <a:pt x="4805941" y="1571578"/>
                  <a:pt x="4794447" y="1583073"/>
                  <a:pt x="4780282" y="1583073"/>
                </a:cubicBezTo>
                <a:cubicBezTo>
                  <a:pt x="4766118" y="1583073"/>
                  <a:pt x="4754622" y="1571578"/>
                  <a:pt x="4754622" y="1557414"/>
                </a:cubicBezTo>
                <a:cubicBezTo>
                  <a:pt x="4754622" y="1543249"/>
                  <a:pt x="4766118" y="1531755"/>
                  <a:pt x="4780282" y="1531755"/>
                </a:cubicBezTo>
                <a:close/>
                <a:moveTo>
                  <a:pt x="4651872" y="1531755"/>
                </a:moveTo>
                <a:cubicBezTo>
                  <a:pt x="4666042" y="1531755"/>
                  <a:pt x="4677531" y="1543242"/>
                  <a:pt x="4677531" y="1557413"/>
                </a:cubicBezTo>
                <a:cubicBezTo>
                  <a:pt x="4677531" y="1571585"/>
                  <a:pt x="4666042" y="1583073"/>
                  <a:pt x="4651872" y="1583073"/>
                </a:cubicBezTo>
                <a:cubicBezTo>
                  <a:pt x="4637700" y="1583073"/>
                  <a:pt x="4626213" y="1571585"/>
                  <a:pt x="4626213" y="1557413"/>
                </a:cubicBezTo>
                <a:cubicBezTo>
                  <a:pt x="4626213" y="1543242"/>
                  <a:pt x="4637700" y="1531755"/>
                  <a:pt x="4651872" y="1531755"/>
                </a:cubicBezTo>
                <a:close/>
                <a:moveTo>
                  <a:pt x="4587666" y="1531755"/>
                </a:moveTo>
                <a:cubicBezTo>
                  <a:pt x="4601830" y="1531755"/>
                  <a:pt x="4613324" y="1543249"/>
                  <a:pt x="4613324" y="1557414"/>
                </a:cubicBezTo>
                <a:cubicBezTo>
                  <a:pt x="4613324" y="1571578"/>
                  <a:pt x="4601830" y="1583073"/>
                  <a:pt x="4587666" y="1583073"/>
                </a:cubicBezTo>
                <a:cubicBezTo>
                  <a:pt x="4573501" y="1583073"/>
                  <a:pt x="4562007" y="1571578"/>
                  <a:pt x="4562007" y="1557414"/>
                </a:cubicBezTo>
                <a:cubicBezTo>
                  <a:pt x="4562007" y="1543249"/>
                  <a:pt x="4573501" y="1531755"/>
                  <a:pt x="4587666" y="1531755"/>
                </a:cubicBezTo>
                <a:close/>
                <a:moveTo>
                  <a:pt x="4523461" y="1531755"/>
                </a:moveTo>
                <a:cubicBezTo>
                  <a:pt x="4537626" y="1531755"/>
                  <a:pt x="4549121" y="1543249"/>
                  <a:pt x="4549121" y="1557414"/>
                </a:cubicBezTo>
                <a:cubicBezTo>
                  <a:pt x="4549121" y="1571578"/>
                  <a:pt x="4537626" y="1583073"/>
                  <a:pt x="4523461" y="1583073"/>
                </a:cubicBezTo>
                <a:cubicBezTo>
                  <a:pt x="4509296" y="1583073"/>
                  <a:pt x="4497802" y="1571578"/>
                  <a:pt x="4497802" y="1557414"/>
                </a:cubicBezTo>
                <a:cubicBezTo>
                  <a:pt x="4497802" y="1543249"/>
                  <a:pt x="4509296" y="1531755"/>
                  <a:pt x="4523461" y="1531755"/>
                </a:cubicBezTo>
                <a:close/>
                <a:moveTo>
                  <a:pt x="4395050" y="1531755"/>
                </a:moveTo>
                <a:cubicBezTo>
                  <a:pt x="4409214" y="1531755"/>
                  <a:pt x="4420710" y="1543249"/>
                  <a:pt x="4420710" y="1557414"/>
                </a:cubicBezTo>
                <a:cubicBezTo>
                  <a:pt x="4420710" y="1571578"/>
                  <a:pt x="4409214" y="1583073"/>
                  <a:pt x="4395050" y="1583073"/>
                </a:cubicBezTo>
                <a:cubicBezTo>
                  <a:pt x="4380886" y="1583073"/>
                  <a:pt x="4369391" y="1571578"/>
                  <a:pt x="4369391" y="1557414"/>
                </a:cubicBezTo>
                <a:cubicBezTo>
                  <a:pt x="4369391" y="1543249"/>
                  <a:pt x="4380886" y="1531755"/>
                  <a:pt x="4395050" y="1531755"/>
                </a:cubicBezTo>
                <a:close/>
                <a:moveTo>
                  <a:pt x="4266640" y="1531755"/>
                </a:moveTo>
                <a:cubicBezTo>
                  <a:pt x="4280811" y="1531755"/>
                  <a:pt x="4292298" y="1543242"/>
                  <a:pt x="4292298" y="1557413"/>
                </a:cubicBezTo>
                <a:cubicBezTo>
                  <a:pt x="4292298" y="1571585"/>
                  <a:pt x="4280811" y="1583073"/>
                  <a:pt x="4266640" y="1583073"/>
                </a:cubicBezTo>
                <a:cubicBezTo>
                  <a:pt x="4252470" y="1583073"/>
                  <a:pt x="4240981" y="1571585"/>
                  <a:pt x="4240981" y="1557413"/>
                </a:cubicBezTo>
                <a:cubicBezTo>
                  <a:pt x="4240981" y="1543242"/>
                  <a:pt x="4252470" y="1531755"/>
                  <a:pt x="4266640" y="1531755"/>
                </a:cubicBezTo>
                <a:close/>
                <a:moveTo>
                  <a:pt x="4202435" y="1531755"/>
                </a:moveTo>
                <a:cubicBezTo>
                  <a:pt x="4216598" y="1531755"/>
                  <a:pt x="4228093" y="1543249"/>
                  <a:pt x="4228093" y="1557414"/>
                </a:cubicBezTo>
                <a:cubicBezTo>
                  <a:pt x="4228093" y="1571578"/>
                  <a:pt x="4216598" y="1583073"/>
                  <a:pt x="4202435" y="1583073"/>
                </a:cubicBezTo>
                <a:cubicBezTo>
                  <a:pt x="4188268" y="1583073"/>
                  <a:pt x="4176776" y="1571578"/>
                  <a:pt x="4176776" y="1557414"/>
                </a:cubicBezTo>
                <a:cubicBezTo>
                  <a:pt x="4176776" y="1543249"/>
                  <a:pt x="4188268" y="1531755"/>
                  <a:pt x="4202435" y="1531755"/>
                </a:cubicBezTo>
                <a:close/>
                <a:moveTo>
                  <a:pt x="4073908" y="1531755"/>
                </a:moveTo>
                <a:cubicBezTo>
                  <a:pt x="4088073" y="1531755"/>
                  <a:pt x="4099565" y="1543249"/>
                  <a:pt x="4099565" y="1557414"/>
                </a:cubicBezTo>
                <a:cubicBezTo>
                  <a:pt x="4099565" y="1571578"/>
                  <a:pt x="4088073" y="1583073"/>
                  <a:pt x="4073908" y="1583073"/>
                </a:cubicBezTo>
                <a:cubicBezTo>
                  <a:pt x="4059743" y="1583073"/>
                  <a:pt x="4048248" y="1571578"/>
                  <a:pt x="4048248" y="1557414"/>
                </a:cubicBezTo>
                <a:cubicBezTo>
                  <a:pt x="4048248" y="1543249"/>
                  <a:pt x="4059743" y="1531755"/>
                  <a:pt x="4073908" y="1531755"/>
                </a:cubicBezTo>
                <a:close/>
                <a:moveTo>
                  <a:pt x="4009702" y="1531755"/>
                </a:moveTo>
                <a:cubicBezTo>
                  <a:pt x="4023866" y="1531755"/>
                  <a:pt x="4035362" y="1543249"/>
                  <a:pt x="4035362" y="1557414"/>
                </a:cubicBezTo>
                <a:cubicBezTo>
                  <a:pt x="4035362" y="1571578"/>
                  <a:pt x="4023866" y="1583073"/>
                  <a:pt x="4009702" y="1583073"/>
                </a:cubicBezTo>
                <a:cubicBezTo>
                  <a:pt x="3995538" y="1583073"/>
                  <a:pt x="3984043" y="1571578"/>
                  <a:pt x="3984043" y="1557414"/>
                </a:cubicBezTo>
                <a:cubicBezTo>
                  <a:pt x="3984043" y="1543249"/>
                  <a:pt x="3995538" y="1531755"/>
                  <a:pt x="4009702" y="1531755"/>
                </a:cubicBezTo>
                <a:close/>
                <a:moveTo>
                  <a:pt x="3881291" y="1531755"/>
                </a:moveTo>
                <a:cubicBezTo>
                  <a:pt x="3895456" y="1531755"/>
                  <a:pt x="3906950" y="1543249"/>
                  <a:pt x="3906950" y="1557414"/>
                </a:cubicBezTo>
                <a:cubicBezTo>
                  <a:pt x="3906950" y="1571578"/>
                  <a:pt x="3895456" y="1583073"/>
                  <a:pt x="3881291" y="1583073"/>
                </a:cubicBezTo>
                <a:cubicBezTo>
                  <a:pt x="3867127" y="1583073"/>
                  <a:pt x="3855633" y="1571578"/>
                  <a:pt x="3855633" y="1557414"/>
                </a:cubicBezTo>
                <a:cubicBezTo>
                  <a:pt x="3855633" y="1543249"/>
                  <a:pt x="3867127" y="1531755"/>
                  <a:pt x="3881291" y="1531755"/>
                </a:cubicBezTo>
                <a:close/>
                <a:moveTo>
                  <a:pt x="3817085" y="1531755"/>
                </a:moveTo>
                <a:cubicBezTo>
                  <a:pt x="3831252" y="1531755"/>
                  <a:pt x="3842745" y="1543249"/>
                  <a:pt x="3842745" y="1557414"/>
                </a:cubicBezTo>
                <a:cubicBezTo>
                  <a:pt x="3842745" y="1571578"/>
                  <a:pt x="3831252" y="1583073"/>
                  <a:pt x="3817085" y="1583073"/>
                </a:cubicBezTo>
                <a:cubicBezTo>
                  <a:pt x="3802921" y="1583073"/>
                  <a:pt x="3791427" y="1571578"/>
                  <a:pt x="3791427" y="1557414"/>
                </a:cubicBezTo>
                <a:cubicBezTo>
                  <a:pt x="3791427" y="1543249"/>
                  <a:pt x="3802921" y="1531755"/>
                  <a:pt x="3817085" y="1531755"/>
                </a:cubicBezTo>
                <a:close/>
                <a:moveTo>
                  <a:pt x="3752882" y="1531755"/>
                </a:moveTo>
                <a:cubicBezTo>
                  <a:pt x="3767045" y="1531755"/>
                  <a:pt x="3778539" y="1543249"/>
                  <a:pt x="3778539" y="1557414"/>
                </a:cubicBezTo>
                <a:cubicBezTo>
                  <a:pt x="3778539" y="1571578"/>
                  <a:pt x="3767045" y="1583073"/>
                  <a:pt x="3752882" y="1583073"/>
                </a:cubicBezTo>
                <a:cubicBezTo>
                  <a:pt x="3738717" y="1583073"/>
                  <a:pt x="3727221" y="1571578"/>
                  <a:pt x="3727221" y="1557414"/>
                </a:cubicBezTo>
                <a:cubicBezTo>
                  <a:pt x="3727221" y="1543249"/>
                  <a:pt x="3738717" y="1531755"/>
                  <a:pt x="3752882" y="1531755"/>
                </a:cubicBezTo>
                <a:close/>
                <a:moveTo>
                  <a:pt x="3688674" y="1531755"/>
                </a:moveTo>
                <a:cubicBezTo>
                  <a:pt x="3702840" y="1531755"/>
                  <a:pt x="3714335" y="1543249"/>
                  <a:pt x="3714335" y="1557414"/>
                </a:cubicBezTo>
                <a:cubicBezTo>
                  <a:pt x="3714335" y="1571578"/>
                  <a:pt x="3702840" y="1583073"/>
                  <a:pt x="3688674" y="1583073"/>
                </a:cubicBezTo>
                <a:cubicBezTo>
                  <a:pt x="3674510" y="1583073"/>
                  <a:pt x="3663017" y="1571578"/>
                  <a:pt x="3663017" y="1557414"/>
                </a:cubicBezTo>
                <a:cubicBezTo>
                  <a:pt x="3663017" y="1543249"/>
                  <a:pt x="3674510" y="1531755"/>
                  <a:pt x="3688674" y="1531755"/>
                </a:cubicBezTo>
                <a:close/>
                <a:moveTo>
                  <a:pt x="3624472" y="1531755"/>
                </a:moveTo>
                <a:cubicBezTo>
                  <a:pt x="3638640" y="1531755"/>
                  <a:pt x="3650129" y="1543242"/>
                  <a:pt x="3650129" y="1557413"/>
                </a:cubicBezTo>
                <a:cubicBezTo>
                  <a:pt x="3650129" y="1571585"/>
                  <a:pt x="3638640" y="1583073"/>
                  <a:pt x="3624472" y="1583073"/>
                </a:cubicBezTo>
                <a:cubicBezTo>
                  <a:pt x="3610300" y="1583073"/>
                  <a:pt x="3598810" y="1571585"/>
                  <a:pt x="3598810" y="1557413"/>
                </a:cubicBezTo>
                <a:cubicBezTo>
                  <a:pt x="3598810" y="1543242"/>
                  <a:pt x="3610300" y="1531755"/>
                  <a:pt x="3624472" y="1531755"/>
                </a:cubicBezTo>
                <a:close/>
                <a:moveTo>
                  <a:pt x="3431855" y="1531755"/>
                </a:moveTo>
                <a:cubicBezTo>
                  <a:pt x="3446019" y="1531755"/>
                  <a:pt x="3457512" y="1543249"/>
                  <a:pt x="3457512" y="1557414"/>
                </a:cubicBezTo>
                <a:cubicBezTo>
                  <a:pt x="3457512" y="1571578"/>
                  <a:pt x="3446019" y="1583073"/>
                  <a:pt x="3431855" y="1583073"/>
                </a:cubicBezTo>
                <a:cubicBezTo>
                  <a:pt x="3417690" y="1583073"/>
                  <a:pt x="3406196" y="1571578"/>
                  <a:pt x="3406196" y="1557414"/>
                </a:cubicBezTo>
                <a:cubicBezTo>
                  <a:pt x="3406196" y="1543249"/>
                  <a:pt x="3417690" y="1531755"/>
                  <a:pt x="3431855" y="1531755"/>
                </a:cubicBezTo>
                <a:close/>
                <a:moveTo>
                  <a:pt x="3367649" y="1531755"/>
                </a:moveTo>
                <a:cubicBezTo>
                  <a:pt x="3381813" y="1531755"/>
                  <a:pt x="3393308" y="1543249"/>
                  <a:pt x="3393308" y="1557414"/>
                </a:cubicBezTo>
                <a:cubicBezTo>
                  <a:pt x="3393308" y="1571578"/>
                  <a:pt x="3381813" y="1583073"/>
                  <a:pt x="3367649" y="1583073"/>
                </a:cubicBezTo>
                <a:cubicBezTo>
                  <a:pt x="3353484" y="1583073"/>
                  <a:pt x="3341990" y="1571578"/>
                  <a:pt x="3341990" y="1557414"/>
                </a:cubicBezTo>
                <a:cubicBezTo>
                  <a:pt x="3341990" y="1543249"/>
                  <a:pt x="3353484" y="1531755"/>
                  <a:pt x="3367649" y="1531755"/>
                </a:cubicBezTo>
                <a:close/>
                <a:moveTo>
                  <a:pt x="3303444" y="1531755"/>
                </a:moveTo>
                <a:cubicBezTo>
                  <a:pt x="3317609" y="1531755"/>
                  <a:pt x="3329102" y="1543249"/>
                  <a:pt x="3329102" y="1557414"/>
                </a:cubicBezTo>
                <a:cubicBezTo>
                  <a:pt x="3329102" y="1571578"/>
                  <a:pt x="3317609" y="1583073"/>
                  <a:pt x="3303444" y="1583073"/>
                </a:cubicBezTo>
                <a:cubicBezTo>
                  <a:pt x="3289279" y="1583073"/>
                  <a:pt x="3277785" y="1571578"/>
                  <a:pt x="3277785" y="1557414"/>
                </a:cubicBezTo>
                <a:cubicBezTo>
                  <a:pt x="3277785" y="1543249"/>
                  <a:pt x="3289279" y="1531755"/>
                  <a:pt x="3303444" y="1531755"/>
                </a:cubicBezTo>
                <a:close/>
                <a:moveTo>
                  <a:pt x="3239238" y="1531755"/>
                </a:moveTo>
                <a:cubicBezTo>
                  <a:pt x="3253410" y="1531755"/>
                  <a:pt x="3264898" y="1543242"/>
                  <a:pt x="3264898" y="1557413"/>
                </a:cubicBezTo>
                <a:cubicBezTo>
                  <a:pt x="3264898" y="1571585"/>
                  <a:pt x="3253410" y="1583073"/>
                  <a:pt x="3239238" y="1583073"/>
                </a:cubicBezTo>
                <a:cubicBezTo>
                  <a:pt x="3225068" y="1583073"/>
                  <a:pt x="3213580" y="1571585"/>
                  <a:pt x="3213580" y="1557413"/>
                </a:cubicBezTo>
                <a:cubicBezTo>
                  <a:pt x="3213580" y="1543242"/>
                  <a:pt x="3225068" y="1531755"/>
                  <a:pt x="3239238" y="1531755"/>
                </a:cubicBezTo>
                <a:close/>
                <a:moveTo>
                  <a:pt x="3110828" y="1531755"/>
                </a:moveTo>
                <a:cubicBezTo>
                  <a:pt x="3124992" y="1531755"/>
                  <a:pt x="3136487" y="1543249"/>
                  <a:pt x="3136487" y="1557414"/>
                </a:cubicBezTo>
                <a:cubicBezTo>
                  <a:pt x="3136487" y="1571578"/>
                  <a:pt x="3124992" y="1583073"/>
                  <a:pt x="3110828" y="1583073"/>
                </a:cubicBezTo>
                <a:cubicBezTo>
                  <a:pt x="3096663" y="1583073"/>
                  <a:pt x="3085170" y="1571578"/>
                  <a:pt x="3085170" y="1557414"/>
                </a:cubicBezTo>
                <a:cubicBezTo>
                  <a:pt x="3085170" y="1543249"/>
                  <a:pt x="3096663" y="1531755"/>
                  <a:pt x="3110828" y="1531755"/>
                </a:cubicBezTo>
                <a:close/>
                <a:moveTo>
                  <a:pt x="3046623" y="1531755"/>
                </a:moveTo>
                <a:cubicBezTo>
                  <a:pt x="3060788" y="1531755"/>
                  <a:pt x="3072282" y="1543249"/>
                  <a:pt x="3072282" y="1557414"/>
                </a:cubicBezTo>
                <a:cubicBezTo>
                  <a:pt x="3072282" y="1571578"/>
                  <a:pt x="3060788" y="1583073"/>
                  <a:pt x="3046623" y="1583073"/>
                </a:cubicBezTo>
                <a:cubicBezTo>
                  <a:pt x="3032458" y="1583073"/>
                  <a:pt x="3020964" y="1571578"/>
                  <a:pt x="3020964" y="1557414"/>
                </a:cubicBezTo>
                <a:cubicBezTo>
                  <a:pt x="3020964" y="1543249"/>
                  <a:pt x="3032458" y="1531755"/>
                  <a:pt x="3046623" y="1531755"/>
                </a:cubicBezTo>
                <a:close/>
                <a:moveTo>
                  <a:pt x="2982301" y="1531755"/>
                </a:moveTo>
                <a:cubicBezTo>
                  <a:pt x="2996466" y="1531755"/>
                  <a:pt x="3007960" y="1543249"/>
                  <a:pt x="3007960" y="1557414"/>
                </a:cubicBezTo>
                <a:cubicBezTo>
                  <a:pt x="3007960" y="1571578"/>
                  <a:pt x="2996466" y="1583073"/>
                  <a:pt x="2982301" y="1583073"/>
                </a:cubicBezTo>
                <a:cubicBezTo>
                  <a:pt x="2968137" y="1583073"/>
                  <a:pt x="2956642" y="1571578"/>
                  <a:pt x="2956642" y="1557414"/>
                </a:cubicBezTo>
                <a:cubicBezTo>
                  <a:pt x="2956642" y="1543249"/>
                  <a:pt x="2968137" y="1531755"/>
                  <a:pt x="2982301" y="1531755"/>
                </a:cubicBezTo>
                <a:close/>
                <a:moveTo>
                  <a:pt x="2853890" y="1531755"/>
                </a:moveTo>
                <a:cubicBezTo>
                  <a:pt x="2868062" y="1531755"/>
                  <a:pt x="2879550" y="1543242"/>
                  <a:pt x="2879550" y="1557413"/>
                </a:cubicBezTo>
                <a:cubicBezTo>
                  <a:pt x="2879550" y="1571585"/>
                  <a:pt x="2868062" y="1583073"/>
                  <a:pt x="2853890" y="1583073"/>
                </a:cubicBezTo>
                <a:cubicBezTo>
                  <a:pt x="2839720" y="1583073"/>
                  <a:pt x="2828231" y="1571585"/>
                  <a:pt x="2828231" y="1557413"/>
                </a:cubicBezTo>
                <a:cubicBezTo>
                  <a:pt x="2828231" y="1543242"/>
                  <a:pt x="2839720" y="1531755"/>
                  <a:pt x="2853890" y="1531755"/>
                </a:cubicBezTo>
                <a:close/>
                <a:moveTo>
                  <a:pt x="2789686" y="1531755"/>
                </a:moveTo>
                <a:cubicBezTo>
                  <a:pt x="2803850" y="1531755"/>
                  <a:pt x="2815344" y="1543249"/>
                  <a:pt x="2815344" y="1557414"/>
                </a:cubicBezTo>
                <a:cubicBezTo>
                  <a:pt x="2815344" y="1571578"/>
                  <a:pt x="2803850" y="1583073"/>
                  <a:pt x="2789686" y="1583073"/>
                </a:cubicBezTo>
                <a:cubicBezTo>
                  <a:pt x="2775521" y="1583073"/>
                  <a:pt x="2764027" y="1571578"/>
                  <a:pt x="2764027" y="1557414"/>
                </a:cubicBezTo>
                <a:cubicBezTo>
                  <a:pt x="2764027" y="1543249"/>
                  <a:pt x="2775521" y="1531755"/>
                  <a:pt x="2789686" y="1531755"/>
                </a:cubicBezTo>
                <a:close/>
                <a:moveTo>
                  <a:pt x="2725480" y="1531755"/>
                </a:moveTo>
                <a:cubicBezTo>
                  <a:pt x="2739644" y="1531755"/>
                  <a:pt x="2751140" y="1543249"/>
                  <a:pt x="2751140" y="1557414"/>
                </a:cubicBezTo>
                <a:cubicBezTo>
                  <a:pt x="2751140" y="1571578"/>
                  <a:pt x="2739644" y="1583073"/>
                  <a:pt x="2725480" y="1583073"/>
                </a:cubicBezTo>
                <a:cubicBezTo>
                  <a:pt x="2711315" y="1583073"/>
                  <a:pt x="2699821" y="1571578"/>
                  <a:pt x="2699821" y="1557414"/>
                </a:cubicBezTo>
                <a:cubicBezTo>
                  <a:pt x="2699821" y="1543249"/>
                  <a:pt x="2711315" y="1531755"/>
                  <a:pt x="2725480" y="1531755"/>
                </a:cubicBezTo>
                <a:close/>
                <a:moveTo>
                  <a:pt x="2597069" y="1531755"/>
                </a:moveTo>
                <a:cubicBezTo>
                  <a:pt x="2611234" y="1531755"/>
                  <a:pt x="2622729" y="1543249"/>
                  <a:pt x="2622729" y="1557414"/>
                </a:cubicBezTo>
                <a:cubicBezTo>
                  <a:pt x="2622729" y="1571578"/>
                  <a:pt x="2611234" y="1583073"/>
                  <a:pt x="2597069" y="1583073"/>
                </a:cubicBezTo>
                <a:cubicBezTo>
                  <a:pt x="2582904" y="1583073"/>
                  <a:pt x="2571410" y="1571578"/>
                  <a:pt x="2571410" y="1557414"/>
                </a:cubicBezTo>
                <a:cubicBezTo>
                  <a:pt x="2571410" y="1543249"/>
                  <a:pt x="2582904" y="1531755"/>
                  <a:pt x="2597069" y="1531755"/>
                </a:cubicBezTo>
                <a:close/>
                <a:moveTo>
                  <a:pt x="2532865" y="1531755"/>
                </a:moveTo>
                <a:cubicBezTo>
                  <a:pt x="2547035" y="1531755"/>
                  <a:pt x="2558523" y="1543242"/>
                  <a:pt x="2558523" y="1557413"/>
                </a:cubicBezTo>
                <a:cubicBezTo>
                  <a:pt x="2558523" y="1571585"/>
                  <a:pt x="2547035" y="1583073"/>
                  <a:pt x="2532865" y="1583073"/>
                </a:cubicBezTo>
                <a:cubicBezTo>
                  <a:pt x="2518693" y="1583073"/>
                  <a:pt x="2507205" y="1571585"/>
                  <a:pt x="2507205" y="1557413"/>
                </a:cubicBezTo>
                <a:cubicBezTo>
                  <a:pt x="2507205" y="1543242"/>
                  <a:pt x="2518693" y="1531755"/>
                  <a:pt x="2532865" y="1531755"/>
                </a:cubicBezTo>
                <a:close/>
                <a:moveTo>
                  <a:pt x="2404454" y="1531755"/>
                </a:moveTo>
                <a:cubicBezTo>
                  <a:pt x="2418619" y="1531755"/>
                  <a:pt x="2430112" y="1543249"/>
                  <a:pt x="2430112" y="1557414"/>
                </a:cubicBezTo>
                <a:cubicBezTo>
                  <a:pt x="2430112" y="1571578"/>
                  <a:pt x="2418619" y="1583073"/>
                  <a:pt x="2404454" y="1583073"/>
                </a:cubicBezTo>
                <a:cubicBezTo>
                  <a:pt x="2390289" y="1583073"/>
                  <a:pt x="2378795" y="1571578"/>
                  <a:pt x="2378795" y="1557414"/>
                </a:cubicBezTo>
                <a:cubicBezTo>
                  <a:pt x="2378795" y="1543249"/>
                  <a:pt x="2390289" y="1531755"/>
                  <a:pt x="2404454" y="1531755"/>
                </a:cubicBezTo>
                <a:close/>
                <a:moveTo>
                  <a:pt x="2340249" y="1531755"/>
                </a:moveTo>
                <a:cubicBezTo>
                  <a:pt x="2354413" y="1531755"/>
                  <a:pt x="2365908" y="1543249"/>
                  <a:pt x="2365908" y="1557414"/>
                </a:cubicBezTo>
                <a:cubicBezTo>
                  <a:pt x="2365908" y="1571578"/>
                  <a:pt x="2354413" y="1583073"/>
                  <a:pt x="2340249" y="1583073"/>
                </a:cubicBezTo>
                <a:cubicBezTo>
                  <a:pt x="2326084" y="1583073"/>
                  <a:pt x="2314590" y="1571578"/>
                  <a:pt x="2314590" y="1557414"/>
                </a:cubicBezTo>
                <a:cubicBezTo>
                  <a:pt x="2314590" y="1543249"/>
                  <a:pt x="2326084" y="1531755"/>
                  <a:pt x="2340249" y="1531755"/>
                </a:cubicBezTo>
                <a:close/>
                <a:moveTo>
                  <a:pt x="2276044" y="1531755"/>
                </a:moveTo>
                <a:cubicBezTo>
                  <a:pt x="2290208" y="1531755"/>
                  <a:pt x="2301702" y="1543249"/>
                  <a:pt x="2301702" y="1557414"/>
                </a:cubicBezTo>
                <a:cubicBezTo>
                  <a:pt x="2301702" y="1571578"/>
                  <a:pt x="2290208" y="1583073"/>
                  <a:pt x="2276044" y="1583073"/>
                </a:cubicBezTo>
                <a:cubicBezTo>
                  <a:pt x="2261879" y="1583073"/>
                  <a:pt x="2250385" y="1571578"/>
                  <a:pt x="2250385" y="1557414"/>
                </a:cubicBezTo>
                <a:cubicBezTo>
                  <a:pt x="2250385" y="1543249"/>
                  <a:pt x="2261879" y="1531755"/>
                  <a:pt x="2276044" y="1531755"/>
                </a:cubicBezTo>
                <a:close/>
                <a:moveTo>
                  <a:pt x="2211838" y="1531755"/>
                </a:moveTo>
                <a:cubicBezTo>
                  <a:pt x="2226003" y="1531755"/>
                  <a:pt x="2237497" y="1543249"/>
                  <a:pt x="2237497" y="1557414"/>
                </a:cubicBezTo>
                <a:cubicBezTo>
                  <a:pt x="2237497" y="1571578"/>
                  <a:pt x="2226003" y="1583073"/>
                  <a:pt x="2211838" y="1583073"/>
                </a:cubicBezTo>
                <a:cubicBezTo>
                  <a:pt x="2197673" y="1583073"/>
                  <a:pt x="2186178" y="1571578"/>
                  <a:pt x="2186178" y="1557414"/>
                </a:cubicBezTo>
                <a:cubicBezTo>
                  <a:pt x="2186178" y="1543249"/>
                  <a:pt x="2197673" y="1531755"/>
                  <a:pt x="2211838" y="1531755"/>
                </a:cubicBezTo>
                <a:close/>
                <a:moveTo>
                  <a:pt x="2147633" y="1531755"/>
                </a:moveTo>
                <a:cubicBezTo>
                  <a:pt x="2161804" y="1531755"/>
                  <a:pt x="2173293" y="1543242"/>
                  <a:pt x="2173293" y="1557413"/>
                </a:cubicBezTo>
                <a:cubicBezTo>
                  <a:pt x="2173293" y="1571585"/>
                  <a:pt x="2161804" y="1583073"/>
                  <a:pt x="2147633" y="1583073"/>
                </a:cubicBezTo>
                <a:cubicBezTo>
                  <a:pt x="2133462" y="1583073"/>
                  <a:pt x="2121975" y="1571585"/>
                  <a:pt x="2121975" y="1557413"/>
                </a:cubicBezTo>
                <a:cubicBezTo>
                  <a:pt x="2121975" y="1543242"/>
                  <a:pt x="2133462" y="1531755"/>
                  <a:pt x="2147633" y="1531755"/>
                </a:cubicBezTo>
                <a:close/>
                <a:moveTo>
                  <a:pt x="2083427" y="1531755"/>
                </a:moveTo>
                <a:cubicBezTo>
                  <a:pt x="2097599" y="1531755"/>
                  <a:pt x="2109087" y="1543242"/>
                  <a:pt x="2109087" y="1557413"/>
                </a:cubicBezTo>
                <a:cubicBezTo>
                  <a:pt x="2109087" y="1571585"/>
                  <a:pt x="2097599" y="1583073"/>
                  <a:pt x="2083427" y="1583073"/>
                </a:cubicBezTo>
                <a:cubicBezTo>
                  <a:pt x="2069257" y="1583073"/>
                  <a:pt x="2057768" y="1571585"/>
                  <a:pt x="2057768" y="1557413"/>
                </a:cubicBezTo>
                <a:cubicBezTo>
                  <a:pt x="2057768" y="1543242"/>
                  <a:pt x="2069257" y="1531755"/>
                  <a:pt x="2083427" y="1531755"/>
                </a:cubicBezTo>
                <a:close/>
                <a:moveTo>
                  <a:pt x="2019222" y="1531755"/>
                </a:moveTo>
                <a:cubicBezTo>
                  <a:pt x="2033387" y="1531755"/>
                  <a:pt x="2044880" y="1543249"/>
                  <a:pt x="2044880" y="1557414"/>
                </a:cubicBezTo>
                <a:cubicBezTo>
                  <a:pt x="2044880" y="1571578"/>
                  <a:pt x="2033387" y="1583073"/>
                  <a:pt x="2019222" y="1583073"/>
                </a:cubicBezTo>
                <a:cubicBezTo>
                  <a:pt x="2005058" y="1583073"/>
                  <a:pt x="1993563" y="1571578"/>
                  <a:pt x="1993563" y="1557414"/>
                </a:cubicBezTo>
                <a:cubicBezTo>
                  <a:pt x="1993563" y="1543249"/>
                  <a:pt x="2005058" y="1531755"/>
                  <a:pt x="2019222" y="1531755"/>
                </a:cubicBezTo>
                <a:close/>
                <a:moveTo>
                  <a:pt x="1955016" y="1531755"/>
                </a:moveTo>
                <a:cubicBezTo>
                  <a:pt x="1969181" y="1531755"/>
                  <a:pt x="1980676" y="1543249"/>
                  <a:pt x="1980676" y="1557414"/>
                </a:cubicBezTo>
                <a:cubicBezTo>
                  <a:pt x="1980676" y="1571578"/>
                  <a:pt x="1969181" y="1583073"/>
                  <a:pt x="1955016" y="1583073"/>
                </a:cubicBezTo>
                <a:cubicBezTo>
                  <a:pt x="1940851" y="1583073"/>
                  <a:pt x="1929358" y="1571578"/>
                  <a:pt x="1929358" y="1557414"/>
                </a:cubicBezTo>
                <a:cubicBezTo>
                  <a:pt x="1929358" y="1543249"/>
                  <a:pt x="1940851" y="1531755"/>
                  <a:pt x="1955016" y="1531755"/>
                </a:cubicBezTo>
                <a:close/>
                <a:moveTo>
                  <a:pt x="1890696" y="1531755"/>
                </a:moveTo>
                <a:cubicBezTo>
                  <a:pt x="1904860" y="1531755"/>
                  <a:pt x="1916355" y="1543249"/>
                  <a:pt x="1916355" y="1557414"/>
                </a:cubicBezTo>
                <a:cubicBezTo>
                  <a:pt x="1916355" y="1571578"/>
                  <a:pt x="1904860" y="1583073"/>
                  <a:pt x="1890696" y="1583073"/>
                </a:cubicBezTo>
                <a:cubicBezTo>
                  <a:pt x="1876531" y="1583073"/>
                  <a:pt x="1865037" y="1571578"/>
                  <a:pt x="1865037" y="1557414"/>
                </a:cubicBezTo>
                <a:cubicBezTo>
                  <a:pt x="1865037" y="1543249"/>
                  <a:pt x="1876531" y="1531755"/>
                  <a:pt x="1890696" y="1531755"/>
                </a:cubicBezTo>
                <a:close/>
                <a:moveTo>
                  <a:pt x="1826490" y="1531755"/>
                </a:moveTo>
                <a:cubicBezTo>
                  <a:pt x="1840654" y="1531755"/>
                  <a:pt x="1852149" y="1543249"/>
                  <a:pt x="1852149" y="1557414"/>
                </a:cubicBezTo>
                <a:cubicBezTo>
                  <a:pt x="1852149" y="1571578"/>
                  <a:pt x="1840654" y="1583073"/>
                  <a:pt x="1826490" y="1583073"/>
                </a:cubicBezTo>
                <a:cubicBezTo>
                  <a:pt x="1812325" y="1583073"/>
                  <a:pt x="1800830" y="1571578"/>
                  <a:pt x="1800830" y="1557414"/>
                </a:cubicBezTo>
                <a:cubicBezTo>
                  <a:pt x="1800830" y="1543249"/>
                  <a:pt x="1812325" y="1531755"/>
                  <a:pt x="1826490" y="1531755"/>
                </a:cubicBezTo>
                <a:close/>
                <a:moveTo>
                  <a:pt x="1762285" y="1531755"/>
                </a:moveTo>
                <a:cubicBezTo>
                  <a:pt x="1776456" y="1531755"/>
                  <a:pt x="1787944" y="1543242"/>
                  <a:pt x="1787944" y="1557413"/>
                </a:cubicBezTo>
                <a:cubicBezTo>
                  <a:pt x="1787944" y="1571585"/>
                  <a:pt x="1776456" y="1583073"/>
                  <a:pt x="1762285" y="1583073"/>
                </a:cubicBezTo>
                <a:cubicBezTo>
                  <a:pt x="1748114" y="1583073"/>
                  <a:pt x="1736626" y="1571585"/>
                  <a:pt x="1736626" y="1557413"/>
                </a:cubicBezTo>
                <a:cubicBezTo>
                  <a:pt x="1736626" y="1543242"/>
                  <a:pt x="1748114" y="1531755"/>
                  <a:pt x="1762285" y="1531755"/>
                </a:cubicBezTo>
                <a:close/>
                <a:moveTo>
                  <a:pt x="1698080" y="1531755"/>
                </a:moveTo>
                <a:cubicBezTo>
                  <a:pt x="1712244" y="1531755"/>
                  <a:pt x="1723738" y="1543249"/>
                  <a:pt x="1723738" y="1557414"/>
                </a:cubicBezTo>
                <a:cubicBezTo>
                  <a:pt x="1723738" y="1571578"/>
                  <a:pt x="1712244" y="1583073"/>
                  <a:pt x="1698080" y="1583073"/>
                </a:cubicBezTo>
                <a:cubicBezTo>
                  <a:pt x="1683915" y="1583073"/>
                  <a:pt x="1672420" y="1571578"/>
                  <a:pt x="1672420" y="1557414"/>
                </a:cubicBezTo>
                <a:cubicBezTo>
                  <a:pt x="1672420" y="1543249"/>
                  <a:pt x="1683915" y="1531755"/>
                  <a:pt x="1698080" y="1531755"/>
                </a:cubicBezTo>
                <a:close/>
                <a:moveTo>
                  <a:pt x="1633874" y="1531755"/>
                </a:moveTo>
                <a:cubicBezTo>
                  <a:pt x="1648039" y="1531755"/>
                  <a:pt x="1659533" y="1543249"/>
                  <a:pt x="1659533" y="1557414"/>
                </a:cubicBezTo>
                <a:cubicBezTo>
                  <a:pt x="1659533" y="1571578"/>
                  <a:pt x="1648039" y="1583073"/>
                  <a:pt x="1633874" y="1583073"/>
                </a:cubicBezTo>
                <a:cubicBezTo>
                  <a:pt x="1619710" y="1583073"/>
                  <a:pt x="1608216" y="1571578"/>
                  <a:pt x="1608216" y="1557414"/>
                </a:cubicBezTo>
                <a:cubicBezTo>
                  <a:pt x="1608216" y="1543249"/>
                  <a:pt x="1619710" y="1531755"/>
                  <a:pt x="1633874" y="1531755"/>
                </a:cubicBezTo>
                <a:close/>
                <a:moveTo>
                  <a:pt x="1569669" y="1531755"/>
                </a:moveTo>
                <a:cubicBezTo>
                  <a:pt x="1583834" y="1531755"/>
                  <a:pt x="1595328" y="1543249"/>
                  <a:pt x="1595328" y="1557414"/>
                </a:cubicBezTo>
                <a:cubicBezTo>
                  <a:pt x="1595328" y="1571578"/>
                  <a:pt x="1583834" y="1583073"/>
                  <a:pt x="1569669" y="1583073"/>
                </a:cubicBezTo>
                <a:cubicBezTo>
                  <a:pt x="1555504" y="1583073"/>
                  <a:pt x="1544010" y="1571578"/>
                  <a:pt x="1544010" y="1557414"/>
                </a:cubicBezTo>
                <a:cubicBezTo>
                  <a:pt x="1544010" y="1543249"/>
                  <a:pt x="1555504" y="1531755"/>
                  <a:pt x="1569669" y="1531755"/>
                </a:cubicBezTo>
                <a:close/>
                <a:moveTo>
                  <a:pt x="1505464" y="1531755"/>
                </a:moveTo>
                <a:cubicBezTo>
                  <a:pt x="1519629" y="1531755"/>
                  <a:pt x="1531123" y="1543249"/>
                  <a:pt x="1531123" y="1557414"/>
                </a:cubicBezTo>
                <a:cubicBezTo>
                  <a:pt x="1531123" y="1571578"/>
                  <a:pt x="1519629" y="1583073"/>
                  <a:pt x="1505464" y="1583073"/>
                </a:cubicBezTo>
                <a:cubicBezTo>
                  <a:pt x="1491299" y="1583073"/>
                  <a:pt x="1479806" y="1571578"/>
                  <a:pt x="1479806" y="1557414"/>
                </a:cubicBezTo>
                <a:cubicBezTo>
                  <a:pt x="1479806" y="1543249"/>
                  <a:pt x="1491299" y="1531755"/>
                  <a:pt x="1505464" y="1531755"/>
                </a:cubicBezTo>
                <a:close/>
                <a:moveTo>
                  <a:pt x="1441258" y="1531755"/>
                </a:moveTo>
                <a:cubicBezTo>
                  <a:pt x="1455430" y="1531755"/>
                  <a:pt x="1466917" y="1543242"/>
                  <a:pt x="1466917" y="1557413"/>
                </a:cubicBezTo>
                <a:cubicBezTo>
                  <a:pt x="1466917" y="1571585"/>
                  <a:pt x="1455430" y="1583073"/>
                  <a:pt x="1441258" y="1583073"/>
                </a:cubicBezTo>
                <a:cubicBezTo>
                  <a:pt x="1427087" y="1583073"/>
                  <a:pt x="1415599" y="1571585"/>
                  <a:pt x="1415599" y="1557413"/>
                </a:cubicBezTo>
                <a:cubicBezTo>
                  <a:pt x="1415599" y="1543242"/>
                  <a:pt x="1427087" y="1531755"/>
                  <a:pt x="1441258" y="1531755"/>
                </a:cubicBezTo>
                <a:close/>
                <a:moveTo>
                  <a:pt x="1377053" y="1531755"/>
                </a:moveTo>
                <a:cubicBezTo>
                  <a:pt x="1391224" y="1531755"/>
                  <a:pt x="1402712" y="1543242"/>
                  <a:pt x="1402712" y="1557413"/>
                </a:cubicBezTo>
                <a:cubicBezTo>
                  <a:pt x="1402712" y="1571585"/>
                  <a:pt x="1391224" y="1583073"/>
                  <a:pt x="1377053" y="1583073"/>
                </a:cubicBezTo>
                <a:cubicBezTo>
                  <a:pt x="1362882" y="1583073"/>
                  <a:pt x="1351395" y="1571585"/>
                  <a:pt x="1351395" y="1557413"/>
                </a:cubicBezTo>
                <a:cubicBezTo>
                  <a:pt x="1351395" y="1543242"/>
                  <a:pt x="1362882" y="1531755"/>
                  <a:pt x="1377053" y="1531755"/>
                </a:cubicBezTo>
                <a:close/>
                <a:moveTo>
                  <a:pt x="1184437" y="1531755"/>
                </a:moveTo>
                <a:cubicBezTo>
                  <a:pt x="1198602" y="1531755"/>
                  <a:pt x="1210096" y="1543249"/>
                  <a:pt x="1210096" y="1557414"/>
                </a:cubicBezTo>
                <a:cubicBezTo>
                  <a:pt x="1210096" y="1571578"/>
                  <a:pt x="1198602" y="1583073"/>
                  <a:pt x="1184437" y="1583073"/>
                </a:cubicBezTo>
                <a:cubicBezTo>
                  <a:pt x="1170273" y="1583073"/>
                  <a:pt x="1158780" y="1571578"/>
                  <a:pt x="1158780" y="1557414"/>
                </a:cubicBezTo>
                <a:cubicBezTo>
                  <a:pt x="1158780" y="1543249"/>
                  <a:pt x="1170273" y="1531755"/>
                  <a:pt x="1184437" y="1531755"/>
                </a:cubicBezTo>
                <a:close/>
                <a:moveTo>
                  <a:pt x="1120233" y="1531755"/>
                </a:moveTo>
                <a:cubicBezTo>
                  <a:pt x="1134398" y="1531755"/>
                  <a:pt x="1145892" y="1543249"/>
                  <a:pt x="1145892" y="1557414"/>
                </a:cubicBezTo>
                <a:cubicBezTo>
                  <a:pt x="1145892" y="1571578"/>
                  <a:pt x="1134398" y="1583073"/>
                  <a:pt x="1120233" y="1583073"/>
                </a:cubicBezTo>
                <a:cubicBezTo>
                  <a:pt x="1106068" y="1583073"/>
                  <a:pt x="1094573" y="1571578"/>
                  <a:pt x="1094573" y="1557414"/>
                </a:cubicBezTo>
                <a:cubicBezTo>
                  <a:pt x="1094573" y="1543249"/>
                  <a:pt x="1106068" y="1531755"/>
                  <a:pt x="1120233" y="1531755"/>
                </a:cubicBezTo>
                <a:close/>
                <a:moveTo>
                  <a:pt x="1056027" y="1531755"/>
                </a:moveTo>
                <a:cubicBezTo>
                  <a:pt x="1070199" y="1531755"/>
                  <a:pt x="1081685" y="1543242"/>
                  <a:pt x="1081685" y="1557413"/>
                </a:cubicBezTo>
                <a:cubicBezTo>
                  <a:pt x="1081685" y="1571585"/>
                  <a:pt x="1070199" y="1583073"/>
                  <a:pt x="1056027" y="1583073"/>
                </a:cubicBezTo>
                <a:cubicBezTo>
                  <a:pt x="1041857" y="1583073"/>
                  <a:pt x="1030369" y="1571585"/>
                  <a:pt x="1030369" y="1557413"/>
                </a:cubicBezTo>
                <a:cubicBezTo>
                  <a:pt x="1030369" y="1543242"/>
                  <a:pt x="1041857" y="1531755"/>
                  <a:pt x="1056027" y="1531755"/>
                </a:cubicBezTo>
                <a:close/>
                <a:moveTo>
                  <a:pt x="991823" y="1531755"/>
                </a:moveTo>
                <a:cubicBezTo>
                  <a:pt x="1005993" y="1531755"/>
                  <a:pt x="1017481" y="1543242"/>
                  <a:pt x="1017481" y="1557413"/>
                </a:cubicBezTo>
                <a:cubicBezTo>
                  <a:pt x="1017481" y="1571585"/>
                  <a:pt x="1005993" y="1583073"/>
                  <a:pt x="991823" y="1583073"/>
                </a:cubicBezTo>
                <a:cubicBezTo>
                  <a:pt x="977652" y="1583073"/>
                  <a:pt x="966162" y="1571585"/>
                  <a:pt x="966162" y="1557413"/>
                </a:cubicBezTo>
                <a:cubicBezTo>
                  <a:pt x="966162" y="1543242"/>
                  <a:pt x="977652" y="1531755"/>
                  <a:pt x="991823" y="1531755"/>
                </a:cubicBezTo>
                <a:close/>
                <a:moveTo>
                  <a:pt x="927616" y="1531755"/>
                </a:moveTo>
                <a:cubicBezTo>
                  <a:pt x="941781" y="1531755"/>
                  <a:pt x="953275" y="1543249"/>
                  <a:pt x="953275" y="1557414"/>
                </a:cubicBezTo>
                <a:cubicBezTo>
                  <a:pt x="953275" y="1571578"/>
                  <a:pt x="941781" y="1583073"/>
                  <a:pt x="927616" y="1583073"/>
                </a:cubicBezTo>
                <a:cubicBezTo>
                  <a:pt x="913452" y="1583073"/>
                  <a:pt x="901957" y="1571578"/>
                  <a:pt x="901957" y="1557414"/>
                </a:cubicBezTo>
                <a:cubicBezTo>
                  <a:pt x="901957" y="1543249"/>
                  <a:pt x="913452" y="1531755"/>
                  <a:pt x="927616" y="1531755"/>
                </a:cubicBezTo>
                <a:close/>
                <a:moveTo>
                  <a:pt x="863411" y="1531755"/>
                </a:moveTo>
                <a:cubicBezTo>
                  <a:pt x="877576" y="1531755"/>
                  <a:pt x="889071" y="1543249"/>
                  <a:pt x="889071" y="1557414"/>
                </a:cubicBezTo>
                <a:cubicBezTo>
                  <a:pt x="889071" y="1571578"/>
                  <a:pt x="877576" y="1583073"/>
                  <a:pt x="863411" y="1583073"/>
                </a:cubicBezTo>
                <a:cubicBezTo>
                  <a:pt x="849248" y="1583073"/>
                  <a:pt x="837752" y="1571578"/>
                  <a:pt x="837752" y="1557414"/>
                </a:cubicBezTo>
                <a:cubicBezTo>
                  <a:pt x="837752" y="1543249"/>
                  <a:pt x="849248" y="1531755"/>
                  <a:pt x="863411" y="1531755"/>
                </a:cubicBezTo>
                <a:close/>
                <a:moveTo>
                  <a:pt x="670679" y="1531755"/>
                </a:moveTo>
                <a:cubicBezTo>
                  <a:pt x="684851" y="1531755"/>
                  <a:pt x="696338" y="1543242"/>
                  <a:pt x="696338" y="1557413"/>
                </a:cubicBezTo>
                <a:cubicBezTo>
                  <a:pt x="696338" y="1571585"/>
                  <a:pt x="684851" y="1583073"/>
                  <a:pt x="670679" y="1583073"/>
                </a:cubicBezTo>
                <a:cubicBezTo>
                  <a:pt x="656509" y="1583073"/>
                  <a:pt x="645020" y="1571585"/>
                  <a:pt x="645020" y="1557413"/>
                </a:cubicBezTo>
                <a:cubicBezTo>
                  <a:pt x="645020" y="1543242"/>
                  <a:pt x="656509" y="1531755"/>
                  <a:pt x="670679" y="1531755"/>
                </a:cubicBezTo>
                <a:close/>
                <a:moveTo>
                  <a:pt x="606475" y="1531755"/>
                </a:moveTo>
                <a:cubicBezTo>
                  <a:pt x="620639" y="1531755"/>
                  <a:pt x="632134" y="1543249"/>
                  <a:pt x="632134" y="1557414"/>
                </a:cubicBezTo>
                <a:cubicBezTo>
                  <a:pt x="632134" y="1571578"/>
                  <a:pt x="620639" y="1583073"/>
                  <a:pt x="606475" y="1583073"/>
                </a:cubicBezTo>
                <a:cubicBezTo>
                  <a:pt x="592310" y="1583073"/>
                  <a:pt x="580815" y="1571578"/>
                  <a:pt x="580815" y="1557414"/>
                </a:cubicBezTo>
                <a:cubicBezTo>
                  <a:pt x="580815" y="1543249"/>
                  <a:pt x="592310" y="1531755"/>
                  <a:pt x="606475" y="1531755"/>
                </a:cubicBezTo>
                <a:close/>
                <a:moveTo>
                  <a:pt x="542268" y="1531755"/>
                </a:moveTo>
                <a:cubicBezTo>
                  <a:pt x="556433" y="1531755"/>
                  <a:pt x="567927" y="1543249"/>
                  <a:pt x="567927" y="1557414"/>
                </a:cubicBezTo>
                <a:cubicBezTo>
                  <a:pt x="567927" y="1571578"/>
                  <a:pt x="556433" y="1583073"/>
                  <a:pt x="542268" y="1583073"/>
                </a:cubicBezTo>
                <a:cubicBezTo>
                  <a:pt x="528104" y="1583073"/>
                  <a:pt x="516610" y="1571578"/>
                  <a:pt x="516610" y="1557414"/>
                </a:cubicBezTo>
                <a:cubicBezTo>
                  <a:pt x="516610" y="1543249"/>
                  <a:pt x="528104" y="1531755"/>
                  <a:pt x="542268" y="1531755"/>
                </a:cubicBezTo>
                <a:close/>
                <a:moveTo>
                  <a:pt x="478063" y="1531755"/>
                </a:moveTo>
                <a:cubicBezTo>
                  <a:pt x="492228" y="1531755"/>
                  <a:pt x="503724" y="1543249"/>
                  <a:pt x="503724" y="1557414"/>
                </a:cubicBezTo>
                <a:cubicBezTo>
                  <a:pt x="503724" y="1571578"/>
                  <a:pt x="492228" y="1583073"/>
                  <a:pt x="478063" y="1583073"/>
                </a:cubicBezTo>
                <a:cubicBezTo>
                  <a:pt x="463900" y="1583073"/>
                  <a:pt x="452404" y="1571578"/>
                  <a:pt x="452404" y="1557414"/>
                </a:cubicBezTo>
                <a:cubicBezTo>
                  <a:pt x="452404" y="1543249"/>
                  <a:pt x="463900" y="1531755"/>
                  <a:pt x="478063" y="1531755"/>
                </a:cubicBezTo>
                <a:close/>
                <a:moveTo>
                  <a:pt x="413858" y="1531755"/>
                </a:moveTo>
                <a:cubicBezTo>
                  <a:pt x="428023" y="1531755"/>
                  <a:pt x="439517" y="1543249"/>
                  <a:pt x="439517" y="1557414"/>
                </a:cubicBezTo>
                <a:cubicBezTo>
                  <a:pt x="439517" y="1571578"/>
                  <a:pt x="428023" y="1583073"/>
                  <a:pt x="413858" y="1583073"/>
                </a:cubicBezTo>
                <a:cubicBezTo>
                  <a:pt x="399694" y="1583073"/>
                  <a:pt x="388200" y="1571578"/>
                  <a:pt x="388200" y="1557414"/>
                </a:cubicBezTo>
                <a:cubicBezTo>
                  <a:pt x="388200" y="1543249"/>
                  <a:pt x="399694" y="1531755"/>
                  <a:pt x="413858" y="1531755"/>
                </a:cubicBezTo>
                <a:close/>
                <a:moveTo>
                  <a:pt x="346686" y="1531755"/>
                </a:moveTo>
                <a:cubicBezTo>
                  <a:pt x="360849" y="1531755"/>
                  <a:pt x="372344" y="1543249"/>
                  <a:pt x="372344" y="1557414"/>
                </a:cubicBezTo>
                <a:cubicBezTo>
                  <a:pt x="372344" y="1571578"/>
                  <a:pt x="360849" y="1583073"/>
                  <a:pt x="346686" y="1583073"/>
                </a:cubicBezTo>
                <a:cubicBezTo>
                  <a:pt x="332520" y="1583073"/>
                  <a:pt x="321027" y="1571578"/>
                  <a:pt x="321027" y="1557414"/>
                </a:cubicBezTo>
                <a:cubicBezTo>
                  <a:pt x="321027" y="1543249"/>
                  <a:pt x="332520" y="1531755"/>
                  <a:pt x="346686" y="1531755"/>
                </a:cubicBezTo>
                <a:close/>
                <a:moveTo>
                  <a:pt x="282480" y="1531755"/>
                </a:moveTo>
                <a:cubicBezTo>
                  <a:pt x="296644" y="1531755"/>
                  <a:pt x="308138" y="1543249"/>
                  <a:pt x="308138" y="1557414"/>
                </a:cubicBezTo>
                <a:cubicBezTo>
                  <a:pt x="308138" y="1571578"/>
                  <a:pt x="296644" y="1583073"/>
                  <a:pt x="282480" y="1583073"/>
                </a:cubicBezTo>
                <a:cubicBezTo>
                  <a:pt x="268314" y="1583073"/>
                  <a:pt x="256820" y="1571578"/>
                  <a:pt x="256820" y="1557414"/>
                </a:cubicBezTo>
                <a:cubicBezTo>
                  <a:pt x="256820" y="1543249"/>
                  <a:pt x="268314" y="1531755"/>
                  <a:pt x="282480" y="1531755"/>
                </a:cubicBezTo>
                <a:close/>
                <a:moveTo>
                  <a:pt x="218274" y="1531755"/>
                </a:moveTo>
                <a:cubicBezTo>
                  <a:pt x="232438" y="1531755"/>
                  <a:pt x="243932" y="1543249"/>
                  <a:pt x="243932" y="1557414"/>
                </a:cubicBezTo>
                <a:cubicBezTo>
                  <a:pt x="243932" y="1571578"/>
                  <a:pt x="232438" y="1583073"/>
                  <a:pt x="218274" y="1583073"/>
                </a:cubicBezTo>
                <a:cubicBezTo>
                  <a:pt x="204109" y="1583073"/>
                  <a:pt x="192615" y="1571578"/>
                  <a:pt x="192615" y="1557414"/>
                </a:cubicBezTo>
                <a:cubicBezTo>
                  <a:pt x="192615" y="1543249"/>
                  <a:pt x="204109" y="1531755"/>
                  <a:pt x="218274" y="1531755"/>
                </a:cubicBezTo>
                <a:close/>
                <a:moveTo>
                  <a:pt x="25659" y="1531755"/>
                </a:moveTo>
                <a:cubicBezTo>
                  <a:pt x="39829" y="1531755"/>
                  <a:pt x="51317" y="1543242"/>
                  <a:pt x="51317" y="1557413"/>
                </a:cubicBezTo>
                <a:cubicBezTo>
                  <a:pt x="51317" y="1571585"/>
                  <a:pt x="39829" y="1583073"/>
                  <a:pt x="25659" y="1583073"/>
                </a:cubicBezTo>
                <a:cubicBezTo>
                  <a:pt x="11488" y="1583073"/>
                  <a:pt x="0" y="1571585"/>
                  <a:pt x="0" y="1557413"/>
                </a:cubicBezTo>
                <a:cubicBezTo>
                  <a:pt x="0" y="1543242"/>
                  <a:pt x="11488" y="1531755"/>
                  <a:pt x="25659" y="1531755"/>
                </a:cubicBezTo>
                <a:close/>
                <a:moveTo>
                  <a:pt x="11518287" y="1477418"/>
                </a:moveTo>
                <a:cubicBezTo>
                  <a:pt x="11525405" y="1477418"/>
                  <a:pt x="11531175" y="1483188"/>
                  <a:pt x="11531175" y="1490305"/>
                </a:cubicBezTo>
                <a:cubicBezTo>
                  <a:pt x="11531175" y="1497423"/>
                  <a:pt x="11525403" y="1503193"/>
                  <a:pt x="11518287" y="1503193"/>
                </a:cubicBezTo>
                <a:cubicBezTo>
                  <a:pt x="11511167" y="1503193"/>
                  <a:pt x="11505399" y="1497423"/>
                  <a:pt x="11505399" y="1490305"/>
                </a:cubicBezTo>
                <a:cubicBezTo>
                  <a:pt x="11505399" y="1483188"/>
                  <a:pt x="11511171" y="1477418"/>
                  <a:pt x="11518287" y="1477418"/>
                </a:cubicBezTo>
                <a:close/>
                <a:moveTo>
                  <a:pt x="11004528" y="1477418"/>
                </a:moveTo>
                <a:cubicBezTo>
                  <a:pt x="11011644" y="1477418"/>
                  <a:pt x="11017416" y="1483188"/>
                  <a:pt x="11017416" y="1490305"/>
                </a:cubicBezTo>
                <a:cubicBezTo>
                  <a:pt x="11017416" y="1497423"/>
                  <a:pt x="11011644" y="1503193"/>
                  <a:pt x="11004528" y="1503193"/>
                </a:cubicBezTo>
                <a:cubicBezTo>
                  <a:pt x="10997410" y="1503193"/>
                  <a:pt x="10991640" y="1497423"/>
                  <a:pt x="10991640" y="1490305"/>
                </a:cubicBezTo>
                <a:cubicBezTo>
                  <a:pt x="10991640" y="1483188"/>
                  <a:pt x="10997410" y="1477418"/>
                  <a:pt x="11004528" y="1477418"/>
                </a:cubicBezTo>
                <a:close/>
                <a:moveTo>
                  <a:pt x="10426681" y="1477418"/>
                </a:moveTo>
                <a:cubicBezTo>
                  <a:pt x="10433797" y="1477418"/>
                  <a:pt x="10439569" y="1483188"/>
                  <a:pt x="10439569" y="1490305"/>
                </a:cubicBezTo>
                <a:cubicBezTo>
                  <a:pt x="10439569" y="1497423"/>
                  <a:pt x="10433797" y="1503193"/>
                  <a:pt x="10426681" y="1503193"/>
                </a:cubicBezTo>
                <a:cubicBezTo>
                  <a:pt x="10419562" y="1503193"/>
                  <a:pt x="10413793" y="1497423"/>
                  <a:pt x="10413793" y="1490305"/>
                </a:cubicBezTo>
                <a:cubicBezTo>
                  <a:pt x="10413793" y="1483188"/>
                  <a:pt x="10419562" y="1477418"/>
                  <a:pt x="10426681" y="1477418"/>
                </a:cubicBezTo>
                <a:close/>
                <a:moveTo>
                  <a:pt x="10169743" y="1477418"/>
                </a:moveTo>
                <a:cubicBezTo>
                  <a:pt x="10176942" y="1477418"/>
                  <a:pt x="10182631" y="1483224"/>
                  <a:pt x="10182631" y="1490305"/>
                </a:cubicBezTo>
                <a:cubicBezTo>
                  <a:pt x="10182631" y="1497388"/>
                  <a:pt x="10176942" y="1503193"/>
                  <a:pt x="10169743" y="1503193"/>
                </a:cubicBezTo>
                <a:cubicBezTo>
                  <a:pt x="10162659" y="1503193"/>
                  <a:pt x="10156855" y="1497504"/>
                  <a:pt x="10156855" y="1490305"/>
                </a:cubicBezTo>
                <a:cubicBezTo>
                  <a:pt x="10156855" y="1483107"/>
                  <a:pt x="10162544" y="1477418"/>
                  <a:pt x="10169743" y="1477418"/>
                </a:cubicBezTo>
                <a:close/>
                <a:moveTo>
                  <a:pt x="9848716" y="1477418"/>
                </a:moveTo>
                <a:cubicBezTo>
                  <a:pt x="9855800" y="1477418"/>
                  <a:pt x="9861604" y="1483224"/>
                  <a:pt x="9861604" y="1490305"/>
                </a:cubicBezTo>
                <a:cubicBezTo>
                  <a:pt x="9861604" y="1497388"/>
                  <a:pt x="9855915" y="1503193"/>
                  <a:pt x="9848716" y="1503193"/>
                </a:cubicBezTo>
                <a:cubicBezTo>
                  <a:pt x="9841635" y="1503193"/>
                  <a:pt x="9835828" y="1497504"/>
                  <a:pt x="9835828" y="1490305"/>
                </a:cubicBezTo>
                <a:cubicBezTo>
                  <a:pt x="9835828" y="1483107"/>
                  <a:pt x="9841517" y="1477418"/>
                  <a:pt x="9848716" y="1477418"/>
                </a:cubicBezTo>
                <a:close/>
                <a:moveTo>
                  <a:pt x="9784512" y="1477418"/>
                </a:moveTo>
                <a:cubicBezTo>
                  <a:pt x="9791593" y="1477418"/>
                  <a:pt x="9797400" y="1483224"/>
                  <a:pt x="9797400" y="1490305"/>
                </a:cubicBezTo>
                <a:cubicBezTo>
                  <a:pt x="9797400" y="1497388"/>
                  <a:pt x="9791711" y="1503193"/>
                  <a:pt x="9784512" y="1503193"/>
                </a:cubicBezTo>
                <a:cubicBezTo>
                  <a:pt x="9777428" y="1503193"/>
                  <a:pt x="9771624" y="1497504"/>
                  <a:pt x="9771624" y="1490305"/>
                </a:cubicBezTo>
                <a:cubicBezTo>
                  <a:pt x="9771624" y="1483107"/>
                  <a:pt x="9777313" y="1477418"/>
                  <a:pt x="9784512" y="1477418"/>
                </a:cubicBezTo>
                <a:close/>
                <a:moveTo>
                  <a:pt x="6959132" y="1477418"/>
                </a:moveTo>
                <a:cubicBezTo>
                  <a:pt x="6966331" y="1477418"/>
                  <a:pt x="6972020" y="1483224"/>
                  <a:pt x="6972020" y="1490305"/>
                </a:cubicBezTo>
                <a:cubicBezTo>
                  <a:pt x="6972020" y="1497388"/>
                  <a:pt x="6966331" y="1503193"/>
                  <a:pt x="6959132" y="1503193"/>
                </a:cubicBezTo>
                <a:cubicBezTo>
                  <a:pt x="6952048" y="1503193"/>
                  <a:pt x="6946244" y="1497504"/>
                  <a:pt x="6946244" y="1490305"/>
                </a:cubicBezTo>
                <a:cubicBezTo>
                  <a:pt x="6946244" y="1483107"/>
                  <a:pt x="6951933" y="1477418"/>
                  <a:pt x="6959132" y="1477418"/>
                </a:cubicBezTo>
                <a:close/>
                <a:moveTo>
                  <a:pt x="6830836" y="1477418"/>
                </a:moveTo>
                <a:cubicBezTo>
                  <a:pt x="6837954" y="1477418"/>
                  <a:pt x="6843724" y="1483188"/>
                  <a:pt x="6843724" y="1490305"/>
                </a:cubicBezTo>
                <a:cubicBezTo>
                  <a:pt x="6843724" y="1497423"/>
                  <a:pt x="6837954" y="1503193"/>
                  <a:pt x="6830836" y="1503193"/>
                </a:cubicBezTo>
                <a:cubicBezTo>
                  <a:pt x="6823720" y="1503193"/>
                  <a:pt x="6817948" y="1497423"/>
                  <a:pt x="6817948" y="1490305"/>
                </a:cubicBezTo>
                <a:cubicBezTo>
                  <a:pt x="6817948" y="1483188"/>
                  <a:pt x="6823720" y="1477418"/>
                  <a:pt x="6830836" y="1477418"/>
                </a:cubicBezTo>
                <a:close/>
                <a:moveTo>
                  <a:pt x="5807683" y="1477418"/>
                </a:moveTo>
                <a:cubicBezTo>
                  <a:pt x="5814801" y="1477418"/>
                  <a:pt x="5820571" y="1483188"/>
                  <a:pt x="5820571" y="1490305"/>
                </a:cubicBezTo>
                <a:cubicBezTo>
                  <a:pt x="5820571" y="1497423"/>
                  <a:pt x="5814799" y="1503193"/>
                  <a:pt x="5807683" y="1503193"/>
                </a:cubicBezTo>
                <a:cubicBezTo>
                  <a:pt x="5800565" y="1503193"/>
                  <a:pt x="5794796" y="1497423"/>
                  <a:pt x="5794796" y="1490305"/>
                </a:cubicBezTo>
                <a:cubicBezTo>
                  <a:pt x="5794796" y="1483188"/>
                  <a:pt x="5800566" y="1477418"/>
                  <a:pt x="5807683" y="1477418"/>
                </a:cubicBezTo>
                <a:close/>
                <a:moveTo>
                  <a:pt x="5293924" y="1477418"/>
                </a:moveTo>
                <a:cubicBezTo>
                  <a:pt x="5301042" y="1477418"/>
                  <a:pt x="5306812" y="1483188"/>
                  <a:pt x="5306812" y="1490305"/>
                </a:cubicBezTo>
                <a:cubicBezTo>
                  <a:pt x="5306812" y="1497423"/>
                  <a:pt x="5301042" y="1503193"/>
                  <a:pt x="5293924" y="1503193"/>
                </a:cubicBezTo>
                <a:cubicBezTo>
                  <a:pt x="5286806" y="1503193"/>
                  <a:pt x="5281036" y="1497423"/>
                  <a:pt x="5281036" y="1490305"/>
                </a:cubicBezTo>
                <a:cubicBezTo>
                  <a:pt x="5281036" y="1483188"/>
                  <a:pt x="5286807" y="1477418"/>
                  <a:pt x="5293924" y="1477418"/>
                </a:cubicBezTo>
                <a:close/>
                <a:moveTo>
                  <a:pt x="4716077" y="1477418"/>
                </a:moveTo>
                <a:cubicBezTo>
                  <a:pt x="4723194" y="1477418"/>
                  <a:pt x="4728964" y="1483188"/>
                  <a:pt x="4728964" y="1490305"/>
                </a:cubicBezTo>
                <a:cubicBezTo>
                  <a:pt x="4728964" y="1497423"/>
                  <a:pt x="4723194" y="1503193"/>
                  <a:pt x="4716077" y="1503193"/>
                </a:cubicBezTo>
                <a:cubicBezTo>
                  <a:pt x="4708959" y="1503193"/>
                  <a:pt x="4703188" y="1497423"/>
                  <a:pt x="4703188" y="1490305"/>
                </a:cubicBezTo>
                <a:cubicBezTo>
                  <a:pt x="4703188" y="1483188"/>
                  <a:pt x="4708959" y="1477418"/>
                  <a:pt x="4716077" y="1477418"/>
                </a:cubicBezTo>
                <a:close/>
                <a:moveTo>
                  <a:pt x="4459140" y="1477418"/>
                </a:moveTo>
                <a:cubicBezTo>
                  <a:pt x="4466338" y="1477418"/>
                  <a:pt x="4472025" y="1483224"/>
                  <a:pt x="4472025" y="1490305"/>
                </a:cubicBezTo>
                <a:cubicBezTo>
                  <a:pt x="4472025" y="1497388"/>
                  <a:pt x="4466338" y="1503193"/>
                  <a:pt x="4459140" y="1503193"/>
                </a:cubicBezTo>
                <a:cubicBezTo>
                  <a:pt x="4452058" y="1503193"/>
                  <a:pt x="4446252" y="1497504"/>
                  <a:pt x="4446252" y="1490305"/>
                </a:cubicBezTo>
                <a:cubicBezTo>
                  <a:pt x="4446252" y="1483107"/>
                  <a:pt x="4451941" y="1477418"/>
                  <a:pt x="4459140" y="1477418"/>
                </a:cubicBezTo>
                <a:close/>
                <a:moveTo>
                  <a:pt x="4138112" y="1477418"/>
                </a:moveTo>
                <a:cubicBezTo>
                  <a:pt x="4145194" y="1477418"/>
                  <a:pt x="4151000" y="1483224"/>
                  <a:pt x="4151000" y="1490305"/>
                </a:cubicBezTo>
                <a:cubicBezTo>
                  <a:pt x="4151000" y="1497388"/>
                  <a:pt x="4145311" y="1503193"/>
                  <a:pt x="4138112" y="1503193"/>
                </a:cubicBezTo>
                <a:cubicBezTo>
                  <a:pt x="4131029" y="1503193"/>
                  <a:pt x="4125224" y="1497504"/>
                  <a:pt x="4125224" y="1490305"/>
                </a:cubicBezTo>
                <a:cubicBezTo>
                  <a:pt x="4125224" y="1483107"/>
                  <a:pt x="4130913" y="1477418"/>
                  <a:pt x="4138112" y="1477418"/>
                </a:cubicBezTo>
                <a:close/>
                <a:moveTo>
                  <a:pt x="4073908" y="1477418"/>
                </a:moveTo>
                <a:cubicBezTo>
                  <a:pt x="4080990" y="1477418"/>
                  <a:pt x="4086795" y="1483224"/>
                  <a:pt x="4086795" y="1490305"/>
                </a:cubicBezTo>
                <a:cubicBezTo>
                  <a:pt x="4086795" y="1497388"/>
                  <a:pt x="4081105" y="1503193"/>
                  <a:pt x="4073908" y="1503193"/>
                </a:cubicBezTo>
                <a:cubicBezTo>
                  <a:pt x="4066826" y="1503193"/>
                  <a:pt x="4061020" y="1497504"/>
                  <a:pt x="4061020" y="1490305"/>
                </a:cubicBezTo>
                <a:cubicBezTo>
                  <a:pt x="4061020" y="1483107"/>
                  <a:pt x="4066709" y="1477418"/>
                  <a:pt x="4073908" y="1477418"/>
                </a:cubicBezTo>
                <a:close/>
                <a:moveTo>
                  <a:pt x="1248528" y="1477418"/>
                </a:moveTo>
                <a:cubicBezTo>
                  <a:pt x="1255726" y="1477418"/>
                  <a:pt x="1261416" y="1483224"/>
                  <a:pt x="1261416" y="1490305"/>
                </a:cubicBezTo>
                <a:cubicBezTo>
                  <a:pt x="1261416" y="1497388"/>
                  <a:pt x="1255726" y="1503193"/>
                  <a:pt x="1248528" y="1503193"/>
                </a:cubicBezTo>
                <a:cubicBezTo>
                  <a:pt x="1241444" y="1503193"/>
                  <a:pt x="1235638" y="1497504"/>
                  <a:pt x="1235638" y="1490305"/>
                </a:cubicBezTo>
                <a:cubicBezTo>
                  <a:pt x="1235638" y="1483107"/>
                  <a:pt x="1241328" y="1477418"/>
                  <a:pt x="1248528" y="1477418"/>
                </a:cubicBezTo>
                <a:close/>
                <a:moveTo>
                  <a:pt x="1120233" y="1477418"/>
                </a:moveTo>
                <a:cubicBezTo>
                  <a:pt x="1127350" y="1477418"/>
                  <a:pt x="1133121" y="1483188"/>
                  <a:pt x="1133121" y="1490305"/>
                </a:cubicBezTo>
                <a:cubicBezTo>
                  <a:pt x="1133121" y="1497423"/>
                  <a:pt x="1127350" y="1503193"/>
                  <a:pt x="1120233" y="1503193"/>
                </a:cubicBezTo>
                <a:cubicBezTo>
                  <a:pt x="1113116" y="1503193"/>
                  <a:pt x="1107345" y="1497423"/>
                  <a:pt x="1107345" y="1490305"/>
                </a:cubicBezTo>
                <a:cubicBezTo>
                  <a:pt x="1107345" y="1483188"/>
                  <a:pt x="1113116" y="1477418"/>
                  <a:pt x="1120233" y="1477418"/>
                </a:cubicBezTo>
                <a:close/>
                <a:moveTo>
                  <a:pt x="89864" y="1477418"/>
                </a:moveTo>
                <a:cubicBezTo>
                  <a:pt x="96982" y="1477418"/>
                  <a:pt x="102752" y="1483188"/>
                  <a:pt x="102752" y="1490305"/>
                </a:cubicBezTo>
                <a:cubicBezTo>
                  <a:pt x="102752" y="1497423"/>
                  <a:pt x="96981" y="1503193"/>
                  <a:pt x="89864" y="1503193"/>
                </a:cubicBezTo>
                <a:cubicBezTo>
                  <a:pt x="82746" y="1503193"/>
                  <a:pt x="76977" y="1497423"/>
                  <a:pt x="76977" y="1490305"/>
                </a:cubicBezTo>
                <a:cubicBezTo>
                  <a:pt x="76977" y="1483188"/>
                  <a:pt x="82748" y="1477418"/>
                  <a:pt x="89864" y="1477418"/>
                </a:cubicBezTo>
                <a:close/>
                <a:moveTo>
                  <a:pt x="12099103" y="1464647"/>
                </a:moveTo>
                <a:cubicBezTo>
                  <a:pt x="12113273" y="1464647"/>
                  <a:pt x="12124761" y="1476135"/>
                  <a:pt x="12124761" y="1490305"/>
                </a:cubicBezTo>
                <a:cubicBezTo>
                  <a:pt x="12124761" y="1504477"/>
                  <a:pt x="12113273" y="1515964"/>
                  <a:pt x="12099103" y="1515964"/>
                </a:cubicBezTo>
                <a:cubicBezTo>
                  <a:pt x="12084931" y="1515964"/>
                  <a:pt x="12073441" y="1504477"/>
                  <a:pt x="12073441" y="1490305"/>
                </a:cubicBezTo>
                <a:cubicBezTo>
                  <a:pt x="12073441" y="1476135"/>
                  <a:pt x="12084931" y="1464647"/>
                  <a:pt x="12099103" y="1464647"/>
                </a:cubicBezTo>
                <a:close/>
                <a:moveTo>
                  <a:pt x="12034897" y="1464647"/>
                </a:moveTo>
                <a:cubicBezTo>
                  <a:pt x="12049061" y="1464531"/>
                  <a:pt x="12060557" y="1476025"/>
                  <a:pt x="12060557" y="1490305"/>
                </a:cubicBezTo>
                <a:cubicBezTo>
                  <a:pt x="12060557" y="1504471"/>
                  <a:pt x="12049061" y="1515965"/>
                  <a:pt x="12034897" y="1515965"/>
                </a:cubicBezTo>
                <a:cubicBezTo>
                  <a:pt x="12020731" y="1515965"/>
                  <a:pt x="12009237" y="1504471"/>
                  <a:pt x="12009237" y="1490305"/>
                </a:cubicBezTo>
                <a:cubicBezTo>
                  <a:pt x="12009237" y="1476142"/>
                  <a:pt x="12020731" y="1464647"/>
                  <a:pt x="12034897" y="1464647"/>
                </a:cubicBezTo>
                <a:close/>
                <a:moveTo>
                  <a:pt x="11970691" y="1464647"/>
                </a:moveTo>
                <a:cubicBezTo>
                  <a:pt x="11984855" y="1464531"/>
                  <a:pt x="11996349" y="1476025"/>
                  <a:pt x="11996349" y="1490305"/>
                </a:cubicBezTo>
                <a:cubicBezTo>
                  <a:pt x="11996349" y="1504471"/>
                  <a:pt x="11984855" y="1515965"/>
                  <a:pt x="11970691" y="1515965"/>
                </a:cubicBezTo>
                <a:cubicBezTo>
                  <a:pt x="11956525" y="1515965"/>
                  <a:pt x="11945033" y="1504471"/>
                  <a:pt x="11945033" y="1490305"/>
                </a:cubicBezTo>
                <a:cubicBezTo>
                  <a:pt x="11945033" y="1476142"/>
                  <a:pt x="11956525" y="1464647"/>
                  <a:pt x="11970691" y="1464647"/>
                </a:cubicBezTo>
                <a:close/>
                <a:moveTo>
                  <a:pt x="11906483" y="1464647"/>
                </a:moveTo>
                <a:cubicBezTo>
                  <a:pt x="11920649" y="1464531"/>
                  <a:pt x="11932145" y="1476025"/>
                  <a:pt x="11932145" y="1490305"/>
                </a:cubicBezTo>
                <a:cubicBezTo>
                  <a:pt x="11932145" y="1504471"/>
                  <a:pt x="11920649" y="1515965"/>
                  <a:pt x="11906483" y="1515965"/>
                </a:cubicBezTo>
                <a:cubicBezTo>
                  <a:pt x="11892321" y="1515965"/>
                  <a:pt x="11880825" y="1504471"/>
                  <a:pt x="11880825" y="1490305"/>
                </a:cubicBezTo>
                <a:cubicBezTo>
                  <a:pt x="11880825" y="1476142"/>
                  <a:pt x="11892321" y="1464647"/>
                  <a:pt x="11906483" y="1464647"/>
                </a:cubicBezTo>
                <a:close/>
                <a:moveTo>
                  <a:pt x="11842279" y="1464647"/>
                </a:moveTo>
                <a:cubicBezTo>
                  <a:pt x="11856445" y="1464531"/>
                  <a:pt x="11867941" y="1476025"/>
                  <a:pt x="11867941" y="1490305"/>
                </a:cubicBezTo>
                <a:cubicBezTo>
                  <a:pt x="11867941" y="1504471"/>
                  <a:pt x="11856445" y="1515965"/>
                  <a:pt x="11842279" y="1515965"/>
                </a:cubicBezTo>
                <a:cubicBezTo>
                  <a:pt x="11828117" y="1515965"/>
                  <a:pt x="11816621" y="1504471"/>
                  <a:pt x="11816621" y="1490305"/>
                </a:cubicBezTo>
                <a:cubicBezTo>
                  <a:pt x="11816621" y="1476142"/>
                  <a:pt x="11828117" y="1464647"/>
                  <a:pt x="11842279" y="1464647"/>
                </a:cubicBezTo>
                <a:close/>
                <a:moveTo>
                  <a:pt x="11775107" y="1464647"/>
                </a:moveTo>
                <a:cubicBezTo>
                  <a:pt x="11789271" y="1464531"/>
                  <a:pt x="11800767" y="1476025"/>
                  <a:pt x="11800767" y="1490305"/>
                </a:cubicBezTo>
                <a:cubicBezTo>
                  <a:pt x="11800767" y="1504471"/>
                  <a:pt x="11789271" y="1515965"/>
                  <a:pt x="11775107" y="1515965"/>
                </a:cubicBezTo>
                <a:cubicBezTo>
                  <a:pt x="11760941" y="1515965"/>
                  <a:pt x="11749449" y="1504471"/>
                  <a:pt x="11749449" y="1490305"/>
                </a:cubicBezTo>
                <a:cubicBezTo>
                  <a:pt x="11749449" y="1476142"/>
                  <a:pt x="11760941" y="1464647"/>
                  <a:pt x="11775107" y="1464647"/>
                </a:cubicBezTo>
                <a:close/>
                <a:moveTo>
                  <a:pt x="11710901" y="1464647"/>
                </a:moveTo>
                <a:cubicBezTo>
                  <a:pt x="11725067" y="1464531"/>
                  <a:pt x="11736561" y="1476025"/>
                  <a:pt x="11736561" y="1490305"/>
                </a:cubicBezTo>
                <a:cubicBezTo>
                  <a:pt x="11736561" y="1504471"/>
                  <a:pt x="11725067" y="1515965"/>
                  <a:pt x="11710901" y="1515965"/>
                </a:cubicBezTo>
                <a:cubicBezTo>
                  <a:pt x="11696737" y="1515965"/>
                  <a:pt x="11685243" y="1504471"/>
                  <a:pt x="11685243" y="1490305"/>
                </a:cubicBezTo>
                <a:cubicBezTo>
                  <a:pt x="11685243" y="1476142"/>
                  <a:pt x="11696737" y="1464647"/>
                  <a:pt x="11710901" y="1464647"/>
                </a:cubicBezTo>
                <a:close/>
                <a:moveTo>
                  <a:pt x="11646697" y="1464647"/>
                </a:moveTo>
                <a:cubicBezTo>
                  <a:pt x="11660859" y="1464531"/>
                  <a:pt x="11672355" y="1476025"/>
                  <a:pt x="11672355" y="1490305"/>
                </a:cubicBezTo>
                <a:cubicBezTo>
                  <a:pt x="11672355" y="1504471"/>
                  <a:pt x="11660859" y="1515965"/>
                  <a:pt x="11646697" y="1515965"/>
                </a:cubicBezTo>
                <a:cubicBezTo>
                  <a:pt x="11632529" y="1515965"/>
                  <a:pt x="11621037" y="1504471"/>
                  <a:pt x="11621037" y="1490305"/>
                </a:cubicBezTo>
                <a:cubicBezTo>
                  <a:pt x="11621037" y="1476142"/>
                  <a:pt x="11632529" y="1464647"/>
                  <a:pt x="11646697" y="1464647"/>
                </a:cubicBezTo>
                <a:close/>
                <a:moveTo>
                  <a:pt x="11454081" y="1464647"/>
                </a:moveTo>
                <a:cubicBezTo>
                  <a:pt x="11468253" y="1464647"/>
                  <a:pt x="11479739" y="1476135"/>
                  <a:pt x="11479739" y="1490305"/>
                </a:cubicBezTo>
                <a:cubicBezTo>
                  <a:pt x="11479739" y="1504477"/>
                  <a:pt x="11468253" y="1515964"/>
                  <a:pt x="11454081" y="1515964"/>
                </a:cubicBezTo>
                <a:cubicBezTo>
                  <a:pt x="11439909" y="1515964"/>
                  <a:pt x="11428421" y="1504477"/>
                  <a:pt x="11428421" y="1490305"/>
                </a:cubicBezTo>
                <a:cubicBezTo>
                  <a:pt x="11428421" y="1476135"/>
                  <a:pt x="11439909" y="1464647"/>
                  <a:pt x="11454081" y="1464647"/>
                </a:cubicBezTo>
                <a:close/>
                <a:moveTo>
                  <a:pt x="11389875" y="1464647"/>
                </a:moveTo>
                <a:cubicBezTo>
                  <a:pt x="11404040" y="1464531"/>
                  <a:pt x="11415533" y="1476025"/>
                  <a:pt x="11415533" y="1490305"/>
                </a:cubicBezTo>
                <a:cubicBezTo>
                  <a:pt x="11415533" y="1504471"/>
                  <a:pt x="11404040" y="1515965"/>
                  <a:pt x="11389875" y="1515965"/>
                </a:cubicBezTo>
                <a:cubicBezTo>
                  <a:pt x="11375710" y="1515965"/>
                  <a:pt x="11364217" y="1504471"/>
                  <a:pt x="11364217" y="1490305"/>
                </a:cubicBezTo>
                <a:cubicBezTo>
                  <a:pt x="11364217" y="1476142"/>
                  <a:pt x="11375710" y="1464647"/>
                  <a:pt x="11389875" y="1464647"/>
                </a:cubicBezTo>
                <a:close/>
                <a:moveTo>
                  <a:pt x="11325670" y="1464647"/>
                </a:moveTo>
                <a:cubicBezTo>
                  <a:pt x="11339835" y="1464531"/>
                  <a:pt x="11351329" y="1476025"/>
                  <a:pt x="11351329" y="1490305"/>
                </a:cubicBezTo>
                <a:cubicBezTo>
                  <a:pt x="11351329" y="1504471"/>
                  <a:pt x="11339835" y="1515965"/>
                  <a:pt x="11325670" y="1515965"/>
                </a:cubicBezTo>
                <a:cubicBezTo>
                  <a:pt x="11311505" y="1515965"/>
                  <a:pt x="11300012" y="1504471"/>
                  <a:pt x="11300012" y="1490305"/>
                </a:cubicBezTo>
                <a:cubicBezTo>
                  <a:pt x="11300012" y="1476142"/>
                  <a:pt x="11311505" y="1464647"/>
                  <a:pt x="11325670" y="1464647"/>
                </a:cubicBezTo>
                <a:close/>
                <a:moveTo>
                  <a:pt x="11261466" y="1464647"/>
                </a:moveTo>
                <a:cubicBezTo>
                  <a:pt x="11275628" y="1464531"/>
                  <a:pt x="11287124" y="1476025"/>
                  <a:pt x="11287124" y="1490305"/>
                </a:cubicBezTo>
                <a:cubicBezTo>
                  <a:pt x="11287124" y="1504471"/>
                  <a:pt x="11275628" y="1515965"/>
                  <a:pt x="11261466" y="1515965"/>
                </a:cubicBezTo>
                <a:cubicBezTo>
                  <a:pt x="11247301" y="1515965"/>
                  <a:pt x="11235805" y="1504471"/>
                  <a:pt x="11235805" y="1490305"/>
                </a:cubicBezTo>
                <a:cubicBezTo>
                  <a:pt x="11235805" y="1476142"/>
                  <a:pt x="11247301" y="1464647"/>
                  <a:pt x="11261466" y="1464647"/>
                </a:cubicBezTo>
                <a:close/>
                <a:moveTo>
                  <a:pt x="11197259" y="1464647"/>
                </a:moveTo>
                <a:cubicBezTo>
                  <a:pt x="11211424" y="1464531"/>
                  <a:pt x="11222917" y="1476025"/>
                  <a:pt x="11222917" y="1490305"/>
                </a:cubicBezTo>
                <a:cubicBezTo>
                  <a:pt x="11222917" y="1504471"/>
                  <a:pt x="11211424" y="1515965"/>
                  <a:pt x="11197259" y="1515965"/>
                </a:cubicBezTo>
                <a:cubicBezTo>
                  <a:pt x="11183094" y="1515965"/>
                  <a:pt x="11171601" y="1504471"/>
                  <a:pt x="11171601" y="1490305"/>
                </a:cubicBezTo>
                <a:cubicBezTo>
                  <a:pt x="11171601" y="1476142"/>
                  <a:pt x="11183094" y="1464647"/>
                  <a:pt x="11197259" y="1464647"/>
                </a:cubicBezTo>
                <a:close/>
                <a:moveTo>
                  <a:pt x="11133055" y="1464647"/>
                </a:moveTo>
                <a:cubicBezTo>
                  <a:pt x="11147225" y="1464647"/>
                  <a:pt x="11158713" y="1476135"/>
                  <a:pt x="11158713" y="1490305"/>
                </a:cubicBezTo>
                <a:cubicBezTo>
                  <a:pt x="11158713" y="1504477"/>
                  <a:pt x="11147225" y="1515964"/>
                  <a:pt x="11133055" y="1515964"/>
                </a:cubicBezTo>
                <a:cubicBezTo>
                  <a:pt x="11118884" y="1515964"/>
                  <a:pt x="11107396" y="1504477"/>
                  <a:pt x="11107396" y="1490305"/>
                </a:cubicBezTo>
                <a:cubicBezTo>
                  <a:pt x="11107396" y="1476135"/>
                  <a:pt x="11118884" y="1464647"/>
                  <a:pt x="11133055" y="1464647"/>
                </a:cubicBezTo>
                <a:close/>
                <a:moveTo>
                  <a:pt x="11068848" y="1464647"/>
                </a:moveTo>
                <a:cubicBezTo>
                  <a:pt x="11083021" y="1464647"/>
                  <a:pt x="11094509" y="1476135"/>
                  <a:pt x="11094509" y="1490305"/>
                </a:cubicBezTo>
                <a:cubicBezTo>
                  <a:pt x="11094509" y="1504477"/>
                  <a:pt x="11083021" y="1515964"/>
                  <a:pt x="11068848" y="1515964"/>
                </a:cubicBezTo>
                <a:cubicBezTo>
                  <a:pt x="11054677" y="1515964"/>
                  <a:pt x="11043189" y="1504477"/>
                  <a:pt x="11043189" y="1490305"/>
                </a:cubicBezTo>
                <a:cubicBezTo>
                  <a:pt x="11043189" y="1476135"/>
                  <a:pt x="11054677" y="1464647"/>
                  <a:pt x="11068848" y="1464647"/>
                </a:cubicBezTo>
                <a:close/>
                <a:moveTo>
                  <a:pt x="10940321" y="1464647"/>
                </a:moveTo>
                <a:cubicBezTo>
                  <a:pt x="10954604" y="1464531"/>
                  <a:pt x="10965982" y="1476025"/>
                  <a:pt x="10965982" y="1490305"/>
                </a:cubicBezTo>
                <a:cubicBezTo>
                  <a:pt x="10965982" y="1504471"/>
                  <a:pt x="10954486" y="1515965"/>
                  <a:pt x="10940321" y="1515965"/>
                </a:cubicBezTo>
                <a:cubicBezTo>
                  <a:pt x="10926156" y="1515965"/>
                  <a:pt x="10914663" y="1504471"/>
                  <a:pt x="10914663" y="1490305"/>
                </a:cubicBezTo>
                <a:cubicBezTo>
                  <a:pt x="10914663" y="1476142"/>
                  <a:pt x="10926156" y="1464647"/>
                  <a:pt x="10940321" y="1464647"/>
                </a:cubicBezTo>
                <a:close/>
                <a:moveTo>
                  <a:pt x="10811912" y="1464647"/>
                </a:moveTo>
                <a:cubicBezTo>
                  <a:pt x="10826077" y="1464531"/>
                  <a:pt x="10837571" y="1476025"/>
                  <a:pt x="10837571" y="1490305"/>
                </a:cubicBezTo>
                <a:cubicBezTo>
                  <a:pt x="10837571" y="1504471"/>
                  <a:pt x="10826077" y="1515965"/>
                  <a:pt x="10811912" y="1515965"/>
                </a:cubicBezTo>
                <a:cubicBezTo>
                  <a:pt x="10797747" y="1515965"/>
                  <a:pt x="10786254" y="1504471"/>
                  <a:pt x="10786254" y="1490305"/>
                </a:cubicBezTo>
                <a:cubicBezTo>
                  <a:pt x="10786254" y="1476142"/>
                  <a:pt x="10797747" y="1464647"/>
                  <a:pt x="10811912" y="1464647"/>
                </a:cubicBezTo>
                <a:close/>
                <a:moveTo>
                  <a:pt x="10747708" y="1464647"/>
                </a:moveTo>
                <a:cubicBezTo>
                  <a:pt x="10761878" y="1464647"/>
                  <a:pt x="10773366" y="1476135"/>
                  <a:pt x="10773366" y="1490305"/>
                </a:cubicBezTo>
                <a:cubicBezTo>
                  <a:pt x="10773366" y="1504477"/>
                  <a:pt x="10761878" y="1515964"/>
                  <a:pt x="10747708" y="1515964"/>
                </a:cubicBezTo>
                <a:cubicBezTo>
                  <a:pt x="10733535" y="1515964"/>
                  <a:pt x="10722047" y="1504477"/>
                  <a:pt x="10722047" y="1490305"/>
                </a:cubicBezTo>
                <a:cubicBezTo>
                  <a:pt x="10722047" y="1476135"/>
                  <a:pt x="10733535" y="1464647"/>
                  <a:pt x="10747708" y="1464647"/>
                </a:cubicBezTo>
                <a:close/>
                <a:moveTo>
                  <a:pt x="10683501" y="1464647"/>
                </a:moveTo>
                <a:cubicBezTo>
                  <a:pt x="10697666" y="1464531"/>
                  <a:pt x="10709159" y="1476025"/>
                  <a:pt x="10709159" y="1490305"/>
                </a:cubicBezTo>
                <a:cubicBezTo>
                  <a:pt x="10709159" y="1504471"/>
                  <a:pt x="10697666" y="1515965"/>
                  <a:pt x="10683501" y="1515965"/>
                </a:cubicBezTo>
                <a:cubicBezTo>
                  <a:pt x="10669336" y="1515965"/>
                  <a:pt x="10657843" y="1504471"/>
                  <a:pt x="10657843" y="1490305"/>
                </a:cubicBezTo>
                <a:cubicBezTo>
                  <a:pt x="10657843" y="1476142"/>
                  <a:pt x="10669336" y="1464647"/>
                  <a:pt x="10683501" y="1464647"/>
                </a:cubicBezTo>
                <a:close/>
                <a:moveTo>
                  <a:pt x="10619297" y="1464647"/>
                </a:moveTo>
                <a:cubicBezTo>
                  <a:pt x="10633462" y="1464531"/>
                  <a:pt x="10644955" y="1476025"/>
                  <a:pt x="10644955" y="1490305"/>
                </a:cubicBezTo>
                <a:cubicBezTo>
                  <a:pt x="10644955" y="1504471"/>
                  <a:pt x="10633462" y="1515965"/>
                  <a:pt x="10619297" y="1515965"/>
                </a:cubicBezTo>
                <a:cubicBezTo>
                  <a:pt x="10605132" y="1515965"/>
                  <a:pt x="10593639" y="1504471"/>
                  <a:pt x="10593639" y="1490305"/>
                </a:cubicBezTo>
                <a:cubicBezTo>
                  <a:pt x="10593639" y="1476142"/>
                  <a:pt x="10605132" y="1464647"/>
                  <a:pt x="10619297" y="1464647"/>
                </a:cubicBezTo>
                <a:close/>
                <a:moveTo>
                  <a:pt x="10555092" y="1464647"/>
                </a:moveTo>
                <a:cubicBezTo>
                  <a:pt x="10569255" y="1464531"/>
                  <a:pt x="10580751" y="1476025"/>
                  <a:pt x="10580751" y="1490305"/>
                </a:cubicBezTo>
                <a:cubicBezTo>
                  <a:pt x="10580751" y="1504471"/>
                  <a:pt x="10569255" y="1515965"/>
                  <a:pt x="10555092" y="1515965"/>
                </a:cubicBezTo>
                <a:cubicBezTo>
                  <a:pt x="10540927" y="1515965"/>
                  <a:pt x="10529432" y="1504471"/>
                  <a:pt x="10529432" y="1490305"/>
                </a:cubicBezTo>
                <a:cubicBezTo>
                  <a:pt x="10529432" y="1476142"/>
                  <a:pt x="10540927" y="1464647"/>
                  <a:pt x="10555092" y="1464647"/>
                </a:cubicBezTo>
                <a:close/>
                <a:moveTo>
                  <a:pt x="10490885" y="1464647"/>
                </a:moveTo>
                <a:cubicBezTo>
                  <a:pt x="10505050" y="1464531"/>
                  <a:pt x="10516544" y="1476025"/>
                  <a:pt x="10516544" y="1490305"/>
                </a:cubicBezTo>
                <a:cubicBezTo>
                  <a:pt x="10516544" y="1504471"/>
                  <a:pt x="10505050" y="1515965"/>
                  <a:pt x="10490885" y="1515965"/>
                </a:cubicBezTo>
                <a:cubicBezTo>
                  <a:pt x="10476720" y="1515965"/>
                  <a:pt x="10465227" y="1504471"/>
                  <a:pt x="10465227" y="1490305"/>
                </a:cubicBezTo>
                <a:cubicBezTo>
                  <a:pt x="10465227" y="1476142"/>
                  <a:pt x="10476720" y="1464647"/>
                  <a:pt x="10490885" y="1464647"/>
                </a:cubicBezTo>
                <a:close/>
                <a:moveTo>
                  <a:pt x="10362474" y="1464647"/>
                </a:moveTo>
                <a:cubicBezTo>
                  <a:pt x="10376647" y="1464647"/>
                  <a:pt x="10388135" y="1476135"/>
                  <a:pt x="10388135" y="1490305"/>
                </a:cubicBezTo>
                <a:cubicBezTo>
                  <a:pt x="10388135" y="1504477"/>
                  <a:pt x="10376647" y="1515964"/>
                  <a:pt x="10362474" y="1515964"/>
                </a:cubicBezTo>
                <a:cubicBezTo>
                  <a:pt x="10348304" y="1515964"/>
                  <a:pt x="10336816" y="1504477"/>
                  <a:pt x="10336816" y="1490305"/>
                </a:cubicBezTo>
                <a:cubicBezTo>
                  <a:pt x="10336816" y="1476135"/>
                  <a:pt x="10348304" y="1464647"/>
                  <a:pt x="10362474" y="1464647"/>
                </a:cubicBezTo>
                <a:close/>
                <a:moveTo>
                  <a:pt x="10298270" y="1464647"/>
                </a:moveTo>
                <a:cubicBezTo>
                  <a:pt x="10312435" y="1464531"/>
                  <a:pt x="10323928" y="1476025"/>
                  <a:pt x="10323928" y="1490305"/>
                </a:cubicBezTo>
                <a:cubicBezTo>
                  <a:pt x="10323928" y="1504471"/>
                  <a:pt x="10312435" y="1515965"/>
                  <a:pt x="10298270" y="1515965"/>
                </a:cubicBezTo>
                <a:cubicBezTo>
                  <a:pt x="10284105" y="1515965"/>
                  <a:pt x="10272611" y="1504471"/>
                  <a:pt x="10272611" y="1490305"/>
                </a:cubicBezTo>
                <a:cubicBezTo>
                  <a:pt x="10272611" y="1476142"/>
                  <a:pt x="10284105" y="1464647"/>
                  <a:pt x="10298270" y="1464647"/>
                </a:cubicBezTo>
                <a:close/>
                <a:moveTo>
                  <a:pt x="10234065" y="1464647"/>
                </a:moveTo>
                <a:cubicBezTo>
                  <a:pt x="10248228" y="1464531"/>
                  <a:pt x="10259723" y="1476025"/>
                  <a:pt x="10259723" y="1490305"/>
                </a:cubicBezTo>
                <a:cubicBezTo>
                  <a:pt x="10259723" y="1504471"/>
                  <a:pt x="10248228" y="1515965"/>
                  <a:pt x="10234065" y="1515965"/>
                </a:cubicBezTo>
                <a:cubicBezTo>
                  <a:pt x="10219900" y="1515965"/>
                  <a:pt x="10208404" y="1504471"/>
                  <a:pt x="10208404" y="1490305"/>
                </a:cubicBezTo>
                <a:cubicBezTo>
                  <a:pt x="10208404" y="1476142"/>
                  <a:pt x="10219900" y="1464647"/>
                  <a:pt x="10234065" y="1464647"/>
                </a:cubicBezTo>
                <a:close/>
                <a:moveTo>
                  <a:pt x="10105654" y="1464647"/>
                </a:moveTo>
                <a:cubicBezTo>
                  <a:pt x="10119819" y="1464531"/>
                  <a:pt x="10131312" y="1476025"/>
                  <a:pt x="10131312" y="1490305"/>
                </a:cubicBezTo>
                <a:cubicBezTo>
                  <a:pt x="10131312" y="1504471"/>
                  <a:pt x="10119819" y="1515965"/>
                  <a:pt x="10105654" y="1515965"/>
                </a:cubicBezTo>
                <a:cubicBezTo>
                  <a:pt x="10091489" y="1515965"/>
                  <a:pt x="10079996" y="1504471"/>
                  <a:pt x="10079996" y="1490305"/>
                </a:cubicBezTo>
                <a:cubicBezTo>
                  <a:pt x="10079996" y="1476142"/>
                  <a:pt x="10091489" y="1464647"/>
                  <a:pt x="10105654" y="1464647"/>
                </a:cubicBezTo>
                <a:close/>
                <a:moveTo>
                  <a:pt x="9913038" y="1464647"/>
                </a:moveTo>
                <a:cubicBezTo>
                  <a:pt x="9927203" y="1464531"/>
                  <a:pt x="9938696" y="1476025"/>
                  <a:pt x="9938696" y="1490305"/>
                </a:cubicBezTo>
                <a:cubicBezTo>
                  <a:pt x="9938696" y="1504471"/>
                  <a:pt x="9927203" y="1515965"/>
                  <a:pt x="9913038" y="1515965"/>
                </a:cubicBezTo>
                <a:cubicBezTo>
                  <a:pt x="9898873" y="1515965"/>
                  <a:pt x="9887380" y="1504471"/>
                  <a:pt x="9887380" y="1490305"/>
                </a:cubicBezTo>
                <a:cubicBezTo>
                  <a:pt x="9887380" y="1476142"/>
                  <a:pt x="9898873" y="1464647"/>
                  <a:pt x="9913038" y="1464647"/>
                </a:cubicBezTo>
                <a:close/>
                <a:moveTo>
                  <a:pt x="9720307" y="1464647"/>
                </a:moveTo>
                <a:cubicBezTo>
                  <a:pt x="9734470" y="1464531"/>
                  <a:pt x="9745965" y="1476025"/>
                  <a:pt x="9745965" y="1490305"/>
                </a:cubicBezTo>
                <a:cubicBezTo>
                  <a:pt x="9745965" y="1504471"/>
                  <a:pt x="9734470" y="1515965"/>
                  <a:pt x="9720307" y="1515965"/>
                </a:cubicBezTo>
                <a:cubicBezTo>
                  <a:pt x="9706142" y="1515965"/>
                  <a:pt x="9694646" y="1504471"/>
                  <a:pt x="9694646" y="1490305"/>
                </a:cubicBezTo>
                <a:cubicBezTo>
                  <a:pt x="9694646" y="1476142"/>
                  <a:pt x="9706142" y="1464647"/>
                  <a:pt x="9720307" y="1464647"/>
                </a:cubicBezTo>
                <a:close/>
                <a:moveTo>
                  <a:pt x="9591896" y="1464647"/>
                </a:moveTo>
                <a:cubicBezTo>
                  <a:pt x="9606061" y="1464531"/>
                  <a:pt x="9617554" y="1476025"/>
                  <a:pt x="9617554" y="1490305"/>
                </a:cubicBezTo>
                <a:cubicBezTo>
                  <a:pt x="9617554" y="1504471"/>
                  <a:pt x="9606061" y="1515965"/>
                  <a:pt x="9591896" y="1515965"/>
                </a:cubicBezTo>
                <a:cubicBezTo>
                  <a:pt x="9577731" y="1515965"/>
                  <a:pt x="9566238" y="1504471"/>
                  <a:pt x="9566238" y="1490305"/>
                </a:cubicBezTo>
                <a:cubicBezTo>
                  <a:pt x="9566238" y="1476142"/>
                  <a:pt x="9577731" y="1464647"/>
                  <a:pt x="9591896" y="1464647"/>
                </a:cubicBezTo>
                <a:close/>
                <a:moveTo>
                  <a:pt x="9527689" y="1464647"/>
                </a:moveTo>
                <a:cubicBezTo>
                  <a:pt x="9541854" y="1464531"/>
                  <a:pt x="9553350" y="1476025"/>
                  <a:pt x="9553350" y="1490305"/>
                </a:cubicBezTo>
                <a:cubicBezTo>
                  <a:pt x="9553350" y="1504471"/>
                  <a:pt x="9541854" y="1515965"/>
                  <a:pt x="9527689" y="1515965"/>
                </a:cubicBezTo>
                <a:cubicBezTo>
                  <a:pt x="9513524" y="1515965"/>
                  <a:pt x="9502031" y="1504471"/>
                  <a:pt x="9502031" y="1490305"/>
                </a:cubicBezTo>
                <a:cubicBezTo>
                  <a:pt x="9502031" y="1476142"/>
                  <a:pt x="9513524" y="1464647"/>
                  <a:pt x="9527689" y="1464647"/>
                </a:cubicBezTo>
                <a:close/>
                <a:moveTo>
                  <a:pt x="9463485" y="1464647"/>
                </a:moveTo>
                <a:cubicBezTo>
                  <a:pt x="9477650" y="1464531"/>
                  <a:pt x="9489143" y="1476025"/>
                  <a:pt x="9489143" y="1490305"/>
                </a:cubicBezTo>
                <a:cubicBezTo>
                  <a:pt x="9489143" y="1504471"/>
                  <a:pt x="9477650" y="1515965"/>
                  <a:pt x="9463485" y="1515965"/>
                </a:cubicBezTo>
                <a:cubicBezTo>
                  <a:pt x="9449320" y="1515965"/>
                  <a:pt x="9437826" y="1504471"/>
                  <a:pt x="9437826" y="1490305"/>
                </a:cubicBezTo>
                <a:cubicBezTo>
                  <a:pt x="9437826" y="1476142"/>
                  <a:pt x="9449320" y="1464647"/>
                  <a:pt x="9463485" y="1464647"/>
                </a:cubicBezTo>
                <a:close/>
                <a:moveTo>
                  <a:pt x="9399280" y="1464647"/>
                </a:moveTo>
                <a:cubicBezTo>
                  <a:pt x="9413445" y="1464531"/>
                  <a:pt x="9424938" y="1476025"/>
                  <a:pt x="9424938" y="1490305"/>
                </a:cubicBezTo>
                <a:cubicBezTo>
                  <a:pt x="9424938" y="1504471"/>
                  <a:pt x="9413445" y="1515965"/>
                  <a:pt x="9399280" y="1515965"/>
                </a:cubicBezTo>
                <a:cubicBezTo>
                  <a:pt x="9385115" y="1515965"/>
                  <a:pt x="9373619" y="1504471"/>
                  <a:pt x="9373619" y="1490305"/>
                </a:cubicBezTo>
                <a:cubicBezTo>
                  <a:pt x="9373619" y="1476142"/>
                  <a:pt x="9385115" y="1464647"/>
                  <a:pt x="9399280" y="1464647"/>
                </a:cubicBezTo>
                <a:close/>
                <a:moveTo>
                  <a:pt x="9335073" y="1464647"/>
                </a:moveTo>
                <a:cubicBezTo>
                  <a:pt x="9349246" y="1464647"/>
                  <a:pt x="9360734" y="1476135"/>
                  <a:pt x="9360734" y="1490305"/>
                </a:cubicBezTo>
                <a:cubicBezTo>
                  <a:pt x="9360734" y="1504477"/>
                  <a:pt x="9349246" y="1515964"/>
                  <a:pt x="9335073" y="1515964"/>
                </a:cubicBezTo>
                <a:cubicBezTo>
                  <a:pt x="9320903" y="1515964"/>
                  <a:pt x="9309415" y="1504477"/>
                  <a:pt x="9309415" y="1490305"/>
                </a:cubicBezTo>
                <a:cubicBezTo>
                  <a:pt x="9309415" y="1476135"/>
                  <a:pt x="9320903" y="1464647"/>
                  <a:pt x="9335073" y="1464647"/>
                </a:cubicBezTo>
                <a:close/>
                <a:moveTo>
                  <a:pt x="9142457" y="1464647"/>
                </a:moveTo>
                <a:cubicBezTo>
                  <a:pt x="9156622" y="1464531"/>
                  <a:pt x="9168118" y="1476025"/>
                  <a:pt x="9168118" y="1490305"/>
                </a:cubicBezTo>
                <a:cubicBezTo>
                  <a:pt x="9168118" y="1504471"/>
                  <a:pt x="9156622" y="1515965"/>
                  <a:pt x="9142457" y="1515965"/>
                </a:cubicBezTo>
                <a:cubicBezTo>
                  <a:pt x="9128292" y="1515965"/>
                  <a:pt x="9116799" y="1504471"/>
                  <a:pt x="9116799" y="1490305"/>
                </a:cubicBezTo>
                <a:cubicBezTo>
                  <a:pt x="9116799" y="1476142"/>
                  <a:pt x="9128292" y="1464647"/>
                  <a:pt x="9142457" y="1464647"/>
                </a:cubicBezTo>
                <a:close/>
                <a:moveTo>
                  <a:pt x="9078253" y="1464647"/>
                </a:moveTo>
                <a:cubicBezTo>
                  <a:pt x="9092418" y="1464531"/>
                  <a:pt x="9103911" y="1476025"/>
                  <a:pt x="9103911" y="1490305"/>
                </a:cubicBezTo>
                <a:cubicBezTo>
                  <a:pt x="9103911" y="1504471"/>
                  <a:pt x="9092418" y="1515965"/>
                  <a:pt x="9078253" y="1515965"/>
                </a:cubicBezTo>
                <a:cubicBezTo>
                  <a:pt x="9064088" y="1515965"/>
                  <a:pt x="9052595" y="1504471"/>
                  <a:pt x="9052595" y="1490305"/>
                </a:cubicBezTo>
                <a:cubicBezTo>
                  <a:pt x="9052595" y="1476142"/>
                  <a:pt x="9064088" y="1464647"/>
                  <a:pt x="9078253" y="1464647"/>
                </a:cubicBezTo>
                <a:close/>
                <a:moveTo>
                  <a:pt x="9014049" y="1464647"/>
                </a:moveTo>
                <a:cubicBezTo>
                  <a:pt x="9028214" y="1464531"/>
                  <a:pt x="9039707" y="1476025"/>
                  <a:pt x="9039707" y="1490305"/>
                </a:cubicBezTo>
                <a:cubicBezTo>
                  <a:pt x="9039707" y="1504471"/>
                  <a:pt x="9028214" y="1515965"/>
                  <a:pt x="9014049" y="1515965"/>
                </a:cubicBezTo>
                <a:cubicBezTo>
                  <a:pt x="8999884" y="1515965"/>
                  <a:pt x="8988388" y="1504471"/>
                  <a:pt x="8988388" y="1490305"/>
                </a:cubicBezTo>
                <a:cubicBezTo>
                  <a:pt x="8988388" y="1476142"/>
                  <a:pt x="8999884" y="1464647"/>
                  <a:pt x="9014049" y="1464647"/>
                </a:cubicBezTo>
                <a:close/>
                <a:moveTo>
                  <a:pt x="8949842" y="1464647"/>
                </a:moveTo>
                <a:cubicBezTo>
                  <a:pt x="8964015" y="1464647"/>
                  <a:pt x="8975503" y="1476135"/>
                  <a:pt x="8975503" y="1490305"/>
                </a:cubicBezTo>
                <a:cubicBezTo>
                  <a:pt x="8975503" y="1504477"/>
                  <a:pt x="8964015" y="1515964"/>
                  <a:pt x="8949842" y="1515964"/>
                </a:cubicBezTo>
                <a:cubicBezTo>
                  <a:pt x="8935671" y="1515964"/>
                  <a:pt x="8924183" y="1504477"/>
                  <a:pt x="8924183" y="1490305"/>
                </a:cubicBezTo>
                <a:cubicBezTo>
                  <a:pt x="8924183" y="1476135"/>
                  <a:pt x="8935671" y="1464647"/>
                  <a:pt x="8949842" y="1464647"/>
                </a:cubicBezTo>
                <a:close/>
                <a:moveTo>
                  <a:pt x="8821433" y="1464647"/>
                </a:moveTo>
                <a:cubicBezTo>
                  <a:pt x="8835598" y="1464531"/>
                  <a:pt x="8847091" y="1476025"/>
                  <a:pt x="8847091" y="1490305"/>
                </a:cubicBezTo>
                <a:cubicBezTo>
                  <a:pt x="8847091" y="1504471"/>
                  <a:pt x="8835598" y="1515965"/>
                  <a:pt x="8821433" y="1515965"/>
                </a:cubicBezTo>
                <a:cubicBezTo>
                  <a:pt x="8807268" y="1515965"/>
                  <a:pt x="8795772" y="1504471"/>
                  <a:pt x="8795772" y="1490305"/>
                </a:cubicBezTo>
                <a:cubicBezTo>
                  <a:pt x="8795772" y="1476142"/>
                  <a:pt x="8807268" y="1464647"/>
                  <a:pt x="8821433" y="1464647"/>
                </a:cubicBezTo>
                <a:close/>
                <a:moveTo>
                  <a:pt x="8757226" y="1464647"/>
                </a:moveTo>
                <a:cubicBezTo>
                  <a:pt x="8771391" y="1464531"/>
                  <a:pt x="8782887" y="1476025"/>
                  <a:pt x="8782887" y="1490305"/>
                </a:cubicBezTo>
                <a:cubicBezTo>
                  <a:pt x="8782887" y="1504471"/>
                  <a:pt x="8771391" y="1515965"/>
                  <a:pt x="8757226" y="1515965"/>
                </a:cubicBezTo>
                <a:cubicBezTo>
                  <a:pt x="8743061" y="1515965"/>
                  <a:pt x="8731568" y="1504471"/>
                  <a:pt x="8731568" y="1490305"/>
                </a:cubicBezTo>
                <a:cubicBezTo>
                  <a:pt x="8731568" y="1476142"/>
                  <a:pt x="8743061" y="1464647"/>
                  <a:pt x="8757226" y="1464647"/>
                </a:cubicBezTo>
                <a:close/>
                <a:moveTo>
                  <a:pt x="8692904" y="1464647"/>
                </a:moveTo>
                <a:cubicBezTo>
                  <a:pt x="8707069" y="1464531"/>
                  <a:pt x="8718565" y="1476025"/>
                  <a:pt x="8718565" y="1490305"/>
                </a:cubicBezTo>
                <a:cubicBezTo>
                  <a:pt x="8718565" y="1504471"/>
                  <a:pt x="8707069" y="1515965"/>
                  <a:pt x="8692904" y="1515965"/>
                </a:cubicBezTo>
                <a:cubicBezTo>
                  <a:pt x="8678741" y="1515965"/>
                  <a:pt x="8667246" y="1504471"/>
                  <a:pt x="8667246" y="1490305"/>
                </a:cubicBezTo>
                <a:cubicBezTo>
                  <a:pt x="8667246" y="1476142"/>
                  <a:pt x="8678741" y="1464647"/>
                  <a:pt x="8692904" y="1464647"/>
                </a:cubicBezTo>
                <a:close/>
                <a:moveTo>
                  <a:pt x="8564495" y="1464647"/>
                </a:moveTo>
                <a:cubicBezTo>
                  <a:pt x="8578665" y="1464647"/>
                  <a:pt x="8590153" y="1476135"/>
                  <a:pt x="8590153" y="1490305"/>
                </a:cubicBezTo>
                <a:cubicBezTo>
                  <a:pt x="8590153" y="1504477"/>
                  <a:pt x="8578665" y="1515964"/>
                  <a:pt x="8564495" y="1515964"/>
                </a:cubicBezTo>
                <a:cubicBezTo>
                  <a:pt x="8550325" y="1515964"/>
                  <a:pt x="8538837" y="1504477"/>
                  <a:pt x="8538837" y="1490305"/>
                </a:cubicBezTo>
                <a:cubicBezTo>
                  <a:pt x="8538837" y="1476135"/>
                  <a:pt x="8550325" y="1464647"/>
                  <a:pt x="8564495" y="1464647"/>
                </a:cubicBezTo>
                <a:close/>
                <a:moveTo>
                  <a:pt x="8500288" y="1464647"/>
                </a:moveTo>
                <a:cubicBezTo>
                  <a:pt x="8514453" y="1464531"/>
                  <a:pt x="8525949" y="1476025"/>
                  <a:pt x="8525949" y="1490305"/>
                </a:cubicBezTo>
                <a:cubicBezTo>
                  <a:pt x="8525949" y="1504471"/>
                  <a:pt x="8514453" y="1515965"/>
                  <a:pt x="8500288" y="1515965"/>
                </a:cubicBezTo>
                <a:cubicBezTo>
                  <a:pt x="8486126" y="1515965"/>
                  <a:pt x="8474630" y="1504471"/>
                  <a:pt x="8474630" y="1490305"/>
                </a:cubicBezTo>
                <a:cubicBezTo>
                  <a:pt x="8474630" y="1476142"/>
                  <a:pt x="8486126" y="1464647"/>
                  <a:pt x="8500288" y="1464647"/>
                </a:cubicBezTo>
                <a:close/>
                <a:moveTo>
                  <a:pt x="8307675" y="1464647"/>
                </a:moveTo>
                <a:cubicBezTo>
                  <a:pt x="8321837" y="1464531"/>
                  <a:pt x="8333333" y="1476025"/>
                  <a:pt x="8333333" y="1490305"/>
                </a:cubicBezTo>
                <a:cubicBezTo>
                  <a:pt x="8333333" y="1504471"/>
                  <a:pt x="8321837" y="1515965"/>
                  <a:pt x="8307675" y="1515965"/>
                </a:cubicBezTo>
                <a:cubicBezTo>
                  <a:pt x="8293510" y="1515965"/>
                  <a:pt x="8282014" y="1504471"/>
                  <a:pt x="8282014" y="1490305"/>
                </a:cubicBezTo>
                <a:cubicBezTo>
                  <a:pt x="8282014" y="1476142"/>
                  <a:pt x="8293510" y="1464647"/>
                  <a:pt x="8307675" y="1464647"/>
                </a:cubicBezTo>
                <a:close/>
                <a:moveTo>
                  <a:pt x="8243468" y="1464647"/>
                </a:moveTo>
                <a:cubicBezTo>
                  <a:pt x="8257638" y="1464647"/>
                  <a:pt x="8269126" y="1476135"/>
                  <a:pt x="8269126" y="1490305"/>
                </a:cubicBezTo>
                <a:cubicBezTo>
                  <a:pt x="8269126" y="1504477"/>
                  <a:pt x="8257638" y="1515964"/>
                  <a:pt x="8243468" y="1515964"/>
                </a:cubicBezTo>
                <a:cubicBezTo>
                  <a:pt x="8229298" y="1515964"/>
                  <a:pt x="8217810" y="1504477"/>
                  <a:pt x="8217810" y="1490305"/>
                </a:cubicBezTo>
                <a:cubicBezTo>
                  <a:pt x="8217810" y="1476135"/>
                  <a:pt x="8229298" y="1464647"/>
                  <a:pt x="8243468" y="1464647"/>
                </a:cubicBezTo>
                <a:close/>
                <a:moveTo>
                  <a:pt x="8115057" y="1464647"/>
                </a:moveTo>
                <a:cubicBezTo>
                  <a:pt x="8129222" y="1464531"/>
                  <a:pt x="8140717" y="1476025"/>
                  <a:pt x="8140717" y="1490305"/>
                </a:cubicBezTo>
                <a:cubicBezTo>
                  <a:pt x="8140717" y="1504471"/>
                  <a:pt x="8129222" y="1515965"/>
                  <a:pt x="8115057" y="1515965"/>
                </a:cubicBezTo>
                <a:cubicBezTo>
                  <a:pt x="8100894" y="1515965"/>
                  <a:pt x="8089398" y="1504471"/>
                  <a:pt x="8089398" y="1490305"/>
                </a:cubicBezTo>
                <a:cubicBezTo>
                  <a:pt x="8089398" y="1476142"/>
                  <a:pt x="8100894" y="1464647"/>
                  <a:pt x="8115057" y="1464647"/>
                </a:cubicBezTo>
                <a:close/>
                <a:moveTo>
                  <a:pt x="8050852" y="1464647"/>
                </a:moveTo>
                <a:cubicBezTo>
                  <a:pt x="8065017" y="1464531"/>
                  <a:pt x="8076510" y="1476025"/>
                  <a:pt x="8076510" y="1490305"/>
                </a:cubicBezTo>
                <a:cubicBezTo>
                  <a:pt x="8076510" y="1504471"/>
                  <a:pt x="8065017" y="1515965"/>
                  <a:pt x="8050852" y="1515965"/>
                </a:cubicBezTo>
                <a:cubicBezTo>
                  <a:pt x="8036687" y="1515965"/>
                  <a:pt x="8025194" y="1504471"/>
                  <a:pt x="8025194" y="1490305"/>
                </a:cubicBezTo>
                <a:cubicBezTo>
                  <a:pt x="8025194" y="1476142"/>
                  <a:pt x="8036687" y="1464647"/>
                  <a:pt x="8050852" y="1464647"/>
                </a:cubicBezTo>
                <a:close/>
                <a:moveTo>
                  <a:pt x="7986648" y="1464647"/>
                </a:moveTo>
                <a:cubicBezTo>
                  <a:pt x="8000813" y="1464531"/>
                  <a:pt x="8012306" y="1476025"/>
                  <a:pt x="8012306" y="1490305"/>
                </a:cubicBezTo>
                <a:cubicBezTo>
                  <a:pt x="8012306" y="1504471"/>
                  <a:pt x="8000813" y="1515965"/>
                  <a:pt x="7986648" y="1515965"/>
                </a:cubicBezTo>
                <a:cubicBezTo>
                  <a:pt x="7972483" y="1515965"/>
                  <a:pt x="7960990" y="1504471"/>
                  <a:pt x="7960990" y="1490305"/>
                </a:cubicBezTo>
                <a:cubicBezTo>
                  <a:pt x="7960990" y="1476142"/>
                  <a:pt x="7972483" y="1464647"/>
                  <a:pt x="7986648" y="1464647"/>
                </a:cubicBezTo>
                <a:close/>
                <a:moveTo>
                  <a:pt x="7922444" y="1464647"/>
                </a:moveTo>
                <a:cubicBezTo>
                  <a:pt x="7936606" y="1464531"/>
                  <a:pt x="7948102" y="1476025"/>
                  <a:pt x="7948102" y="1490305"/>
                </a:cubicBezTo>
                <a:cubicBezTo>
                  <a:pt x="7948102" y="1504471"/>
                  <a:pt x="7936606" y="1515965"/>
                  <a:pt x="7922444" y="1515965"/>
                </a:cubicBezTo>
                <a:cubicBezTo>
                  <a:pt x="7908279" y="1515965"/>
                  <a:pt x="7896783" y="1504471"/>
                  <a:pt x="7896783" y="1490305"/>
                </a:cubicBezTo>
                <a:cubicBezTo>
                  <a:pt x="7896783" y="1476142"/>
                  <a:pt x="7908279" y="1464647"/>
                  <a:pt x="7922444" y="1464647"/>
                </a:cubicBezTo>
                <a:close/>
                <a:moveTo>
                  <a:pt x="7858237" y="1464647"/>
                </a:moveTo>
                <a:cubicBezTo>
                  <a:pt x="7872407" y="1464647"/>
                  <a:pt x="7883895" y="1476135"/>
                  <a:pt x="7883895" y="1490305"/>
                </a:cubicBezTo>
                <a:cubicBezTo>
                  <a:pt x="7883895" y="1504477"/>
                  <a:pt x="7872407" y="1515964"/>
                  <a:pt x="7858237" y="1515964"/>
                </a:cubicBezTo>
                <a:cubicBezTo>
                  <a:pt x="7844066" y="1515964"/>
                  <a:pt x="7832578" y="1504477"/>
                  <a:pt x="7832578" y="1490305"/>
                </a:cubicBezTo>
                <a:cubicBezTo>
                  <a:pt x="7832578" y="1476135"/>
                  <a:pt x="7844066" y="1464647"/>
                  <a:pt x="7858237" y="1464647"/>
                </a:cubicBezTo>
                <a:close/>
                <a:moveTo>
                  <a:pt x="7794032" y="1464647"/>
                </a:moveTo>
                <a:cubicBezTo>
                  <a:pt x="7808203" y="1464647"/>
                  <a:pt x="7819690" y="1476135"/>
                  <a:pt x="7819690" y="1490305"/>
                </a:cubicBezTo>
                <a:cubicBezTo>
                  <a:pt x="7819690" y="1504477"/>
                  <a:pt x="7808203" y="1515964"/>
                  <a:pt x="7794032" y="1515964"/>
                </a:cubicBezTo>
                <a:cubicBezTo>
                  <a:pt x="7779862" y="1515964"/>
                  <a:pt x="7768371" y="1504477"/>
                  <a:pt x="7768371" y="1490305"/>
                </a:cubicBezTo>
                <a:cubicBezTo>
                  <a:pt x="7768371" y="1476135"/>
                  <a:pt x="7779862" y="1464647"/>
                  <a:pt x="7794032" y="1464647"/>
                </a:cubicBezTo>
                <a:close/>
                <a:moveTo>
                  <a:pt x="7729825" y="1464647"/>
                </a:moveTo>
                <a:cubicBezTo>
                  <a:pt x="7743990" y="1464531"/>
                  <a:pt x="7755486" y="1476025"/>
                  <a:pt x="7755486" y="1490305"/>
                </a:cubicBezTo>
                <a:cubicBezTo>
                  <a:pt x="7755486" y="1504471"/>
                  <a:pt x="7743990" y="1515965"/>
                  <a:pt x="7729825" y="1515965"/>
                </a:cubicBezTo>
                <a:cubicBezTo>
                  <a:pt x="7715660" y="1515965"/>
                  <a:pt x="7704167" y="1504471"/>
                  <a:pt x="7704167" y="1490305"/>
                </a:cubicBezTo>
                <a:cubicBezTo>
                  <a:pt x="7704167" y="1476142"/>
                  <a:pt x="7715660" y="1464647"/>
                  <a:pt x="7729825" y="1464647"/>
                </a:cubicBezTo>
                <a:close/>
                <a:moveTo>
                  <a:pt x="7665621" y="1464647"/>
                </a:moveTo>
                <a:cubicBezTo>
                  <a:pt x="7679786" y="1464531"/>
                  <a:pt x="7691279" y="1476025"/>
                  <a:pt x="7691279" y="1490305"/>
                </a:cubicBezTo>
                <a:cubicBezTo>
                  <a:pt x="7691279" y="1504471"/>
                  <a:pt x="7679786" y="1515965"/>
                  <a:pt x="7665621" y="1515965"/>
                </a:cubicBezTo>
                <a:cubicBezTo>
                  <a:pt x="7651456" y="1515965"/>
                  <a:pt x="7639963" y="1504471"/>
                  <a:pt x="7639963" y="1490305"/>
                </a:cubicBezTo>
                <a:cubicBezTo>
                  <a:pt x="7639963" y="1476142"/>
                  <a:pt x="7651456" y="1464647"/>
                  <a:pt x="7665621" y="1464647"/>
                </a:cubicBezTo>
                <a:close/>
                <a:moveTo>
                  <a:pt x="7601299" y="1464647"/>
                </a:moveTo>
                <a:cubicBezTo>
                  <a:pt x="7615464" y="1464531"/>
                  <a:pt x="7626959" y="1476025"/>
                  <a:pt x="7626959" y="1490305"/>
                </a:cubicBezTo>
                <a:cubicBezTo>
                  <a:pt x="7626959" y="1504471"/>
                  <a:pt x="7615464" y="1515965"/>
                  <a:pt x="7601299" y="1515965"/>
                </a:cubicBezTo>
                <a:cubicBezTo>
                  <a:pt x="7587134" y="1515965"/>
                  <a:pt x="7575640" y="1504471"/>
                  <a:pt x="7575640" y="1490305"/>
                </a:cubicBezTo>
                <a:cubicBezTo>
                  <a:pt x="7575640" y="1476142"/>
                  <a:pt x="7587134" y="1464647"/>
                  <a:pt x="7601299" y="1464647"/>
                </a:cubicBezTo>
                <a:close/>
                <a:moveTo>
                  <a:pt x="7537094" y="1464647"/>
                </a:moveTo>
                <a:cubicBezTo>
                  <a:pt x="7551259" y="1464531"/>
                  <a:pt x="7562752" y="1476025"/>
                  <a:pt x="7562752" y="1490305"/>
                </a:cubicBezTo>
                <a:cubicBezTo>
                  <a:pt x="7562752" y="1504471"/>
                  <a:pt x="7551259" y="1515965"/>
                  <a:pt x="7537094" y="1515965"/>
                </a:cubicBezTo>
                <a:cubicBezTo>
                  <a:pt x="7522929" y="1515965"/>
                  <a:pt x="7511436" y="1504471"/>
                  <a:pt x="7511436" y="1490305"/>
                </a:cubicBezTo>
                <a:cubicBezTo>
                  <a:pt x="7511436" y="1476142"/>
                  <a:pt x="7522929" y="1464647"/>
                  <a:pt x="7537094" y="1464647"/>
                </a:cubicBezTo>
                <a:close/>
                <a:moveTo>
                  <a:pt x="7472890" y="1464647"/>
                </a:moveTo>
                <a:cubicBezTo>
                  <a:pt x="7487060" y="1464647"/>
                  <a:pt x="7498548" y="1476135"/>
                  <a:pt x="7498548" y="1490305"/>
                </a:cubicBezTo>
                <a:cubicBezTo>
                  <a:pt x="7498548" y="1504477"/>
                  <a:pt x="7487060" y="1515964"/>
                  <a:pt x="7472890" y="1515964"/>
                </a:cubicBezTo>
                <a:cubicBezTo>
                  <a:pt x="7458717" y="1515964"/>
                  <a:pt x="7447229" y="1504477"/>
                  <a:pt x="7447229" y="1490305"/>
                </a:cubicBezTo>
                <a:cubicBezTo>
                  <a:pt x="7447229" y="1476135"/>
                  <a:pt x="7458717" y="1464647"/>
                  <a:pt x="7472890" y="1464647"/>
                </a:cubicBezTo>
                <a:close/>
                <a:moveTo>
                  <a:pt x="7408683" y="1464647"/>
                </a:moveTo>
                <a:cubicBezTo>
                  <a:pt x="7422848" y="1464531"/>
                  <a:pt x="7434341" y="1476025"/>
                  <a:pt x="7434341" y="1490305"/>
                </a:cubicBezTo>
                <a:cubicBezTo>
                  <a:pt x="7434341" y="1504471"/>
                  <a:pt x="7422848" y="1515965"/>
                  <a:pt x="7408683" y="1515965"/>
                </a:cubicBezTo>
                <a:cubicBezTo>
                  <a:pt x="7394518" y="1515965"/>
                  <a:pt x="7383025" y="1504471"/>
                  <a:pt x="7383025" y="1490305"/>
                </a:cubicBezTo>
                <a:cubicBezTo>
                  <a:pt x="7383025" y="1476142"/>
                  <a:pt x="7394518" y="1464647"/>
                  <a:pt x="7408683" y="1464647"/>
                </a:cubicBezTo>
                <a:close/>
                <a:moveTo>
                  <a:pt x="7344479" y="1464647"/>
                </a:moveTo>
                <a:cubicBezTo>
                  <a:pt x="7358644" y="1464531"/>
                  <a:pt x="7370137" y="1476025"/>
                  <a:pt x="7370137" y="1490305"/>
                </a:cubicBezTo>
                <a:cubicBezTo>
                  <a:pt x="7370137" y="1504471"/>
                  <a:pt x="7358644" y="1515965"/>
                  <a:pt x="7344479" y="1515965"/>
                </a:cubicBezTo>
                <a:cubicBezTo>
                  <a:pt x="7330314" y="1515965"/>
                  <a:pt x="7318820" y="1504471"/>
                  <a:pt x="7318820" y="1490305"/>
                </a:cubicBezTo>
                <a:cubicBezTo>
                  <a:pt x="7318820" y="1476142"/>
                  <a:pt x="7330314" y="1464647"/>
                  <a:pt x="7344479" y="1464647"/>
                </a:cubicBezTo>
                <a:close/>
                <a:moveTo>
                  <a:pt x="7280274" y="1464647"/>
                </a:moveTo>
                <a:cubicBezTo>
                  <a:pt x="7294437" y="1464531"/>
                  <a:pt x="7305932" y="1476025"/>
                  <a:pt x="7305932" y="1490305"/>
                </a:cubicBezTo>
                <a:cubicBezTo>
                  <a:pt x="7305932" y="1504471"/>
                  <a:pt x="7294437" y="1515965"/>
                  <a:pt x="7280274" y="1515965"/>
                </a:cubicBezTo>
                <a:cubicBezTo>
                  <a:pt x="7266109" y="1515965"/>
                  <a:pt x="7254613" y="1504471"/>
                  <a:pt x="7254613" y="1490305"/>
                </a:cubicBezTo>
                <a:cubicBezTo>
                  <a:pt x="7254613" y="1476142"/>
                  <a:pt x="7266109" y="1464647"/>
                  <a:pt x="7280274" y="1464647"/>
                </a:cubicBezTo>
                <a:close/>
                <a:moveTo>
                  <a:pt x="7216067" y="1464647"/>
                </a:moveTo>
                <a:cubicBezTo>
                  <a:pt x="7230232" y="1464531"/>
                  <a:pt x="7241725" y="1476025"/>
                  <a:pt x="7241725" y="1490305"/>
                </a:cubicBezTo>
                <a:cubicBezTo>
                  <a:pt x="7241725" y="1504471"/>
                  <a:pt x="7230232" y="1515965"/>
                  <a:pt x="7216067" y="1515965"/>
                </a:cubicBezTo>
                <a:cubicBezTo>
                  <a:pt x="7201902" y="1515965"/>
                  <a:pt x="7190409" y="1504471"/>
                  <a:pt x="7190409" y="1490305"/>
                </a:cubicBezTo>
                <a:cubicBezTo>
                  <a:pt x="7190409" y="1476142"/>
                  <a:pt x="7201902" y="1464647"/>
                  <a:pt x="7216067" y="1464647"/>
                </a:cubicBezTo>
                <a:close/>
                <a:moveTo>
                  <a:pt x="7151863" y="1464647"/>
                </a:moveTo>
                <a:cubicBezTo>
                  <a:pt x="7166033" y="1464647"/>
                  <a:pt x="7177521" y="1476135"/>
                  <a:pt x="7177521" y="1490305"/>
                </a:cubicBezTo>
                <a:cubicBezTo>
                  <a:pt x="7177521" y="1504477"/>
                  <a:pt x="7166033" y="1515964"/>
                  <a:pt x="7151863" y="1515964"/>
                </a:cubicBezTo>
                <a:cubicBezTo>
                  <a:pt x="7137692" y="1515964"/>
                  <a:pt x="7126205" y="1504477"/>
                  <a:pt x="7126205" y="1490305"/>
                </a:cubicBezTo>
                <a:cubicBezTo>
                  <a:pt x="7126205" y="1476135"/>
                  <a:pt x="7137692" y="1464647"/>
                  <a:pt x="7151863" y="1464647"/>
                </a:cubicBezTo>
                <a:close/>
                <a:moveTo>
                  <a:pt x="7087658" y="1464647"/>
                </a:moveTo>
                <a:cubicBezTo>
                  <a:pt x="7101829" y="1464647"/>
                  <a:pt x="7113317" y="1476135"/>
                  <a:pt x="7113317" y="1490305"/>
                </a:cubicBezTo>
                <a:cubicBezTo>
                  <a:pt x="7113317" y="1504477"/>
                  <a:pt x="7101829" y="1515964"/>
                  <a:pt x="7087658" y="1515964"/>
                </a:cubicBezTo>
                <a:cubicBezTo>
                  <a:pt x="7073485" y="1515964"/>
                  <a:pt x="7061998" y="1504477"/>
                  <a:pt x="7061998" y="1490305"/>
                </a:cubicBezTo>
                <a:cubicBezTo>
                  <a:pt x="7061998" y="1476135"/>
                  <a:pt x="7073485" y="1464647"/>
                  <a:pt x="7087658" y="1464647"/>
                </a:cubicBezTo>
                <a:close/>
                <a:moveTo>
                  <a:pt x="6895043" y="1464647"/>
                </a:moveTo>
                <a:cubicBezTo>
                  <a:pt x="6909208" y="1464531"/>
                  <a:pt x="6920701" y="1476025"/>
                  <a:pt x="6920701" y="1490305"/>
                </a:cubicBezTo>
                <a:cubicBezTo>
                  <a:pt x="6920701" y="1504471"/>
                  <a:pt x="6909208" y="1515965"/>
                  <a:pt x="6895043" y="1515965"/>
                </a:cubicBezTo>
                <a:cubicBezTo>
                  <a:pt x="6880878" y="1515965"/>
                  <a:pt x="6869382" y="1504471"/>
                  <a:pt x="6869382" y="1490305"/>
                </a:cubicBezTo>
                <a:cubicBezTo>
                  <a:pt x="6869382" y="1476142"/>
                  <a:pt x="6880878" y="1464647"/>
                  <a:pt x="6895043" y="1464647"/>
                </a:cubicBezTo>
                <a:close/>
                <a:moveTo>
                  <a:pt x="6766631" y="1464647"/>
                </a:moveTo>
                <a:cubicBezTo>
                  <a:pt x="6780802" y="1464647"/>
                  <a:pt x="6792290" y="1476135"/>
                  <a:pt x="6792290" y="1490305"/>
                </a:cubicBezTo>
                <a:cubicBezTo>
                  <a:pt x="6792290" y="1504477"/>
                  <a:pt x="6780802" y="1515964"/>
                  <a:pt x="6766631" y="1515964"/>
                </a:cubicBezTo>
                <a:cubicBezTo>
                  <a:pt x="6752461" y="1515964"/>
                  <a:pt x="6740973" y="1504477"/>
                  <a:pt x="6740973" y="1490305"/>
                </a:cubicBezTo>
                <a:cubicBezTo>
                  <a:pt x="6740973" y="1476135"/>
                  <a:pt x="6752461" y="1464647"/>
                  <a:pt x="6766631" y="1464647"/>
                </a:cubicBezTo>
                <a:close/>
                <a:moveTo>
                  <a:pt x="6702427" y="1464647"/>
                </a:moveTo>
                <a:cubicBezTo>
                  <a:pt x="6716597" y="1464647"/>
                  <a:pt x="6728085" y="1476135"/>
                  <a:pt x="6728085" y="1490305"/>
                </a:cubicBezTo>
                <a:cubicBezTo>
                  <a:pt x="6728085" y="1504477"/>
                  <a:pt x="6716597" y="1515964"/>
                  <a:pt x="6702427" y="1515964"/>
                </a:cubicBezTo>
                <a:cubicBezTo>
                  <a:pt x="6688254" y="1515964"/>
                  <a:pt x="6676766" y="1504477"/>
                  <a:pt x="6676766" y="1490305"/>
                </a:cubicBezTo>
                <a:cubicBezTo>
                  <a:pt x="6676766" y="1476135"/>
                  <a:pt x="6688254" y="1464647"/>
                  <a:pt x="6702427" y="1464647"/>
                </a:cubicBezTo>
                <a:close/>
                <a:moveTo>
                  <a:pt x="6638220" y="1464647"/>
                </a:moveTo>
                <a:cubicBezTo>
                  <a:pt x="6652385" y="1464531"/>
                  <a:pt x="6663881" y="1476025"/>
                  <a:pt x="6663881" y="1490305"/>
                </a:cubicBezTo>
                <a:cubicBezTo>
                  <a:pt x="6663881" y="1504471"/>
                  <a:pt x="6652385" y="1515965"/>
                  <a:pt x="6638220" y="1515965"/>
                </a:cubicBezTo>
                <a:cubicBezTo>
                  <a:pt x="6624055" y="1515965"/>
                  <a:pt x="6612562" y="1504471"/>
                  <a:pt x="6612562" y="1490305"/>
                </a:cubicBezTo>
                <a:cubicBezTo>
                  <a:pt x="6612562" y="1476142"/>
                  <a:pt x="6624055" y="1464647"/>
                  <a:pt x="6638220" y="1464647"/>
                </a:cubicBezTo>
                <a:close/>
                <a:moveTo>
                  <a:pt x="6574016" y="1464647"/>
                </a:moveTo>
                <a:cubicBezTo>
                  <a:pt x="6588181" y="1464531"/>
                  <a:pt x="6599674" y="1476025"/>
                  <a:pt x="6599674" y="1490305"/>
                </a:cubicBezTo>
                <a:cubicBezTo>
                  <a:pt x="6599674" y="1504471"/>
                  <a:pt x="6588181" y="1515965"/>
                  <a:pt x="6574016" y="1515965"/>
                </a:cubicBezTo>
                <a:cubicBezTo>
                  <a:pt x="6559851" y="1515965"/>
                  <a:pt x="6548357" y="1504471"/>
                  <a:pt x="6548357" y="1490305"/>
                </a:cubicBezTo>
                <a:cubicBezTo>
                  <a:pt x="6548357" y="1476142"/>
                  <a:pt x="6559851" y="1464647"/>
                  <a:pt x="6574016" y="1464647"/>
                </a:cubicBezTo>
                <a:close/>
                <a:moveTo>
                  <a:pt x="6381282" y="1464647"/>
                </a:moveTo>
                <a:cubicBezTo>
                  <a:pt x="6395455" y="1464647"/>
                  <a:pt x="6406943" y="1476135"/>
                  <a:pt x="6406943" y="1490305"/>
                </a:cubicBezTo>
                <a:cubicBezTo>
                  <a:pt x="6406943" y="1504477"/>
                  <a:pt x="6395455" y="1515964"/>
                  <a:pt x="6381282" y="1515964"/>
                </a:cubicBezTo>
                <a:cubicBezTo>
                  <a:pt x="6367112" y="1515964"/>
                  <a:pt x="6355624" y="1504477"/>
                  <a:pt x="6355624" y="1490305"/>
                </a:cubicBezTo>
                <a:cubicBezTo>
                  <a:pt x="6355624" y="1476135"/>
                  <a:pt x="6367112" y="1464647"/>
                  <a:pt x="6381282" y="1464647"/>
                </a:cubicBezTo>
                <a:close/>
                <a:moveTo>
                  <a:pt x="6317078" y="1464647"/>
                </a:moveTo>
                <a:cubicBezTo>
                  <a:pt x="6331243" y="1464531"/>
                  <a:pt x="6342736" y="1476025"/>
                  <a:pt x="6342736" y="1490305"/>
                </a:cubicBezTo>
                <a:cubicBezTo>
                  <a:pt x="6342736" y="1504471"/>
                  <a:pt x="6331243" y="1515965"/>
                  <a:pt x="6317078" y="1515965"/>
                </a:cubicBezTo>
                <a:cubicBezTo>
                  <a:pt x="6302913" y="1515965"/>
                  <a:pt x="6291420" y="1504471"/>
                  <a:pt x="6291420" y="1490305"/>
                </a:cubicBezTo>
                <a:cubicBezTo>
                  <a:pt x="6291420" y="1476142"/>
                  <a:pt x="6302913" y="1464647"/>
                  <a:pt x="6317078" y="1464647"/>
                </a:cubicBezTo>
                <a:close/>
                <a:moveTo>
                  <a:pt x="6252873" y="1464647"/>
                </a:moveTo>
                <a:cubicBezTo>
                  <a:pt x="6267036" y="1464531"/>
                  <a:pt x="6278532" y="1476025"/>
                  <a:pt x="6278532" y="1490305"/>
                </a:cubicBezTo>
                <a:cubicBezTo>
                  <a:pt x="6278532" y="1504471"/>
                  <a:pt x="6267036" y="1515965"/>
                  <a:pt x="6252873" y="1515965"/>
                </a:cubicBezTo>
                <a:cubicBezTo>
                  <a:pt x="6238708" y="1515965"/>
                  <a:pt x="6227213" y="1504471"/>
                  <a:pt x="6227213" y="1490305"/>
                </a:cubicBezTo>
                <a:cubicBezTo>
                  <a:pt x="6227213" y="1476142"/>
                  <a:pt x="6238708" y="1464647"/>
                  <a:pt x="6252873" y="1464647"/>
                </a:cubicBezTo>
                <a:close/>
                <a:moveTo>
                  <a:pt x="6188666" y="1464647"/>
                </a:moveTo>
                <a:cubicBezTo>
                  <a:pt x="6202831" y="1464531"/>
                  <a:pt x="6214327" y="1476025"/>
                  <a:pt x="6214327" y="1490305"/>
                </a:cubicBezTo>
                <a:cubicBezTo>
                  <a:pt x="6214327" y="1504471"/>
                  <a:pt x="6202831" y="1515965"/>
                  <a:pt x="6188666" y="1515965"/>
                </a:cubicBezTo>
                <a:cubicBezTo>
                  <a:pt x="6174504" y="1515965"/>
                  <a:pt x="6163008" y="1504471"/>
                  <a:pt x="6163008" y="1490305"/>
                </a:cubicBezTo>
                <a:cubicBezTo>
                  <a:pt x="6163008" y="1476142"/>
                  <a:pt x="6174504" y="1464647"/>
                  <a:pt x="6188666" y="1464647"/>
                </a:cubicBezTo>
                <a:close/>
                <a:moveTo>
                  <a:pt x="6124462" y="1464647"/>
                </a:moveTo>
                <a:cubicBezTo>
                  <a:pt x="6138627" y="1464531"/>
                  <a:pt x="6150123" y="1476025"/>
                  <a:pt x="6150123" y="1490305"/>
                </a:cubicBezTo>
                <a:cubicBezTo>
                  <a:pt x="6150123" y="1504471"/>
                  <a:pt x="6138627" y="1515965"/>
                  <a:pt x="6124462" y="1515965"/>
                </a:cubicBezTo>
                <a:cubicBezTo>
                  <a:pt x="6110297" y="1515965"/>
                  <a:pt x="6098804" y="1504471"/>
                  <a:pt x="6098804" y="1490305"/>
                </a:cubicBezTo>
                <a:cubicBezTo>
                  <a:pt x="6098804" y="1476142"/>
                  <a:pt x="6110297" y="1464647"/>
                  <a:pt x="6124462" y="1464647"/>
                </a:cubicBezTo>
                <a:close/>
                <a:moveTo>
                  <a:pt x="6064505" y="1464647"/>
                </a:moveTo>
                <a:cubicBezTo>
                  <a:pt x="6078666" y="1464531"/>
                  <a:pt x="6090163" y="1476025"/>
                  <a:pt x="6090163" y="1490305"/>
                </a:cubicBezTo>
                <a:cubicBezTo>
                  <a:pt x="6090163" y="1504471"/>
                  <a:pt x="6078666" y="1515965"/>
                  <a:pt x="6064505" y="1515965"/>
                </a:cubicBezTo>
                <a:cubicBezTo>
                  <a:pt x="6050336" y="1515965"/>
                  <a:pt x="6038844" y="1504471"/>
                  <a:pt x="6038844" y="1490305"/>
                </a:cubicBezTo>
                <a:cubicBezTo>
                  <a:pt x="6038844" y="1476142"/>
                  <a:pt x="6050336" y="1464647"/>
                  <a:pt x="6064505" y="1464647"/>
                </a:cubicBezTo>
                <a:close/>
                <a:moveTo>
                  <a:pt x="6000298" y="1464647"/>
                </a:moveTo>
                <a:cubicBezTo>
                  <a:pt x="6014463" y="1464531"/>
                  <a:pt x="6025956" y="1476025"/>
                  <a:pt x="6025956" y="1490305"/>
                </a:cubicBezTo>
                <a:cubicBezTo>
                  <a:pt x="6025956" y="1504471"/>
                  <a:pt x="6014463" y="1515965"/>
                  <a:pt x="6000298" y="1515965"/>
                </a:cubicBezTo>
                <a:cubicBezTo>
                  <a:pt x="5986133" y="1515965"/>
                  <a:pt x="5974639" y="1504471"/>
                  <a:pt x="5974639" y="1490305"/>
                </a:cubicBezTo>
                <a:cubicBezTo>
                  <a:pt x="5974639" y="1476142"/>
                  <a:pt x="5986133" y="1464647"/>
                  <a:pt x="6000298" y="1464647"/>
                </a:cubicBezTo>
                <a:close/>
                <a:moveTo>
                  <a:pt x="5936092" y="1464647"/>
                </a:moveTo>
                <a:cubicBezTo>
                  <a:pt x="5950255" y="1464531"/>
                  <a:pt x="5961751" y="1476025"/>
                  <a:pt x="5961751" y="1490305"/>
                </a:cubicBezTo>
                <a:cubicBezTo>
                  <a:pt x="5961751" y="1504471"/>
                  <a:pt x="5950255" y="1515965"/>
                  <a:pt x="5936092" y="1515965"/>
                </a:cubicBezTo>
                <a:cubicBezTo>
                  <a:pt x="5921928" y="1515965"/>
                  <a:pt x="5910435" y="1504471"/>
                  <a:pt x="5910435" y="1490305"/>
                </a:cubicBezTo>
                <a:cubicBezTo>
                  <a:pt x="5910435" y="1476142"/>
                  <a:pt x="5921928" y="1464647"/>
                  <a:pt x="5936092" y="1464647"/>
                </a:cubicBezTo>
                <a:close/>
                <a:moveTo>
                  <a:pt x="5743477" y="1464647"/>
                </a:moveTo>
                <a:cubicBezTo>
                  <a:pt x="5757648" y="1464647"/>
                  <a:pt x="5769136" y="1476135"/>
                  <a:pt x="5769136" y="1490305"/>
                </a:cubicBezTo>
                <a:cubicBezTo>
                  <a:pt x="5769136" y="1504477"/>
                  <a:pt x="5757648" y="1515964"/>
                  <a:pt x="5743477" y="1515964"/>
                </a:cubicBezTo>
                <a:cubicBezTo>
                  <a:pt x="5729307" y="1515964"/>
                  <a:pt x="5717818" y="1504477"/>
                  <a:pt x="5717818" y="1490305"/>
                </a:cubicBezTo>
                <a:cubicBezTo>
                  <a:pt x="5717818" y="1476135"/>
                  <a:pt x="5729307" y="1464647"/>
                  <a:pt x="5743477" y="1464647"/>
                </a:cubicBezTo>
                <a:close/>
                <a:moveTo>
                  <a:pt x="5679272" y="1464647"/>
                </a:moveTo>
                <a:cubicBezTo>
                  <a:pt x="5693437" y="1464531"/>
                  <a:pt x="5704930" y="1476025"/>
                  <a:pt x="5704930" y="1490305"/>
                </a:cubicBezTo>
                <a:cubicBezTo>
                  <a:pt x="5704930" y="1504471"/>
                  <a:pt x="5693437" y="1515965"/>
                  <a:pt x="5679272" y="1515965"/>
                </a:cubicBezTo>
                <a:cubicBezTo>
                  <a:pt x="5665108" y="1515965"/>
                  <a:pt x="5653614" y="1504471"/>
                  <a:pt x="5653614" y="1490305"/>
                </a:cubicBezTo>
                <a:cubicBezTo>
                  <a:pt x="5653614" y="1476142"/>
                  <a:pt x="5665108" y="1464647"/>
                  <a:pt x="5679272" y="1464647"/>
                </a:cubicBezTo>
                <a:close/>
                <a:moveTo>
                  <a:pt x="5615066" y="1464647"/>
                </a:moveTo>
                <a:cubicBezTo>
                  <a:pt x="5629231" y="1464531"/>
                  <a:pt x="5640726" y="1476025"/>
                  <a:pt x="5640726" y="1490305"/>
                </a:cubicBezTo>
                <a:cubicBezTo>
                  <a:pt x="5640726" y="1504471"/>
                  <a:pt x="5629231" y="1515965"/>
                  <a:pt x="5615066" y="1515965"/>
                </a:cubicBezTo>
                <a:cubicBezTo>
                  <a:pt x="5600901" y="1515965"/>
                  <a:pt x="5589407" y="1504471"/>
                  <a:pt x="5589407" y="1490305"/>
                </a:cubicBezTo>
                <a:cubicBezTo>
                  <a:pt x="5589407" y="1476142"/>
                  <a:pt x="5600901" y="1464647"/>
                  <a:pt x="5615066" y="1464647"/>
                </a:cubicBezTo>
                <a:close/>
                <a:moveTo>
                  <a:pt x="5550862" y="1464647"/>
                </a:moveTo>
                <a:cubicBezTo>
                  <a:pt x="5565027" y="1464531"/>
                  <a:pt x="5576520" y="1476025"/>
                  <a:pt x="5576520" y="1490305"/>
                </a:cubicBezTo>
                <a:cubicBezTo>
                  <a:pt x="5576520" y="1504471"/>
                  <a:pt x="5565027" y="1515965"/>
                  <a:pt x="5550862" y="1515965"/>
                </a:cubicBezTo>
                <a:cubicBezTo>
                  <a:pt x="5536697" y="1515965"/>
                  <a:pt x="5525203" y="1504471"/>
                  <a:pt x="5525203" y="1490305"/>
                </a:cubicBezTo>
                <a:cubicBezTo>
                  <a:pt x="5525203" y="1476142"/>
                  <a:pt x="5536697" y="1464647"/>
                  <a:pt x="5550862" y="1464647"/>
                </a:cubicBezTo>
                <a:close/>
                <a:moveTo>
                  <a:pt x="5486655" y="1464647"/>
                </a:moveTo>
                <a:cubicBezTo>
                  <a:pt x="5500819" y="1464531"/>
                  <a:pt x="5512316" y="1476025"/>
                  <a:pt x="5512316" y="1490305"/>
                </a:cubicBezTo>
                <a:cubicBezTo>
                  <a:pt x="5512316" y="1504471"/>
                  <a:pt x="5500819" y="1515965"/>
                  <a:pt x="5486655" y="1515965"/>
                </a:cubicBezTo>
                <a:cubicBezTo>
                  <a:pt x="5472491" y="1515965"/>
                  <a:pt x="5460997" y="1504471"/>
                  <a:pt x="5460997" y="1490305"/>
                </a:cubicBezTo>
                <a:cubicBezTo>
                  <a:pt x="5460997" y="1476142"/>
                  <a:pt x="5472491" y="1464647"/>
                  <a:pt x="5486655" y="1464647"/>
                </a:cubicBezTo>
                <a:close/>
                <a:moveTo>
                  <a:pt x="5422451" y="1464647"/>
                </a:moveTo>
                <a:cubicBezTo>
                  <a:pt x="5436621" y="1464647"/>
                  <a:pt x="5448109" y="1476135"/>
                  <a:pt x="5448109" y="1490305"/>
                </a:cubicBezTo>
                <a:cubicBezTo>
                  <a:pt x="5448109" y="1504477"/>
                  <a:pt x="5436621" y="1515964"/>
                  <a:pt x="5422451" y="1515964"/>
                </a:cubicBezTo>
                <a:cubicBezTo>
                  <a:pt x="5408280" y="1515964"/>
                  <a:pt x="5396791" y="1504477"/>
                  <a:pt x="5396791" y="1490305"/>
                </a:cubicBezTo>
                <a:cubicBezTo>
                  <a:pt x="5396791" y="1476135"/>
                  <a:pt x="5408280" y="1464647"/>
                  <a:pt x="5422451" y="1464647"/>
                </a:cubicBezTo>
                <a:close/>
                <a:moveTo>
                  <a:pt x="5358245" y="1464647"/>
                </a:moveTo>
                <a:cubicBezTo>
                  <a:pt x="5372417" y="1464647"/>
                  <a:pt x="5383904" y="1476135"/>
                  <a:pt x="5383904" y="1490305"/>
                </a:cubicBezTo>
                <a:cubicBezTo>
                  <a:pt x="5383904" y="1504477"/>
                  <a:pt x="5372417" y="1515964"/>
                  <a:pt x="5358245" y="1515964"/>
                </a:cubicBezTo>
                <a:cubicBezTo>
                  <a:pt x="5344076" y="1515964"/>
                  <a:pt x="5332587" y="1504477"/>
                  <a:pt x="5332587" y="1490305"/>
                </a:cubicBezTo>
                <a:cubicBezTo>
                  <a:pt x="5332587" y="1476135"/>
                  <a:pt x="5344076" y="1464647"/>
                  <a:pt x="5358245" y="1464647"/>
                </a:cubicBezTo>
                <a:close/>
                <a:moveTo>
                  <a:pt x="5229719" y="1464647"/>
                </a:moveTo>
                <a:cubicBezTo>
                  <a:pt x="5243999" y="1464531"/>
                  <a:pt x="5255377" y="1476025"/>
                  <a:pt x="5255377" y="1490305"/>
                </a:cubicBezTo>
                <a:cubicBezTo>
                  <a:pt x="5255377" y="1504471"/>
                  <a:pt x="5243883" y="1515965"/>
                  <a:pt x="5229719" y="1515965"/>
                </a:cubicBezTo>
                <a:cubicBezTo>
                  <a:pt x="5215554" y="1515965"/>
                  <a:pt x="5204058" y="1504471"/>
                  <a:pt x="5204058" y="1490305"/>
                </a:cubicBezTo>
                <a:cubicBezTo>
                  <a:pt x="5204058" y="1476142"/>
                  <a:pt x="5215554" y="1464647"/>
                  <a:pt x="5229719" y="1464647"/>
                </a:cubicBezTo>
                <a:close/>
                <a:moveTo>
                  <a:pt x="5101309" y="1464647"/>
                </a:moveTo>
                <a:cubicBezTo>
                  <a:pt x="5115473" y="1464531"/>
                  <a:pt x="5126967" y="1476025"/>
                  <a:pt x="5126967" y="1490305"/>
                </a:cubicBezTo>
                <a:cubicBezTo>
                  <a:pt x="5126967" y="1504471"/>
                  <a:pt x="5115473" y="1515965"/>
                  <a:pt x="5101309" y="1515965"/>
                </a:cubicBezTo>
                <a:cubicBezTo>
                  <a:pt x="5087142" y="1515965"/>
                  <a:pt x="5075649" y="1504471"/>
                  <a:pt x="5075649" y="1490305"/>
                </a:cubicBezTo>
                <a:cubicBezTo>
                  <a:pt x="5075649" y="1476142"/>
                  <a:pt x="5087142" y="1464647"/>
                  <a:pt x="5101309" y="1464647"/>
                </a:cubicBezTo>
                <a:close/>
                <a:moveTo>
                  <a:pt x="5037104" y="1464647"/>
                </a:moveTo>
                <a:cubicBezTo>
                  <a:pt x="5051273" y="1464647"/>
                  <a:pt x="5062762" y="1476135"/>
                  <a:pt x="5062762" y="1490305"/>
                </a:cubicBezTo>
                <a:cubicBezTo>
                  <a:pt x="5062762" y="1504477"/>
                  <a:pt x="5051273" y="1515964"/>
                  <a:pt x="5037104" y="1515964"/>
                </a:cubicBezTo>
                <a:cubicBezTo>
                  <a:pt x="5022930" y="1515964"/>
                  <a:pt x="5011444" y="1504477"/>
                  <a:pt x="5011444" y="1490305"/>
                </a:cubicBezTo>
                <a:cubicBezTo>
                  <a:pt x="5011444" y="1476135"/>
                  <a:pt x="5022930" y="1464647"/>
                  <a:pt x="5037104" y="1464647"/>
                </a:cubicBezTo>
                <a:close/>
                <a:moveTo>
                  <a:pt x="4972896" y="1464647"/>
                </a:moveTo>
                <a:cubicBezTo>
                  <a:pt x="4987063" y="1464531"/>
                  <a:pt x="4998557" y="1476025"/>
                  <a:pt x="4998557" y="1490305"/>
                </a:cubicBezTo>
                <a:cubicBezTo>
                  <a:pt x="4998557" y="1504471"/>
                  <a:pt x="4987063" y="1515965"/>
                  <a:pt x="4972896" y="1515965"/>
                </a:cubicBezTo>
                <a:cubicBezTo>
                  <a:pt x="4958732" y="1515965"/>
                  <a:pt x="4947240" y="1504471"/>
                  <a:pt x="4947240" y="1490305"/>
                </a:cubicBezTo>
                <a:cubicBezTo>
                  <a:pt x="4947240" y="1476142"/>
                  <a:pt x="4958732" y="1464647"/>
                  <a:pt x="4972896" y="1464647"/>
                </a:cubicBezTo>
                <a:close/>
                <a:moveTo>
                  <a:pt x="4908693" y="1464647"/>
                </a:moveTo>
                <a:cubicBezTo>
                  <a:pt x="4922857" y="1464531"/>
                  <a:pt x="4934352" y="1476025"/>
                  <a:pt x="4934352" y="1490305"/>
                </a:cubicBezTo>
                <a:cubicBezTo>
                  <a:pt x="4934352" y="1504471"/>
                  <a:pt x="4922857" y="1515965"/>
                  <a:pt x="4908693" y="1515965"/>
                </a:cubicBezTo>
                <a:cubicBezTo>
                  <a:pt x="4894527" y="1515965"/>
                  <a:pt x="4883033" y="1504471"/>
                  <a:pt x="4883033" y="1490305"/>
                </a:cubicBezTo>
                <a:cubicBezTo>
                  <a:pt x="4883033" y="1476142"/>
                  <a:pt x="4894527" y="1464647"/>
                  <a:pt x="4908693" y="1464647"/>
                </a:cubicBezTo>
                <a:close/>
                <a:moveTo>
                  <a:pt x="4844487" y="1464647"/>
                </a:moveTo>
                <a:cubicBezTo>
                  <a:pt x="4858650" y="1464531"/>
                  <a:pt x="4870146" y="1476025"/>
                  <a:pt x="4870146" y="1490305"/>
                </a:cubicBezTo>
                <a:cubicBezTo>
                  <a:pt x="4870146" y="1504471"/>
                  <a:pt x="4858650" y="1515965"/>
                  <a:pt x="4844487" y="1515965"/>
                </a:cubicBezTo>
                <a:cubicBezTo>
                  <a:pt x="4830322" y="1515965"/>
                  <a:pt x="4818828" y="1504471"/>
                  <a:pt x="4818828" y="1490305"/>
                </a:cubicBezTo>
                <a:cubicBezTo>
                  <a:pt x="4818828" y="1476142"/>
                  <a:pt x="4830322" y="1464647"/>
                  <a:pt x="4844487" y="1464647"/>
                </a:cubicBezTo>
                <a:close/>
                <a:moveTo>
                  <a:pt x="4780282" y="1464647"/>
                </a:moveTo>
                <a:cubicBezTo>
                  <a:pt x="4794447" y="1464531"/>
                  <a:pt x="4805941" y="1476025"/>
                  <a:pt x="4805941" y="1490305"/>
                </a:cubicBezTo>
                <a:cubicBezTo>
                  <a:pt x="4805941" y="1504471"/>
                  <a:pt x="4794447" y="1515965"/>
                  <a:pt x="4780282" y="1515965"/>
                </a:cubicBezTo>
                <a:cubicBezTo>
                  <a:pt x="4766118" y="1515965"/>
                  <a:pt x="4754622" y="1504471"/>
                  <a:pt x="4754622" y="1490305"/>
                </a:cubicBezTo>
                <a:cubicBezTo>
                  <a:pt x="4754622" y="1476142"/>
                  <a:pt x="4766118" y="1464647"/>
                  <a:pt x="4780282" y="1464647"/>
                </a:cubicBezTo>
                <a:close/>
                <a:moveTo>
                  <a:pt x="4651872" y="1464647"/>
                </a:moveTo>
                <a:cubicBezTo>
                  <a:pt x="4666042" y="1464647"/>
                  <a:pt x="4677531" y="1476135"/>
                  <a:pt x="4677531" y="1490305"/>
                </a:cubicBezTo>
                <a:cubicBezTo>
                  <a:pt x="4677531" y="1504477"/>
                  <a:pt x="4666042" y="1515964"/>
                  <a:pt x="4651872" y="1515964"/>
                </a:cubicBezTo>
                <a:cubicBezTo>
                  <a:pt x="4637700" y="1515964"/>
                  <a:pt x="4626213" y="1504477"/>
                  <a:pt x="4626213" y="1490305"/>
                </a:cubicBezTo>
                <a:cubicBezTo>
                  <a:pt x="4626213" y="1476135"/>
                  <a:pt x="4637700" y="1464647"/>
                  <a:pt x="4651872" y="1464647"/>
                </a:cubicBezTo>
                <a:close/>
                <a:moveTo>
                  <a:pt x="4587666" y="1464647"/>
                </a:moveTo>
                <a:cubicBezTo>
                  <a:pt x="4601830" y="1464531"/>
                  <a:pt x="4613324" y="1476025"/>
                  <a:pt x="4613324" y="1490305"/>
                </a:cubicBezTo>
                <a:cubicBezTo>
                  <a:pt x="4613324" y="1504471"/>
                  <a:pt x="4601830" y="1515965"/>
                  <a:pt x="4587666" y="1515965"/>
                </a:cubicBezTo>
                <a:cubicBezTo>
                  <a:pt x="4573501" y="1515965"/>
                  <a:pt x="4562007" y="1504471"/>
                  <a:pt x="4562007" y="1490305"/>
                </a:cubicBezTo>
                <a:cubicBezTo>
                  <a:pt x="4562007" y="1476142"/>
                  <a:pt x="4573501" y="1464647"/>
                  <a:pt x="4587666" y="1464647"/>
                </a:cubicBezTo>
                <a:close/>
                <a:moveTo>
                  <a:pt x="4523461" y="1464647"/>
                </a:moveTo>
                <a:cubicBezTo>
                  <a:pt x="4537626" y="1464531"/>
                  <a:pt x="4549121" y="1476025"/>
                  <a:pt x="4549121" y="1490305"/>
                </a:cubicBezTo>
                <a:cubicBezTo>
                  <a:pt x="4549121" y="1504471"/>
                  <a:pt x="4537626" y="1515965"/>
                  <a:pt x="4523461" y="1515965"/>
                </a:cubicBezTo>
                <a:cubicBezTo>
                  <a:pt x="4509296" y="1515965"/>
                  <a:pt x="4497802" y="1504471"/>
                  <a:pt x="4497802" y="1490305"/>
                </a:cubicBezTo>
                <a:cubicBezTo>
                  <a:pt x="4497802" y="1476142"/>
                  <a:pt x="4509296" y="1464647"/>
                  <a:pt x="4523461" y="1464647"/>
                </a:cubicBezTo>
                <a:close/>
                <a:moveTo>
                  <a:pt x="4395050" y="1464647"/>
                </a:moveTo>
                <a:cubicBezTo>
                  <a:pt x="4409214" y="1464531"/>
                  <a:pt x="4420710" y="1476025"/>
                  <a:pt x="4420710" y="1490305"/>
                </a:cubicBezTo>
                <a:cubicBezTo>
                  <a:pt x="4420710" y="1504471"/>
                  <a:pt x="4409214" y="1515965"/>
                  <a:pt x="4395050" y="1515965"/>
                </a:cubicBezTo>
                <a:cubicBezTo>
                  <a:pt x="4380886" y="1515965"/>
                  <a:pt x="4369391" y="1504471"/>
                  <a:pt x="4369391" y="1490305"/>
                </a:cubicBezTo>
                <a:cubicBezTo>
                  <a:pt x="4369391" y="1476142"/>
                  <a:pt x="4380886" y="1464647"/>
                  <a:pt x="4395050" y="1464647"/>
                </a:cubicBezTo>
                <a:close/>
                <a:moveTo>
                  <a:pt x="4202435" y="1464647"/>
                </a:moveTo>
                <a:cubicBezTo>
                  <a:pt x="4216598" y="1464531"/>
                  <a:pt x="4228093" y="1476025"/>
                  <a:pt x="4228093" y="1490305"/>
                </a:cubicBezTo>
                <a:cubicBezTo>
                  <a:pt x="4228093" y="1504471"/>
                  <a:pt x="4216598" y="1515965"/>
                  <a:pt x="4202435" y="1515965"/>
                </a:cubicBezTo>
                <a:cubicBezTo>
                  <a:pt x="4188268" y="1515965"/>
                  <a:pt x="4176776" y="1504471"/>
                  <a:pt x="4176776" y="1490305"/>
                </a:cubicBezTo>
                <a:cubicBezTo>
                  <a:pt x="4176776" y="1476142"/>
                  <a:pt x="4188268" y="1464647"/>
                  <a:pt x="4202435" y="1464647"/>
                </a:cubicBezTo>
                <a:close/>
                <a:moveTo>
                  <a:pt x="4009702" y="1464647"/>
                </a:moveTo>
                <a:cubicBezTo>
                  <a:pt x="4023866" y="1464531"/>
                  <a:pt x="4035362" y="1476025"/>
                  <a:pt x="4035362" y="1490305"/>
                </a:cubicBezTo>
                <a:cubicBezTo>
                  <a:pt x="4035362" y="1504471"/>
                  <a:pt x="4023866" y="1515965"/>
                  <a:pt x="4009702" y="1515965"/>
                </a:cubicBezTo>
                <a:cubicBezTo>
                  <a:pt x="3995538" y="1515965"/>
                  <a:pt x="3984043" y="1504471"/>
                  <a:pt x="3984043" y="1490305"/>
                </a:cubicBezTo>
                <a:cubicBezTo>
                  <a:pt x="3984043" y="1476142"/>
                  <a:pt x="3995538" y="1464647"/>
                  <a:pt x="4009702" y="1464647"/>
                </a:cubicBezTo>
                <a:close/>
                <a:moveTo>
                  <a:pt x="3881291" y="1464647"/>
                </a:moveTo>
                <a:cubicBezTo>
                  <a:pt x="3895456" y="1464531"/>
                  <a:pt x="3906950" y="1476025"/>
                  <a:pt x="3906950" y="1490305"/>
                </a:cubicBezTo>
                <a:cubicBezTo>
                  <a:pt x="3906950" y="1504471"/>
                  <a:pt x="3895456" y="1515965"/>
                  <a:pt x="3881291" y="1515965"/>
                </a:cubicBezTo>
                <a:cubicBezTo>
                  <a:pt x="3867127" y="1515965"/>
                  <a:pt x="3855633" y="1504471"/>
                  <a:pt x="3855633" y="1490305"/>
                </a:cubicBezTo>
                <a:cubicBezTo>
                  <a:pt x="3855633" y="1476142"/>
                  <a:pt x="3867127" y="1464647"/>
                  <a:pt x="3881291" y="1464647"/>
                </a:cubicBezTo>
                <a:close/>
                <a:moveTo>
                  <a:pt x="3817085" y="1464647"/>
                </a:moveTo>
                <a:cubicBezTo>
                  <a:pt x="3831252" y="1464531"/>
                  <a:pt x="3842745" y="1476025"/>
                  <a:pt x="3842745" y="1490305"/>
                </a:cubicBezTo>
                <a:cubicBezTo>
                  <a:pt x="3842745" y="1504471"/>
                  <a:pt x="3831252" y="1515965"/>
                  <a:pt x="3817085" y="1515965"/>
                </a:cubicBezTo>
                <a:cubicBezTo>
                  <a:pt x="3802921" y="1515965"/>
                  <a:pt x="3791427" y="1504471"/>
                  <a:pt x="3791427" y="1490305"/>
                </a:cubicBezTo>
                <a:cubicBezTo>
                  <a:pt x="3791427" y="1476142"/>
                  <a:pt x="3802921" y="1464647"/>
                  <a:pt x="3817085" y="1464647"/>
                </a:cubicBezTo>
                <a:close/>
                <a:moveTo>
                  <a:pt x="3752882" y="1464647"/>
                </a:moveTo>
                <a:cubicBezTo>
                  <a:pt x="3767045" y="1464531"/>
                  <a:pt x="3778539" y="1476025"/>
                  <a:pt x="3778539" y="1490305"/>
                </a:cubicBezTo>
                <a:cubicBezTo>
                  <a:pt x="3778539" y="1504471"/>
                  <a:pt x="3767045" y="1515965"/>
                  <a:pt x="3752882" y="1515965"/>
                </a:cubicBezTo>
                <a:cubicBezTo>
                  <a:pt x="3738717" y="1515965"/>
                  <a:pt x="3727221" y="1504471"/>
                  <a:pt x="3727221" y="1490305"/>
                </a:cubicBezTo>
                <a:cubicBezTo>
                  <a:pt x="3727221" y="1476142"/>
                  <a:pt x="3738717" y="1464647"/>
                  <a:pt x="3752882" y="1464647"/>
                </a:cubicBezTo>
                <a:close/>
                <a:moveTo>
                  <a:pt x="3688674" y="1464647"/>
                </a:moveTo>
                <a:cubicBezTo>
                  <a:pt x="3702840" y="1464531"/>
                  <a:pt x="3714335" y="1476025"/>
                  <a:pt x="3714335" y="1490305"/>
                </a:cubicBezTo>
                <a:cubicBezTo>
                  <a:pt x="3714335" y="1504471"/>
                  <a:pt x="3702840" y="1515965"/>
                  <a:pt x="3688674" y="1515965"/>
                </a:cubicBezTo>
                <a:cubicBezTo>
                  <a:pt x="3674510" y="1515965"/>
                  <a:pt x="3663017" y="1504471"/>
                  <a:pt x="3663017" y="1490305"/>
                </a:cubicBezTo>
                <a:cubicBezTo>
                  <a:pt x="3663017" y="1476142"/>
                  <a:pt x="3674510" y="1464647"/>
                  <a:pt x="3688674" y="1464647"/>
                </a:cubicBezTo>
                <a:close/>
                <a:moveTo>
                  <a:pt x="3624472" y="1464647"/>
                </a:moveTo>
                <a:cubicBezTo>
                  <a:pt x="3638640" y="1464647"/>
                  <a:pt x="3650129" y="1476135"/>
                  <a:pt x="3650129" y="1490305"/>
                </a:cubicBezTo>
                <a:cubicBezTo>
                  <a:pt x="3650129" y="1504477"/>
                  <a:pt x="3638640" y="1515964"/>
                  <a:pt x="3624472" y="1515964"/>
                </a:cubicBezTo>
                <a:cubicBezTo>
                  <a:pt x="3610300" y="1515964"/>
                  <a:pt x="3598810" y="1504477"/>
                  <a:pt x="3598810" y="1490305"/>
                </a:cubicBezTo>
                <a:cubicBezTo>
                  <a:pt x="3598810" y="1476135"/>
                  <a:pt x="3610300" y="1464647"/>
                  <a:pt x="3624472" y="1464647"/>
                </a:cubicBezTo>
                <a:close/>
                <a:moveTo>
                  <a:pt x="3431855" y="1464647"/>
                </a:moveTo>
                <a:cubicBezTo>
                  <a:pt x="3446019" y="1464531"/>
                  <a:pt x="3457512" y="1476025"/>
                  <a:pt x="3457512" y="1490305"/>
                </a:cubicBezTo>
                <a:cubicBezTo>
                  <a:pt x="3457512" y="1504471"/>
                  <a:pt x="3446019" y="1515965"/>
                  <a:pt x="3431855" y="1515965"/>
                </a:cubicBezTo>
                <a:cubicBezTo>
                  <a:pt x="3417690" y="1515965"/>
                  <a:pt x="3406196" y="1504471"/>
                  <a:pt x="3406196" y="1490305"/>
                </a:cubicBezTo>
                <a:cubicBezTo>
                  <a:pt x="3406196" y="1476142"/>
                  <a:pt x="3417690" y="1464647"/>
                  <a:pt x="3431855" y="1464647"/>
                </a:cubicBezTo>
                <a:close/>
                <a:moveTo>
                  <a:pt x="3367649" y="1464647"/>
                </a:moveTo>
                <a:cubicBezTo>
                  <a:pt x="3381813" y="1464531"/>
                  <a:pt x="3393308" y="1476025"/>
                  <a:pt x="3393308" y="1490305"/>
                </a:cubicBezTo>
                <a:cubicBezTo>
                  <a:pt x="3393308" y="1504471"/>
                  <a:pt x="3381813" y="1515965"/>
                  <a:pt x="3367649" y="1515965"/>
                </a:cubicBezTo>
                <a:cubicBezTo>
                  <a:pt x="3353484" y="1515965"/>
                  <a:pt x="3341990" y="1504471"/>
                  <a:pt x="3341990" y="1490305"/>
                </a:cubicBezTo>
                <a:cubicBezTo>
                  <a:pt x="3341990" y="1476142"/>
                  <a:pt x="3353484" y="1464647"/>
                  <a:pt x="3367649" y="1464647"/>
                </a:cubicBezTo>
                <a:close/>
                <a:moveTo>
                  <a:pt x="3303444" y="1464647"/>
                </a:moveTo>
                <a:cubicBezTo>
                  <a:pt x="3317609" y="1464531"/>
                  <a:pt x="3329102" y="1476025"/>
                  <a:pt x="3329102" y="1490305"/>
                </a:cubicBezTo>
                <a:cubicBezTo>
                  <a:pt x="3329102" y="1504471"/>
                  <a:pt x="3317609" y="1515965"/>
                  <a:pt x="3303444" y="1515965"/>
                </a:cubicBezTo>
                <a:cubicBezTo>
                  <a:pt x="3289279" y="1515965"/>
                  <a:pt x="3277785" y="1504471"/>
                  <a:pt x="3277785" y="1490305"/>
                </a:cubicBezTo>
                <a:cubicBezTo>
                  <a:pt x="3277785" y="1476142"/>
                  <a:pt x="3289279" y="1464647"/>
                  <a:pt x="3303444" y="1464647"/>
                </a:cubicBezTo>
                <a:close/>
                <a:moveTo>
                  <a:pt x="3239238" y="1464647"/>
                </a:moveTo>
                <a:cubicBezTo>
                  <a:pt x="3253410" y="1464647"/>
                  <a:pt x="3264898" y="1476135"/>
                  <a:pt x="3264898" y="1490305"/>
                </a:cubicBezTo>
                <a:cubicBezTo>
                  <a:pt x="3264898" y="1504477"/>
                  <a:pt x="3253410" y="1515964"/>
                  <a:pt x="3239238" y="1515964"/>
                </a:cubicBezTo>
                <a:cubicBezTo>
                  <a:pt x="3225068" y="1515964"/>
                  <a:pt x="3213580" y="1504477"/>
                  <a:pt x="3213580" y="1490305"/>
                </a:cubicBezTo>
                <a:cubicBezTo>
                  <a:pt x="3213580" y="1476135"/>
                  <a:pt x="3225068" y="1464647"/>
                  <a:pt x="3239238" y="1464647"/>
                </a:cubicBezTo>
                <a:close/>
                <a:moveTo>
                  <a:pt x="3110828" y="1464647"/>
                </a:moveTo>
                <a:cubicBezTo>
                  <a:pt x="3124992" y="1464531"/>
                  <a:pt x="3136487" y="1476025"/>
                  <a:pt x="3136487" y="1490305"/>
                </a:cubicBezTo>
                <a:cubicBezTo>
                  <a:pt x="3136487" y="1504471"/>
                  <a:pt x="3124992" y="1515965"/>
                  <a:pt x="3110828" y="1515965"/>
                </a:cubicBezTo>
                <a:cubicBezTo>
                  <a:pt x="3096663" y="1515965"/>
                  <a:pt x="3085170" y="1504471"/>
                  <a:pt x="3085170" y="1490305"/>
                </a:cubicBezTo>
                <a:cubicBezTo>
                  <a:pt x="3085170" y="1476142"/>
                  <a:pt x="3096663" y="1464647"/>
                  <a:pt x="3110828" y="1464647"/>
                </a:cubicBezTo>
                <a:close/>
                <a:moveTo>
                  <a:pt x="3046623" y="1464647"/>
                </a:moveTo>
                <a:cubicBezTo>
                  <a:pt x="3060788" y="1464531"/>
                  <a:pt x="3072282" y="1476025"/>
                  <a:pt x="3072282" y="1490305"/>
                </a:cubicBezTo>
                <a:cubicBezTo>
                  <a:pt x="3072282" y="1504471"/>
                  <a:pt x="3060788" y="1515965"/>
                  <a:pt x="3046623" y="1515965"/>
                </a:cubicBezTo>
                <a:cubicBezTo>
                  <a:pt x="3032458" y="1515965"/>
                  <a:pt x="3020964" y="1504471"/>
                  <a:pt x="3020964" y="1490305"/>
                </a:cubicBezTo>
                <a:cubicBezTo>
                  <a:pt x="3020964" y="1476142"/>
                  <a:pt x="3032458" y="1464647"/>
                  <a:pt x="3046623" y="1464647"/>
                </a:cubicBezTo>
                <a:close/>
                <a:moveTo>
                  <a:pt x="2982301" y="1464647"/>
                </a:moveTo>
                <a:cubicBezTo>
                  <a:pt x="2996466" y="1464531"/>
                  <a:pt x="3007960" y="1476025"/>
                  <a:pt x="3007960" y="1490305"/>
                </a:cubicBezTo>
                <a:cubicBezTo>
                  <a:pt x="3007960" y="1504471"/>
                  <a:pt x="2996466" y="1515965"/>
                  <a:pt x="2982301" y="1515965"/>
                </a:cubicBezTo>
                <a:cubicBezTo>
                  <a:pt x="2968137" y="1515965"/>
                  <a:pt x="2956642" y="1504471"/>
                  <a:pt x="2956642" y="1490305"/>
                </a:cubicBezTo>
                <a:cubicBezTo>
                  <a:pt x="2956642" y="1476142"/>
                  <a:pt x="2968137" y="1464647"/>
                  <a:pt x="2982301" y="1464647"/>
                </a:cubicBezTo>
                <a:close/>
                <a:moveTo>
                  <a:pt x="2853890" y="1464647"/>
                </a:moveTo>
                <a:cubicBezTo>
                  <a:pt x="2868062" y="1464647"/>
                  <a:pt x="2879550" y="1476135"/>
                  <a:pt x="2879550" y="1490305"/>
                </a:cubicBezTo>
                <a:cubicBezTo>
                  <a:pt x="2879550" y="1504477"/>
                  <a:pt x="2868062" y="1515964"/>
                  <a:pt x="2853890" y="1515964"/>
                </a:cubicBezTo>
                <a:cubicBezTo>
                  <a:pt x="2839720" y="1515964"/>
                  <a:pt x="2828231" y="1504477"/>
                  <a:pt x="2828231" y="1490305"/>
                </a:cubicBezTo>
                <a:cubicBezTo>
                  <a:pt x="2828231" y="1476135"/>
                  <a:pt x="2839720" y="1464647"/>
                  <a:pt x="2853890" y="1464647"/>
                </a:cubicBezTo>
                <a:close/>
                <a:moveTo>
                  <a:pt x="2789686" y="1464647"/>
                </a:moveTo>
                <a:cubicBezTo>
                  <a:pt x="2803850" y="1464531"/>
                  <a:pt x="2815344" y="1476025"/>
                  <a:pt x="2815344" y="1490305"/>
                </a:cubicBezTo>
                <a:cubicBezTo>
                  <a:pt x="2815344" y="1504471"/>
                  <a:pt x="2803850" y="1515965"/>
                  <a:pt x="2789686" y="1515965"/>
                </a:cubicBezTo>
                <a:cubicBezTo>
                  <a:pt x="2775521" y="1515965"/>
                  <a:pt x="2764027" y="1504471"/>
                  <a:pt x="2764027" y="1490305"/>
                </a:cubicBezTo>
                <a:cubicBezTo>
                  <a:pt x="2764027" y="1476142"/>
                  <a:pt x="2775521" y="1464647"/>
                  <a:pt x="2789686" y="1464647"/>
                </a:cubicBezTo>
                <a:close/>
                <a:moveTo>
                  <a:pt x="2597069" y="1464647"/>
                </a:moveTo>
                <a:cubicBezTo>
                  <a:pt x="2611234" y="1464531"/>
                  <a:pt x="2622729" y="1476025"/>
                  <a:pt x="2622729" y="1490305"/>
                </a:cubicBezTo>
                <a:cubicBezTo>
                  <a:pt x="2622729" y="1504471"/>
                  <a:pt x="2611234" y="1515965"/>
                  <a:pt x="2597069" y="1515965"/>
                </a:cubicBezTo>
                <a:cubicBezTo>
                  <a:pt x="2582904" y="1515965"/>
                  <a:pt x="2571410" y="1504471"/>
                  <a:pt x="2571410" y="1490305"/>
                </a:cubicBezTo>
                <a:cubicBezTo>
                  <a:pt x="2571410" y="1476142"/>
                  <a:pt x="2582904" y="1464647"/>
                  <a:pt x="2597069" y="1464647"/>
                </a:cubicBezTo>
                <a:close/>
                <a:moveTo>
                  <a:pt x="2532865" y="1464647"/>
                </a:moveTo>
                <a:cubicBezTo>
                  <a:pt x="2547035" y="1464647"/>
                  <a:pt x="2558523" y="1476135"/>
                  <a:pt x="2558523" y="1490305"/>
                </a:cubicBezTo>
                <a:cubicBezTo>
                  <a:pt x="2558523" y="1504477"/>
                  <a:pt x="2547035" y="1515964"/>
                  <a:pt x="2532865" y="1515964"/>
                </a:cubicBezTo>
                <a:cubicBezTo>
                  <a:pt x="2518693" y="1515964"/>
                  <a:pt x="2507205" y="1504477"/>
                  <a:pt x="2507205" y="1490305"/>
                </a:cubicBezTo>
                <a:cubicBezTo>
                  <a:pt x="2507205" y="1476135"/>
                  <a:pt x="2518693" y="1464647"/>
                  <a:pt x="2532865" y="1464647"/>
                </a:cubicBezTo>
                <a:close/>
                <a:moveTo>
                  <a:pt x="2404454" y="1464647"/>
                </a:moveTo>
                <a:cubicBezTo>
                  <a:pt x="2418619" y="1464531"/>
                  <a:pt x="2430112" y="1476025"/>
                  <a:pt x="2430112" y="1490305"/>
                </a:cubicBezTo>
                <a:cubicBezTo>
                  <a:pt x="2430112" y="1504471"/>
                  <a:pt x="2418619" y="1515965"/>
                  <a:pt x="2404454" y="1515965"/>
                </a:cubicBezTo>
                <a:cubicBezTo>
                  <a:pt x="2390289" y="1515965"/>
                  <a:pt x="2378795" y="1504471"/>
                  <a:pt x="2378795" y="1490305"/>
                </a:cubicBezTo>
                <a:cubicBezTo>
                  <a:pt x="2378795" y="1476142"/>
                  <a:pt x="2390289" y="1464647"/>
                  <a:pt x="2404454" y="1464647"/>
                </a:cubicBezTo>
                <a:close/>
                <a:moveTo>
                  <a:pt x="2340249" y="1464647"/>
                </a:moveTo>
                <a:cubicBezTo>
                  <a:pt x="2354413" y="1464531"/>
                  <a:pt x="2365908" y="1476025"/>
                  <a:pt x="2365908" y="1490305"/>
                </a:cubicBezTo>
                <a:cubicBezTo>
                  <a:pt x="2365908" y="1504471"/>
                  <a:pt x="2354413" y="1515965"/>
                  <a:pt x="2340249" y="1515965"/>
                </a:cubicBezTo>
                <a:cubicBezTo>
                  <a:pt x="2326084" y="1515965"/>
                  <a:pt x="2314590" y="1504471"/>
                  <a:pt x="2314590" y="1490305"/>
                </a:cubicBezTo>
                <a:cubicBezTo>
                  <a:pt x="2314590" y="1476142"/>
                  <a:pt x="2326084" y="1464647"/>
                  <a:pt x="2340249" y="1464647"/>
                </a:cubicBezTo>
                <a:close/>
                <a:moveTo>
                  <a:pt x="2276044" y="1464647"/>
                </a:moveTo>
                <a:cubicBezTo>
                  <a:pt x="2290208" y="1464531"/>
                  <a:pt x="2301702" y="1476025"/>
                  <a:pt x="2301702" y="1490305"/>
                </a:cubicBezTo>
                <a:cubicBezTo>
                  <a:pt x="2301702" y="1504471"/>
                  <a:pt x="2290208" y="1515965"/>
                  <a:pt x="2276044" y="1515965"/>
                </a:cubicBezTo>
                <a:cubicBezTo>
                  <a:pt x="2261879" y="1515965"/>
                  <a:pt x="2250385" y="1504471"/>
                  <a:pt x="2250385" y="1490305"/>
                </a:cubicBezTo>
                <a:cubicBezTo>
                  <a:pt x="2250385" y="1476142"/>
                  <a:pt x="2261879" y="1464647"/>
                  <a:pt x="2276044" y="1464647"/>
                </a:cubicBezTo>
                <a:close/>
                <a:moveTo>
                  <a:pt x="2211838" y="1464647"/>
                </a:moveTo>
                <a:cubicBezTo>
                  <a:pt x="2226003" y="1464531"/>
                  <a:pt x="2237497" y="1476025"/>
                  <a:pt x="2237497" y="1490305"/>
                </a:cubicBezTo>
                <a:cubicBezTo>
                  <a:pt x="2237497" y="1504471"/>
                  <a:pt x="2226003" y="1515965"/>
                  <a:pt x="2211838" y="1515965"/>
                </a:cubicBezTo>
                <a:cubicBezTo>
                  <a:pt x="2197673" y="1515965"/>
                  <a:pt x="2186178" y="1504471"/>
                  <a:pt x="2186178" y="1490305"/>
                </a:cubicBezTo>
                <a:cubicBezTo>
                  <a:pt x="2186178" y="1476142"/>
                  <a:pt x="2197673" y="1464647"/>
                  <a:pt x="2211838" y="1464647"/>
                </a:cubicBezTo>
                <a:close/>
                <a:moveTo>
                  <a:pt x="2147633" y="1464647"/>
                </a:moveTo>
                <a:cubicBezTo>
                  <a:pt x="2161804" y="1464647"/>
                  <a:pt x="2173293" y="1476135"/>
                  <a:pt x="2173293" y="1490305"/>
                </a:cubicBezTo>
                <a:cubicBezTo>
                  <a:pt x="2173293" y="1504477"/>
                  <a:pt x="2161804" y="1515964"/>
                  <a:pt x="2147633" y="1515964"/>
                </a:cubicBezTo>
                <a:cubicBezTo>
                  <a:pt x="2133462" y="1515964"/>
                  <a:pt x="2121975" y="1504477"/>
                  <a:pt x="2121975" y="1490305"/>
                </a:cubicBezTo>
                <a:cubicBezTo>
                  <a:pt x="2121975" y="1476135"/>
                  <a:pt x="2133462" y="1464647"/>
                  <a:pt x="2147633" y="1464647"/>
                </a:cubicBezTo>
                <a:close/>
                <a:moveTo>
                  <a:pt x="2083427" y="1464647"/>
                </a:moveTo>
                <a:cubicBezTo>
                  <a:pt x="2097599" y="1464647"/>
                  <a:pt x="2109087" y="1476135"/>
                  <a:pt x="2109087" y="1490305"/>
                </a:cubicBezTo>
                <a:cubicBezTo>
                  <a:pt x="2109087" y="1504477"/>
                  <a:pt x="2097599" y="1515964"/>
                  <a:pt x="2083427" y="1515964"/>
                </a:cubicBezTo>
                <a:cubicBezTo>
                  <a:pt x="2069257" y="1515964"/>
                  <a:pt x="2057768" y="1504477"/>
                  <a:pt x="2057768" y="1490305"/>
                </a:cubicBezTo>
                <a:cubicBezTo>
                  <a:pt x="2057768" y="1476135"/>
                  <a:pt x="2069257" y="1464647"/>
                  <a:pt x="2083427" y="1464647"/>
                </a:cubicBezTo>
                <a:close/>
                <a:moveTo>
                  <a:pt x="2019222" y="1464647"/>
                </a:moveTo>
                <a:cubicBezTo>
                  <a:pt x="2033387" y="1464531"/>
                  <a:pt x="2044880" y="1476025"/>
                  <a:pt x="2044880" y="1490305"/>
                </a:cubicBezTo>
                <a:cubicBezTo>
                  <a:pt x="2044880" y="1504471"/>
                  <a:pt x="2033387" y="1515965"/>
                  <a:pt x="2019222" y="1515965"/>
                </a:cubicBezTo>
                <a:cubicBezTo>
                  <a:pt x="2005058" y="1515965"/>
                  <a:pt x="1993563" y="1504471"/>
                  <a:pt x="1993563" y="1490305"/>
                </a:cubicBezTo>
                <a:cubicBezTo>
                  <a:pt x="1993563" y="1476142"/>
                  <a:pt x="2005058" y="1464647"/>
                  <a:pt x="2019222" y="1464647"/>
                </a:cubicBezTo>
                <a:close/>
                <a:moveTo>
                  <a:pt x="1955016" y="1464647"/>
                </a:moveTo>
                <a:cubicBezTo>
                  <a:pt x="1969181" y="1464531"/>
                  <a:pt x="1980676" y="1476025"/>
                  <a:pt x="1980676" y="1490305"/>
                </a:cubicBezTo>
                <a:cubicBezTo>
                  <a:pt x="1980676" y="1504471"/>
                  <a:pt x="1969181" y="1515965"/>
                  <a:pt x="1955016" y="1515965"/>
                </a:cubicBezTo>
                <a:cubicBezTo>
                  <a:pt x="1940851" y="1515965"/>
                  <a:pt x="1929358" y="1504471"/>
                  <a:pt x="1929358" y="1490305"/>
                </a:cubicBezTo>
                <a:cubicBezTo>
                  <a:pt x="1929358" y="1476142"/>
                  <a:pt x="1940851" y="1464647"/>
                  <a:pt x="1955016" y="1464647"/>
                </a:cubicBezTo>
                <a:close/>
                <a:moveTo>
                  <a:pt x="1890696" y="1464647"/>
                </a:moveTo>
                <a:cubicBezTo>
                  <a:pt x="1904860" y="1464531"/>
                  <a:pt x="1916355" y="1476025"/>
                  <a:pt x="1916355" y="1490305"/>
                </a:cubicBezTo>
                <a:cubicBezTo>
                  <a:pt x="1916355" y="1504471"/>
                  <a:pt x="1904860" y="1515965"/>
                  <a:pt x="1890696" y="1515965"/>
                </a:cubicBezTo>
                <a:cubicBezTo>
                  <a:pt x="1876531" y="1515965"/>
                  <a:pt x="1865037" y="1504471"/>
                  <a:pt x="1865037" y="1490305"/>
                </a:cubicBezTo>
                <a:cubicBezTo>
                  <a:pt x="1865037" y="1476142"/>
                  <a:pt x="1876531" y="1464647"/>
                  <a:pt x="1890696" y="1464647"/>
                </a:cubicBezTo>
                <a:close/>
                <a:moveTo>
                  <a:pt x="1826490" y="1464647"/>
                </a:moveTo>
                <a:cubicBezTo>
                  <a:pt x="1840654" y="1464531"/>
                  <a:pt x="1852149" y="1476025"/>
                  <a:pt x="1852149" y="1490305"/>
                </a:cubicBezTo>
                <a:cubicBezTo>
                  <a:pt x="1852149" y="1504471"/>
                  <a:pt x="1840654" y="1515965"/>
                  <a:pt x="1826490" y="1515965"/>
                </a:cubicBezTo>
                <a:cubicBezTo>
                  <a:pt x="1812325" y="1515965"/>
                  <a:pt x="1800830" y="1504471"/>
                  <a:pt x="1800830" y="1490305"/>
                </a:cubicBezTo>
                <a:cubicBezTo>
                  <a:pt x="1800830" y="1476142"/>
                  <a:pt x="1812325" y="1464647"/>
                  <a:pt x="1826490" y="1464647"/>
                </a:cubicBezTo>
                <a:close/>
                <a:moveTo>
                  <a:pt x="1762285" y="1464647"/>
                </a:moveTo>
                <a:cubicBezTo>
                  <a:pt x="1776456" y="1464647"/>
                  <a:pt x="1787944" y="1476135"/>
                  <a:pt x="1787944" y="1490305"/>
                </a:cubicBezTo>
                <a:cubicBezTo>
                  <a:pt x="1787944" y="1504477"/>
                  <a:pt x="1776456" y="1515964"/>
                  <a:pt x="1762285" y="1515964"/>
                </a:cubicBezTo>
                <a:cubicBezTo>
                  <a:pt x="1748114" y="1515964"/>
                  <a:pt x="1736626" y="1504477"/>
                  <a:pt x="1736626" y="1490305"/>
                </a:cubicBezTo>
                <a:cubicBezTo>
                  <a:pt x="1736626" y="1476135"/>
                  <a:pt x="1748114" y="1464647"/>
                  <a:pt x="1762285" y="1464647"/>
                </a:cubicBezTo>
                <a:close/>
                <a:moveTo>
                  <a:pt x="1698080" y="1464647"/>
                </a:moveTo>
                <a:cubicBezTo>
                  <a:pt x="1712244" y="1464531"/>
                  <a:pt x="1723738" y="1476025"/>
                  <a:pt x="1723738" y="1490305"/>
                </a:cubicBezTo>
                <a:cubicBezTo>
                  <a:pt x="1723738" y="1504471"/>
                  <a:pt x="1712244" y="1515965"/>
                  <a:pt x="1698080" y="1515965"/>
                </a:cubicBezTo>
                <a:cubicBezTo>
                  <a:pt x="1683915" y="1515965"/>
                  <a:pt x="1672420" y="1504471"/>
                  <a:pt x="1672420" y="1490305"/>
                </a:cubicBezTo>
                <a:cubicBezTo>
                  <a:pt x="1672420" y="1476142"/>
                  <a:pt x="1683915" y="1464647"/>
                  <a:pt x="1698080" y="1464647"/>
                </a:cubicBezTo>
                <a:close/>
                <a:moveTo>
                  <a:pt x="1633874" y="1464647"/>
                </a:moveTo>
                <a:cubicBezTo>
                  <a:pt x="1648039" y="1464531"/>
                  <a:pt x="1659533" y="1476025"/>
                  <a:pt x="1659533" y="1490305"/>
                </a:cubicBezTo>
                <a:cubicBezTo>
                  <a:pt x="1659533" y="1504471"/>
                  <a:pt x="1648039" y="1515965"/>
                  <a:pt x="1633874" y="1515965"/>
                </a:cubicBezTo>
                <a:cubicBezTo>
                  <a:pt x="1619710" y="1515965"/>
                  <a:pt x="1608216" y="1504471"/>
                  <a:pt x="1608216" y="1490305"/>
                </a:cubicBezTo>
                <a:cubicBezTo>
                  <a:pt x="1608216" y="1476142"/>
                  <a:pt x="1619710" y="1464647"/>
                  <a:pt x="1633874" y="1464647"/>
                </a:cubicBezTo>
                <a:close/>
                <a:moveTo>
                  <a:pt x="1569669" y="1464647"/>
                </a:moveTo>
                <a:cubicBezTo>
                  <a:pt x="1583834" y="1464531"/>
                  <a:pt x="1595328" y="1476025"/>
                  <a:pt x="1595328" y="1490305"/>
                </a:cubicBezTo>
                <a:cubicBezTo>
                  <a:pt x="1595328" y="1504471"/>
                  <a:pt x="1583834" y="1515965"/>
                  <a:pt x="1569669" y="1515965"/>
                </a:cubicBezTo>
                <a:cubicBezTo>
                  <a:pt x="1555504" y="1515965"/>
                  <a:pt x="1544010" y="1504471"/>
                  <a:pt x="1544010" y="1490305"/>
                </a:cubicBezTo>
                <a:cubicBezTo>
                  <a:pt x="1544010" y="1476142"/>
                  <a:pt x="1555504" y="1464647"/>
                  <a:pt x="1569669" y="1464647"/>
                </a:cubicBezTo>
                <a:close/>
                <a:moveTo>
                  <a:pt x="1505464" y="1464647"/>
                </a:moveTo>
                <a:cubicBezTo>
                  <a:pt x="1519629" y="1464531"/>
                  <a:pt x="1531123" y="1476025"/>
                  <a:pt x="1531123" y="1490305"/>
                </a:cubicBezTo>
                <a:cubicBezTo>
                  <a:pt x="1531123" y="1504471"/>
                  <a:pt x="1519629" y="1515965"/>
                  <a:pt x="1505464" y="1515965"/>
                </a:cubicBezTo>
                <a:cubicBezTo>
                  <a:pt x="1491299" y="1515965"/>
                  <a:pt x="1479806" y="1504471"/>
                  <a:pt x="1479806" y="1490305"/>
                </a:cubicBezTo>
                <a:cubicBezTo>
                  <a:pt x="1479806" y="1476142"/>
                  <a:pt x="1491299" y="1464647"/>
                  <a:pt x="1505464" y="1464647"/>
                </a:cubicBezTo>
                <a:close/>
                <a:moveTo>
                  <a:pt x="1441258" y="1464647"/>
                </a:moveTo>
                <a:cubicBezTo>
                  <a:pt x="1455430" y="1464647"/>
                  <a:pt x="1466917" y="1476135"/>
                  <a:pt x="1466917" y="1490305"/>
                </a:cubicBezTo>
                <a:cubicBezTo>
                  <a:pt x="1466917" y="1504477"/>
                  <a:pt x="1455430" y="1515964"/>
                  <a:pt x="1441258" y="1515964"/>
                </a:cubicBezTo>
                <a:cubicBezTo>
                  <a:pt x="1427087" y="1515964"/>
                  <a:pt x="1415599" y="1504477"/>
                  <a:pt x="1415599" y="1490305"/>
                </a:cubicBezTo>
                <a:cubicBezTo>
                  <a:pt x="1415599" y="1476135"/>
                  <a:pt x="1427087" y="1464647"/>
                  <a:pt x="1441258" y="1464647"/>
                </a:cubicBezTo>
                <a:close/>
                <a:moveTo>
                  <a:pt x="1377053" y="1464647"/>
                </a:moveTo>
                <a:cubicBezTo>
                  <a:pt x="1391224" y="1464647"/>
                  <a:pt x="1402712" y="1476135"/>
                  <a:pt x="1402712" y="1490305"/>
                </a:cubicBezTo>
                <a:cubicBezTo>
                  <a:pt x="1402712" y="1504477"/>
                  <a:pt x="1391224" y="1515964"/>
                  <a:pt x="1377053" y="1515964"/>
                </a:cubicBezTo>
                <a:cubicBezTo>
                  <a:pt x="1362882" y="1515964"/>
                  <a:pt x="1351395" y="1504477"/>
                  <a:pt x="1351395" y="1490305"/>
                </a:cubicBezTo>
                <a:cubicBezTo>
                  <a:pt x="1351395" y="1476135"/>
                  <a:pt x="1362882" y="1464647"/>
                  <a:pt x="1377053" y="1464647"/>
                </a:cubicBezTo>
                <a:close/>
                <a:moveTo>
                  <a:pt x="1184437" y="1464647"/>
                </a:moveTo>
                <a:cubicBezTo>
                  <a:pt x="1198602" y="1464531"/>
                  <a:pt x="1210096" y="1476025"/>
                  <a:pt x="1210096" y="1490305"/>
                </a:cubicBezTo>
                <a:cubicBezTo>
                  <a:pt x="1210096" y="1504471"/>
                  <a:pt x="1198602" y="1515965"/>
                  <a:pt x="1184437" y="1515965"/>
                </a:cubicBezTo>
                <a:cubicBezTo>
                  <a:pt x="1170273" y="1515965"/>
                  <a:pt x="1158780" y="1504471"/>
                  <a:pt x="1158780" y="1490305"/>
                </a:cubicBezTo>
                <a:cubicBezTo>
                  <a:pt x="1158780" y="1476142"/>
                  <a:pt x="1170273" y="1464647"/>
                  <a:pt x="1184437" y="1464647"/>
                </a:cubicBezTo>
                <a:close/>
                <a:moveTo>
                  <a:pt x="1056027" y="1464647"/>
                </a:moveTo>
                <a:cubicBezTo>
                  <a:pt x="1070199" y="1464647"/>
                  <a:pt x="1081685" y="1476135"/>
                  <a:pt x="1081685" y="1490305"/>
                </a:cubicBezTo>
                <a:cubicBezTo>
                  <a:pt x="1081685" y="1504477"/>
                  <a:pt x="1070199" y="1515964"/>
                  <a:pt x="1056027" y="1515964"/>
                </a:cubicBezTo>
                <a:cubicBezTo>
                  <a:pt x="1041857" y="1515964"/>
                  <a:pt x="1030369" y="1504477"/>
                  <a:pt x="1030369" y="1490305"/>
                </a:cubicBezTo>
                <a:cubicBezTo>
                  <a:pt x="1030369" y="1476135"/>
                  <a:pt x="1041857" y="1464647"/>
                  <a:pt x="1056027" y="1464647"/>
                </a:cubicBezTo>
                <a:close/>
                <a:moveTo>
                  <a:pt x="991823" y="1464647"/>
                </a:moveTo>
                <a:cubicBezTo>
                  <a:pt x="1005993" y="1464647"/>
                  <a:pt x="1017481" y="1476135"/>
                  <a:pt x="1017481" y="1490305"/>
                </a:cubicBezTo>
                <a:cubicBezTo>
                  <a:pt x="1017481" y="1504477"/>
                  <a:pt x="1005993" y="1515964"/>
                  <a:pt x="991823" y="1515964"/>
                </a:cubicBezTo>
                <a:cubicBezTo>
                  <a:pt x="977652" y="1515964"/>
                  <a:pt x="966162" y="1504477"/>
                  <a:pt x="966162" y="1490305"/>
                </a:cubicBezTo>
                <a:cubicBezTo>
                  <a:pt x="966162" y="1476135"/>
                  <a:pt x="977652" y="1464647"/>
                  <a:pt x="991823" y="1464647"/>
                </a:cubicBezTo>
                <a:close/>
                <a:moveTo>
                  <a:pt x="927616" y="1464647"/>
                </a:moveTo>
                <a:cubicBezTo>
                  <a:pt x="941781" y="1464531"/>
                  <a:pt x="953275" y="1476025"/>
                  <a:pt x="953275" y="1490305"/>
                </a:cubicBezTo>
                <a:cubicBezTo>
                  <a:pt x="953275" y="1504471"/>
                  <a:pt x="941781" y="1515965"/>
                  <a:pt x="927616" y="1515965"/>
                </a:cubicBezTo>
                <a:cubicBezTo>
                  <a:pt x="913452" y="1515965"/>
                  <a:pt x="901957" y="1504471"/>
                  <a:pt x="901957" y="1490305"/>
                </a:cubicBezTo>
                <a:cubicBezTo>
                  <a:pt x="901957" y="1476142"/>
                  <a:pt x="913452" y="1464647"/>
                  <a:pt x="927616" y="1464647"/>
                </a:cubicBezTo>
                <a:close/>
                <a:moveTo>
                  <a:pt x="863411" y="1464647"/>
                </a:moveTo>
                <a:cubicBezTo>
                  <a:pt x="877576" y="1464531"/>
                  <a:pt x="889071" y="1476025"/>
                  <a:pt x="889071" y="1490305"/>
                </a:cubicBezTo>
                <a:cubicBezTo>
                  <a:pt x="889071" y="1504471"/>
                  <a:pt x="877576" y="1515965"/>
                  <a:pt x="863411" y="1515965"/>
                </a:cubicBezTo>
                <a:cubicBezTo>
                  <a:pt x="849248" y="1515965"/>
                  <a:pt x="837752" y="1504471"/>
                  <a:pt x="837752" y="1490305"/>
                </a:cubicBezTo>
                <a:cubicBezTo>
                  <a:pt x="837752" y="1476142"/>
                  <a:pt x="849248" y="1464647"/>
                  <a:pt x="863411" y="1464647"/>
                </a:cubicBezTo>
                <a:close/>
                <a:moveTo>
                  <a:pt x="670679" y="1464647"/>
                </a:moveTo>
                <a:cubicBezTo>
                  <a:pt x="684851" y="1464647"/>
                  <a:pt x="696338" y="1476135"/>
                  <a:pt x="696338" y="1490305"/>
                </a:cubicBezTo>
                <a:cubicBezTo>
                  <a:pt x="696338" y="1504477"/>
                  <a:pt x="684851" y="1515964"/>
                  <a:pt x="670679" y="1515964"/>
                </a:cubicBezTo>
                <a:cubicBezTo>
                  <a:pt x="656509" y="1515964"/>
                  <a:pt x="645020" y="1504477"/>
                  <a:pt x="645020" y="1490305"/>
                </a:cubicBezTo>
                <a:cubicBezTo>
                  <a:pt x="645020" y="1476135"/>
                  <a:pt x="656509" y="1464647"/>
                  <a:pt x="670679" y="1464647"/>
                </a:cubicBezTo>
                <a:close/>
                <a:moveTo>
                  <a:pt x="606475" y="1464647"/>
                </a:moveTo>
                <a:cubicBezTo>
                  <a:pt x="620639" y="1464531"/>
                  <a:pt x="632134" y="1476025"/>
                  <a:pt x="632134" y="1490305"/>
                </a:cubicBezTo>
                <a:cubicBezTo>
                  <a:pt x="632134" y="1504471"/>
                  <a:pt x="620639" y="1515965"/>
                  <a:pt x="606475" y="1515965"/>
                </a:cubicBezTo>
                <a:cubicBezTo>
                  <a:pt x="592310" y="1515965"/>
                  <a:pt x="580815" y="1504471"/>
                  <a:pt x="580815" y="1490305"/>
                </a:cubicBezTo>
                <a:cubicBezTo>
                  <a:pt x="580815" y="1476142"/>
                  <a:pt x="592310" y="1464647"/>
                  <a:pt x="606475" y="1464647"/>
                </a:cubicBezTo>
                <a:close/>
                <a:moveTo>
                  <a:pt x="542268" y="1464647"/>
                </a:moveTo>
                <a:cubicBezTo>
                  <a:pt x="556433" y="1464531"/>
                  <a:pt x="567927" y="1476025"/>
                  <a:pt x="567927" y="1490305"/>
                </a:cubicBezTo>
                <a:cubicBezTo>
                  <a:pt x="567927" y="1504471"/>
                  <a:pt x="556433" y="1515965"/>
                  <a:pt x="542268" y="1515965"/>
                </a:cubicBezTo>
                <a:cubicBezTo>
                  <a:pt x="528104" y="1515965"/>
                  <a:pt x="516610" y="1504471"/>
                  <a:pt x="516610" y="1490305"/>
                </a:cubicBezTo>
                <a:cubicBezTo>
                  <a:pt x="516610" y="1476142"/>
                  <a:pt x="528104" y="1464647"/>
                  <a:pt x="542268" y="1464647"/>
                </a:cubicBezTo>
                <a:close/>
                <a:moveTo>
                  <a:pt x="478063" y="1464647"/>
                </a:moveTo>
                <a:cubicBezTo>
                  <a:pt x="492228" y="1464531"/>
                  <a:pt x="503724" y="1476025"/>
                  <a:pt x="503724" y="1490305"/>
                </a:cubicBezTo>
                <a:cubicBezTo>
                  <a:pt x="503724" y="1504471"/>
                  <a:pt x="492228" y="1515965"/>
                  <a:pt x="478063" y="1515965"/>
                </a:cubicBezTo>
                <a:cubicBezTo>
                  <a:pt x="463900" y="1515965"/>
                  <a:pt x="452404" y="1504471"/>
                  <a:pt x="452404" y="1490305"/>
                </a:cubicBezTo>
                <a:cubicBezTo>
                  <a:pt x="452404" y="1476142"/>
                  <a:pt x="463900" y="1464647"/>
                  <a:pt x="478063" y="1464647"/>
                </a:cubicBezTo>
                <a:close/>
                <a:moveTo>
                  <a:pt x="413858" y="1464647"/>
                </a:moveTo>
                <a:cubicBezTo>
                  <a:pt x="428023" y="1464531"/>
                  <a:pt x="439517" y="1476025"/>
                  <a:pt x="439517" y="1490305"/>
                </a:cubicBezTo>
                <a:cubicBezTo>
                  <a:pt x="439517" y="1504471"/>
                  <a:pt x="428023" y="1515965"/>
                  <a:pt x="413858" y="1515965"/>
                </a:cubicBezTo>
                <a:cubicBezTo>
                  <a:pt x="399694" y="1515965"/>
                  <a:pt x="388200" y="1504471"/>
                  <a:pt x="388200" y="1490305"/>
                </a:cubicBezTo>
                <a:cubicBezTo>
                  <a:pt x="388200" y="1476142"/>
                  <a:pt x="399694" y="1464647"/>
                  <a:pt x="413858" y="1464647"/>
                </a:cubicBezTo>
                <a:close/>
                <a:moveTo>
                  <a:pt x="346686" y="1464647"/>
                </a:moveTo>
                <a:cubicBezTo>
                  <a:pt x="360849" y="1464531"/>
                  <a:pt x="372344" y="1476025"/>
                  <a:pt x="372344" y="1490305"/>
                </a:cubicBezTo>
                <a:cubicBezTo>
                  <a:pt x="372344" y="1504471"/>
                  <a:pt x="360849" y="1515965"/>
                  <a:pt x="346686" y="1515965"/>
                </a:cubicBezTo>
                <a:cubicBezTo>
                  <a:pt x="332520" y="1515965"/>
                  <a:pt x="321027" y="1504471"/>
                  <a:pt x="321027" y="1490305"/>
                </a:cubicBezTo>
                <a:cubicBezTo>
                  <a:pt x="321027" y="1476142"/>
                  <a:pt x="332520" y="1464647"/>
                  <a:pt x="346686" y="1464647"/>
                </a:cubicBezTo>
                <a:close/>
                <a:moveTo>
                  <a:pt x="282480" y="1464647"/>
                </a:moveTo>
                <a:cubicBezTo>
                  <a:pt x="296644" y="1464531"/>
                  <a:pt x="308138" y="1476025"/>
                  <a:pt x="308138" y="1490305"/>
                </a:cubicBezTo>
                <a:cubicBezTo>
                  <a:pt x="308138" y="1504471"/>
                  <a:pt x="296644" y="1515965"/>
                  <a:pt x="282480" y="1515965"/>
                </a:cubicBezTo>
                <a:cubicBezTo>
                  <a:pt x="268314" y="1515965"/>
                  <a:pt x="256820" y="1504471"/>
                  <a:pt x="256820" y="1490305"/>
                </a:cubicBezTo>
                <a:cubicBezTo>
                  <a:pt x="256820" y="1476142"/>
                  <a:pt x="268314" y="1464647"/>
                  <a:pt x="282480" y="1464647"/>
                </a:cubicBezTo>
                <a:close/>
                <a:moveTo>
                  <a:pt x="218274" y="1464647"/>
                </a:moveTo>
                <a:cubicBezTo>
                  <a:pt x="232438" y="1464531"/>
                  <a:pt x="243932" y="1476025"/>
                  <a:pt x="243932" y="1490305"/>
                </a:cubicBezTo>
                <a:cubicBezTo>
                  <a:pt x="243932" y="1504471"/>
                  <a:pt x="232438" y="1515965"/>
                  <a:pt x="218274" y="1515965"/>
                </a:cubicBezTo>
                <a:cubicBezTo>
                  <a:pt x="204109" y="1515965"/>
                  <a:pt x="192615" y="1504471"/>
                  <a:pt x="192615" y="1490305"/>
                </a:cubicBezTo>
                <a:cubicBezTo>
                  <a:pt x="192615" y="1476142"/>
                  <a:pt x="204109" y="1464647"/>
                  <a:pt x="218274" y="1464647"/>
                </a:cubicBezTo>
                <a:close/>
                <a:moveTo>
                  <a:pt x="25659" y="1464647"/>
                </a:moveTo>
                <a:cubicBezTo>
                  <a:pt x="39829" y="1464647"/>
                  <a:pt x="51317" y="1476135"/>
                  <a:pt x="51317" y="1490305"/>
                </a:cubicBezTo>
                <a:cubicBezTo>
                  <a:pt x="51317" y="1504477"/>
                  <a:pt x="39829" y="1515964"/>
                  <a:pt x="25659" y="1515964"/>
                </a:cubicBezTo>
                <a:cubicBezTo>
                  <a:pt x="11488" y="1515964"/>
                  <a:pt x="0" y="1504477"/>
                  <a:pt x="0" y="1490305"/>
                </a:cubicBezTo>
                <a:cubicBezTo>
                  <a:pt x="0" y="1476135"/>
                  <a:pt x="11488" y="1464647"/>
                  <a:pt x="25659" y="1464647"/>
                </a:cubicBezTo>
                <a:close/>
                <a:moveTo>
                  <a:pt x="11518287" y="1410195"/>
                </a:moveTo>
                <a:cubicBezTo>
                  <a:pt x="11525405" y="1410195"/>
                  <a:pt x="11531175" y="1415964"/>
                  <a:pt x="11531175" y="1423081"/>
                </a:cubicBezTo>
                <a:cubicBezTo>
                  <a:pt x="11531175" y="1430200"/>
                  <a:pt x="11525403" y="1435969"/>
                  <a:pt x="11518287" y="1435969"/>
                </a:cubicBezTo>
                <a:cubicBezTo>
                  <a:pt x="11511167" y="1435969"/>
                  <a:pt x="11505399" y="1430200"/>
                  <a:pt x="11505399" y="1423081"/>
                </a:cubicBezTo>
                <a:cubicBezTo>
                  <a:pt x="11505399" y="1415964"/>
                  <a:pt x="11511171" y="1410195"/>
                  <a:pt x="11518287" y="1410195"/>
                </a:cubicBezTo>
                <a:close/>
                <a:moveTo>
                  <a:pt x="11004528" y="1410195"/>
                </a:moveTo>
                <a:cubicBezTo>
                  <a:pt x="11011644" y="1410195"/>
                  <a:pt x="11017416" y="1415964"/>
                  <a:pt x="11017416" y="1423081"/>
                </a:cubicBezTo>
                <a:cubicBezTo>
                  <a:pt x="11017416" y="1430200"/>
                  <a:pt x="11011644" y="1435969"/>
                  <a:pt x="11004528" y="1435969"/>
                </a:cubicBezTo>
                <a:cubicBezTo>
                  <a:pt x="10997410" y="1435969"/>
                  <a:pt x="10991640" y="1430200"/>
                  <a:pt x="10991640" y="1423081"/>
                </a:cubicBezTo>
                <a:cubicBezTo>
                  <a:pt x="10991640" y="1415964"/>
                  <a:pt x="10997410" y="1410195"/>
                  <a:pt x="11004528" y="1410195"/>
                </a:cubicBezTo>
                <a:close/>
                <a:moveTo>
                  <a:pt x="10426681" y="1410195"/>
                </a:moveTo>
                <a:cubicBezTo>
                  <a:pt x="10433797" y="1410195"/>
                  <a:pt x="10439569" y="1415964"/>
                  <a:pt x="10439569" y="1423081"/>
                </a:cubicBezTo>
                <a:cubicBezTo>
                  <a:pt x="10439569" y="1430200"/>
                  <a:pt x="10433797" y="1435969"/>
                  <a:pt x="10426681" y="1435969"/>
                </a:cubicBezTo>
                <a:cubicBezTo>
                  <a:pt x="10419562" y="1435969"/>
                  <a:pt x="10413793" y="1430200"/>
                  <a:pt x="10413793" y="1423081"/>
                </a:cubicBezTo>
                <a:cubicBezTo>
                  <a:pt x="10413793" y="1415964"/>
                  <a:pt x="10419562" y="1410195"/>
                  <a:pt x="10426681" y="1410195"/>
                </a:cubicBezTo>
                <a:close/>
                <a:moveTo>
                  <a:pt x="9784512" y="1410195"/>
                </a:moveTo>
                <a:cubicBezTo>
                  <a:pt x="9791593" y="1410310"/>
                  <a:pt x="9797400" y="1415999"/>
                  <a:pt x="9797400" y="1423081"/>
                </a:cubicBezTo>
                <a:cubicBezTo>
                  <a:pt x="9797400" y="1430164"/>
                  <a:pt x="9791711" y="1435969"/>
                  <a:pt x="9784512" y="1435969"/>
                </a:cubicBezTo>
                <a:cubicBezTo>
                  <a:pt x="9777428" y="1435969"/>
                  <a:pt x="9771624" y="1430280"/>
                  <a:pt x="9771624" y="1423081"/>
                </a:cubicBezTo>
                <a:cubicBezTo>
                  <a:pt x="9771624" y="1415999"/>
                  <a:pt x="9777313" y="1410195"/>
                  <a:pt x="9784512" y="1410195"/>
                </a:cubicBezTo>
                <a:close/>
                <a:moveTo>
                  <a:pt x="8307675" y="1410195"/>
                </a:moveTo>
                <a:cubicBezTo>
                  <a:pt x="8314791" y="1410195"/>
                  <a:pt x="8320560" y="1415964"/>
                  <a:pt x="8320560" y="1423081"/>
                </a:cubicBezTo>
                <a:cubicBezTo>
                  <a:pt x="8320560" y="1430200"/>
                  <a:pt x="8314791" y="1435969"/>
                  <a:pt x="8307675" y="1435969"/>
                </a:cubicBezTo>
                <a:cubicBezTo>
                  <a:pt x="8300556" y="1435969"/>
                  <a:pt x="8294787" y="1430200"/>
                  <a:pt x="8294787" y="1423081"/>
                </a:cubicBezTo>
                <a:cubicBezTo>
                  <a:pt x="8294787" y="1415964"/>
                  <a:pt x="8300556" y="1410195"/>
                  <a:pt x="8307675" y="1410195"/>
                </a:cubicBezTo>
                <a:close/>
                <a:moveTo>
                  <a:pt x="7344479" y="1410195"/>
                </a:moveTo>
                <a:cubicBezTo>
                  <a:pt x="7351560" y="1410310"/>
                  <a:pt x="7357367" y="1415999"/>
                  <a:pt x="7357367" y="1423081"/>
                </a:cubicBezTo>
                <a:cubicBezTo>
                  <a:pt x="7357367" y="1430164"/>
                  <a:pt x="7351678" y="1435969"/>
                  <a:pt x="7344479" y="1435969"/>
                </a:cubicBezTo>
                <a:cubicBezTo>
                  <a:pt x="7337395" y="1435969"/>
                  <a:pt x="7331591" y="1430280"/>
                  <a:pt x="7331591" y="1423081"/>
                </a:cubicBezTo>
                <a:cubicBezTo>
                  <a:pt x="7331591" y="1415999"/>
                  <a:pt x="7337280" y="1410195"/>
                  <a:pt x="7344479" y="1410195"/>
                </a:cubicBezTo>
                <a:close/>
                <a:moveTo>
                  <a:pt x="6959132" y="1410195"/>
                </a:moveTo>
                <a:cubicBezTo>
                  <a:pt x="6966331" y="1410310"/>
                  <a:pt x="6972020" y="1415999"/>
                  <a:pt x="6972020" y="1423081"/>
                </a:cubicBezTo>
                <a:cubicBezTo>
                  <a:pt x="6972020" y="1430164"/>
                  <a:pt x="6966331" y="1435969"/>
                  <a:pt x="6959132" y="1435969"/>
                </a:cubicBezTo>
                <a:cubicBezTo>
                  <a:pt x="6952048" y="1435969"/>
                  <a:pt x="6946244" y="1430280"/>
                  <a:pt x="6946244" y="1423081"/>
                </a:cubicBezTo>
                <a:cubicBezTo>
                  <a:pt x="6946244" y="1415999"/>
                  <a:pt x="6951933" y="1410195"/>
                  <a:pt x="6959132" y="1410195"/>
                </a:cubicBezTo>
                <a:close/>
                <a:moveTo>
                  <a:pt x="6830836" y="1410195"/>
                </a:moveTo>
                <a:cubicBezTo>
                  <a:pt x="6837954" y="1410195"/>
                  <a:pt x="6843724" y="1415964"/>
                  <a:pt x="6843724" y="1423081"/>
                </a:cubicBezTo>
                <a:cubicBezTo>
                  <a:pt x="6843724" y="1430200"/>
                  <a:pt x="6837954" y="1435969"/>
                  <a:pt x="6830836" y="1435969"/>
                </a:cubicBezTo>
                <a:cubicBezTo>
                  <a:pt x="6823720" y="1435969"/>
                  <a:pt x="6817948" y="1430200"/>
                  <a:pt x="6817948" y="1423081"/>
                </a:cubicBezTo>
                <a:cubicBezTo>
                  <a:pt x="6817948" y="1415964"/>
                  <a:pt x="6823720" y="1410195"/>
                  <a:pt x="6830836" y="1410195"/>
                </a:cubicBezTo>
                <a:close/>
                <a:moveTo>
                  <a:pt x="5807683" y="1410195"/>
                </a:moveTo>
                <a:cubicBezTo>
                  <a:pt x="5814801" y="1410195"/>
                  <a:pt x="5820571" y="1415964"/>
                  <a:pt x="5820571" y="1423081"/>
                </a:cubicBezTo>
                <a:cubicBezTo>
                  <a:pt x="5820571" y="1430200"/>
                  <a:pt x="5814799" y="1435969"/>
                  <a:pt x="5807683" y="1435969"/>
                </a:cubicBezTo>
                <a:cubicBezTo>
                  <a:pt x="5800565" y="1435969"/>
                  <a:pt x="5794796" y="1430200"/>
                  <a:pt x="5794796" y="1423081"/>
                </a:cubicBezTo>
                <a:cubicBezTo>
                  <a:pt x="5794796" y="1415964"/>
                  <a:pt x="5800566" y="1410195"/>
                  <a:pt x="5807683" y="1410195"/>
                </a:cubicBezTo>
                <a:close/>
                <a:moveTo>
                  <a:pt x="5293924" y="1410195"/>
                </a:moveTo>
                <a:cubicBezTo>
                  <a:pt x="5301042" y="1410195"/>
                  <a:pt x="5306812" y="1415964"/>
                  <a:pt x="5306812" y="1423081"/>
                </a:cubicBezTo>
                <a:cubicBezTo>
                  <a:pt x="5306812" y="1430200"/>
                  <a:pt x="5301042" y="1435969"/>
                  <a:pt x="5293924" y="1435969"/>
                </a:cubicBezTo>
                <a:cubicBezTo>
                  <a:pt x="5286806" y="1435969"/>
                  <a:pt x="5281036" y="1430200"/>
                  <a:pt x="5281036" y="1423081"/>
                </a:cubicBezTo>
                <a:cubicBezTo>
                  <a:pt x="5281036" y="1415964"/>
                  <a:pt x="5286807" y="1410195"/>
                  <a:pt x="5293924" y="1410195"/>
                </a:cubicBezTo>
                <a:close/>
                <a:moveTo>
                  <a:pt x="4716077" y="1410195"/>
                </a:moveTo>
                <a:cubicBezTo>
                  <a:pt x="4723194" y="1410195"/>
                  <a:pt x="4728964" y="1415964"/>
                  <a:pt x="4728964" y="1423081"/>
                </a:cubicBezTo>
                <a:cubicBezTo>
                  <a:pt x="4728964" y="1430200"/>
                  <a:pt x="4723194" y="1435969"/>
                  <a:pt x="4716077" y="1435969"/>
                </a:cubicBezTo>
                <a:cubicBezTo>
                  <a:pt x="4708959" y="1435969"/>
                  <a:pt x="4703188" y="1430200"/>
                  <a:pt x="4703188" y="1423081"/>
                </a:cubicBezTo>
                <a:cubicBezTo>
                  <a:pt x="4703188" y="1415964"/>
                  <a:pt x="4708959" y="1410195"/>
                  <a:pt x="4716077" y="1410195"/>
                </a:cubicBezTo>
                <a:close/>
                <a:moveTo>
                  <a:pt x="4073908" y="1410195"/>
                </a:moveTo>
                <a:cubicBezTo>
                  <a:pt x="4080990" y="1410310"/>
                  <a:pt x="4086795" y="1415999"/>
                  <a:pt x="4086795" y="1423081"/>
                </a:cubicBezTo>
                <a:cubicBezTo>
                  <a:pt x="4086795" y="1430164"/>
                  <a:pt x="4081105" y="1435969"/>
                  <a:pt x="4073908" y="1435969"/>
                </a:cubicBezTo>
                <a:cubicBezTo>
                  <a:pt x="4066826" y="1435969"/>
                  <a:pt x="4061020" y="1430280"/>
                  <a:pt x="4061020" y="1423081"/>
                </a:cubicBezTo>
                <a:cubicBezTo>
                  <a:pt x="4061020" y="1415999"/>
                  <a:pt x="4066709" y="1410195"/>
                  <a:pt x="4073908" y="1410195"/>
                </a:cubicBezTo>
                <a:close/>
                <a:moveTo>
                  <a:pt x="2597069" y="1410195"/>
                </a:moveTo>
                <a:cubicBezTo>
                  <a:pt x="2604187" y="1410195"/>
                  <a:pt x="2609957" y="1415964"/>
                  <a:pt x="2609957" y="1423081"/>
                </a:cubicBezTo>
                <a:cubicBezTo>
                  <a:pt x="2609957" y="1430200"/>
                  <a:pt x="2604187" y="1435969"/>
                  <a:pt x="2597069" y="1435969"/>
                </a:cubicBezTo>
                <a:cubicBezTo>
                  <a:pt x="2589952" y="1435969"/>
                  <a:pt x="2584182" y="1430200"/>
                  <a:pt x="2584182" y="1423081"/>
                </a:cubicBezTo>
                <a:cubicBezTo>
                  <a:pt x="2584182" y="1415964"/>
                  <a:pt x="2589952" y="1410195"/>
                  <a:pt x="2597069" y="1410195"/>
                </a:cubicBezTo>
                <a:close/>
                <a:moveTo>
                  <a:pt x="1633875" y="1410195"/>
                </a:moveTo>
                <a:cubicBezTo>
                  <a:pt x="1640957" y="1410310"/>
                  <a:pt x="1646762" y="1415999"/>
                  <a:pt x="1646762" y="1423081"/>
                </a:cubicBezTo>
                <a:cubicBezTo>
                  <a:pt x="1646762" y="1430164"/>
                  <a:pt x="1641073" y="1435969"/>
                  <a:pt x="1633875" y="1435969"/>
                </a:cubicBezTo>
                <a:cubicBezTo>
                  <a:pt x="1626792" y="1435969"/>
                  <a:pt x="1620987" y="1430280"/>
                  <a:pt x="1620987" y="1423081"/>
                </a:cubicBezTo>
                <a:cubicBezTo>
                  <a:pt x="1620987" y="1415999"/>
                  <a:pt x="1626676" y="1410195"/>
                  <a:pt x="1633875" y="1410195"/>
                </a:cubicBezTo>
                <a:close/>
                <a:moveTo>
                  <a:pt x="1248528" y="1410195"/>
                </a:moveTo>
                <a:cubicBezTo>
                  <a:pt x="1255726" y="1410310"/>
                  <a:pt x="1261416" y="1415999"/>
                  <a:pt x="1261416" y="1423081"/>
                </a:cubicBezTo>
                <a:cubicBezTo>
                  <a:pt x="1261416" y="1430164"/>
                  <a:pt x="1255726" y="1435969"/>
                  <a:pt x="1248528" y="1435969"/>
                </a:cubicBezTo>
                <a:cubicBezTo>
                  <a:pt x="1241444" y="1435969"/>
                  <a:pt x="1235638" y="1430280"/>
                  <a:pt x="1235638" y="1423081"/>
                </a:cubicBezTo>
                <a:cubicBezTo>
                  <a:pt x="1235638" y="1415999"/>
                  <a:pt x="1241328" y="1410195"/>
                  <a:pt x="1248528" y="1410195"/>
                </a:cubicBezTo>
                <a:close/>
                <a:moveTo>
                  <a:pt x="1120233" y="1410195"/>
                </a:moveTo>
                <a:cubicBezTo>
                  <a:pt x="1127350" y="1410195"/>
                  <a:pt x="1133121" y="1415964"/>
                  <a:pt x="1133121" y="1423081"/>
                </a:cubicBezTo>
                <a:cubicBezTo>
                  <a:pt x="1133121" y="1430200"/>
                  <a:pt x="1127350" y="1435969"/>
                  <a:pt x="1120233" y="1435969"/>
                </a:cubicBezTo>
                <a:cubicBezTo>
                  <a:pt x="1113116" y="1435969"/>
                  <a:pt x="1107345" y="1430200"/>
                  <a:pt x="1107345" y="1423081"/>
                </a:cubicBezTo>
                <a:cubicBezTo>
                  <a:pt x="1107345" y="1415964"/>
                  <a:pt x="1113116" y="1410195"/>
                  <a:pt x="1120233" y="1410195"/>
                </a:cubicBezTo>
                <a:close/>
                <a:moveTo>
                  <a:pt x="89864" y="1410195"/>
                </a:moveTo>
                <a:cubicBezTo>
                  <a:pt x="96982" y="1410195"/>
                  <a:pt x="102752" y="1415964"/>
                  <a:pt x="102752" y="1423081"/>
                </a:cubicBezTo>
                <a:cubicBezTo>
                  <a:pt x="102752" y="1430200"/>
                  <a:pt x="96981" y="1435969"/>
                  <a:pt x="89864" y="1435969"/>
                </a:cubicBezTo>
                <a:cubicBezTo>
                  <a:pt x="82746" y="1435969"/>
                  <a:pt x="76977" y="1430200"/>
                  <a:pt x="76977" y="1423081"/>
                </a:cubicBezTo>
                <a:cubicBezTo>
                  <a:pt x="76977" y="1415964"/>
                  <a:pt x="82748" y="1410195"/>
                  <a:pt x="89864" y="1410195"/>
                </a:cubicBezTo>
                <a:close/>
                <a:moveTo>
                  <a:pt x="12099103" y="1397423"/>
                </a:moveTo>
                <a:cubicBezTo>
                  <a:pt x="12113273" y="1397423"/>
                  <a:pt x="12124761" y="1408911"/>
                  <a:pt x="12124761" y="1423081"/>
                </a:cubicBezTo>
                <a:cubicBezTo>
                  <a:pt x="12124761" y="1437253"/>
                  <a:pt x="12113273" y="1448741"/>
                  <a:pt x="12099103" y="1448741"/>
                </a:cubicBezTo>
                <a:cubicBezTo>
                  <a:pt x="12084931" y="1448741"/>
                  <a:pt x="12073441" y="1437253"/>
                  <a:pt x="12073441" y="1423081"/>
                </a:cubicBezTo>
                <a:cubicBezTo>
                  <a:pt x="12073441" y="1408911"/>
                  <a:pt x="12084931" y="1397423"/>
                  <a:pt x="12099103" y="1397423"/>
                </a:cubicBezTo>
                <a:close/>
                <a:moveTo>
                  <a:pt x="12034897" y="1397423"/>
                </a:moveTo>
                <a:cubicBezTo>
                  <a:pt x="12049061" y="1397423"/>
                  <a:pt x="12060557" y="1408918"/>
                  <a:pt x="12060557" y="1423081"/>
                </a:cubicBezTo>
                <a:cubicBezTo>
                  <a:pt x="12060557" y="1437247"/>
                  <a:pt x="12049061" y="1448741"/>
                  <a:pt x="12034897" y="1448741"/>
                </a:cubicBezTo>
                <a:cubicBezTo>
                  <a:pt x="12020731" y="1448741"/>
                  <a:pt x="12009237" y="1437247"/>
                  <a:pt x="12009237" y="1423081"/>
                </a:cubicBezTo>
                <a:cubicBezTo>
                  <a:pt x="12009237" y="1408918"/>
                  <a:pt x="12020731" y="1397423"/>
                  <a:pt x="12034897" y="1397423"/>
                </a:cubicBezTo>
                <a:close/>
                <a:moveTo>
                  <a:pt x="11970691" y="1397423"/>
                </a:moveTo>
                <a:cubicBezTo>
                  <a:pt x="11984855" y="1397423"/>
                  <a:pt x="11996349" y="1408918"/>
                  <a:pt x="11996349" y="1423081"/>
                </a:cubicBezTo>
                <a:cubicBezTo>
                  <a:pt x="11996349" y="1437247"/>
                  <a:pt x="11984855" y="1448741"/>
                  <a:pt x="11970691" y="1448741"/>
                </a:cubicBezTo>
                <a:cubicBezTo>
                  <a:pt x="11956525" y="1448741"/>
                  <a:pt x="11945033" y="1437247"/>
                  <a:pt x="11945033" y="1423081"/>
                </a:cubicBezTo>
                <a:cubicBezTo>
                  <a:pt x="11945033" y="1408918"/>
                  <a:pt x="11956525" y="1397423"/>
                  <a:pt x="11970691" y="1397423"/>
                </a:cubicBezTo>
                <a:close/>
                <a:moveTo>
                  <a:pt x="11906483" y="1397423"/>
                </a:moveTo>
                <a:cubicBezTo>
                  <a:pt x="11920649" y="1397423"/>
                  <a:pt x="11932145" y="1408918"/>
                  <a:pt x="11932145" y="1423081"/>
                </a:cubicBezTo>
                <a:cubicBezTo>
                  <a:pt x="11932145" y="1437247"/>
                  <a:pt x="11920649" y="1448741"/>
                  <a:pt x="11906483" y="1448741"/>
                </a:cubicBezTo>
                <a:cubicBezTo>
                  <a:pt x="11892321" y="1448741"/>
                  <a:pt x="11880825" y="1437247"/>
                  <a:pt x="11880825" y="1423081"/>
                </a:cubicBezTo>
                <a:cubicBezTo>
                  <a:pt x="11880825" y="1408918"/>
                  <a:pt x="11892321" y="1397423"/>
                  <a:pt x="11906483" y="1397423"/>
                </a:cubicBezTo>
                <a:close/>
                <a:moveTo>
                  <a:pt x="11842279" y="1397423"/>
                </a:moveTo>
                <a:cubicBezTo>
                  <a:pt x="11856445" y="1397423"/>
                  <a:pt x="11867941" y="1408918"/>
                  <a:pt x="11867941" y="1423081"/>
                </a:cubicBezTo>
                <a:cubicBezTo>
                  <a:pt x="11867941" y="1437247"/>
                  <a:pt x="11856445" y="1448741"/>
                  <a:pt x="11842279" y="1448741"/>
                </a:cubicBezTo>
                <a:cubicBezTo>
                  <a:pt x="11828117" y="1448741"/>
                  <a:pt x="11816621" y="1437247"/>
                  <a:pt x="11816621" y="1423081"/>
                </a:cubicBezTo>
                <a:cubicBezTo>
                  <a:pt x="11816621" y="1408918"/>
                  <a:pt x="11828117" y="1397423"/>
                  <a:pt x="11842279" y="1397423"/>
                </a:cubicBezTo>
                <a:close/>
                <a:moveTo>
                  <a:pt x="11775107" y="1397423"/>
                </a:moveTo>
                <a:cubicBezTo>
                  <a:pt x="11789271" y="1397423"/>
                  <a:pt x="11800767" y="1408918"/>
                  <a:pt x="11800767" y="1423081"/>
                </a:cubicBezTo>
                <a:cubicBezTo>
                  <a:pt x="11800767" y="1437247"/>
                  <a:pt x="11789271" y="1448741"/>
                  <a:pt x="11775107" y="1448741"/>
                </a:cubicBezTo>
                <a:cubicBezTo>
                  <a:pt x="11760941" y="1448741"/>
                  <a:pt x="11749449" y="1437247"/>
                  <a:pt x="11749449" y="1423081"/>
                </a:cubicBezTo>
                <a:cubicBezTo>
                  <a:pt x="11749449" y="1408918"/>
                  <a:pt x="11760941" y="1397423"/>
                  <a:pt x="11775107" y="1397423"/>
                </a:cubicBezTo>
                <a:close/>
                <a:moveTo>
                  <a:pt x="11710901" y="1397423"/>
                </a:moveTo>
                <a:cubicBezTo>
                  <a:pt x="11725067" y="1397423"/>
                  <a:pt x="11736561" y="1408918"/>
                  <a:pt x="11736561" y="1423081"/>
                </a:cubicBezTo>
                <a:cubicBezTo>
                  <a:pt x="11736561" y="1437247"/>
                  <a:pt x="11725067" y="1448741"/>
                  <a:pt x="11710901" y="1448741"/>
                </a:cubicBezTo>
                <a:cubicBezTo>
                  <a:pt x="11696737" y="1448741"/>
                  <a:pt x="11685243" y="1437247"/>
                  <a:pt x="11685243" y="1423081"/>
                </a:cubicBezTo>
                <a:cubicBezTo>
                  <a:pt x="11685243" y="1408918"/>
                  <a:pt x="11696737" y="1397423"/>
                  <a:pt x="11710901" y="1397423"/>
                </a:cubicBezTo>
                <a:close/>
                <a:moveTo>
                  <a:pt x="11646697" y="1397423"/>
                </a:moveTo>
                <a:cubicBezTo>
                  <a:pt x="11660859" y="1397423"/>
                  <a:pt x="11672355" y="1408918"/>
                  <a:pt x="11672355" y="1423081"/>
                </a:cubicBezTo>
                <a:cubicBezTo>
                  <a:pt x="11672355" y="1437247"/>
                  <a:pt x="11660859" y="1448741"/>
                  <a:pt x="11646697" y="1448741"/>
                </a:cubicBezTo>
                <a:cubicBezTo>
                  <a:pt x="11632529" y="1448741"/>
                  <a:pt x="11621037" y="1437247"/>
                  <a:pt x="11621037" y="1423081"/>
                </a:cubicBezTo>
                <a:cubicBezTo>
                  <a:pt x="11621037" y="1408918"/>
                  <a:pt x="11632529" y="1397423"/>
                  <a:pt x="11646697" y="1397423"/>
                </a:cubicBezTo>
                <a:close/>
                <a:moveTo>
                  <a:pt x="11454081" y="1397423"/>
                </a:moveTo>
                <a:cubicBezTo>
                  <a:pt x="11468253" y="1397423"/>
                  <a:pt x="11479739" y="1408911"/>
                  <a:pt x="11479739" y="1423081"/>
                </a:cubicBezTo>
                <a:cubicBezTo>
                  <a:pt x="11479739" y="1437253"/>
                  <a:pt x="11468253" y="1448741"/>
                  <a:pt x="11454081" y="1448741"/>
                </a:cubicBezTo>
                <a:cubicBezTo>
                  <a:pt x="11439909" y="1448741"/>
                  <a:pt x="11428421" y="1437253"/>
                  <a:pt x="11428421" y="1423081"/>
                </a:cubicBezTo>
                <a:cubicBezTo>
                  <a:pt x="11428421" y="1408911"/>
                  <a:pt x="11439909" y="1397423"/>
                  <a:pt x="11454081" y="1397423"/>
                </a:cubicBezTo>
                <a:close/>
                <a:moveTo>
                  <a:pt x="11389875" y="1397423"/>
                </a:moveTo>
                <a:cubicBezTo>
                  <a:pt x="11404040" y="1397423"/>
                  <a:pt x="11415533" y="1408918"/>
                  <a:pt x="11415533" y="1423081"/>
                </a:cubicBezTo>
                <a:cubicBezTo>
                  <a:pt x="11415533" y="1437247"/>
                  <a:pt x="11404040" y="1448741"/>
                  <a:pt x="11389875" y="1448741"/>
                </a:cubicBezTo>
                <a:cubicBezTo>
                  <a:pt x="11375710" y="1448741"/>
                  <a:pt x="11364217" y="1437247"/>
                  <a:pt x="11364217" y="1423081"/>
                </a:cubicBezTo>
                <a:cubicBezTo>
                  <a:pt x="11364217" y="1408918"/>
                  <a:pt x="11375710" y="1397423"/>
                  <a:pt x="11389875" y="1397423"/>
                </a:cubicBezTo>
                <a:close/>
                <a:moveTo>
                  <a:pt x="11325670" y="1397423"/>
                </a:moveTo>
                <a:cubicBezTo>
                  <a:pt x="11339835" y="1397423"/>
                  <a:pt x="11351329" y="1408918"/>
                  <a:pt x="11351329" y="1423081"/>
                </a:cubicBezTo>
                <a:cubicBezTo>
                  <a:pt x="11351329" y="1437247"/>
                  <a:pt x="11339835" y="1448741"/>
                  <a:pt x="11325670" y="1448741"/>
                </a:cubicBezTo>
                <a:cubicBezTo>
                  <a:pt x="11311505" y="1448741"/>
                  <a:pt x="11300012" y="1437247"/>
                  <a:pt x="11300012" y="1423081"/>
                </a:cubicBezTo>
                <a:cubicBezTo>
                  <a:pt x="11300012" y="1408918"/>
                  <a:pt x="11311505" y="1397423"/>
                  <a:pt x="11325670" y="1397423"/>
                </a:cubicBezTo>
                <a:close/>
                <a:moveTo>
                  <a:pt x="11261466" y="1397423"/>
                </a:moveTo>
                <a:cubicBezTo>
                  <a:pt x="11275628" y="1397423"/>
                  <a:pt x="11287124" y="1408918"/>
                  <a:pt x="11287124" y="1423081"/>
                </a:cubicBezTo>
                <a:cubicBezTo>
                  <a:pt x="11287124" y="1437247"/>
                  <a:pt x="11275628" y="1448741"/>
                  <a:pt x="11261466" y="1448741"/>
                </a:cubicBezTo>
                <a:cubicBezTo>
                  <a:pt x="11247301" y="1448741"/>
                  <a:pt x="11235805" y="1437247"/>
                  <a:pt x="11235805" y="1423081"/>
                </a:cubicBezTo>
                <a:cubicBezTo>
                  <a:pt x="11235805" y="1408918"/>
                  <a:pt x="11247301" y="1397423"/>
                  <a:pt x="11261466" y="1397423"/>
                </a:cubicBezTo>
                <a:close/>
                <a:moveTo>
                  <a:pt x="11197259" y="1397423"/>
                </a:moveTo>
                <a:cubicBezTo>
                  <a:pt x="11211424" y="1397423"/>
                  <a:pt x="11222917" y="1408918"/>
                  <a:pt x="11222917" y="1423081"/>
                </a:cubicBezTo>
                <a:cubicBezTo>
                  <a:pt x="11222917" y="1437247"/>
                  <a:pt x="11211424" y="1448741"/>
                  <a:pt x="11197259" y="1448741"/>
                </a:cubicBezTo>
                <a:cubicBezTo>
                  <a:pt x="11183094" y="1448741"/>
                  <a:pt x="11171601" y="1437247"/>
                  <a:pt x="11171601" y="1423081"/>
                </a:cubicBezTo>
                <a:cubicBezTo>
                  <a:pt x="11171601" y="1408918"/>
                  <a:pt x="11183094" y="1397423"/>
                  <a:pt x="11197259" y="1397423"/>
                </a:cubicBezTo>
                <a:close/>
                <a:moveTo>
                  <a:pt x="11133055" y="1397423"/>
                </a:moveTo>
                <a:cubicBezTo>
                  <a:pt x="11147225" y="1397423"/>
                  <a:pt x="11158713" y="1408911"/>
                  <a:pt x="11158713" y="1423081"/>
                </a:cubicBezTo>
                <a:cubicBezTo>
                  <a:pt x="11158713" y="1437253"/>
                  <a:pt x="11147225" y="1448741"/>
                  <a:pt x="11133055" y="1448741"/>
                </a:cubicBezTo>
                <a:cubicBezTo>
                  <a:pt x="11118884" y="1448741"/>
                  <a:pt x="11107396" y="1437253"/>
                  <a:pt x="11107396" y="1423081"/>
                </a:cubicBezTo>
                <a:cubicBezTo>
                  <a:pt x="11107396" y="1408911"/>
                  <a:pt x="11118884" y="1397423"/>
                  <a:pt x="11133055" y="1397423"/>
                </a:cubicBezTo>
                <a:close/>
                <a:moveTo>
                  <a:pt x="11068848" y="1397423"/>
                </a:moveTo>
                <a:cubicBezTo>
                  <a:pt x="11083021" y="1397423"/>
                  <a:pt x="11094509" y="1408911"/>
                  <a:pt x="11094509" y="1423081"/>
                </a:cubicBezTo>
                <a:cubicBezTo>
                  <a:pt x="11094509" y="1437253"/>
                  <a:pt x="11083021" y="1448741"/>
                  <a:pt x="11068848" y="1448741"/>
                </a:cubicBezTo>
                <a:cubicBezTo>
                  <a:pt x="11054677" y="1448741"/>
                  <a:pt x="11043189" y="1437253"/>
                  <a:pt x="11043189" y="1423081"/>
                </a:cubicBezTo>
                <a:cubicBezTo>
                  <a:pt x="11043189" y="1408911"/>
                  <a:pt x="11054677" y="1397423"/>
                  <a:pt x="11068848" y="1397423"/>
                </a:cubicBezTo>
                <a:close/>
                <a:moveTo>
                  <a:pt x="10940321" y="1397423"/>
                </a:moveTo>
                <a:cubicBezTo>
                  <a:pt x="10954604" y="1397423"/>
                  <a:pt x="10965982" y="1408918"/>
                  <a:pt x="10965982" y="1423081"/>
                </a:cubicBezTo>
                <a:cubicBezTo>
                  <a:pt x="10965982" y="1437247"/>
                  <a:pt x="10954486" y="1448741"/>
                  <a:pt x="10940321" y="1448741"/>
                </a:cubicBezTo>
                <a:cubicBezTo>
                  <a:pt x="10926156" y="1448741"/>
                  <a:pt x="10914663" y="1437247"/>
                  <a:pt x="10914663" y="1423081"/>
                </a:cubicBezTo>
                <a:cubicBezTo>
                  <a:pt x="10914663" y="1408918"/>
                  <a:pt x="10926156" y="1397423"/>
                  <a:pt x="10940321" y="1397423"/>
                </a:cubicBezTo>
                <a:close/>
                <a:moveTo>
                  <a:pt x="10811912" y="1397423"/>
                </a:moveTo>
                <a:cubicBezTo>
                  <a:pt x="10826077" y="1397423"/>
                  <a:pt x="10837571" y="1408918"/>
                  <a:pt x="10837571" y="1423081"/>
                </a:cubicBezTo>
                <a:cubicBezTo>
                  <a:pt x="10837571" y="1437247"/>
                  <a:pt x="10826077" y="1448741"/>
                  <a:pt x="10811912" y="1448741"/>
                </a:cubicBezTo>
                <a:cubicBezTo>
                  <a:pt x="10797747" y="1448741"/>
                  <a:pt x="10786254" y="1437247"/>
                  <a:pt x="10786254" y="1423081"/>
                </a:cubicBezTo>
                <a:cubicBezTo>
                  <a:pt x="10786254" y="1408918"/>
                  <a:pt x="10797747" y="1397423"/>
                  <a:pt x="10811912" y="1397423"/>
                </a:cubicBezTo>
                <a:close/>
                <a:moveTo>
                  <a:pt x="10747708" y="1397423"/>
                </a:moveTo>
                <a:cubicBezTo>
                  <a:pt x="10761878" y="1397423"/>
                  <a:pt x="10773366" y="1408911"/>
                  <a:pt x="10773366" y="1423081"/>
                </a:cubicBezTo>
                <a:cubicBezTo>
                  <a:pt x="10773366" y="1437253"/>
                  <a:pt x="10761878" y="1448741"/>
                  <a:pt x="10747708" y="1448741"/>
                </a:cubicBezTo>
                <a:cubicBezTo>
                  <a:pt x="10733535" y="1448741"/>
                  <a:pt x="10722047" y="1437253"/>
                  <a:pt x="10722047" y="1423081"/>
                </a:cubicBezTo>
                <a:cubicBezTo>
                  <a:pt x="10722047" y="1408911"/>
                  <a:pt x="10733535" y="1397423"/>
                  <a:pt x="10747708" y="1397423"/>
                </a:cubicBezTo>
                <a:close/>
                <a:moveTo>
                  <a:pt x="10683501" y="1397423"/>
                </a:moveTo>
                <a:cubicBezTo>
                  <a:pt x="10697666" y="1397423"/>
                  <a:pt x="10709159" y="1408918"/>
                  <a:pt x="10709159" y="1423081"/>
                </a:cubicBezTo>
                <a:cubicBezTo>
                  <a:pt x="10709159" y="1437247"/>
                  <a:pt x="10697666" y="1448741"/>
                  <a:pt x="10683501" y="1448741"/>
                </a:cubicBezTo>
                <a:cubicBezTo>
                  <a:pt x="10669336" y="1448741"/>
                  <a:pt x="10657843" y="1437247"/>
                  <a:pt x="10657843" y="1423081"/>
                </a:cubicBezTo>
                <a:cubicBezTo>
                  <a:pt x="10657843" y="1408918"/>
                  <a:pt x="10669336" y="1397423"/>
                  <a:pt x="10683501" y="1397423"/>
                </a:cubicBezTo>
                <a:close/>
                <a:moveTo>
                  <a:pt x="10619297" y="1397423"/>
                </a:moveTo>
                <a:cubicBezTo>
                  <a:pt x="10633462" y="1397423"/>
                  <a:pt x="10644955" y="1408918"/>
                  <a:pt x="10644955" y="1423081"/>
                </a:cubicBezTo>
                <a:cubicBezTo>
                  <a:pt x="10644955" y="1437247"/>
                  <a:pt x="10633462" y="1448741"/>
                  <a:pt x="10619297" y="1448741"/>
                </a:cubicBezTo>
                <a:cubicBezTo>
                  <a:pt x="10605132" y="1448741"/>
                  <a:pt x="10593639" y="1437247"/>
                  <a:pt x="10593639" y="1423081"/>
                </a:cubicBezTo>
                <a:cubicBezTo>
                  <a:pt x="10593639" y="1408918"/>
                  <a:pt x="10605132" y="1397423"/>
                  <a:pt x="10619297" y="1397423"/>
                </a:cubicBezTo>
                <a:close/>
                <a:moveTo>
                  <a:pt x="10555092" y="1397423"/>
                </a:moveTo>
                <a:cubicBezTo>
                  <a:pt x="10569255" y="1397423"/>
                  <a:pt x="10580751" y="1408918"/>
                  <a:pt x="10580751" y="1423081"/>
                </a:cubicBezTo>
                <a:cubicBezTo>
                  <a:pt x="10580751" y="1437247"/>
                  <a:pt x="10569255" y="1448741"/>
                  <a:pt x="10555092" y="1448741"/>
                </a:cubicBezTo>
                <a:cubicBezTo>
                  <a:pt x="10540927" y="1448741"/>
                  <a:pt x="10529432" y="1437247"/>
                  <a:pt x="10529432" y="1423081"/>
                </a:cubicBezTo>
                <a:cubicBezTo>
                  <a:pt x="10529432" y="1408918"/>
                  <a:pt x="10540927" y="1397423"/>
                  <a:pt x="10555092" y="1397423"/>
                </a:cubicBezTo>
                <a:close/>
                <a:moveTo>
                  <a:pt x="10490885" y="1397423"/>
                </a:moveTo>
                <a:cubicBezTo>
                  <a:pt x="10505050" y="1397423"/>
                  <a:pt x="10516544" y="1408918"/>
                  <a:pt x="10516544" y="1423081"/>
                </a:cubicBezTo>
                <a:cubicBezTo>
                  <a:pt x="10516544" y="1437247"/>
                  <a:pt x="10505050" y="1448741"/>
                  <a:pt x="10490885" y="1448741"/>
                </a:cubicBezTo>
                <a:cubicBezTo>
                  <a:pt x="10476720" y="1448741"/>
                  <a:pt x="10465227" y="1437247"/>
                  <a:pt x="10465227" y="1423081"/>
                </a:cubicBezTo>
                <a:cubicBezTo>
                  <a:pt x="10465227" y="1408918"/>
                  <a:pt x="10476720" y="1397423"/>
                  <a:pt x="10490885" y="1397423"/>
                </a:cubicBezTo>
                <a:close/>
                <a:moveTo>
                  <a:pt x="10362474" y="1397423"/>
                </a:moveTo>
                <a:cubicBezTo>
                  <a:pt x="10376647" y="1397423"/>
                  <a:pt x="10388135" y="1408911"/>
                  <a:pt x="10388135" y="1423081"/>
                </a:cubicBezTo>
                <a:cubicBezTo>
                  <a:pt x="10388135" y="1437253"/>
                  <a:pt x="10376647" y="1448741"/>
                  <a:pt x="10362474" y="1448741"/>
                </a:cubicBezTo>
                <a:cubicBezTo>
                  <a:pt x="10348304" y="1448741"/>
                  <a:pt x="10336816" y="1437253"/>
                  <a:pt x="10336816" y="1423081"/>
                </a:cubicBezTo>
                <a:cubicBezTo>
                  <a:pt x="10336816" y="1408911"/>
                  <a:pt x="10348304" y="1397423"/>
                  <a:pt x="10362474" y="1397423"/>
                </a:cubicBezTo>
                <a:close/>
                <a:moveTo>
                  <a:pt x="10298270" y="1397423"/>
                </a:moveTo>
                <a:cubicBezTo>
                  <a:pt x="10312435" y="1397423"/>
                  <a:pt x="10323928" y="1408918"/>
                  <a:pt x="10323928" y="1423081"/>
                </a:cubicBezTo>
                <a:cubicBezTo>
                  <a:pt x="10323928" y="1437247"/>
                  <a:pt x="10312435" y="1448741"/>
                  <a:pt x="10298270" y="1448741"/>
                </a:cubicBezTo>
                <a:cubicBezTo>
                  <a:pt x="10284105" y="1448741"/>
                  <a:pt x="10272611" y="1437247"/>
                  <a:pt x="10272611" y="1423081"/>
                </a:cubicBezTo>
                <a:cubicBezTo>
                  <a:pt x="10272611" y="1408918"/>
                  <a:pt x="10284105" y="1397423"/>
                  <a:pt x="10298270" y="1397423"/>
                </a:cubicBezTo>
                <a:close/>
                <a:moveTo>
                  <a:pt x="10234065" y="1397423"/>
                </a:moveTo>
                <a:cubicBezTo>
                  <a:pt x="10248228" y="1397423"/>
                  <a:pt x="10259723" y="1408918"/>
                  <a:pt x="10259723" y="1423081"/>
                </a:cubicBezTo>
                <a:cubicBezTo>
                  <a:pt x="10259723" y="1437247"/>
                  <a:pt x="10248228" y="1448741"/>
                  <a:pt x="10234065" y="1448741"/>
                </a:cubicBezTo>
                <a:cubicBezTo>
                  <a:pt x="10219900" y="1448741"/>
                  <a:pt x="10208404" y="1437247"/>
                  <a:pt x="10208404" y="1423081"/>
                </a:cubicBezTo>
                <a:cubicBezTo>
                  <a:pt x="10208404" y="1408918"/>
                  <a:pt x="10219900" y="1397423"/>
                  <a:pt x="10234065" y="1397423"/>
                </a:cubicBezTo>
                <a:close/>
                <a:moveTo>
                  <a:pt x="10105654" y="1397423"/>
                </a:moveTo>
                <a:cubicBezTo>
                  <a:pt x="10119819" y="1397423"/>
                  <a:pt x="10131312" y="1408918"/>
                  <a:pt x="10131312" y="1423081"/>
                </a:cubicBezTo>
                <a:cubicBezTo>
                  <a:pt x="10131312" y="1437247"/>
                  <a:pt x="10119819" y="1448741"/>
                  <a:pt x="10105654" y="1448741"/>
                </a:cubicBezTo>
                <a:cubicBezTo>
                  <a:pt x="10091489" y="1448741"/>
                  <a:pt x="10079996" y="1437247"/>
                  <a:pt x="10079996" y="1423081"/>
                </a:cubicBezTo>
                <a:cubicBezTo>
                  <a:pt x="10079996" y="1408918"/>
                  <a:pt x="10091489" y="1397423"/>
                  <a:pt x="10105654" y="1397423"/>
                </a:cubicBezTo>
                <a:close/>
                <a:moveTo>
                  <a:pt x="9913038" y="1397423"/>
                </a:moveTo>
                <a:cubicBezTo>
                  <a:pt x="9927203" y="1397423"/>
                  <a:pt x="9938696" y="1408918"/>
                  <a:pt x="9938696" y="1423081"/>
                </a:cubicBezTo>
                <a:cubicBezTo>
                  <a:pt x="9938696" y="1437247"/>
                  <a:pt x="9927203" y="1448741"/>
                  <a:pt x="9913038" y="1448741"/>
                </a:cubicBezTo>
                <a:cubicBezTo>
                  <a:pt x="9898873" y="1448741"/>
                  <a:pt x="9887380" y="1437247"/>
                  <a:pt x="9887380" y="1423081"/>
                </a:cubicBezTo>
                <a:cubicBezTo>
                  <a:pt x="9887380" y="1408918"/>
                  <a:pt x="9898873" y="1397423"/>
                  <a:pt x="9913038" y="1397423"/>
                </a:cubicBezTo>
                <a:close/>
                <a:moveTo>
                  <a:pt x="9720307" y="1397423"/>
                </a:moveTo>
                <a:cubicBezTo>
                  <a:pt x="9734470" y="1397423"/>
                  <a:pt x="9745965" y="1408918"/>
                  <a:pt x="9745965" y="1423081"/>
                </a:cubicBezTo>
                <a:cubicBezTo>
                  <a:pt x="9745965" y="1437247"/>
                  <a:pt x="9734470" y="1448741"/>
                  <a:pt x="9720307" y="1448741"/>
                </a:cubicBezTo>
                <a:cubicBezTo>
                  <a:pt x="9706142" y="1448741"/>
                  <a:pt x="9694646" y="1437247"/>
                  <a:pt x="9694646" y="1423081"/>
                </a:cubicBezTo>
                <a:cubicBezTo>
                  <a:pt x="9694646" y="1408918"/>
                  <a:pt x="9706142" y="1397423"/>
                  <a:pt x="9720307" y="1397423"/>
                </a:cubicBezTo>
                <a:close/>
                <a:moveTo>
                  <a:pt x="9591896" y="1397423"/>
                </a:moveTo>
                <a:cubicBezTo>
                  <a:pt x="9606061" y="1397423"/>
                  <a:pt x="9617554" y="1408918"/>
                  <a:pt x="9617554" y="1423081"/>
                </a:cubicBezTo>
                <a:cubicBezTo>
                  <a:pt x="9617554" y="1437247"/>
                  <a:pt x="9606061" y="1448741"/>
                  <a:pt x="9591896" y="1448741"/>
                </a:cubicBezTo>
                <a:cubicBezTo>
                  <a:pt x="9577731" y="1448741"/>
                  <a:pt x="9566238" y="1437247"/>
                  <a:pt x="9566238" y="1423081"/>
                </a:cubicBezTo>
                <a:cubicBezTo>
                  <a:pt x="9566238" y="1408918"/>
                  <a:pt x="9577731" y="1397423"/>
                  <a:pt x="9591896" y="1397423"/>
                </a:cubicBezTo>
                <a:close/>
                <a:moveTo>
                  <a:pt x="9527689" y="1397423"/>
                </a:moveTo>
                <a:cubicBezTo>
                  <a:pt x="9541854" y="1397423"/>
                  <a:pt x="9553350" y="1408918"/>
                  <a:pt x="9553350" y="1423081"/>
                </a:cubicBezTo>
                <a:cubicBezTo>
                  <a:pt x="9553350" y="1437247"/>
                  <a:pt x="9541854" y="1448741"/>
                  <a:pt x="9527689" y="1448741"/>
                </a:cubicBezTo>
                <a:cubicBezTo>
                  <a:pt x="9513524" y="1448741"/>
                  <a:pt x="9502031" y="1437247"/>
                  <a:pt x="9502031" y="1423081"/>
                </a:cubicBezTo>
                <a:cubicBezTo>
                  <a:pt x="9502031" y="1408918"/>
                  <a:pt x="9513524" y="1397423"/>
                  <a:pt x="9527689" y="1397423"/>
                </a:cubicBezTo>
                <a:close/>
                <a:moveTo>
                  <a:pt x="9463485" y="1397423"/>
                </a:moveTo>
                <a:cubicBezTo>
                  <a:pt x="9477650" y="1397423"/>
                  <a:pt x="9489143" y="1408918"/>
                  <a:pt x="9489143" y="1423081"/>
                </a:cubicBezTo>
                <a:cubicBezTo>
                  <a:pt x="9489143" y="1437247"/>
                  <a:pt x="9477650" y="1448741"/>
                  <a:pt x="9463485" y="1448741"/>
                </a:cubicBezTo>
                <a:cubicBezTo>
                  <a:pt x="9449320" y="1448741"/>
                  <a:pt x="9437826" y="1437247"/>
                  <a:pt x="9437826" y="1423081"/>
                </a:cubicBezTo>
                <a:cubicBezTo>
                  <a:pt x="9437826" y="1408918"/>
                  <a:pt x="9449320" y="1397423"/>
                  <a:pt x="9463485" y="1397423"/>
                </a:cubicBezTo>
                <a:close/>
                <a:moveTo>
                  <a:pt x="9335073" y="1397423"/>
                </a:moveTo>
                <a:cubicBezTo>
                  <a:pt x="9349246" y="1397423"/>
                  <a:pt x="9360734" y="1408911"/>
                  <a:pt x="9360734" y="1423081"/>
                </a:cubicBezTo>
                <a:cubicBezTo>
                  <a:pt x="9360734" y="1437253"/>
                  <a:pt x="9349246" y="1448741"/>
                  <a:pt x="9335073" y="1448741"/>
                </a:cubicBezTo>
                <a:cubicBezTo>
                  <a:pt x="9320903" y="1448741"/>
                  <a:pt x="9309415" y="1437253"/>
                  <a:pt x="9309415" y="1423081"/>
                </a:cubicBezTo>
                <a:cubicBezTo>
                  <a:pt x="9309415" y="1408911"/>
                  <a:pt x="9320903" y="1397423"/>
                  <a:pt x="9335073" y="1397423"/>
                </a:cubicBezTo>
                <a:close/>
                <a:moveTo>
                  <a:pt x="9142457" y="1397423"/>
                </a:moveTo>
                <a:cubicBezTo>
                  <a:pt x="9156622" y="1397423"/>
                  <a:pt x="9168118" y="1408918"/>
                  <a:pt x="9168118" y="1423081"/>
                </a:cubicBezTo>
                <a:cubicBezTo>
                  <a:pt x="9168118" y="1437247"/>
                  <a:pt x="9156622" y="1448741"/>
                  <a:pt x="9142457" y="1448741"/>
                </a:cubicBezTo>
                <a:cubicBezTo>
                  <a:pt x="9128292" y="1448741"/>
                  <a:pt x="9116799" y="1437247"/>
                  <a:pt x="9116799" y="1423081"/>
                </a:cubicBezTo>
                <a:cubicBezTo>
                  <a:pt x="9116799" y="1408918"/>
                  <a:pt x="9128292" y="1397423"/>
                  <a:pt x="9142457" y="1397423"/>
                </a:cubicBezTo>
                <a:close/>
                <a:moveTo>
                  <a:pt x="9078253" y="1397423"/>
                </a:moveTo>
                <a:cubicBezTo>
                  <a:pt x="9092418" y="1397423"/>
                  <a:pt x="9103911" y="1408918"/>
                  <a:pt x="9103911" y="1423081"/>
                </a:cubicBezTo>
                <a:cubicBezTo>
                  <a:pt x="9103911" y="1437247"/>
                  <a:pt x="9092418" y="1448741"/>
                  <a:pt x="9078253" y="1448741"/>
                </a:cubicBezTo>
                <a:cubicBezTo>
                  <a:pt x="9064088" y="1448741"/>
                  <a:pt x="9052595" y="1437247"/>
                  <a:pt x="9052595" y="1423081"/>
                </a:cubicBezTo>
                <a:cubicBezTo>
                  <a:pt x="9052595" y="1408918"/>
                  <a:pt x="9064088" y="1397423"/>
                  <a:pt x="9078253" y="1397423"/>
                </a:cubicBezTo>
                <a:close/>
                <a:moveTo>
                  <a:pt x="9014049" y="1397423"/>
                </a:moveTo>
                <a:cubicBezTo>
                  <a:pt x="9028214" y="1397423"/>
                  <a:pt x="9039707" y="1408918"/>
                  <a:pt x="9039707" y="1423081"/>
                </a:cubicBezTo>
                <a:cubicBezTo>
                  <a:pt x="9039707" y="1437247"/>
                  <a:pt x="9028214" y="1448741"/>
                  <a:pt x="9014049" y="1448741"/>
                </a:cubicBezTo>
                <a:cubicBezTo>
                  <a:pt x="8999884" y="1448741"/>
                  <a:pt x="8988388" y="1437247"/>
                  <a:pt x="8988388" y="1423081"/>
                </a:cubicBezTo>
                <a:cubicBezTo>
                  <a:pt x="8988388" y="1408918"/>
                  <a:pt x="8999884" y="1397423"/>
                  <a:pt x="9014049" y="1397423"/>
                </a:cubicBezTo>
                <a:close/>
                <a:moveTo>
                  <a:pt x="8949842" y="1397423"/>
                </a:moveTo>
                <a:cubicBezTo>
                  <a:pt x="8964015" y="1397423"/>
                  <a:pt x="8975503" y="1408911"/>
                  <a:pt x="8975503" y="1423081"/>
                </a:cubicBezTo>
                <a:cubicBezTo>
                  <a:pt x="8975503" y="1437253"/>
                  <a:pt x="8964015" y="1448741"/>
                  <a:pt x="8949842" y="1448741"/>
                </a:cubicBezTo>
                <a:cubicBezTo>
                  <a:pt x="8935671" y="1448741"/>
                  <a:pt x="8924183" y="1437253"/>
                  <a:pt x="8924183" y="1423081"/>
                </a:cubicBezTo>
                <a:cubicBezTo>
                  <a:pt x="8924183" y="1408911"/>
                  <a:pt x="8935671" y="1397423"/>
                  <a:pt x="8949842" y="1397423"/>
                </a:cubicBezTo>
                <a:close/>
                <a:moveTo>
                  <a:pt x="8821433" y="1397423"/>
                </a:moveTo>
                <a:cubicBezTo>
                  <a:pt x="8835598" y="1397423"/>
                  <a:pt x="8847091" y="1408918"/>
                  <a:pt x="8847091" y="1423081"/>
                </a:cubicBezTo>
                <a:cubicBezTo>
                  <a:pt x="8847091" y="1437247"/>
                  <a:pt x="8835598" y="1448741"/>
                  <a:pt x="8821433" y="1448741"/>
                </a:cubicBezTo>
                <a:cubicBezTo>
                  <a:pt x="8807268" y="1448741"/>
                  <a:pt x="8795772" y="1437247"/>
                  <a:pt x="8795772" y="1423081"/>
                </a:cubicBezTo>
                <a:cubicBezTo>
                  <a:pt x="8795772" y="1408918"/>
                  <a:pt x="8807268" y="1397423"/>
                  <a:pt x="8821433" y="1397423"/>
                </a:cubicBezTo>
                <a:close/>
                <a:moveTo>
                  <a:pt x="8757226" y="1397423"/>
                </a:moveTo>
                <a:cubicBezTo>
                  <a:pt x="8771391" y="1397423"/>
                  <a:pt x="8782887" y="1408918"/>
                  <a:pt x="8782887" y="1423081"/>
                </a:cubicBezTo>
                <a:cubicBezTo>
                  <a:pt x="8782887" y="1437247"/>
                  <a:pt x="8771391" y="1448741"/>
                  <a:pt x="8757226" y="1448741"/>
                </a:cubicBezTo>
                <a:cubicBezTo>
                  <a:pt x="8743061" y="1448741"/>
                  <a:pt x="8731568" y="1437247"/>
                  <a:pt x="8731568" y="1423081"/>
                </a:cubicBezTo>
                <a:cubicBezTo>
                  <a:pt x="8731568" y="1408918"/>
                  <a:pt x="8743061" y="1397423"/>
                  <a:pt x="8757226" y="1397423"/>
                </a:cubicBezTo>
                <a:close/>
                <a:moveTo>
                  <a:pt x="8692904" y="1397423"/>
                </a:moveTo>
                <a:cubicBezTo>
                  <a:pt x="8707069" y="1397423"/>
                  <a:pt x="8718565" y="1408918"/>
                  <a:pt x="8718565" y="1423081"/>
                </a:cubicBezTo>
                <a:cubicBezTo>
                  <a:pt x="8718565" y="1437247"/>
                  <a:pt x="8707069" y="1448741"/>
                  <a:pt x="8692904" y="1448741"/>
                </a:cubicBezTo>
                <a:cubicBezTo>
                  <a:pt x="8678741" y="1448741"/>
                  <a:pt x="8667246" y="1437247"/>
                  <a:pt x="8667246" y="1423081"/>
                </a:cubicBezTo>
                <a:cubicBezTo>
                  <a:pt x="8667246" y="1408918"/>
                  <a:pt x="8678741" y="1397423"/>
                  <a:pt x="8692904" y="1397423"/>
                </a:cubicBezTo>
                <a:close/>
                <a:moveTo>
                  <a:pt x="8564495" y="1397423"/>
                </a:moveTo>
                <a:cubicBezTo>
                  <a:pt x="8578665" y="1397423"/>
                  <a:pt x="8590153" y="1408911"/>
                  <a:pt x="8590153" y="1423081"/>
                </a:cubicBezTo>
                <a:cubicBezTo>
                  <a:pt x="8590153" y="1437253"/>
                  <a:pt x="8578665" y="1448741"/>
                  <a:pt x="8564495" y="1448741"/>
                </a:cubicBezTo>
                <a:cubicBezTo>
                  <a:pt x="8550325" y="1448741"/>
                  <a:pt x="8538837" y="1437253"/>
                  <a:pt x="8538837" y="1423081"/>
                </a:cubicBezTo>
                <a:cubicBezTo>
                  <a:pt x="8538837" y="1408911"/>
                  <a:pt x="8550325" y="1397423"/>
                  <a:pt x="8564495" y="1397423"/>
                </a:cubicBezTo>
                <a:close/>
                <a:moveTo>
                  <a:pt x="8500288" y="1397423"/>
                </a:moveTo>
                <a:cubicBezTo>
                  <a:pt x="8514453" y="1397423"/>
                  <a:pt x="8525949" y="1408918"/>
                  <a:pt x="8525949" y="1423081"/>
                </a:cubicBezTo>
                <a:cubicBezTo>
                  <a:pt x="8525949" y="1437247"/>
                  <a:pt x="8514453" y="1448741"/>
                  <a:pt x="8500288" y="1448741"/>
                </a:cubicBezTo>
                <a:cubicBezTo>
                  <a:pt x="8486126" y="1448741"/>
                  <a:pt x="8474630" y="1437247"/>
                  <a:pt x="8474630" y="1423081"/>
                </a:cubicBezTo>
                <a:cubicBezTo>
                  <a:pt x="8474630" y="1408918"/>
                  <a:pt x="8486126" y="1397423"/>
                  <a:pt x="8500288" y="1397423"/>
                </a:cubicBezTo>
                <a:close/>
                <a:moveTo>
                  <a:pt x="8115057" y="1397423"/>
                </a:moveTo>
                <a:cubicBezTo>
                  <a:pt x="8129222" y="1397423"/>
                  <a:pt x="8140717" y="1408918"/>
                  <a:pt x="8140717" y="1423081"/>
                </a:cubicBezTo>
                <a:cubicBezTo>
                  <a:pt x="8140717" y="1437247"/>
                  <a:pt x="8129222" y="1448741"/>
                  <a:pt x="8115057" y="1448741"/>
                </a:cubicBezTo>
                <a:cubicBezTo>
                  <a:pt x="8100894" y="1448741"/>
                  <a:pt x="8089398" y="1437247"/>
                  <a:pt x="8089398" y="1423081"/>
                </a:cubicBezTo>
                <a:cubicBezTo>
                  <a:pt x="8089398" y="1408918"/>
                  <a:pt x="8100894" y="1397423"/>
                  <a:pt x="8115057" y="1397423"/>
                </a:cubicBezTo>
                <a:close/>
                <a:moveTo>
                  <a:pt x="8050852" y="1397423"/>
                </a:moveTo>
                <a:cubicBezTo>
                  <a:pt x="8065017" y="1397423"/>
                  <a:pt x="8076510" y="1408918"/>
                  <a:pt x="8076510" y="1423081"/>
                </a:cubicBezTo>
                <a:cubicBezTo>
                  <a:pt x="8076510" y="1437247"/>
                  <a:pt x="8065017" y="1448741"/>
                  <a:pt x="8050852" y="1448741"/>
                </a:cubicBezTo>
                <a:cubicBezTo>
                  <a:pt x="8036687" y="1448741"/>
                  <a:pt x="8025194" y="1437247"/>
                  <a:pt x="8025194" y="1423081"/>
                </a:cubicBezTo>
                <a:cubicBezTo>
                  <a:pt x="8025194" y="1408918"/>
                  <a:pt x="8036687" y="1397423"/>
                  <a:pt x="8050852" y="1397423"/>
                </a:cubicBezTo>
                <a:close/>
                <a:moveTo>
                  <a:pt x="7986648" y="1397423"/>
                </a:moveTo>
                <a:cubicBezTo>
                  <a:pt x="8000813" y="1397423"/>
                  <a:pt x="8012306" y="1408918"/>
                  <a:pt x="8012306" y="1423081"/>
                </a:cubicBezTo>
                <a:cubicBezTo>
                  <a:pt x="8012306" y="1437247"/>
                  <a:pt x="8000813" y="1448741"/>
                  <a:pt x="7986648" y="1448741"/>
                </a:cubicBezTo>
                <a:cubicBezTo>
                  <a:pt x="7972483" y="1448741"/>
                  <a:pt x="7960990" y="1437247"/>
                  <a:pt x="7960990" y="1423081"/>
                </a:cubicBezTo>
                <a:cubicBezTo>
                  <a:pt x="7960990" y="1408918"/>
                  <a:pt x="7972483" y="1397423"/>
                  <a:pt x="7986648" y="1397423"/>
                </a:cubicBezTo>
                <a:close/>
                <a:moveTo>
                  <a:pt x="7922444" y="1397423"/>
                </a:moveTo>
                <a:cubicBezTo>
                  <a:pt x="7936606" y="1397423"/>
                  <a:pt x="7948102" y="1408918"/>
                  <a:pt x="7948102" y="1423081"/>
                </a:cubicBezTo>
                <a:cubicBezTo>
                  <a:pt x="7948102" y="1437247"/>
                  <a:pt x="7936606" y="1448741"/>
                  <a:pt x="7922444" y="1448741"/>
                </a:cubicBezTo>
                <a:cubicBezTo>
                  <a:pt x="7908279" y="1448741"/>
                  <a:pt x="7896783" y="1437247"/>
                  <a:pt x="7896783" y="1423081"/>
                </a:cubicBezTo>
                <a:cubicBezTo>
                  <a:pt x="7896783" y="1408918"/>
                  <a:pt x="7908279" y="1397423"/>
                  <a:pt x="7922444" y="1397423"/>
                </a:cubicBezTo>
                <a:close/>
                <a:moveTo>
                  <a:pt x="7858237" y="1397423"/>
                </a:moveTo>
                <a:cubicBezTo>
                  <a:pt x="7872407" y="1397423"/>
                  <a:pt x="7883895" y="1408911"/>
                  <a:pt x="7883895" y="1423081"/>
                </a:cubicBezTo>
                <a:cubicBezTo>
                  <a:pt x="7883895" y="1437253"/>
                  <a:pt x="7872407" y="1448741"/>
                  <a:pt x="7858237" y="1448741"/>
                </a:cubicBezTo>
                <a:cubicBezTo>
                  <a:pt x="7844066" y="1448741"/>
                  <a:pt x="7832578" y="1437253"/>
                  <a:pt x="7832578" y="1423081"/>
                </a:cubicBezTo>
                <a:cubicBezTo>
                  <a:pt x="7832578" y="1408911"/>
                  <a:pt x="7844066" y="1397423"/>
                  <a:pt x="7858237" y="1397423"/>
                </a:cubicBezTo>
                <a:close/>
                <a:moveTo>
                  <a:pt x="7794032" y="1397423"/>
                </a:moveTo>
                <a:cubicBezTo>
                  <a:pt x="7808203" y="1397423"/>
                  <a:pt x="7819690" y="1408911"/>
                  <a:pt x="7819690" y="1423081"/>
                </a:cubicBezTo>
                <a:cubicBezTo>
                  <a:pt x="7819690" y="1437253"/>
                  <a:pt x="7808203" y="1448741"/>
                  <a:pt x="7794032" y="1448741"/>
                </a:cubicBezTo>
                <a:cubicBezTo>
                  <a:pt x="7779862" y="1448741"/>
                  <a:pt x="7768371" y="1437253"/>
                  <a:pt x="7768371" y="1423081"/>
                </a:cubicBezTo>
                <a:cubicBezTo>
                  <a:pt x="7768371" y="1408911"/>
                  <a:pt x="7779862" y="1397423"/>
                  <a:pt x="7794032" y="1397423"/>
                </a:cubicBezTo>
                <a:close/>
                <a:moveTo>
                  <a:pt x="7729825" y="1397423"/>
                </a:moveTo>
                <a:cubicBezTo>
                  <a:pt x="7743990" y="1397423"/>
                  <a:pt x="7755486" y="1408918"/>
                  <a:pt x="7755486" y="1423081"/>
                </a:cubicBezTo>
                <a:cubicBezTo>
                  <a:pt x="7755486" y="1437247"/>
                  <a:pt x="7743990" y="1448741"/>
                  <a:pt x="7729825" y="1448741"/>
                </a:cubicBezTo>
                <a:cubicBezTo>
                  <a:pt x="7715660" y="1448741"/>
                  <a:pt x="7704167" y="1437247"/>
                  <a:pt x="7704167" y="1423081"/>
                </a:cubicBezTo>
                <a:cubicBezTo>
                  <a:pt x="7704167" y="1408918"/>
                  <a:pt x="7715660" y="1397423"/>
                  <a:pt x="7729825" y="1397423"/>
                </a:cubicBezTo>
                <a:close/>
                <a:moveTo>
                  <a:pt x="7665621" y="1397423"/>
                </a:moveTo>
                <a:cubicBezTo>
                  <a:pt x="7679786" y="1397423"/>
                  <a:pt x="7691279" y="1408918"/>
                  <a:pt x="7691279" y="1423081"/>
                </a:cubicBezTo>
                <a:cubicBezTo>
                  <a:pt x="7691279" y="1437247"/>
                  <a:pt x="7679786" y="1448741"/>
                  <a:pt x="7665621" y="1448741"/>
                </a:cubicBezTo>
                <a:cubicBezTo>
                  <a:pt x="7651456" y="1448741"/>
                  <a:pt x="7639963" y="1437247"/>
                  <a:pt x="7639963" y="1423081"/>
                </a:cubicBezTo>
                <a:cubicBezTo>
                  <a:pt x="7639963" y="1408918"/>
                  <a:pt x="7651456" y="1397423"/>
                  <a:pt x="7665621" y="1397423"/>
                </a:cubicBezTo>
                <a:close/>
                <a:moveTo>
                  <a:pt x="7601299" y="1397423"/>
                </a:moveTo>
                <a:cubicBezTo>
                  <a:pt x="7615464" y="1397423"/>
                  <a:pt x="7626959" y="1408918"/>
                  <a:pt x="7626959" y="1423081"/>
                </a:cubicBezTo>
                <a:cubicBezTo>
                  <a:pt x="7626959" y="1437247"/>
                  <a:pt x="7615464" y="1448741"/>
                  <a:pt x="7601299" y="1448741"/>
                </a:cubicBezTo>
                <a:cubicBezTo>
                  <a:pt x="7587134" y="1448741"/>
                  <a:pt x="7575640" y="1437247"/>
                  <a:pt x="7575640" y="1423081"/>
                </a:cubicBezTo>
                <a:cubicBezTo>
                  <a:pt x="7575640" y="1408918"/>
                  <a:pt x="7587134" y="1397423"/>
                  <a:pt x="7601299" y="1397423"/>
                </a:cubicBezTo>
                <a:close/>
                <a:moveTo>
                  <a:pt x="7537094" y="1397423"/>
                </a:moveTo>
                <a:cubicBezTo>
                  <a:pt x="7551259" y="1397423"/>
                  <a:pt x="7562752" y="1408918"/>
                  <a:pt x="7562752" y="1423081"/>
                </a:cubicBezTo>
                <a:cubicBezTo>
                  <a:pt x="7562752" y="1437247"/>
                  <a:pt x="7551259" y="1448741"/>
                  <a:pt x="7537094" y="1448741"/>
                </a:cubicBezTo>
                <a:cubicBezTo>
                  <a:pt x="7522929" y="1448741"/>
                  <a:pt x="7511436" y="1437247"/>
                  <a:pt x="7511436" y="1423081"/>
                </a:cubicBezTo>
                <a:cubicBezTo>
                  <a:pt x="7511436" y="1408918"/>
                  <a:pt x="7522929" y="1397423"/>
                  <a:pt x="7537094" y="1397423"/>
                </a:cubicBezTo>
                <a:close/>
                <a:moveTo>
                  <a:pt x="7472890" y="1397423"/>
                </a:moveTo>
                <a:cubicBezTo>
                  <a:pt x="7487060" y="1397423"/>
                  <a:pt x="7498548" y="1408911"/>
                  <a:pt x="7498548" y="1423081"/>
                </a:cubicBezTo>
                <a:cubicBezTo>
                  <a:pt x="7498548" y="1437253"/>
                  <a:pt x="7487060" y="1448741"/>
                  <a:pt x="7472890" y="1448741"/>
                </a:cubicBezTo>
                <a:cubicBezTo>
                  <a:pt x="7458717" y="1448741"/>
                  <a:pt x="7447229" y="1437253"/>
                  <a:pt x="7447229" y="1423081"/>
                </a:cubicBezTo>
                <a:cubicBezTo>
                  <a:pt x="7447229" y="1408911"/>
                  <a:pt x="7458717" y="1397423"/>
                  <a:pt x="7472890" y="1397423"/>
                </a:cubicBezTo>
                <a:close/>
                <a:moveTo>
                  <a:pt x="7280274" y="1397423"/>
                </a:moveTo>
                <a:cubicBezTo>
                  <a:pt x="7294437" y="1397423"/>
                  <a:pt x="7305932" y="1408918"/>
                  <a:pt x="7305932" y="1423081"/>
                </a:cubicBezTo>
                <a:cubicBezTo>
                  <a:pt x="7305932" y="1437247"/>
                  <a:pt x="7294437" y="1448741"/>
                  <a:pt x="7280274" y="1448741"/>
                </a:cubicBezTo>
                <a:cubicBezTo>
                  <a:pt x="7266109" y="1448741"/>
                  <a:pt x="7254613" y="1437247"/>
                  <a:pt x="7254613" y="1423081"/>
                </a:cubicBezTo>
                <a:cubicBezTo>
                  <a:pt x="7254613" y="1408918"/>
                  <a:pt x="7266109" y="1397423"/>
                  <a:pt x="7280274" y="1397423"/>
                </a:cubicBezTo>
                <a:close/>
                <a:moveTo>
                  <a:pt x="7216067" y="1397423"/>
                </a:moveTo>
                <a:cubicBezTo>
                  <a:pt x="7230232" y="1397423"/>
                  <a:pt x="7241725" y="1408918"/>
                  <a:pt x="7241725" y="1423081"/>
                </a:cubicBezTo>
                <a:cubicBezTo>
                  <a:pt x="7241725" y="1437247"/>
                  <a:pt x="7230232" y="1448741"/>
                  <a:pt x="7216067" y="1448741"/>
                </a:cubicBezTo>
                <a:cubicBezTo>
                  <a:pt x="7201902" y="1448741"/>
                  <a:pt x="7190409" y="1437247"/>
                  <a:pt x="7190409" y="1423081"/>
                </a:cubicBezTo>
                <a:cubicBezTo>
                  <a:pt x="7190409" y="1408918"/>
                  <a:pt x="7201902" y="1397423"/>
                  <a:pt x="7216067" y="1397423"/>
                </a:cubicBezTo>
                <a:close/>
                <a:moveTo>
                  <a:pt x="7151863" y="1397423"/>
                </a:moveTo>
                <a:cubicBezTo>
                  <a:pt x="7166033" y="1397423"/>
                  <a:pt x="7177521" y="1408911"/>
                  <a:pt x="7177521" y="1423081"/>
                </a:cubicBezTo>
                <a:cubicBezTo>
                  <a:pt x="7177521" y="1437253"/>
                  <a:pt x="7166033" y="1448741"/>
                  <a:pt x="7151863" y="1448741"/>
                </a:cubicBezTo>
                <a:cubicBezTo>
                  <a:pt x="7137692" y="1448741"/>
                  <a:pt x="7126205" y="1437253"/>
                  <a:pt x="7126205" y="1423081"/>
                </a:cubicBezTo>
                <a:cubicBezTo>
                  <a:pt x="7126205" y="1408911"/>
                  <a:pt x="7137692" y="1397423"/>
                  <a:pt x="7151863" y="1397423"/>
                </a:cubicBezTo>
                <a:close/>
                <a:moveTo>
                  <a:pt x="7087658" y="1397423"/>
                </a:moveTo>
                <a:cubicBezTo>
                  <a:pt x="7101829" y="1397423"/>
                  <a:pt x="7113317" y="1408911"/>
                  <a:pt x="7113317" y="1423081"/>
                </a:cubicBezTo>
                <a:cubicBezTo>
                  <a:pt x="7113317" y="1437253"/>
                  <a:pt x="7101829" y="1448741"/>
                  <a:pt x="7087658" y="1448741"/>
                </a:cubicBezTo>
                <a:cubicBezTo>
                  <a:pt x="7073485" y="1448741"/>
                  <a:pt x="7061998" y="1437253"/>
                  <a:pt x="7061998" y="1423081"/>
                </a:cubicBezTo>
                <a:cubicBezTo>
                  <a:pt x="7061998" y="1408911"/>
                  <a:pt x="7073485" y="1397423"/>
                  <a:pt x="7087658" y="1397423"/>
                </a:cubicBezTo>
                <a:close/>
                <a:moveTo>
                  <a:pt x="6895043" y="1397423"/>
                </a:moveTo>
                <a:cubicBezTo>
                  <a:pt x="6909208" y="1397423"/>
                  <a:pt x="6920701" y="1408918"/>
                  <a:pt x="6920701" y="1423081"/>
                </a:cubicBezTo>
                <a:cubicBezTo>
                  <a:pt x="6920701" y="1437247"/>
                  <a:pt x="6909208" y="1448741"/>
                  <a:pt x="6895043" y="1448741"/>
                </a:cubicBezTo>
                <a:cubicBezTo>
                  <a:pt x="6880878" y="1448741"/>
                  <a:pt x="6869382" y="1437247"/>
                  <a:pt x="6869382" y="1423081"/>
                </a:cubicBezTo>
                <a:cubicBezTo>
                  <a:pt x="6869382" y="1408918"/>
                  <a:pt x="6880878" y="1397423"/>
                  <a:pt x="6895043" y="1397423"/>
                </a:cubicBezTo>
                <a:close/>
                <a:moveTo>
                  <a:pt x="6766631" y="1397423"/>
                </a:moveTo>
                <a:cubicBezTo>
                  <a:pt x="6780802" y="1397423"/>
                  <a:pt x="6792290" y="1408911"/>
                  <a:pt x="6792290" y="1423081"/>
                </a:cubicBezTo>
                <a:cubicBezTo>
                  <a:pt x="6792290" y="1437253"/>
                  <a:pt x="6780802" y="1448741"/>
                  <a:pt x="6766631" y="1448741"/>
                </a:cubicBezTo>
                <a:cubicBezTo>
                  <a:pt x="6752461" y="1448741"/>
                  <a:pt x="6740973" y="1437253"/>
                  <a:pt x="6740973" y="1423081"/>
                </a:cubicBezTo>
                <a:cubicBezTo>
                  <a:pt x="6740973" y="1408911"/>
                  <a:pt x="6752461" y="1397423"/>
                  <a:pt x="6766631" y="1397423"/>
                </a:cubicBezTo>
                <a:close/>
                <a:moveTo>
                  <a:pt x="6702427" y="1397423"/>
                </a:moveTo>
                <a:cubicBezTo>
                  <a:pt x="6716597" y="1397423"/>
                  <a:pt x="6728085" y="1408911"/>
                  <a:pt x="6728085" y="1423081"/>
                </a:cubicBezTo>
                <a:cubicBezTo>
                  <a:pt x="6728085" y="1437253"/>
                  <a:pt x="6716597" y="1448741"/>
                  <a:pt x="6702427" y="1448741"/>
                </a:cubicBezTo>
                <a:cubicBezTo>
                  <a:pt x="6688254" y="1448741"/>
                  <a:pt x="6676766" y="1437253"/>
                  <a:pt x="6676766" y="1423081"/>
                </a:cubicBezTo>
                <a:cubicBezTo>
                  <a:pt x="6676766" y="1408911"/>
                  <a:pt x="6688254" y="1397423"/>
                  <a:pt x="6702427" y="1397423"/>
                </a:cubicBezTo>
                <a:close/>
                <a:moveTo>
                  <a:pt x="6638220" y="1397423"/>
                </a:moveTo>
                <a:cubicBezTo>
                  <a:pt x="6652385" y="1397423"/>
                  <a:pt x="6663881" y="1408918"/>
                  <a:pt x="6663881" y="1423081"/>
                </a:cubicBezTo>
                <a:cubicBezTo>
                  <a:pt x="6663881" y="1437247"/>
                  <a:pt x="6652385" y="1448741"/>
                  <a:pt x="6638220" y="1448741"/>
                </a:cubicBezTo>
                <a:cubicBezTo>
                  <a:pt x="6624055" y="1448741"/>
                  <a:pt x="6612562" y="1437247"/>
                  <a:pt x="6612562" y="1423081"/>
                </a:cubicBezTo>
                <a:cubicBezTo>
                  <a:pt x="6612562" y="1408918"/>
                  <a:pt x="6624055" y="1397423"/>
                  <a:pt x="6638220" y="1397423"/>
                </a:cubicBezTo>
                <a:close/>
                <a:moveTo>
                  <a:pt x="6574016" y="1397423"/>
                </a:moveTo>
                <a:cubicBezTo>
                  <a:pt x="6588181" y="1397423"/>
                  <a:pt x="6599674" y="1408918"/>
                  <a:pt x="6599674" y="1423081"/>
                </a:cubicBezTo>
                <a:cubicBezTo>
                  <a:pt x="6599674" y="1437247"/>
                  <a:pt x="6588181" y="1448741"/>
                  <a:pt x="6574016" y="1448741"/>
                </a:cubicBezTo>
                <a:cubicBezTo>
                  <a:pt x="6559851" y="1448741"/>
                  <a:pt x="6548357" y="1437247"/>
                  <a:pt x="6548357" y="1423081"/>
                </a:cubicBezTo>
                <a:cubicBezTo>
                  <a:pt x="6548357" y="1408918"/>
                  <a:pt x="6559851" y="1397423"/>
                  <a:pt x="6574016" y="1397423"/>
                </a:cubicBezTo>
                <a:close/>
                <a:moveTo>
                  <a:pt x="6381282" y="1397423"/>
                </a:moveTo>
                <a:cubicBezTo>
                  <a:pt x="6395455" y="1397423"/>
                  <a:pt x="6406943" y="1408911"/>
                  <a:pt x="6406943" y="1423081"/>
                </a:cubicBezTo>
                <a:cubicBezTo>
                  <a:pt x="6406943" y="1437253"/>
                  <a:pt x="6395455" y="1448741"/>
                  <a:pt x="6381282" y="1448741"/>
                </a:cubicBezTo>
                <a:cubicBezTo>
                  <a:pt x="6367112" y="1448741"/>
                  <a:pt x="6355624" y="1437253"/>
                  <a:pt x="6355624" y="1423081"/>
                </a:cubicBezTo>
                <a:cubicBezTo>
                  <a:pt x="6355624" y="1408911"/>
                  <a:pt x="6367112" y="1397423"/>
                  <a:pt x="6381282" y="1397423"/>
                </a:cubicBezTo>
                <a:close/>
                <a:moveTo>
                  <a:pt x="6317078" y="1397423"/>
                </a:moveTo>
                <a:cubicBezTo>
                  <a:pt x="6331243" y="1397423"/>
                  <a:pt x="6342736" y="1408918"/>
                  <a:pt x="6342736" y="1423081"/>
                </a:cubicBezTo>
                <a:cubicBezTo>
                  <a:pt x="6342736" y="1437247"/>
                  <a:pt x="6331243" y="1448741"/>
                  <a:pt x="6317078" y="1448741"/>
                </a:cubicBezTo>
                <a:cubicBezTo>
                  <a:pt x="6302913" y="1448741"/>
                  <a:pt x="6291420" y="1437247"/>
                  <a:pt x="6291420" y="1423081"/>
                </a:cubicBezTo>
                <a:cubicBezTo>
                  <a:pt x="6291420" y="1408918"/>
                  <a:pt x="6302913" y="1397423"/>
                  <a:pt x="6317078" y="1397423"/>
                </a:cubicBezTo>
                <a:close/>
                <a:moveTo>
                  <a:pt x="6252873" y="1397423"/>
                </a:moveTo>
                <a:cubicBezTo>
                  <a:pt x="6267036" y="1397423"/>
                  <a:pt x="6278532" y="1408918"/>
                  <a:pt x="6278532" y="1423081"/>
                </a:cubicBezTo>
                <a:cubicBezTo>
                  <a:pt x="6278532" y="1437247"/>
                  <a:pt x="6267036" y="1448741"/>
                  <a:pt x="6252873" y="1448741"/>
                </a:cubicBezTo>
                <a:cubicBezTo>
                  <a:pt x="6238708" y="1448741"/>
                  <a:pt x="6227213" y="1437247"/>
                  <a:pt x="6227213" y="1423081"/>
                </a:cubicBezTo>
                <a:cubicBezTo>
                  <a:pt x="6227213" y="1408918"/>
                  <a:pt x="6238708" y="1397423"/>
                  <a:pt x="6252873" y="1397423"/>
                </a:cubicBezTo>
                <a:close/>
                <a:moveTo>
                  <a:pt x="6188666" y="1397423"/>
                </a:moveTo>
                <a:cubicBezTo>
                  <a:pt x="6202831" y="1397423"/>
                  <a:pt x="6214327" y="1408918"/>
                  <a:pt x="6214327" y="1423081"/>
                </a:cubicBezTo>
                <a:cubicBezTo>
                  <a:pt x="6214327" y="1437247"/>
                  <a:pt x="6202831" y="1448741"/>
                  <a:pt x="6188666" y="1448741"/>
                </a:cubicBezTo>
                <a:cubicBezTo>
                  <a:pt x="6174504" y="1448741"/>
                  <a:pt x="6163008" y="1437247"/>
                  <a:pt x="6163008" y="1423081"/>
                </a:cubicBezTo>
                <a:cubicBezTo>
                  <a:pt x="6163008" y="1408918"/>
                  <a:pt x="6174504" y="1397423"/>
                  <a:pt x="6188666" y="1397423"/>
                </a:cubicBezTo>
                <a:close/>
                <a:moveTo>
                  <a:pt x="6124462" y="1397423"/>
                </a:moveTo>
                <a:cubicBezTo>
                  <a:pt x="6138627" y="1397423"/>
                  <a:pt x="6150123" y="1408918"/>
                  <a:pt x="6150123" y="1423081"/>
                </a:cubicBezTo>
                <a:cubicBezTo>
                  <a:pt x="6150123" y="1437247"/>
                  <a:pt x="6138627" y="1448741"/>
                  <a:pt x="6124462" y="1448741"/>
                </a:cubicBezTo>
                <a:cubicBezTo>
                  <a:pt x="6110297" y="1448741"/>
                  <a:pt x="6098804" y="1437247"/>
                  <a:pt x="6098804" y="1423081"/>
                </a:cubicBezTo>
                <a:cubicBezTo>
                  <a:pt x="6098804" y="1408918"/>
                  <a:pt x="6110297" y="1397423"/>
                  <a:pt x="6124462" y="1397423"/>
                </a:cubicBezTo>
                <a:close/>
                <a:moveTo>
                  <a:pt x="6064505" y="1397423"/>
                </a:moveTo>
                <a:cubicBezTo>
                  <a:pt x="6078666" y="1397423"/>
                  <a:pt x="6090163" y="1408918"/>
                  <a:pt x="6090163" y="1423081"/>
                </a:cubicBezTo>
                <a:cubicBezTo>
                  <a:pt x="6090163" y="1437247"/>
                  <a:pt x="6078666" y="1448741"/>
                  <a:pt x="6064505" y="1448741"/>
                </a:cubicBezTo>
                <a:cubicBezTo>
                  <a:pt x="6050336" y="1448741"/>
                  <a:pt x="6038844" y="1437247"/>
                  <a:pt x="6038844" y="1423081"/>
                </a:cubicBezTo>
                <a:cubicBezTo>
                  <a:pt x="6038844" y="1408918"/>
                  <a:pt x="6050336" y="1397423"/>
                  <a:pt x="6064505" y="1397423"/>
                </a:cubicBezTo>
                <a:close/>
                <a:moveTo>
                  <a:pt x="6000298" y="1397423"/>
                </a:moveTo>
                <a:cubicBezTo>
                  <a:pt x="6014463" y="1397423"/>
                  <a:pt x="6025956" y="1408918"/>
                  <a:pt x="6025956" y="1423081"/>
                </a:cubicBezTo>
                <a:cubicBezTo>
                  <a:pt x="6025956" y="1437247"/>
                  <a:pt x="6014463" y="1448741"/>
                  <a:pt x="6000298" y="1448741"/>
                </a:cubicBezTo>
                <a:cubicBezTo>
                  <a:pt x="5986133" y="1448741"/>
                  <a:pt x="5974639" y="1437247"/>
                  <a:pt x="5974639" y="1423081"/>
                </a:cubicBezTo>
                <a:cubicBezTo>
                  <a:pt x="5974639" y="1408918"/>
                  <a:pt x="5986133" y="1397423"/>
                  <a:pt x="6000298" y="1397423"/>
                </a:cubicBezTo>
                <a:close/>
                <a:moveTo>
                  <a:pt x="5936092" y="1397423"/>
                </a:moveTo>
                <a:cubicBezTo>
                  <a:pt x="5950255" y="1397423"/>
                  <a:pt x="5961751" y="1408918"/>
                  <a:pt x="5961751" y="1423081"/>
                </a:cubicBezTo>
                <a:cubicBezTo>
                  <a:pt x="5961751" y="1437247"/>
                  <a:pt x="5950255" y="1448741"/>
                  <a:pt x="5936092" y="1448741"/>
                </a:cubicBezTo>
                <a:cubicBezTo>
                  <a:pt x="5921928" y="1448741"/>
                  <a:pt x="5910435" y="1437247"/>
                  <a:pt x="5910435" y="1423081"/>
                </a:cubicBezTo>
                <a:cubicBezTo>
                  <a:pt x="5910435" y="1408918"/>
                  <a:pt x="5921928" y="1397423"/>
                  <a:pt x="5936092" y="1397423"/>
                </a:cubicBezTo>
                <a:close/>
                <a:moveTo>
                  <a:pt x="5743477" y="1397423"/>
                </a:moveTo>
                <a:cubicBezTo>
                  <a:pt x="5757648" y="1397423"/>
                  <a:pt x="5769136" y="1408911"/>
                  <a:pt x="5769136" y="1423081"/>
                </a:cubicBezTo>
                <a:cubicBezTo>
                  <a:pt x="5769136" y="1437253"/>
                  <a:pt x="5757648" y="1448741"/>
                  <a:pt x="5743477" y="1448741"/>
                </a:cubicBezTo>
                <a:cubicBezTo>
                  <a:pt x="5729307" y="1448741"/>
                  <a:pt x="5717818" y="1437253"/>
                  <a:pt x="5717818" y="1423081"/>
                </a:cubicBezTo>
                <a:cubicBezTo>
                  <a:pt x="5717818" y="1408911"/>
                  <a:pt x="5729307" y="1397423"/>
                  <a:pt x="5743477" y="1397423"/>
                </a:cubicBezTo>
                <a:close/>
                <a:moveTo>
                  <a:pt x="5679272" y="1397423"/>
                </a:moveTo>
                <a:cubicBezTo>
                  <a:pt x="5693437" y="1397423"/>
                  <a:pt x="5704930" y="1408918"/>
                  <a:pt x="5704930" y="1423081"/>
                </a:cubicBezTo>
                <a:cubicBezTo>
                  <a:pt x="5704930" y="1437247"/>
                  <a:pt x="5693437" y="1448741"/>
                  <a:pt x="5679272" y="1448741"/>
                </a:cubicBezTo>
                <a:cubicBezTo>
                  <a:pt x="5665108" y="1448741"/>
                  <a:pt x="5653614" y="1437247"/>
                  <a:pt x="5653614" y="1423081"/>
                </a:cubicBezTo>
                <a:cubicBezTo>
                  <a:pt x="5653614" y="1408918"/>
                  <a:pt x="5665108" y="1397423"/>
                  <a:pt x="5679272" y="1397423"/>
                </a:cubicBezTo>
                <a:close/>
                <a:moveTo>
                  <a:pt x="5615066" y="1397423"/>
                </a:moveTo>
                <a:cubicBezTo>
                  <a:pt x="5629231" y="1397423"/>
                  <a:pt x="5640726" y="1408918"/>
                  <a:pt x="5640726" y="1423081"/>
                </a:cubicBezTo>
                <a:cubicBezTo>
                  <a:pt x="5640726" y="1437247"/>
                  <a:pt x="5629231" y="1448741"/>
                  <a:pt x="5615066" y="1448741"/>
                </a:cubicBezTo>
                <a:cubicBezTo>
                  <a:pt x="5600901" y="1448741"/>
                  <a:pt x="5589407" y="1437247"/>
                  <a:pt x="5589407" y="1423081"/>
                </a:cubicBezTo>
                <a:cubicBezTo>
                  <a:pt x="5589407" y="1408918"/>
                  <a:pt x="5600901" y="1397423"/>
                  <a:pt x="5615066" y="1397423"/>
                </a:cubicBezTo>
                <a:close/>
                <a:moveTo>
                  <a:pt x="5550862" y="1397423"/>
                </a:moveTo>
                <a:cubicBezTo>
                  <a:pt x="5565027" y="1397423"/>
                  <a:pt x="5576520" y="1408918"/>
                  <a:pt x="5576520" y="1423081"/>
                </a:cubicBezTo>
                <a:cubicBezTo>
                  <a:pt x="5576520" y="1437247"/>
                  <a:pt x="5565027" y="1448741"/>
                  <a:pt x="5550862" y="1448741"/>
                </a:cubicBezTo>
                <a:cubicBezTo>
                  <a:pt x="5536697" y="1448741"/>
                  <a:pt x="5525203" y="1437247"/>
                  <a:pt x="5525203" y="1423081"/>
                </a:cubicBezTo>
                <a:cubicBezTo>
                  <a:pt x="5525203" y="1408918"/>
                  <a:pt x="5536697" y="1397423"/>
                  <a:pt x="5550862" y="1397423"/>
                </a:cubicBezTo>
                <a:close/>
                <a:moveTo>
                  <a:pt x="5486655" y="1397423"/>
                </a:moveTo>
                <a:cubicBezTo>
                  <a:pt x="5500819" y="1397423"/>
                  <a:pt x="5512316" y="1408918"/>
                  <a:pt x="5512316" y="1423081"/>
                </a:cubicBezTo>
                <a:cubicBezTo>
                  <a:pt x="5512316" y="1437247"/>
                  <a:pt x="5500819" y="1448741"/>
                  <a:pt x="5486655" y="1448741"/>
                </a:cubicBezTo>
                <a:cubicBezTo>
                  <a:pt x="5472491" y="1448741"/>
                  <a:pt x="5460997" y="1437247"/>
                  <a:pt x="5460997" y="1423081"/>
                </a:cubicBezTo>
                <a:cubicBezTo>
                  <a:pt x="5460997" y="1408918"/>
                  <a:pt x="5472491" y="1397423"/>
                  <a:pt x="5486655" y="1397423"/>
                </a:cubicBezTo>
                <a:close/>
                <a:moveTo>
                  <a:pt x="5422451" y="1397423"/>
                </a:moveTo>
                <a:cubicBezTo>
                  <a:pt x="5436621" y="1397423"/>
                  <a:pt x="5448109" y="1408911"/>
                  <a:pt x="5448109" y="1423081"/>
                </a:cubicBezTo>
                <a:cubicBezTo>
                  <a:pt x="5448109" y="1437253"/>
                  <a:pt x="5436621" y="1448741"/>
                  <a:pt x="5422451" y="1448741"/>
                </a:cubicBezTo>
                <a:cubicBezTo>
                  <a:pt x="5408280" y="1448741"/>
                  <a:pt x="5396791" y="1437253"/>
                  <a:pt x="5396791" y="1423081"/>
                </a:cubicBezTo>
                <a:cubicBezTo>
                  <a:pt x="5396791" y="1408911"/>
                  <a:pt x="5408280" y="1397423"/>
                  <a:pt x="5422451" y="1397423"/>
                </a:cubicBezTo>
                <a:close/>
                <a:moveTo>
                  <a:pt x="5358245" y="1397423"/>
                </a:moveTo>
                <a:cubicBezTo>
                  <a:pt x="5372417" y="1397423"/>
                  <a:pt x="5383904" y="1408911"/>
                  <a:pt x="5383904" y="1423081"/>
                </a:cubicBezTo>
                <a:cubicBezTo>
                  <a:pt x="5383904" y="1437253"/>
                  <a:pt x="5372417" y="1448741"/>
                  <a:pt x="5358245" y="1448741"/>
                </a:cubicBezTo>
                <a:cubicBezTo>
                  <a:pt x="5344076" y="1448741"/>
                  <a:pt x="5332587" y="1437253"/>
                  <a:pt x="5332587" y="1423081"/>
                </a:cubicBezTo>
                <a:cubicBezTo>
                  <a:pt x="5332587" y="1408911"/>
                  <a:pt x="5344076" y="1397423"/>
                  <a:pt x="5358245" y="1397423"/>
                </a:cubicBezTo>
                <a:close/>
                <a:moveTo>
                  <a:pt x="5229719" y="1397423"/>
                </a:moveTo>
                <a:cubicBezTo>
                  <a:pt x="5243999" y="1397423"/>
                  <a:pt x="5255377" y="1408918"/>
                  <a:pt x="5255377" y="1423081"/>
                </a:cubicBezTo>
                <a:cubicBezTo>
                  <a:pt x="5255377" y="1437247"/>
                  <a:pt x="5243883" y="1448741"/>
                  <a:pt x="5229719" y="1448741"/>
                </a:cubicBezTo>
                <a:cubicBezTo>
                  <a:pt x="5215554" y="1448741"/>
                  <a:pt x="5204058" y="1437247"/>
                  <a:pt x="5204058" y="1423081"/>
                </a:cubicBezTo>
                <a:cubicBezTo>
                  <a:pt x="5204058" y="1408918"/>
                  <a:pt x="5215554" y="1397423"/>
                  <a:pt x="5229719" y="1397423"/>
                </a:cubicBezTo>
                <a:close/>
                <a:moveTo>
                  <a:pt x="5101309" y="1397423"/>
                </a:moveTo>
                <a:cubicBezTo>
                  <a:pt x="5115473" y="1397423"/>
                  <a:pt x="5126967" y="1408918"/>
                  <a:pt x="5126967" y="1423081"/>
                </a:cubicBezTo>
                <a:cubicBezTo>
                  <a:pt x="5126967" y="1437247"/>
                  <a:pt x="5115473" y="1448741"/>
                  <a:pt x="5101309" y="1448741"/>
                </a:cubicBezTo>
                <a:cubicBezTo>
                  <a:pt x="5087142" y="1448741"/>
                  <a:pt x="5075649" y="1437247"/>
                  <a:pt x="5075649" y="1423081"/>
                </a:cubicBezTo>
                <a:cubicBezTo>
                  <a:pt x="5075649" y="1408918"/>
                  <a:pt x="5087142" y="1397423"/>
                  <a:pt x="5101309" y="1397423"/>
                </a:cubicBezTo>
                <a:close/>
                <a:moveTo>
                  <a:pt x="5037104" y="1397423"/>
                </a:moveTo>
                <a:cubicBezTo>
                  <a:pt x="5051273" y="1397423"/>
                  <a:pt x="5062762" y="1408911"/>
                  <a:pt x="5062762" y="1423081"/>
                </a:cubicBezTo>
                <a:cubicBezTo>
                  <a:pt x="5062762" y="1437253"/>
                  <a:pt x="5051273" y="1448741"/>
                  <a:pt x="5037104" y="1448741"/>
                </a:cubicBezTo>
                <a:cubicBezTo>
                  <a:pt x="5022930" y="1448741"/>
                  <a:pt x="5011444" y="1437253"/>
                  <a:pt x="5011444" y="1423081"/>
                </a:cubicBezTo>
                <a:cubicBezTo>
                  <a:pt x="5011444" y="1408911"/>
                  <a:pt x="5022930" y="1397423"/>
                  <a:pt x="5037104" y="1397423"/>
                </a:cubicBezTo>
                <a:close/>
                <a:moveTo>
                  <a:pt x="4972896" y="1397423"/>
                </a:moveTo>
                <a:cubicBezTo>
                  <a:pt x="4987063" y="1397423"/>
                  <a:pt x="4998557" y="1408918"/>
                  <a:pt x="4998557" y="1423081"/>
                </a:cubicBezTo>
                <a:cubicBezTo>
                  <a:pt x="4998557" y="1437247"/>
                  <a:pt x="4987063" y="1448741"/>
                  <a:pt x="4972896" y="1448741"/>
                </a:cubicBezTo>
                <a:cubicBezTo>
                  <a:pt x="4958732" y="1448741"/>
                  <a:pt x="4947240" y="1437247"/>
                  <a:pt x="4947240" y="1423081"/>
                </a:cubicBezTo>
                <a:cubicBezTo>
                  <a:pt x="4947240" y="1408918"/>
                  <a:pt x="4958732" y="1397423"/>
                  <a:pt x="4972896" y="1397423"/>
                </a:cubicBezTo>
                <a:close/>
                <a:moveTo>
                  <a:pt x="4908693" y="1397423"/>
                </a:moveTo>
                <a:cubicBezTo>
                  <a:pt x="4922857" y="1397423"/>
                  <a:pt x="4934352" y="1408918"/>
                  <a:pt x="4934352" y="1423081"/>
                </a:cubicBezTo>
                <a:cubicBezTo>
                  <a:pt x="4934352" y="1437247"/>
                  <a:pt x="4922857" y="1448741"/>
                  <a:pt x="4908693" y="1448741"/>
                </a:cubicBezTo>
                <a:cubicBezTo>
                  <a:pt x="4894527" y="1448741"/>
                  <a:pt x="4883033" y="1437247"/>
                  <a:pt x="4883033" y="1423081"/>
                </a:cubicBezTo>
                <a:cubicBezTo>
                  <a:pt x="4883033" y="1408918"/>
                  <a:pt x="4894527" y="1397423"/>
                  <a:pt x="4908693" y="1397423"/>
                </a:cubicBezTo>
                <a:close/>
                <a:moveTo>
                  <a:pt x="4844487" y="1397423"/>
                </a:moveTo>
                <a:cubicBezTo>
                  <a:pt x="4858650" y="1397423"/>
                  <a:pt x="4870146" y="1408918"/>
                  <a:pt x="4870146" y="1423081"/>
                </a:cubicBezTo>
                <a:cubicBezTo>
                  <a:pt x="4870146" y="1437247"/>
                  <a:pt x="4858650" y="1448741"/>
                  <a:pt x="4844487" y="1448741"/>
                </a:cubicBezTo>
                <a:cubicBezTo>
                  <a:pt x="4830322" y="1448741"/>
                  <a:pt x="4818828" y="1437247"/>
                  <a:pt x="4818828" y="1423081"/>
                </a:cubicBezTo>
                <a:cubicBezTo>
                  <a:pt x="4818828" y="1408918"/>
                  <a:pt x="4830322" y="1397423"/>
                  <a:pt x="4844487" y="1397423"/>
                </a:cubicBezTo>
                <a:close/>
                <a:moveTo>
                  <a:pt x="4780282" y="1397423"/>
                </a:moveTo>
                <a:cubicBezTo>
                  <a:pt x="4794447" y="1397423"/>
                  <a:pt x="4805941" y="1408918"/>
                  <a:pt x="4805941" y="1423081"/>
                </a:cubicBezTo>
                <a:cubicBezTo>
                  <a:pt x="4805941" y="1437247"/>
                  <a:pt x="4794447" y="1448741"/>
                  <a:pt x="4780282" y="1448741"/>
                </a:cubicBezTo>
                <a:cubicBezTo>
                  <a:pt x="4766118" y="1448741"/>
                  <a:pt x="4754622" y="1437247"/>
                  <a:pt x="4754622" y="1423081"/>
                </a:cubicBezTo>
                <a:cubicBezTo>
                  <a:pt x="4754622" y="1408918"/>
                  <a:pt x="4766118" y="1397423"/>
                  <a:pt x="4780282" y="1397423"/>
                </a:cubicBezTo>
                <a:close/>
                <a:moveTo>
                  <a:pt x="4651872" y="1397423"/>
                </a:moveTo>
                <a:cubicBezTo>
                  <a:pt x="4666042" y="1397423"/>
                  <a:pt x="4677531" y="1408911"/>
                  <a:pt x="4677531" y="1423081"/>
                </a:cubicBezTo>
                <a:cubicBezTo>
                  <a:pt x="4677531" y="1437253"/>
                  <a:pt x="4666042" y="1448741"/>
                  <a:pt x="4651872" y="1448741"/>
                </a:cubicBezTo>
                <a:cubicBezTo>
                  <a:pt x="4637700" y="1448741"/>
                  <a:pt x="4626213" y="1437253"/>
                  <a:pt x="4626213" y="1423081"/>
                </a:cubicBezTo>
                <a:cubicBezTo>
                  <a:pt x="4626213" y="1408911"/>
                  <a:pt x="4637700" y="1397423"/>
                  <a:pt x="4651872" y="1397423"/>
                </a:cubicBezTo>
                <a:close/>
                <a:moveTo>
                  <a:pt x="4587666" y="1397423"/>
                </a:moveTo>
                <a:cubicBezTo>
                  <a:pt x="4601830" y="1397423"/>
                  <a:pt x="4613324" y="1408918"/>
                  <a:pt x="4613324" y="1423081"/>
                </a:cubicBezTo>
                <a:cubicBezTo>
                  <a:pt x="4613324" y="1437247"/>
                  <a:pt x="4601830" y="1448741"/>
                  <a:pt x="4587666" y="1448741"/>
                </a:cubicBezTo>
                <a:cubicBezTo>
                  <a:pt x="4573501" y="1448741"/>
                  <a:pt x="4562007" y="1437247"/>
                  <a:pt x="4562007" y="1423081"/>
                </a:cubicBezTo>
                <a:cubicBezTo>
                  <a:pt x="4562007" y="1408918"/>
                  <a:pt x="4573501" y="1397423"/>
                  <a:pt x="4587666" y="1397423"/>
                </a:cubicBezTo>
                <a:close/>
                <a:moveTo>
                  <a:pt x="4523461" y="1397423"/>
                </a:moveTo>
                <a:cubicBezTo>
                  <a:pt x="4537626" y="1397423"/>
                  <a:pt x="4549121" y="1408918"/>
                  <a:pt x="4549121" y="1423081"/>
                </a:cubicBezTo>
                <a:cubicBezTo>
                  <a:pt x="4549121" y="1437247"/>
                  <a:pt x="4537626" y="1448741"/>
                  <a:pt x="4523461" y="1448741"/>
                </a:cubicBezTo>
                <a:cubicBezTo>
                  <a:pt x="4509296" y="1448741"/>
                  <a:pt x="4497802" y="1437247"/>
                  <a:pt x="4497802" y="1423081"/>
                </a:cubicBezTo>
                <a:cubicBezTo>
                  <a:pt x="4497802" y="1408918"/>
                  <a:pt x="4509296" y="1397423"/>
                  <a:pt x="4523461" y="1397423"/>
                </a:cubicBezTo>
                <a:close/>
                <a:moveTo>
                  <a:pt x="4395050" y="1397423"/>
                </a:moveTo>
                <a:cubicBezTo>
                  <a:pt x="4409214" y="1397423"/>
                  <a:pt x="4420710" y="1408918"/>
                  <a:pt x="4420710" y="1423081"/>
                </a:cubicBezTo>
                <a:cubicBezTo>
                  <a:pt x="4420710" y="1437247"/>
                  <a:pt x="4409214" y="1448741"/>
                  <a:pt x="4395050" y="1448741"/>
                </a:cubicBezTo>
                <a:cubicBezTo>
                  <a:pt x="4380886" y="1448741"/>
                  <a:pt x="4369391" y="1437247"/>
                  <a:pt x="4369391" y="1423081"/>
                </a:cubicBezTo>
                <a:cubicBezTo>
                  <a:pt x="4369391" y="1408918"/>
                  <a:pt x="4380886" y="1397423"/>
                  <a:pt x="4395050" y="1397423"/>
                </a:cubicBezTo>
                <a:close/>
                <a:moveTo>
                  <a:pt x="4202435" y="1397423"/>
                </a:moveTo>
                <a:cubicBezTo>
                  <a:pt x="4216598" y="1397423"/>
                  <a:pt x="4228093" y="1408918"/>
                  <a:pt x="4228093" y="1423081"/>
                </a:cubicBezTo>
                <a:cubicBezTo>
                  <a:pt x="4228093" y="1437247"/>
                  <a:pt x="4216598" y="1448741"/>
                  <a:pt x="4202435" y="1448741"/>
                </a:cubicBezTo>
                <a:cubicBezTo>
                  <a:pt x="4188268" y="1448741"/>
                  <a:pt x="4176776" y="1437247"/>
                  <a:pt x="4176776" y="1423081"/>
                </a:cubicBezTo>
                <a:cubicBezTo>
                  <a:pt x="4176776" y="1408918"/>
                  <a:pt x="4188268" y="1397423"/>
                  <a:pt x="4202435" y="1397423"/>
                </a:cubicBezTo>
                <a:close/>
                <a:moveTo>
                  <a:pt x="4009702" y="1397423"/>
                </a:moveTo>
                <a:cubicBezTo>
                  <a:pt x="4023866" y="1397423"/>
                  <a:pt x="4035362" y="1408918"/>
                  <a:pt x="4035362" y="1423081"/>
                </a:cubicBezTo>
                <a:cubicBezTo>
                  <a:pt x="4035362" y="1437247"/>
                  <a:pt x="4023866" y="1448741"/>
                  <a:pt x="4009702" y="1448741"/>
                </a:cubicBezTo>
                <a:cubicBezTo>
                  <a:pt x="3995538" y="1448741"/>
                  <a:pt x="3984043" y="1437247"/>
                  <a:pt x="3984043" y="1423081"/>
                </a:cubicBezTo>
                <a:cubicBezTo>
                  <a:pt x="3984043" y="1408918"/>
                  <a:pt x="3995538" y="1397423"/>
                  <a:pt x="4009702" y="1397423"/>
                </a:cubicBezTo>
                <a:close/>
                <a:moveTo>
                  <a:pt x="3881291" y="1397423"/>
                </a:moveTo>
                <a:cubicBezTo>
                  <a:pt x="3895456" y="1397423"/>
                  <a:pt x="3906950" y="1408918"/>
                  <a:pt x="3906950" y="1423081"/>
                </a:cubicBezTo>
                <a:cubicBezTo>
                  <a:pt x="3906950" y="1437247"/>
                  <a:pt x="3895456" y="1448741"/>
                  <a:pt x="3881291" y="1448741"/>
                </a:cubicBezTo>
                <a:cubicBezTo>
                  <a:pt x="3867127" y="1448741"/>
                  <a:pt x="3855633" y="1437247"/>
                  <a:pt x="3855633" y="1423081"/>
                </a:cubicBezTo>
                <a:cubicBezTo>
                  <a:pt x="3855633" y="1408918"/>
                  <a:pt x="3867127" y="1397423"/>
                  <a:pt x="3881291" y="1397423"/>
                </a:cubicBezTo>
                <a:close/>
                <a:moveTo>
                  <a:pt x="3817085" y="1397423"/>
                </a:moveTo>
                <a:cubicBezTo>
                  <a:pt x="3831252" y="1397423"/>
                  <a:pt x="3842745" y="1408918"/>
                  <a:pt x="3842745" y="1423081"/>
                </a:cubicBezTo>
                <a:cubicBezTo>
                  <a:pt x="3842745" y="1437247"/>
                  <a:pt x="3831252" y="1448741"/>
                  <a:pt x="3817085" y="1448741"/>
                </a:cubicBezTo>
                <a:cubicBezTo>
                  <a:pt x="3802921" y="1448741"/>
                  <a:pt x="3791427" y="1437247"/>
                  <a:pt x="3791427" y="1423081"/>
                </a:cubicBezTo>
                <a:cubicBezTo>
                  <a:pt x="3791427" y="1408918"/>
                  <a:pt x="3802921" y="1397423"/>
                  <a:pt x="3817085" y="1397423"/>
                </a:cubicBezTo>
                <a:close/>
                <a:moveTo>
                  <a:pt x="3752882" y="1397423"/>
                </a:moveTo>
                <a:cubicBezTo>
                  <a:pt x="3767045" y="1397423"/>
                  <a:pt x="3778539" y="1408918"/>
                  <a:pt x="3778539" y="1423081"/>
                </a:cubicBezTo>
                <a:cubicBezTo>
                  <a:pt x="3778539" y="1437247"/>
                  <a:pt x="3767045" y="1448741"/>
                  <a:pt x="3752882" y="1448741"/>
                </a:cubicBezTo>
                <a:cubicBezTo>
                  <a:pt x="3738717" y="1448741"/>
                  <a:pt x="3727221" y="1437247"/>
                  <a:pt x="3727221" y="1423081"/>
                </a:cubicBezTo>
                <a:cubicBezTo>
                  <a:pt x="3727221" y="1408918"/>
                  <a:pt x="3738717" y="1397423"/>
                  <a:pt x="3752882" y="1397423"/>
                </a:cubicBezTo>
                <a:close/>
                <a:moveTo>
                  <a:pt x="3624472" y="1397423"/>
                </a:moveTo>
                <a:cubicBezTo>
                  <a:pt x="3638640" y="1397423"/>
                  <a:pt x="3650129" y="1408911"/>
                  <a:pt x="3650129" y="1423081"/>
                </a:cubicBezTo>
                <a:cubicBezTo>
                  <a:pt x="3650129" y="1437253"/>
                  <a:pt x="3638640" y="1448741"/>
                  <a:pt x="3624472" y="1448741"/>
                </a:cubicBezTo>
                <a:cubicBezTo>
                  <a:pt x="3610300" y="1448741"/>
                  <a:pt x="3598810" y="1437253"/>
                  <a:pt x="3598810" y="1423081"/>
                </a:cubicBezTo>
                <a:cubicBezTo>
                  <a:pt x="3598810" y="1408911"/>
                  <a:pt x="3610300" y="1397423"/>
                  <a:pt x="3624472" y="1397423"/>
                </a:cubicBezTo>
                <a:close/>
                <a:moveTo>
                  <a:pt x="3431855" y="1397423"/>
                </a:moveTo>
                <a:cubicBezTo>
                  <a:pt x="3446019" y="1397423"/>
                  <a:pt x="3457512" y="1408918"/>
                  <a:pt x="3457512" y="1423081"/>
                </a:cubicBezTo>
                <a:cubicBezTo>
                  <a:pt x="3457512" y="1437247"/>
                  <a:pt x="3446019" y="1448741"/>
                  <a:pt x="3431855" y="1448741"/>
                </a:cubicBezTo>
                <a:cubicBezTo>
                  <a:pt x="3417690" y="1448741"/>
                  <a:pt x="3406196" y="1437247"/>
                  <a:pt x="3406196" y="1423081"/>
                </a:cubicBezTo>
                <a:cubicBezTo>
                  <a:pt x="3406196" y="1408918"/>
                  <a:pt x="3417690" y="1397423"/>
                  <a:pt x="3431855" y="1397423"/>
                </a:cubicBezTo>
                <a:close/>
                <a:moveTo>
                  <a:pt x="3367649" y="1397423"/>
                </a:moveTo>
                <a:cubicBezTo>
                  <a:pt x="3381813" y="1397423"/>
                  <a:pt x="3393308" y="1408918"/>
                  <a:pt x="3393308" y="1423081"/>
                </a:cubicBezTo>
                <a:cubicBezTo>
                  <a:pt x="3393308" y="1437247"/>
                  <a:pt x="3381813" y="1448741"/>
                  <a:pt x="3367649" y="1448741"/>
                </a:cubicBezTo>
                <a:cubicBezTo>
                  <a:pt x="3353484" y="1448741"/>
                  <a:pt x="3341990" y="1437247"/>
                  <a:pt x="3341990" y="1423081"/>
                </a:cubicBezTo>
                <a:cubicBezTo>
                  <a:pt x="3341990" y="1408918"/>
                  <a:pt x="3353484" y="1397423"/>
                  <a:pt x="3367649" y="1397423"/>
                </a:cubicBezTo>
                <a:close/>
                <a:moveTo>
                  <a:pt x="3303444" y="1397423"/>
                </a:moveTo>
                <a:cubicBezTo>
                  <a:pt x="3317609" y="1397423"/>
                  <a:pt x="3329102" y="1408918"/>
                  <a:pt x="3329102" y="1423081"/>
                </a:cubicBezTo>
                <a:cubicBezTo>
                  <a:pt x="3329102" y="1437247"/>
                  <a:pt x="3317609" y="1448741"/>
                  <a:pt x="3303444" y="1448741"/>
                </a:cubicBezTo>
                <a:cubicBezTo>
                  <a:pt x="3289279" y="1448741"/>
                  <a:pt x="3277785" y="1437247"/>
                  <a:pt x="3277785" y="1423081"/>
                </a:cubicBezTo>
                <a:cubicBezTo>
                  <a:pt x="3277785" y="1408918"/>
                  <a:pt x="3289279" y="1397423"/>
                  <a:pt x="3303444" y="1397423"/>
                </a:cubicBezTo>
                <a:close/>
                <a:moveTo>
                  <a:pt x="3239238" y="1397423"/>
                </a:moveTo>
                <a:cubicBezTo>
                  <a:pt x="3253410" y="1397423"/>
                  <a:pt x="3264898" y="1408911"/>
                  <a:pt x="3264898" y="1423081"/>
                </a:cubicBezTo>
                <a:cubicBezTo>
                  <a:pt x="3264898" y="1437253"/>
                  <a:pt x="3253410" y="1448741"/>
                  <a:pt x="3239238" y="1448741"/>
                </a:cubicBezTo>
                <a:cubicBezTo>
                  <a:pt x="3225068" y="1448741"/>
                  <a:pt x="3213580" y="1437253"/>
                  <a:pt x="3213580" y="1423081"/>
                </a:cubicBezTo>
                <a:cubicBezTo>
                  <a:pt x="3213580" y="1408911"/>
                  <a:pt x="3225068" y="1397423"/>
                  <a:pt x="3239238" y="1397423"/>
                </a:cubicBezTo>
                <a:close/>
                <a:moveTo>
                  <a:pt x="3110828" y="1397423"/>
                </a:moveTo>
                <a:cubicBezTo>
                  <a:pt x="3124992" y="1397423"/>
                  <a:pt x="3136487" y="1408918"/>
                  <a:pt x="3136487" y="1423081"/>
                </a:cubicBezTo>
                <a:cubicBezTo>
                  <a:pt x="3136487" y="1437247"/>
                  <a:pt x="3124992" y="1448741"/>
                  <a:pt x="3110828" y="1448741"/>
                </a:cubicBezTo>
                <a:cubicBezTo>
                  <a:pt x="3096663" y="1448741"/>
                  <a:pt x="3085170" y="1437247"/>
                  <a:pt x="3085170" y="1423081"/>
                </a:cubicBezTo>
                <a:cubicBezTo>
                  <a:pt x="3085170" y="1408918"/>
                  <a:pt x="3096663" y="1397423"/>
                  <a:pt x="3110828" y="1397423"/>
                </a:cubicBezTo>
                <a:close/>
                <a:moveTo>
                  <a:pt x="3046623" y="1397423"/>
                </a:moveTo>
                <a:cubicBezTo>
                  <a:pt x="3060788" y="1397423"/>
                  <a:pt x="3072282" y="1408918"/>
                  <a:pt x="3072282" y="1423081"/>
                </a:cubicBezTo>
                <a:cubicBezTo>
                  <a:pt x="3072282" y="1437247"/>
                  <a:pt x="3060788" y="1448741"/>
                  <a:pt x="3046623" y="1448741"/>
                </a:cubicBezTo>
                <a:cubicBezTo>
                  <a:pt x="3032458" y="1448741"/>
                  <a:pt x="3020964" y="1437247"/>
                  <a:pt x="3020964" y="1423081"/>
                </a:cubicBezTo>
                <a:cubicBezTo>
                  <a:pt x="3020964" y="1408918"/>
                  <a:pt x="3032458" y="1397423"/>
                  <a:pt x="3046623" y="1397423"/>
                </a:cubicBezTo>
                <a:close/>
                <a:moveTo>
                  <a:pt x="2982301" y="1397423"/>
                </a:moveTo>
                <a:cubicBezTo>
                  <a:pt x="2996466" y="1397423"/>
                  <a:pt x="3007960" y="1408918"/>
                  <a:pt x="3007960" y="1423081"/>
                </a:cubicBezTo>
                <a:cubicBezTo>
                  <a:pt x="3007960" y="1437247"/>
                  <a:pt x="2996466" y="1448741"/>
                  <a:pt x="2982301" y="1448741"/>
                </a:cubicBezTo>
                <a:cubicBezTo>
                  <a:pt x="2968137" y="1448741"/>
                  <a:pt x="2956642" y="1437247"/>
                  <a:pt x="2956642" y="1423081"/>
                </a:cubicBezTo>
                <a:cubicBezTo>
                  <a:pt x="2956642" y="1408918"/>
                  <a:pt x="2968137" y="1397423"/>
                  <a:pt x="2982301" y="1397423"/>
                </a:cubicBezTo>
                <a:close/>
                <a:moveTo>
                  <a:pt x="2853890" y="1397423"/>
                </a:moveTo>
                <a:cubicBezTo>
                  <a:pt x="2868062" y="1397423"/>
                  <a:pt x="2879550" y="1408911"/>
                  <a:pt x="2879550" y="1423081"/>
                </a:cubicBezTo>
                <a:cubicBezTo>
                  <a:pt x="2879550" y="1437253"/>
                  <a:pt x="2868062" y="1448741"/>
                  <a:pt x="2853890" y="1448741"/>
                </a:cubicBezTo>
                <a:cubicBezTo>
                  <a:pt x="2839720" y="1448741"/>
                  <a:pt x="2828231" y="1437253"/>
                  <a:pt x="2828231" y="1423081"/>
                </a:cubicBezTo>
                <a:cubicBezTo>
                  <a:pt x="2828231" y="1408911"/>
                  <a:pt x="2839720" y="1397423"/>
                  <a:pt x="2853890" y="1397423"/>
                </a:cubicBezTo>
                <a:close/>
                <a:moveTo>
                  <a:pt x="2789686" y="1397423"/>
                </a:moveTo>
                <a:cubicBezTo>
                  <a:pt x="2803850" y="1397423"/>
                  <a:pt x="2815344" y="1408918"/>
                  <a:pt x="2815344" y="1423081"/>
                </a:cubicBezTo>
                <a:cubicBezTo>
                  <a:pt x="2815344" y="1437247"/>
                  <a:pt x="2803850" y="1448741"/>
                  <a:pt x="2789686" y="1448741"/>
                </a:cubicBezTo>
                <a:cubicBezTo>
                  <a:pt x="2775521" y="1448741"/>
                  <a:pt x="2764027" y="1437247"/>
                  <a:pt x="2764027" y="1423081"/>
                </a:cubicBezTo>
                <a:cubicBezTo>
                  <a:pt x="2764027" y="1408918"/>
                  <a:pt x="2775521" y="1397423"/>
                  <a:pt x="2789686" y="1397423"/>
                </a:cubicBezTo>
                <a:close/>
                <a:moveTo>
                  <a:pt x="2404454" y="1397423"/>
                </a:moveTo>
                <a:cubicBezTo>
                  <a:pt x="2418619" y="1397423"/>
                  <a:pt x="2430112" y="1408918"/>
                  <a:pt x="2430112" y="1423081"/>
                </a:cubicBezTo>
                <a:cubicBezTo>
                  <a:pt x="2430112" y="1437247"/>
                  <a:pt x="2418619" y="1448741"/>
                  <a:pt x="2404454" y="1448741"/>
                </a:cubicBezTo>
                <a:cubicBezTo>
                  <a:pt x="2390289" y="1448741"/>
                  <a:pt x="2378795" y="1437247"/>
                  <a:pt x="2378795" y="1423081"/>
                </a:cubicBezTo>
                <a:cubicBezTo>
                  <a:pt x="2378795" y="1408918"/>
                  <a:pt x="2390289" y="1397423"/>
                  <a:pt x="2404454" y="1397423"/>
                </a:cubicBezTo>
                <a:close/>
                <a:moveTo>
                  <a:pt x="2340249" y="1397423"/>
                </a:moveTo>
                <a:cubicBezTo>
                  <a:pt x="2354413" y="1397423"/>
                  <a:pt x="2365908" y="1408918"/>
                  <a:pt x="2365908" y="1423081"/>
                </a:cubicBezTo>
                <a:cubicBezTo>
                  <a:pt x="2365908" y="1437247"/>
                  <a:pt x="2354413" y="1448741"/>
                  <a:pt x="2340249" y="1448741"/>
                </a:cubicBezTo>
                <a:cubicBezTo>
                  <a:pt x="2326084" y="1448741"/>
                  <a:pt x="2314590" y="1437247"/>
                  <a:pt x="2314590" y="1423081"/>
                </a:cubicBezTo>
                <a:cubicBezTo>
                  <a:pt x="2314590" y="1408918"/>
                  <a:pt x="2326084" y="1397423"/>
                  <a:pt x="2340249" y="1397423"/>
                </a:cubicBezTo>
                <a:close/>
                <a:moveTo>
                  <a:pt x="2276044" y="1397423"/>
                </a:moveTo>
                <a:cubicBezTo>
                  <a:pt x="2290208" y="1397423"/>
                  <a:pt x="2301702" y="1408918"/>
                  <a:pt x="2301702" y="1423081"/>
                </a:cubicBezTo>
                <a:cubicBezTo>
                  <a:pt x="2301702" y="1437247"/>
                  <a:pt x="2290208" y="1448741"/>
                  <a:pt x="2276044" y="1448741"/>
                </a:cubicBezTo>
                <a:cubicBezTo>
                  <a:pt x="2261879" y="1448741"/>
                  <a:pt x="2250385" y="1437247"/>
                  <a:pt x="2250385" y="1423081"/>
                </a:cubicBezTo>
                <a:cubicBezTo>
                  <a:pt x="2250385" y="1408918"/>
                  <a:pt x="2261879" y="1397423"/>
                  <a:pt x="2276044" y="1397423"/>
                </a:cubicBezTo>
                <a:close/>
                <a:moveTo>
                  <a:pt x="2211838" y="1397423"/>
                </a:moveTo>
                <a:cubicBezTo>
                  <a:pt x="2226003" y="1397423"/>
                  <a:pt x="2237497" y="1408918"/>
                  <a:pt x="2237497" y="1423081"/>
                </a:cubicBezTo>
                <a:cubicBezTo>
                  <a:pt x="2237497" y="1437247"/>
                  <a:pt x="2226003" y="1448741"/>
                  <a:pt x="2211838" y="1448741"/>
                </a:cubicBezTo>
                <a:cubicBezTo>
                  <a:pt x="2197673" y="1448741"/>
                  <a:pt x="2186178" y="1437247"/>
                  <a:pt x="2186178" y="1423081"/>
                </a:cubicBezTo>
                <a:cubicBezTo>
                  <a:pt x="2186178" y="1408918"/>
                  <a:pt x="2197673" y="1397423"/>
                  <a:pt x="2211838" y="1397423"/>
                </a:cubicBezTo>
                <a:close/>
                <a:moveTo>
                  <a:pt x="2147633" y="1397423"/>
                </a:moveTo>
                <a:cubicBezTo>
                  <a:pt x="2161804" y="1397423"/>
                  <a:pt x="2173293" y="1408911"/>
                  <a:pt x="2173293" y="1423081"/>
                </a:cubicBezTo>
                <a:cubicBezTo>
                  <a:pt x="2173293" y="1437253"/>
                  <a:pt x="2161804" y="1448741"/>
                  <a:pt x="2147633" y="1448741"/>
                </a:cubicBezTo>
                <a:cubicBezTo>
                  <a:pt x="2133462" y="1448741"/>
                  <a:pt x="2121975" y="1437253"/>
                  <a:pt x="2121975" y="1423081"/>
                </a:cubicBezTo>
                <a:cubicBezTo>
                  <a:pt x="2121975" y="1408911"/>
                  <a:pt x="2133462" y="1397423"/>
                  <a:pt x="2147633" y="1397423"/>
                </a:cubicBezTo>
                <a:close/>
                <a:moveTo>
                  <a:pt x="2083427" y="1397423"/>
                </a:moveTo>
                <a:cubicBezTo>
                  <a:pt x="2097599" y="1397423"/>
                  <a:pt x="2109087" y="1408911"/>
                  <a:pt x="2109087" y="1423081"/>
                </a:cubicBezTo>
                <a:cubicBezTo>
                  <a:pt x="2109087" y="1437253"/>
                  <a:pt x="2097599" y="1448741"/>
                  <a:pt x="2083427" y="1448741"/>
                </a:cubicBezTo>
                <a:cubicBezTo>
                  <a:pt x="2069257" y="1448741"/>
                  <a:pt x="2057768" y="1437253"/>
                  <a:pt x="2057768" y="1423081"/>
                </a:cubicBezTo>
                <a:cubicBezTo>
                  <a:pt x="2057768" y="1408911"/>
                  <a:pt x="2069257" y="1397423"/>
                  <a:pt x="2083427" y="1397423"/>
                </a:cubicBezTo>
                <a:close/>
                <a:moveTo>
                  <a:pt x="2019222" y="1397423"/>
                </a:moveTo>
                <a:cubicBezTo>
                  <a:pt x="2033387" y="1397423"/>
                  <a:pt x="2044880" y="1408918"/>
                  <a:pt x="2044880" y="1423081"/>
                </a:cubicBezTo>
                <a:cubicBezTo>
                  <a:pt x="2044880" y="1437247"/>
                  <a:pt x="2033387" y="1448741"/>
                  <a:pt x="2019222" y="1448741"/>
                </a:cubicBezTo>
                <a:cubicBezTo>
                  <a:pt x="2005058" y="1448741"/>
                  <a:pt x="1993563" y="1437247"/>
                  <a:pt x="1993563" y="1423081"/>
                </a:cubicBezTo>
                <a:cubicBezTo>
                  <a:pt x="1993563" y="1408918"/>
                  <a:pt x="2005058" y="1397423"/>
                  <a:pt x="2019222" y="1397423"/>
                </a:cubicBezTo>
                <a:close/>
                <a:moveTo>
                  <a:pt x="1955016" y="1397423"/>
                </a:moveTo>
                <a:cubicBezTo>
                  <a:pt x="1969181" y="1397423"/>
                  <a:pt x="1980676" y="1408918"/>
                  <a:pt x="1980676" y="1423081"/>
                </a:cubicBezTo>
                <a:cubicBezTo>
                  <a:pt x="1980676" y="1437247"/>
                  <a:pt x="1969181" y="1448741"/>
                  <a:pt x="1955016" y="1448741"/>
                </a:cubicBezTo>
                <a:cubicBezTo>
                  <a:pt x="1940851" y="1448741"/>
                  <a:pt x="1929358" y="1437247"/>
                  <a:pt x="1929358" y="1423081"/>
                </a:cubicBezTo>
                <a:cubicBezTo>
                  <a:pt x="1929358" y="1408918"/>
                  <a:pt x="1940851" y="1397423"/>
                  <a:pt x="1955016" y="1397423"/>
                </a:cubicBezTo>
                <a:close/>
                <a:moveTo>
                  <a:pt x="1890696" y="1397423"/>
                </a:moveTo>
                <a:cubicBezTo>
                  <a:pt x="1904860" y="1397423"/>
                  <a:pt x="1916355" y="1408918"/>
                  <a:pt x="1916355" y="1423081"/>
                </a:cubicBezTo>
                <a:cubicBezTo>
                  <a:pt x="1916355" y="1437247"/>
                  <a:pt x="1904860" y="1448741"/>
                  <a:pt x="1890696" y="1448741"/>
                </a:cubicBezTo>
                <a:cubicBezTo>
                  <a:pt x="1876531" y="1448741"/>
                  <a:pt x="1865037" y="1437247"/>
                  <a:pt x="1865037" y="1423081"/>
                </a:cubicBezTo>
                <a:cubicBezTo>
                  <a:pt x="1865037" y="1408918"/>
                  <a:pt x="1876531" y="1397423"/>
                  <a:pt x="1890696" y="1397423"/>
                </a:cubicBezTo>
                <a:close/>
                <a:moveTo>
                  <a:pt x="1826490" y="1397423"/>
                </a:moveTo>
                <a:cubicBezTo>
                  <a:pt x="1840654" y="1397423"/>
                  <a:pt x="1852149" y="1408918"/>
                  <a:pt x="1852149" y="1423081"/>
                </a:cubicBezTo>
                <a:cubicBezTo>
                  <a:pt x="1852149" y="1437247"/>
                  <a:pt x="1840654" y="1448741"/>
                  <a:pt x="1826490" y="1448741"/>
                </a:cubicBezTo>
                <a:cubicBezTo>
                  <a:pt x="1812325" y="1448741"/>
                  <a:pt x="1800830" y="1437247"/>
                  <a:pt x="1800830" y="1423081"/>
                </a:cubicBezTo>
                <a:cubicBezTo>
                  <a:pt x="1800830" y="1408918"/>
                  <a:pt x="1812325" y="1397423"/>
                  <a:pt x="1826490" y="1397423"/>
                </a:cubicBezTo>
                <a:close/>
                <a:moveTo>
                  <a:pt x="1762285" y="1397423"/>
                </a:moveTo>
                <a:cubicBezTo>
                  <a:pt x="1776456" y="1397423"/>
                  <a:pt x="1787944" y="1408911"/>
                  <a:pt x="1787944" y="1423081"/>
                </a:cubicBezTo>
                <a:cubicBezTo>
                  <a:pt x="1787944" y="1437253"/>
                  <a:pt x="1776456" y="1448741"/>
                  <a:pt x="1762285" y="1448741"/>
                </a:cubicBezTo>
                <a:cubicBezTo>
                  <a:pt x="1748114" y="1448741"/>
                  <a:pt x="1736626" y="1437253"/>
                  <a:pt x="1736626" y="1423081"/>
                </a:cubicBezTo>
                <a:cubicBezTo>
                  <a:pt x="1736626" y="1408911"/>
                  <a:pt x="1748114" y="1397423"/>
                  <a:pt x="1762285" y="1397423"/>
                </a:cubicBezTo>
                <a:close/>
                <a:moveTo>
                  <a:pt x="1569669" y="1397423"/>
                </a:moveTo>
                <a:cubicBezTo>
                  <a:pt x="1583834" y="1397423"/>
                  <a:pt x="1595328" y="1408918"/>
                  <a:pt x="1595328" y="1423081"/>
                </a:cubicBezTo>
                <a:cubicBezTo>
                  <a:pt x="1595328" y="1437247"/>
                  <a:pt x="1583834" y="1448741"/>
                  <a:pt x="1569669" y="1448741"/>
                </a:cubicBezTo>
                <a:cubicBezTo>
                  <a:pt x="1555504" y="1448741"/>
                  <a:pt x="1544010" y="1437247"/>
                  <a:pt x="1544010" y="1423081"/>
                </a:cubicBezTo>
                <a:cubicBezTo>
                  <a:pt x="1544010" y="1408918"/>
                  <a:pt x="1555504" y="1397423"/>
                  <a:pt x="1569669" y="1397423"/>
                </a:cubicBezTo>
                <a:close/>
                <a:moveTo>
                  <a:pt x="1505464" y="1397423"/>
                </a:moveTo>
                <a:cubicBezTo>
                  <a:pt x="1519629" y="1397423"/>
                  <a:pt x="1531123" y="1408918"/>
                  <a:pt x="1531123" y="1423081"/>
                </a:cubicBezTo>
                <a:cubicBezTo>
                  <a:pt x="1531123" y="1437247"/>
                  <a:pt x="1519629" y="1448741"/>
                  <a:pt x="1505464" y="1448741"/>
                </a:cubicBezTo>
                <a:cubicBezTo>
                  <a:pt x="1491299" y="1448741"/>
                  <a:pt x="1479806" y="1437247"/>
                  <a:pt x="1479806" y="1423081"/>
                </a:cubicBezTo>
                <a:cubicBezTo>
                  <a:pt x="1479806" y="1408918"/>
                  <a:pt x="1491299" y="1397423"/>
                  <a:pt x="1505464" y="1397423"/>
                </a:cubicBezTo>
                <a:close/>
                <a:moveTo>
                  <a:pt x="1441258" y="1397423"/>
                </a:moveTo>
                <a:cubicBezTo>
                  <a:pt x="1455430" y="1397423"/>
                  <a:pt x="1466917" y="1408911"/>
                  <a:pt x="1466917" y="1423081"/>
                </a:cubicBezTo>
                <a:cubicBezTo>
                  <a:pt x="1466917" y="1437253"/>
                  <a:pt x="1455430" y="1448741"/>
                  <a:pt x="1441258" y="1448741"/>
                </a:cubicBezTo>
                <a:cubicBezTo>
                  <a:pt x="1427087" y="1448741"/>
                  <a:pt x="1415599" y="1437253"/>
                  <a:pt x="1415599" y="1423081"/>
                </a:cubicBezTo>
                <a:cubicBezTo>
                  <a:pt x="1415599" y="1408911"/>
                  <a:pt x="1427087" y="1397423"/>
                  <a:pt x="1441258" y="1397423"/>
                </a:cubicBezTo>
                <a:close/>
                <a:moveTo>
                  <a:pt x="1377053" y="1397423"/>
                </a:moveTo>
                <a:cubicBezTo>
                  <a:pt x="1391224" y="1397423"/>
                  <a:pt x="1402712" y="1408911"/>
                  <a:pt x="1402712" y="1423081"/>
                </a:cubicBezTo>
                <a:cubicBezTo>
                  <a:pt x="1402712" y="1437253"/>
                  <a:pt x="1391224" y="1448741"/>
                  <a:pt x="1377053" y="1448741"/>
                </a:cubicBezTo>
                <a:cubicBezTo>
                  <a:pt x="1362882" y="1448741"/>
                  <a:pt x="1351395" y="1437253"/>
                  <a:pt x="1351395" y="1423081"/>
                </a:cubicBezTo>
                <a:cubicBezTo>
                  <a:pt x="1351395" y="1408911"/>
                  <a:pt x="1362882" y="1397423"/>
                  <a:pt x="1377053" y="1397423"/>
                </a:cubicBezTo>
                <a:close/>
                <a:moveTo>
                  <a:pt x="1184437" y="1397423"/>
                </a:moveTo>
                <a:cubicBezTo>
                  <a:pt x="1198602" y="1397423"/>
                  <a:pt x="1210096" y="1408918"/>
                  <a:pt x="1210096" y="1423081"/>
                </a:cubicBezTo>
                <a:cubicBezTo>
                  <a:pt x="1210096" y="1437247"/>
                  <a:pt x="1198602" y="1448741"/>
                  <a:pt x="1184437" y="1448741"/>
                </a:cubicBezTo>
                <a:cubicBezTo>
                  <a:pt x="1170273" y="1448741"/>
                  <a:pt x="1158780" y="1437247"/>
                  <a:pt x="1158780" y="1423081"/>
                </a:cubicBezTo>
                <a:cubicBezTo>
                  <a:pt x="1158780" y="1408918"/>
                  <a:pt x="1170273" y="1397423"/>
                  <a:pt x="1184437" y="1397423"/>
                </a:cubicBezTo>
                <a:close/>
                <a:moveTo>
                  <a:pt x="1056027" y="1397423"/>
                </a:moveTo>
                <a:cubicBezTo>
                  <a:pt x="1070199" y="1397423"/>
                  <a:pt x="1081685" y="1408911"/>
                  <a:pt x="1081685" y="1423081"/>
                </a:cubicBezTo>
                <a:cubicBezTo>
                  <a:pt x="1081685" y="1437253"/>
                  <a:pt x="1070199" y="1448741"/>
                  <a:pt x="1056027" y="1448741"/>
                </a:cubicBezTo>
                <a:cubicBezTo>
                  <a:pt x="1041857" y="1448741"/>
                  <a:pt x="1030369" y="1437253"/>
                  <a:pt x="1030369" y="1423081"/>
                </a:cubicBezTo>
                <a:cubicBezTo>
                  <a:pt x="1030369" y="1408911"/>
                  <a:pt x="1041857" y="1397423"/>
                  <a:pt x="1056027" y="1397423"/>
                </a:cubicBezTo>
                <a:close/>
                <a:moveTo>
                  <a:pt x="991823" y="1397423"/>
                </a:moveTo>
                <a:cubicBezTo>
                  <a:pt x="1005993" y="1397423"/>
                  <a:pt x="1017481" y="1408911"/>
                  <a:pt x="1017481" y="1423081"/>
                </a:cubicBezTo>
                <a:cubicBezTo>
                  <a:pt x="1017481" y="1437253"/>
                  <a:pt x="1005993" y="1448741"/>
                  <a:pt x="991823" y="1448741"/>
                </a:cubicBezTo>
                <a:cubicBezTo>
                  <a:pt x="977652" y="1448741"/>
                  <a:pt x="966162" y="1437253"/>
                  <a:pt x="966162" y="1423081"/>
                </a:cubicBezTo>
                <a:cubicBezTo>
                  <a:pt x="966162" y="1408911"/>
                  <a:pt x="977652" y="1397423"/>
                  <a:pt x="991823" y="1397423"/>
                </a:cubicBezTo>
                <a:close/>
                <a:moveTo>
                  <a:pt x="927616" y="1397423"/>
                </a:moveTo>
                <a:cubicBezTo>
                  <a:pt x="941781" y="1397423"/>
                  <a:pt x="953275" y="1408918"/>
                  <a:pt x="953275" y="1423081"/>
                </a:cubicBezTo>
                <a:cubicBezTo>
                  <a:pt x="953275" y="1437247"/>
                  <a:pt x="941781" y="1448741"/>
                  <a:pt x="927616" y="1448741"/>
                </a:cubicBezTo>
                <a:cubicBezTo>
                  <a:pt x="913452" y="1448741"/>
                  <a:pt x="901957" y="1437247"/>
                  <a:pt x="901957" y="1423081"/>
                </a:cubicBezTo>
                <a:cubicBezTo>
                  <a:pt x="901957" y="1408918"/>
                  <a:pt x="913452" y="1397423"/>
                  <a:pt x="927616" y="1397423"/>
                </a:cubicBezTo>
                <a:close/>
                <a:moveTo>
                  <a:pt x="863411" y="1397423"/>
                </a:moveTo>
                <a:cubicBezTo>
                  <a:pt x="877576" y="1397423"/>
                  <a:pt x="889071" y="1408918"/>
                  <a:pt x="889071" y="1423081"/>
                </a:cubicBezTo>
                <a:cubicBezTo>
                  <a:pt x="889071" y="1437247"/>
                  <a:pt x="877576" y="1448741"/>
                  <a:pt x="863411" y="1448741"/>
                </a:cubicBezTo>
                <a:cubicBezTo>
                  <a:pt x="849248" y="1448741"/>
                  <a:pt x="837752" y="1437247"/>
                  <a:pt x="837752" y="1423081"/>
                </a:cubicBezTo>
                <a:cubicBezTo>
                  <a:pt x="837752" y="1408918"/>
                  <a:pt x="849248" y="1397423"/>
                  <a:pt x="863411" y="1397423"/>
                </a:cubicBezTo>
                <a:close/>
                <a:moveTo>
                  <a:pt x="670679" y="1397423"/>
                </a:moveTo>
                <a:cubicBezTo>
                  <a:pt x="684851" y="1397423"/>
                  <a:pt x="696338" y="1408911"/>
                  <a:pt x="696338" y="1423081"/>
                </a:cubicBezTo>
                <a:cubicBezTo>
                  <a:pt x="696338" y="1437253"/>
                  <a:pt x="684851" y="1448741"/>
                  <a:pt x="670679" y="1448741"/>
                </a:cubicBezTo>
                <a:cubicBezTo>
                  <a:pt x="656509" y="1448741"/>
                  <a:pt x="645020" y="1437253"/>
                  <a:pt x="645020" y="1423081"/>
                </a:cubicBezTo>
                <a:cubicBezTo>
                  <a:pt x="645020" y="1408911"/>
                  <a:pt x="656509" y="1397423"/>
                  <a:pt x="670679" y="1397423"/>
                </a:cubicBezTo>
                <a:close/>
                <a:moveTo>
                  <a:pt x="606475" y="1397423"/>
                </a:moveTo>
                <a:cubicBezTo>
                  <a:pt x="620639" y="1397423"/>
                  <a:pt x="632134" y="1408918"/>
                  <a:pt x="632134" y="1423081"/>
                </a:cubicBezTo>
                <a:cubicBezTo>
                  <a:pt x="632134" y="1437247"/>
                  <a:pt x="620639" y="1448741"/>
                  <a:pt x="606475" y="1448741"/>
                </a:cubicBezTo>
                <a:cubicBezTo>
                  <a:pt x="592310" y="1448741"/>
                  <a:pt x="580815" y="1437247"/>
                  <a:pt x="580815" y="1423081"/>
                </a:cubicBezTo>
                <a:cubicBezTo>
                  <a:pt x="580815" y="1408918"/>
                  <a:pt x="592310" y="1397423"/>
                  <a:pt x="606475" y="1397423"/>
                </a:cubicBezTo>
                <a:close/>
                <a:moveTo>
                  <a:pt x="542268" y="1397423"/>
                </a:moveTo>
                <a:cubicBezTo>
                  <a:pt x="556433" y="1397423"/>
                  <a:pt x="567927" y="1408918"/>
                  <a:pt x="567927" y="1423081"/>
                </a:cubicBezTo>
                <a:cubicBezTo>
                  <a:pt x="567927" y="1437247"/>
                  <a:pt x="556433" y="1448741"/>
                  <a:pt x="542268" y="1448741"/>
                </a:cubicBezTo>
                <a:cubicBezTo>
                  <a:pt x="528104" y="1448741"/>
                  <a:pt x="516610" y="1437247"/>
                  <a:pt x="516610" y="1423081"/>
                </a:cubicBezTo>
                <a:cubicBezTo>
                  <a:pt x="516610" y="1408918"/>
                  <a:pt x="528104" y="1397423"/>
                  <a:pt x="542268" y="1397423"/>
                </a:cubicBezTo>
                <a:close/>
                <a:moveTo>
                  <a:pt x="478063" y="1397423"/>
                </a:moveTo>
                <a:cubicBezTo>
                  <a:pt x="492228" y="1397423"/>
                  <a:pt x="503724" y="1408918"/>
                  <a:pt x="503724" y="1423081"/>
                </a:cubicBezTo>
                <a:cubicBezTo>
                  <a:pt x="503724" y="1437247"/>
                  <a:pt x="492228" y="1448741"/>
                  <a:pt x="478063" y="1448741"/>
                </a:cubicBezTo>
                <a:cubicBezTo>
                  <a:pt x="463900" y="1448741"/>
                  <a:pt x="452404" y="1437247"/>
                  <a:pt x="452404" y="1423081"/>
                </a:cubicBezTo>
                <a:cubicBezTo>
                  <a:pt x="452404" y="1408918"/>
                  <a:pt x="463900" y="1397423"/>
                  <a:pt x="478063" y="1397423"/>
                </a:cubicBezTo>
                <a:close/>
                <a:moveTo>
                  <a:pt x="413858" y="1397423"/>
                </a:moveTo>
                <a:cubicBezTo>
                  <a:pt x="428023" y="1397423"/>
                  <a:pt x="439517" y="1408918"/>
                  <a:pt x="439517" y="1423081"/>
                </a:cubicBezTo>
                <a:cubicBezTo>
                  <a:pt x="439517" y="1437247"/>
                  <a:pt x="428023" y="1448741"/>
                  <a:pt x="413858" y="1448741"/>
                </a:cubicBezTo>
                <a:cubicBezTo>
                  <a:pt x="399694" y="1448741"/>
                  <a:pt x="388200" y="1437247"/>
                  <a:pt x="388200" y="1423081"/>
                </a:cubicBezTo>
                <a:cubicBezTo>
                  <a:pt x="388200" y="1408918"/>
                  <a:pt x="399694" y="1397423"/>
                  <a:pt x="413858" y="1397423"/>
                </a:cubicBezTo>
                <a:close/>
                <a:moveTo>
                  <a:pt x="346686" y="1397423"/>
                </a:moveTo>
                <a:cubicBezTo>
                  <a:pt x="360849" y="1397423"/>
                  <a:pt x="372344" y="1408918"/>
                  <a:pt x="372344" y="1423081"/>
                </a:cubicBezTo>
                <a:cubicBezTo>
                  <a:pt x="372344" y="1437247"/>
                  <a:pt x="360849" y="1448741"/>
                  <a:pt x="346686" y="1448741"/>
                </a:cubicBezTo>
                <a:cubicBezTo>
                  <a:pt x="332520" y="1448741"/>
                  <a:pt x="321027" y="1437247"/>
                  <a:pt x="321027" y="1423081"/>
                </a:cubicBezTo>
                <a:cubicBezTo>
                  <a:pt x="321027" y="1408918"/>
                  <a:pt x="332520" y="1397423"/>
                  <a:pt x="346686" y="1397423"/>
                </a:cubicBezTo>
                <a:close/>
                <a:moveTo>
                  <a:pt x="282480" y="1397423"/>
                </a:moveTo>
                <a:cubicBezTo>
                  <a:pt x="296644" y="1397423"/>
                  <a:pt x="308138" y="1408918"/>
                  <a:pt x="308138" y="1423081"/>
                </a:cubicBezTo>
                <a:cubicBezTo>
                  <a:pt x="308138" y="1437247"/>
                  <a:pt x="296644" y="1448741"/>
                  <a:pt x="282480" y="1448741"/>
                </a:cubicBezTo>
                <a:cubicBezTo>
                  <a:pt x="268314" y="1448741"/>
                  <a:pt x="256820" y="1437247"/>
                  <a:pt x="256820" y="1423081"/>
                </a:cubicBezTo>
                <a:cubicBezTo>
                  <a:pt x="256820" y="1408918"/>
                  <a:pt x="268314" y="1397423"/>
                  <a:pt x="282480" y="1397423"/>
                </a:cubicBezTo>
                <a:close/>
                <a:moveTo>
                  <a:pt x="218274" y="1397423"/>
                </a:moveTo>
                <a:cubicBezTo>
                  <a:pt x="232438" y="1397423"/>
                  <a:pt x="243932" y="1408918"/>
                  <a:pt x="243932" y="1423081"/>
                </a:cubicBezTo>
                <a:cubicBezTo>
                  <a:pt x="243932" y="1437247"/>
                  <a:pt x="232438" y="1448741"/>
                  <a:pt x="218274" y="1448741"/>
                </a:cubicBezTo>
                <a:cubicBezTo>
                  <a:pt x="204109" y="1448741"/>
                  <a:pt x="192615" y="1437247"/>
                  <a:pt x="192615" y="1423081"/>
                </a:cubicBezTo>
                <a:cubicBezTo>
                  <a:pt x="192615" y="1408918"/>
                  <a:pt x="204109" y="1397423"/>
                  <a:pt x="218274" y="1397423"/>
                </a:cubicBezTo>
                <a:close/>
                <a:moveTo>
                  <a:pt x="25659" y="1397423"/>
                </a:moveTo>
                <a:cubicBezTo>
                  <a:pt x="39829" y="1397423"/>
                  <a:pt x="51317" y="1408911"/>
                  <a:pt x="51317" y="1423081"/>
                </a:cubicBezTo>
                <a:cubicBezTo>
                  <a:pt x="51317" y="1437253"/>
                  <a:pt x="39829" y="1448741"/>
                  <a:pt x="25659" y="1448741"/>
                </a:cubicBezTo>
                <a:cubicBezTo>
                  <a:pt x="11488" y="1448741"/>
                  <a:pt x="0" y="1437253"/>
                  <a:pt x="0" y="1423081"/>
                </a:cubicBezTo>
                <a:cubicBezTo>
                  <a:pt x="0" y="1408911"/>
                  <a:pt x="11488" y="1397423"/>
                  <a:pt x="25659" y="1397423"/>
                </a:cubicBezTo>
                <a:close/>
                <a:moveTo>
                  <a:pt x="11004528" y="1343087"/>
                </a:moveTo>
                <a:cubicBezTo>
                  <a:pt x="11011644" y="1343087"/>
                  <a:pt x="11017416" y="1348856"/>
                  <a:pt x="11017416" y="1355974"/>
                </a:cubicBezTo>
                <a:cubicBezTo>
                  <a:pt x="11017416" y="1363091"/>
                  <a:pt x="11011644" y="1368861"/>
                  <a:pt x="11004528" y="1368861"/>
                </a:cubicBezTo>
                <a:cubicBezTo>
                  <a:pt x="10997410" y="1368861"/>
                  <a:pt x="10991640" y="1363091"/>
                  <a:pt x="10991640" y="1355974"/>
                </a:cubicBezTo>
                <a:cubicBezTo>
                  <a:pt x="10991640" y="1348856"/>
                  <a:pt x="10997410" y="1343087"/>
                  <a:pt x="11004528" y="1343087"/>
                </a:cubicBezTo>
                <a:close/>
                <a:moveTo>
                  <a:pt x="10747708" y="1343087"/>
                </a:moveTo>
                <a:cubicBezTo>
                  <a:pt x="10754824" y="1343087"/>
                  <a:pt x="10760593" y="1348856"/>
                  <a:pt x="10760593" y="1355974"/>
                </a:cubicBezTo>
                <a:cubicBezTo>
                  <a:pt x="10760593" y="1363091"/>
                  <a:pt x="10754824" y="1368861"/>
                  <a:pt x="10747708" y="1368861"/>
                </a:cubicBezTo>
                <a:cubicBezTo>
                  <a:pt x="10740589" y="1368861"/>
                  <a:pt x="10734820" y="1363091"/>
                  <a:pt x="10734820" y="1355974"/>
                </a:cubicBezTo>
                <a:cubicBezTo>
                  <a:pt x="10734820" y="1348856"/>
                  <a:pt x="10740589" y="1343087"/>
                  <a:pt x="10747708" y="1343087"/>
                </a:cubicBezTo>
                <a:close/>
                <a:moveTo>
                  <a:pt x="10426681" y="1343087"/>
                </a:moveTo>
                <a:cubicBezTo>
                  <a:pt x="10433797" y="1343087"/>
                  <a:pt x="10439569" y="1348856"/>
                  <a:pt x="10439569" y="1355974"/>
                </a:cubicBezTo>
                <a:cubicBezTo>
                  <a:pt x="10439569" y="1363091"/>
                  <a:pt x="10433797" y="1368861"/>
                  <a:pt x="10426681" y="1368861"/>
                </a:cubicBezTo>
                <a:cubicBezTo>
                  <a:pt x="10419562" y="1368861"/>
                  <a:pt x="10413793" y="1363091"/>
                  <a:pt x="10413793" y="1355974"/>
                </a:cubicBezTo>
                <a:cubicBezTo>
                  <a:pt x="10413793" y="1348856"/>
                  <a:pt x="10419562" y="1343087"/>
                  <a:pt x="10426681" y="1343087"/>
                </a:cubicBezTo>
                <a:close/>
                <a:moveTo>
                  <a:pt x="9784512" y="1343087"/>
                </a:moveTo>
                <a:cubicBezTo>
                  <a:pt x="9791593" y="1343087"/>
                  <a:pt x="9797400" y="1348892"/>
                  <a:pt x="9797400" y="1355974"/>
                </a:cubicBezTo>
                <a:cubicBezTo>
                  <a:pt x="9797400" y="1363056"/>
                  <a:pt x="9791711" y="1368861"/>
                  <a:pt x="9784512" y="1368861"/>
                </a:cubicBezTo>
                <a:cubicBezTo>
                  <a:pt x="9777428" y="1368861"/>
                  <a:pt x="9771624" y="1363172"/>
                  <a:pt x="9771624" y="1355974"/>
                </a:cubicBezTo>
                <a:cubicBezTo>
                  <a:pt x="9771624" y="1348775"/>
                  <a:pt x="9777313" y="1343087"/>
                  <a:pt x="9784512" y="1343087"/>
                </a:cubicBezTo>
                <a:close/>
                <a:moveTo>
                  <a:pt x="8307675" y="1343087"/>
                </a:moveTo>
                <a:cubicBezTo>
                  <a:pt x="8314791" y="1343087"/>
                  <a:pt x="8320560" y="1348856"/>
                  <a:pt x="8320560" y="1355974"/>
                </a:cubicBezTo>
                <a:cubicBezTo>
                  <a:pt x="8320560" y="1363091"/>
                  <a:pt x="8314791" y="1368861"/>
                  <a:pt x="8307675" y="1368861"/>
                </a:cubicBezTo>
                <a:cubicBezTo>
                  <a:pt x="8300556" y="1368861"/>
                  <a:pt x="8294787" y="1363091"/>
                  <a:pt x="8294787" y="1355974"/>
                </a:cubicBezTo>
                <a:cubicBezTo>
                  <a:pt x="8294787" y="1348856"/>
                  <a:pt x="8300556" y="1343087"/>
                  <a:pt x="8307675" y="1343087"/>
                </a:cubicBezTo>
                <a:close/>
                <a:moveTo>
                  <a:pt x="7344479" y="1343087"/>
                </a:moveTo>
                <a:cubicBezTo>
                  <a:pt x="7351560" y="1343087"/>
                  <a:pt x="7357367" y="1348892"/>
                  <a:pt x="7357367" y="1355974"/>
                </a:cubicBezTo>
                <a:cubicBezTo>
                  <a:pt x="7357367" y="1363056"/>
                  <a:pt x="7351678" y="1368861"/>
                  <a:pt x="7344479" y="1368861"/>
                </a:cubicBezTo>
                <a:cubicBezTo>
                  <a:pt x="7337395" y="1368861"/>
                  <a:pt x="7331591" y="1363172"/>
                  <a:pt x="7331591" y="1355974"/>
                </a:cubicBezTo>
                <a:cubicBezTo>
                  <a:pt x="7331591" y="1348775"/>
                  <a:pt x="7337280" y="1343087"/>
                  <a:pt x="7344479" y="1343087"/>
                </a:cubicBezTo>
                <a:close/>
                <a:moveTo>
                  <a:pt x="6959132" y="1343087"/>
                </a:moveTo>
                <a:cubicBezTo>
                  <a:pt x="6966331" y="1343087"/>
                  <a:pt x="6972020" y="1348892"/>
                  <a:pt x="6972020" y="1355974"/>
                </a:cubicBezTo>
                <a:cubicBezTo>
                  <a:pt x="6972020" y="1363056"/>
                  <a:pt x="6966331" y="1368861"/>
                  <a:pt x="6959132" y="1368861"/>
                </a:cubicBezTo>
                <a:cubicBezTo>
                  <a:pt x="6952048" y="1368861"/>
                  <a:pt x="6946244" y="1363172"/>
                  <a:pt x="6946244" y="1355974"/>
                </a:cubicBezTo>
                <a:cubicBezTo>
                  <a:pt x="6946244" y="1348775"/>
                  <a:pt x="6951933" y="1343087"/>
                  <a:pt x="6959132" y="1343087"/>
                </a:cubicBezTo>
                <a:close/>
                <a:moveTo>
                  <a:pt x="6830836" y="1343087"/>
                </a:moveTo>
                <a:cubicBezTo>
                  <a:pt x="6837954" y="1343087"/>
                  <a:pt x="6843724" y="1348856"/>
                  <a:pt x="6843724" y="1355974"/>
                </a:cubicBezTo>
                <a:cubicBezTo>
                  <a:pt x="6843724" y="1363091"/>
                  <a:pt x="6837954" y="1368861"/>
                  <a:pt x="6830836" y="1368861"/>
                </a:cubicBezTo>
                <a:cubicBezTo>
                  <a:pt x="6823720" y="1368861"/>
                  <a:pt x="6817948" y="1363091"/>
                  <a:pt x="6817948" y="1355974"/>
                </a:cubicBezTo>
                <a:cubicBezTo>
                  <a:pt x="6817948" y="1348856"/>
                  <a:pt x="6823720" y="1343087"/>
                  <a:pt x="6830836" y="1343087"/>
                </a:cubicBezTo>
                <a:close/>
                <a:moveTo>
                  <a:pt x="5293924" y="1343087"/>
                </a:moveTo>
                <a:cubicBezTo>
                  <a:pt x="5301042" y="1343087"/>
                  <a:pt x="5306812" y="1348856"/>
                  <a:pt x="5306812" y="1355974"/>
                </a:cubicBezTo>
                <a:cubicBezTo>
                  <a:pt x="5306812" y="1363091"/>
                  <a:pt x="5301042" y="1368861"/>
                  <a:pt x="5293924" y="1368861"/>
                </a:cubicBezTo>
                <a:cubicBezTo>
                  <a:pt x="5286806" y="1368861"/>
                  <a:pt x="5281036" y="1363091"/>
                  <a:pt x="5281036" y="1355974"/>
                </a:cubicBezTo>
                <a:cubicBezTo>
                  <a:pt x="5281036" y="1348856"/>
                  <a:pt x="5286807" y="1343087"/>
                  <a:pt x="5293924" y="1343087"/>
                </a:cubicBezTo>
                <a:close/>
                <a:moveTo>
                  <a:pt x="5037104" y="1343087"/>
                </a:moveTo>
                <a:cubicBezTo>
                  <a:pt x="5044220" y="1343087"/>
                  <a:pt x="5049991" y="1348856"/>
                  <a:pt x="5049991" y="1355974"/>
                </a:cubicBezTo>
                <a:cubicBezTo>
                  <a:pt x="5049991" y="1363091"/>
                  <a:pt x="5044220" y="1368861"/>
                  <a:pt x="5037104" y="1368861"/>
                </a:cubicBezTo>
                <a:cubicBezTo>
                  <a:pt x="5029986" y="1368861"/>
                  <a:pt x="5024216" y="1363091"/>
                  <a:pt x="5024216" y="1355974"/>
                </a:cubicBezTo>
                <a:cubicBezTo>
                  <a:pt x="5024216" y="1348856"/>
                  <a:pt x="5029986" y="1343087"/>
                  <a:pt x="5037104" y="1343087"/>
                </a:cubicBezTo>
                <a:close/>
                <a:moveTo>
                  <a:pt x="4716077" y="1343087"/>
                </a:moveTo>
                <a:cubicBezTo>
                  <a:pt x="4723194" y="1343087"/>
                  <a:pt x="4728964" y="1348856"/>
                  <a:pt x="4728964" y="1355974"/>
                </a:cubicBezTo>
                <a:cubicBezTo>
                  <a:pt x="4728964" y="1363091"/>
                  <a:pt x="4723194" y="1368861"/>
                  <a:pt x="4716077" y="1368861"/>
                </a:cubicBezTo>
                <a:cubicBezTo>
                  <a:pt x="4708959" y="1368861"/>
                  <a:pt x="4703188" y="1363091"/>
                  <a:pt x="4703188" y="1355974"/>
                </a:cubicBezTo>
                <a:cubicBezTo>
                  <a:pt x="4703188" y="1348856"/>
                  <a:pt x="4708959" y="1343087"/>
                  <a:pt x="4716077" y="1343087"/>
                </a:cubicBezTo>
                <a:close/>
                <a:moveTo>
                  <a:pt x="4073908" y="1343087"/>
                </a:moveTo>
                <a:cubicBezTo>
                  <a:pt x="4080990" y="1343087"/>
                  <a:pt x="4086795" y="1348892"/>
                  <a:pt x="4086795" y="1355974"/>
                </a:cubicBezTo>
                <a:cubicBezTo>
                  <a:pt x="4086795" y="1363056"/>
                  <a:pt x="4081105" y="1368861"/>
                  <a:pt x="4073908" y="1368861"/>
                </a:cubicBezTo>
                <a:cubicBezTo>
                  <a:pt x="4066826" y="1368861"/>
                  <a:pt x="4061020" y="1363172"/>
                  <a:pt x="4061020" y="1355974"/>
                </a:cubicBezTo>
                <a:cubicBezTo>
                  <a:pt x="4061020" y="1348775"/>
                  <a:pt x="4066709" y="1343087"/>
                  <a:pt x="4073908" y="1343087"/>
                </a:cubicBezTo>
                <a:close/>
                <a:moveTo>
                  <a:pt x="2597069" y="1343087"/>
                </a:moveTo>
                <a:cubicBezTo>
                  <a:pt x="2604187" y="1343087"/>
                  <a:pt x="2609957" y="1348856"/>
                  <a:pt x="2609957" y="1355974"/>
                </a:cubicBezTo>
                <a:cubicBezTo>
                  <a:pt x="2609957" y="1363091"/>
                  <a:pt x="2604187" y="1368861"/>
                  <a:pt x="2597069" y="1368861"/>
                </a:cubicBezTo>
                <a:cubicBezTo>
                  <a:pt x="2589952" y="1368861"/>
                  <a:pt x="2584182" y="1363091"/>
                  <a:pt x="2584182" y="1355974"/>
                </a:cubicBezTo>
                <a:cubicBezTo>
                  <a:pt x="2584182" y="1348856"/>
                  <a:pt x="2589952" y="1343087"/>
                  <a:pt x="2597069" y="1343087"/>
                </a:cubicBezTo>
                <a:close/>
                <a:moveTo>
                  <a:pt x="1633875" y="1343087"/>
                </a:moveTo>
                <a:cubicBezTo>
                  <a:pt x="1640957" y="1343087"/>
                  <a:pt x="1646762" y="1348892"/>
                  <a:pt x="1646762" y="1355974"/>
                </a:cubicBezTo>
                <a:cubicBezTo>
                  <a:pt x="1646762" y="1363056"/>
                  <a:pt x="1641073" y="1368861"/>
                  <a:pt x="1633875" y="1368861"/>
                </a:cubicBezTo>
                <a:cubicBezTo>
                  <a:pt x="1626792" y="1368861"/>
                  <a:pt x="1620987" y="1363172"/>
                  <a:pt x="1620987" y="1355974"/>
                </a:cubicBezTo>
                <a:cubicBezTo>
                  <a:pt x="1620987" y="1348775"/>
                  <a:pt x="1626676" y="1343087"/>
                  <a:pt x="1633875" y="1343087"/>
                </a:cubicBezTo>
                <a:close/>
                <a:moveTo>
                  <a:pt x="1248528" y="1343087"/>
                </a:moveTo>
                <a:cubicBezTo>
                  <a:pt x="1255726" y="1343087"/>
                  <a:pt x="1261416" y="1348892"/>
                  <a:pt x="1261416" y="1355974"/>
                </a:cubicBezTo>
                <a:cubicBezTo>
                  <a:pt x="1261416" y="1363056"/>
                  <a:pt x="1255726" y="1368861"/>
                  <a:pt x="1248528" y="1368861"/>
                </a:cubicBezTo>
                <a:cubicBezTo>
                  <a:pt x="1241444" y="1368861"/>
                  <a:pt x="1235638" y="1363172"/>
                  <a:pt x="1235638" y="1355974"/>
                </a:cubicBezTo>
                <a:cubicBezTo>
                  <a:pt x="1235638" y="1348775"/>
                  <a:pt x="1241328" y="1343087"/>
                  <a:pt x="1248528" y="1343087"/>
                </a:cubicBezTo>
                <a:close/>
                <a:moveTo>
                  <a:pt x="1120233" y="1343087"/>
                </a:moveTo>
                <a:cubicBezTo>
                  <a:pt x="1127350" y="1343087"/>
                  <a:pt x="1133121" y="1348856"/>
                  <a:pt x="1133121" y="1355974"/>
                </a:cubicBezTo>
                <a:cubicBezTo>
                  <a:pt x="1133121" y="1363091"/>
                  <a:pt x="1127350" y="1368861"/>
                  <a:pt x="1120233" y="1368861"/>
                </a:cubicBezTo>
                <a:cubicBezTo>
                  <a:pt x="1113116" y="1368861"/>
                  <a:pt x="1107345" y="1363091"/>
                  <a:pt x="1107345" y="1355974"/>
                </a:cubicBezTo>
                <a:cubicBezTo>
                  <a:pt x="1107345" y="1348856"/>
                  <a:pt x="1113116" y="1343087"/>
                  <a:pt x="1120233" y="1343087"/>
                </a:cubicBezTo>
                <a:close/>
                <a:moveTo>
                  <a:pt x="12034897" y="1330315"/>
                </a:moveTo>
                <a:cubicBezTo>
                  <a:pt x="12049061" y="1330315"/>
                  <a:pt x="12060557" y="1341810"/>
                  <a:pt x="12060557" y="1355974"/>
                </a:cubicBezTo>
                <a:cubicBezTo>
                  <a:pt x="12060557" y="1370138"/>
                  <a:pt x="12049061" y="1381633"/>
                  <a:pt x="12034897" y="1381633"/>
                </a:cubicBezTo>
                <a:cubicBezTo>
                  <a:pt x="12020731" y="1381633"/>
                  <a:pt x="12009237" y="1370138"/>
                  <a:pt x="12009237" y="1355974"/>
                </a:cubicBezTo>
                <a:cubicBezTo>
                  <a:pt x="12009237" y="1341810"/>
                  <a:pt x="12020731" y="1330315"/>
                  <a:pt x="12034897" y="1330315"/>
                </a:cubicBezTo>
                <a:close/>
                <a:moveTo>
                  <a:pt x="11970691" y="1330315"/>
                </a:moveTo>
                <a:cubicBezTo>
                  <a:pt x="11984855" y="1330315"/>
                  <a:pt x="11996349" y="1341810"/>
                  <a:pt x="11996349" y="1355974"/>
                </a:cubicBezTo>
                <a:cubicBezTo>
                  <a:pt x="11996349" y="1370138"/>
                  <a:pt x="11984855" y="1381633"/>
                  <a:pt x="11970691" y="1381633"/>
                </a:cubicBezTo>
                <a:cubicBezTo>
                  <a:pt x="11956525" y="1381633"/>
                  <a:pt x="11945033" y="1370138"/>
                  <a:pt x="11945033" y="1355974"/>
                </a:cubicBezTo>
                <a:cubicBezTo>
                  <a:pt x="11945033" y="1341810"/>
                  <a:pt x="11956525" y="1330315"/>
                  <a:pt x="11970691" y="1330315"/>
                </a:cubicBezTo>
                <a:close/>
                <a:moveTo>
                  <a:pt x="11906483" y="1330315"/>
                </a:moveTo>
                <a:cubicBezTo>
                  <a:pt x="11920649" y="1330315"/>
                  <a:pt x="11932145" y="1341810"/>
                  <a:pt x="11932145" y="1355974"/>
                </a:cubicBezTo>
                <a:cubicBezTo>
                  <a:pt x="11932145" y="1370138"/>
                  <a:pt x="11920649" y="1381633"/>
                  <a:pt x="11906483" y="1381633"/>
                </a:cubicBezTo>
                <a:cubicBezTo>
                  <a:pt x="11892321" y="1381633"/>
                  <a:pt x="11880825" y="1370138"/>
                  <a:pt x="11880825" y="1355974"/>
                </a:cubicBezTo>
                <a:cubicBezTo>
                  <a:pt x="11880825" y="1341810"/>
                  <a:pt x="11892321" y="1330315"/>
                  <a:pt x="11906483" y="1330315"/>
                </a:cubicBezTo>
                <a:close/>
                <a:moveTo>
                  <a:pt x="11842279" y="1330315"/>
                </a:moveTo>
                <a:cubicBezTo>
                  <a:pt x="11856445" y="1330315"/>
                  <a:pt x="11867941" y="1341810"/>
                  <a:pt x="11867941" y="1355974"/>
                </a:cubicBezTo>
                <a:cubicBezTo>
                  <a:pt x="11867941" y="1370138"/>
                  <a:pt x="11856445" y="1381633"/>
                  <a:pt x="11842279" y="1381633"/>
                </a:cubicBezTo>
                <a:cubicBezTo>
                  <a:pt x="11828117" y="1381633"/>
                  <a:pt x="11816621" y="1370138"/>
                  <a:pt x="11816621" y="1355974"/>
                </a:cubicBezTo>
                <a:cubicBezTo>
                  <a:pt x="11816621" y="1341810"/>
                  <a:pt x="11828117" y="1330315"/>
                  <a:pt x="11842279" y="1330315"/>
                </a:cubicBezTo>
                <a:close/>
                <a:moveTo>
                  <a:pt x="11775107" y="1330315"/>
                </a:moveTo>
                <a:cubicBezTo>
                  <a:pt x="11789271" y="1330315"/>
                  <a:pt x="11800767" y="1341810"/>
                  <a:pt x="11800767" y="1355974"/>
                </a:cubicBezTo>
                <a:cubicBezTo>
                  <a:pt x="11800767" y="1370138"/>
                  <a:pt x="11789271" y="1381633"/>
                  <a:pt x="11775107" y="1381633"/>
                </a:cubicBezTo>
                <a:cubicBezTo>
                  <a:pt x="11760941" y="1381633"/>
                  <a:pt x="11749449" y="1370138"/>
                  <a:pt x="11749449" y="1355974"/>
                </a:cubicBezTo>
                <a:cubicBezTo>
                  <a:pt x="11749449" y="1341810"/>
                  <a:pt x="11760941" y="1330315"/>
                  <a:pt x="11775107" y="1330315"/>
                </a:cubicBezTo>
                <a:close/>
                <a:moveTo>
                  <a:pt x="11646697" y="1330315"/>
                </a:moveTo>
                <a:cubicBezTo>
                  <a:pt x="11660859" y="1330315"/>
                  <a:pt x="11672355" y="1341810"/>
                  <a:pt x="11672355" y="1355974"/>
                </a:cubicBezTo>
                <a:cubicBezTo>
                  <a:pt x="11672355" y="1370138"/>
                  <a:pt x="11660859" y="1381633"/>
                  <a:pt x="11646697" y="1381633"/>
                </a:cubicBezTo>
                <a:cubicBezTo>
                  <a:pt x="11632529" y="1381633"/>
                  <a:pt x="11621037" y="1370138"/>
                  <a:pt x="11621037" y="1355974"/>
                </a:cubicBezTo>
                <a:cubicBezTo>
                  <a:pt x="11621037" y="1341810"/>
                  <a:pt x="11632529" y="1330315"/>
                  <a:pt x="11646697" y="1330315"/>
                </a:cubicBezTo>
                <a:close/>
                <a:moveTo>
                  <a:pt x="11454081" y="1330315"/>
                </a:moveTo>
                <a:cubicBezTo>
                  <a:pt x="11468253" y="1330315"/>
                  <a:pt x="11479739" y="1341803"/>
                  <a:pt x="11479739" y="1355974"/>
                </a:cubicBezTo>
                <a:cubicBezTo>
                  <a:pt x="11479739" y="1370145"/>
                  <a:pt x="11468253" y="1381633"/>
                  <a:pt x="11454081" y="1381633"/>
                </a:cubicBezTo>
                <a:cubicBezTo>
                  <a:pt x="11439909" y="1381633"/>
                  <a:pt x="11428421" y="1370145"/>
                  <a:pt x="11428421" y="1355974"/>
                </a:cubicBezTo>
                <a:cubicBezTo>
                  <a:pt x="11428421" y="1341803"/>
                  <a:pt x="11439909" y="1330315"/>
                  <a:pt x="11454081" y="1330315"/>
                </a:cubicBezTo>
                <a:close/>
                <a:moveTo>
                  <a:pt x="11389875" y="1330315"/>
                </a:moveTo>
                <a:cubicBezTo>
                  <a:pt x="11404040" y="1330315"/>
                  <a:pt x="11415533" y="1341810"/>
                  <a:pt x="11415533" y="1355974"/>
                </a:cubicBezTo>
                <a:cubicBezTo>
                  <a:pt x="11415533" y="1370138"/>
                  <a:pt x="11404040" y="1381633"/>
                  <a:pt x="11389875" y="1381633"/>
                </a:cubicBezTo>
                <a:cubicBezTo>
                  <a:pt x="11375710" y="1381633"/>
                  <a:pt x="11364217" y="1370138"/>
                  <a:pt x="11364217" y="1355974"/>
                </a:cubicBezTo>
                <a:cubicBezTo>
                  <a:pt x="11364217" y="1341810"/>
                  <a:pt x="11375710" y="1330315"/>
                  <a:pt x="11389875" y="1330315"/>
                </a:cubicBezTo>
                <a:close/>
                <a:moveTo>
                  <a:pt x="11325670" y="1330315"/>
                </a:moveTo>
                <a:cubicBezTo>
                  <a:pt x="11339835" y="1330315"/>
                  <a:pt x="11351329" y="1341810"/>
                  <a:pt x="11351329" y="1355974"/>
                </a:cubicBezTo>
                <a:cubicBezTo>
                  <a:pt x="11351329" y="1370138"/>
                  <a:pt x="11339835" y="1381633"/>
                  <a:pt x="11325670" y="1381633"/>
                </a:cubicBezTo>
                <a:cubicBezTo>
                  <a:pt x="11311505" y="1381633"/>
                  <a:pt x="11300012" y="1370138"/>
                  <a:pt x="11300012" y="1355974"/>
                </a:cubicBezTo>
                <a:cubicBezTo>
                  <a:pt x="11300012" y="1341810"/>
                  <a:pt x="11311505" y="1330315"/>
                  <a:pt x="11325670" y="1330315"/>
                </a:cubicBezTo>
                <a:close/>
                <a:moveTo>
                  <a:pt x="11197259" y="1330315"/>
                </a:moveTo>
                <a:cubicBezTo>
                  <a:pt x="11211424" y="1330315"/>
                  <a:pt x="11222917" y="1341810"/>
                  <a:pt x="11222917" y="1355974"/>
                </a:cubicBezTo>
                <a:cubicBezTo>
                  <a:pt x="11222917" y="1370138"/>
                  <a:pt x="11211424" y="1381633"/>
                  <a:pt x="11197259" y="1381633"/>
                </a:cubicBezTo>
                <a:cubicBezTo>
                  <a:pt x="11183094" y="1381633"/>
                  <a:pt x="11171601" y="1370138"/>
                  <a:pt x="11171601" y="1355974"/>
                </a:cubicBezTo>
                <a:cubicBezTo>
                  <a:pt x="11171601" y="1341810"/>
                  <a:pt x="11183094" y="1330315"/>
                  <a:pt x="11197259" y="1330315"/>
                </a:cubicBezTo>
                <a:close/>
                <a:moveTo>
                  <a:pt x="11133055" y="1330315"/>
                </a:moveTo>
                <a:cubicBezTo>
                  <a:pt x="11147225" y="1330315"/>
                  <a:pt x="11158713" y="1341803"/>
                  <a:pt x="11158713" y="1355974"/>
                </a:cubicBezTo>
                <a:cubicBezTo>
                  <a:pt x="11158713" y="1370145"/>
                  <a:pt x="11147225" y="1381633"/>
                  <a:pt x="11133055" y="1381633"/>
                </a:cubicBezTo>
                <a:cubicBezTo>
                  <a:pt x="11118884" y="1381633"/>
                  <a:pt x="11107396" y="1370145"/>
                  <a:pt x="11107396" y="1355974"/>
                </a:cubicBezTo>
                <a:cubicBezTo>
                  <a:pt x="11107396" y="1341803"/>
                  <a:pt x="11118884" y="1330315"/>
                  <a:pt x="11133055" y="1330315"/>
                </a:cubicBezTo>
                <a:close/>
                <a:moveTo>
                  <a:pt x="11068848" y="1330315"/>
                </a:moveTo>
                <a:cubicBezTo>
                  <a:pt x="11083021" y="1330315"/>
                  <a:pt x="11094509" y="1341803"/>
                  <a:pt x="11094509" y="1355974"/>
                </a:cubicBezTo>
                <a:cubicBezTo>
                  <a:pt x="11094509" y="1370145"/>
                  <a:pt x="11083021" y="1381633"/>
                  <a:pt x="11068848" y="1381633"/>
                </a:cubicBezTo>
                <a:cubicBezTo>
                  <a:pt x="11054677" y="1381633"/>
                  <a:pt x="11043189" y="1370145"/>
                  <a:pt x="11043189" y="1355974"/>
                </a:cubicBezTo>
                <a:cubicBezTo>
                  <a:pt x="11043189" y="1341803"/>
                  <a:pt x="11054677" y="1330315"/>
                  <a:pt x="11068848" y="1330315"/>
                </a:cubicBezTo>
                <a:close/>
                <a:moveTo>
                  <a:pt x="10940321" y="1330315"/>
                </a:moveTo>
                <a:cubicBezTo>
                  <a:pt x="10954604" y="1330315"/>
                  <a:pt x="10965982" y="1341810"/>
                  <a:pt x="10965982" y="1355974"/>
                </a:cubicBezTo>
                <a:cubicBezTo>
                  <a:pt x="10965982" y="1370138"/>
                  <a:pt x="10954486" y="1381633"/>
                  <a:pt x="10940321" y="1381633"/>
                </a:cubicBezTo>
                <a:cubicBezTo>
                  <a:pt x="10926156" y="1381633"/>
                  <a:pt x="10914663" y="1370138"/>
                  <a:pt x="10914663" y="1355974"/>
                </a:cubicBezTo>
                <a:cubicBezTo>
                  <a:pt x="10914663" y="1341810"/>
                  <a:pt x="10926156" y="1330315"/>
                  <a:pt x="10940321" y="1330315"/>
                </a:cubicBezTo>
                <a:close/>
                <a:moveTo>
                  <a:pt x="10811912" y="1330315"/>
                </a:moveTo>
                <a:cubicBezTo>
                  <a:pt x="10826077" y="1330315"/>
                  <a:pt x="10837571" y="1341810"/>
                  <a:pt x="10837571" y="1355974"/>
                </a:cubicBezTo>
                <a:cubicBezTo>
                  <a:pt x="10837571" y="1370138"/>
                  <a:pt x="10826077" y="1381633"/>
                  <a:pt x="10811912" y="1381633"/>
                </a:cubicBezTo>
                <a:cubicBezTo>
                  <a:pt x="10797747" y="1381633"/>
                  <a:pt x="10786254" y="1370138"/>
                  <a:pt x="10786254" y="1355974"/>
                </a:cubicBezTo>
                <a:cubicBezTo>
                  <a:pt x="10786254" y="1341810"/>
                  <a:pt x="10797747" y="1330315"/>
                  <a:pt x="10811912" y="1330315"/>
                </a:cubicBezTo>
                <a:close/>
                <a:moveTo>
                  <a:pt x="10683501" y="1330315"/>
                </a:moveTo>
                <a:cubicBezTo>
                  <a:pt x="10697666" y="1330315"/>
                  <a:pt x="10709159" y="1341810"/>
                  <a:pt x="10709159" y="1355974"/>
                </a:cubicBezTo>
                <a:cubicBezTo>
                  <a:pt x="10709159" y="1370138"/>
                  <a:pt x="10697666" y="1381633"/>
                  <a:pt x="10683501" y="1381633"/>
                </a:cubicBezTo>
                <a:cubicBezTo>
                  <a:pt x="10669336" y="1381633"/>
                  <a:pt x="10657843" y="1370138"/>
                  <a:pt x="10657843" y="1355974"/>
                </a:cubicBezTo>
                <a:cubicBezTo>
                  <a:pt x="10657843" y="1341810"/>
                  <a:pt x="10669336" y="1330315"/>
                  <a:pt x="10683501" y="1330315"/>
                </a:cubicBezTo>
                <a:close/>
                <a:moveTo>
                  <a:pt x="10619297" y="1330315"/>
                </a:moveTo>
                <a:cubicBezTo>
                  <a:pt x="10633462" y="1330315"/>
                  <a:pt x="10644955" y="1341810"/>
                  <a:pt x="10644955" y="1355974"/>
                </a:cubicBezTo>
                <a:cubicBezTo>
                  <a:pt x="10644955" y="1370138"/>
                  <a:pt x="10633462" y="1381633"/>
                  <a:pt x="10619297" y="1381633"/>
                </a:cubicBezTo>
                <a:cubicBezTo>
                  <a:pt x="10605132" y="1381633"/>
                  <a:pt x="10593639" y="1370138"/>
                  <a:pt x="10593639" y="1355974"/>
                </a:cubicBezTo>
                <a:cubicBezTo>
                  <a:pt x="10593639" y="1341810"/>
                  <a:pt x="10605132" y="1330315"/>
                  <a:pt x="10619297" y="1330315"/>
                </a:cubicBezTo>
                <a:close/>
                <a:moveTo>
                  <a:pt x="10555092" y="1330315"/>
                </a:moveTo>
                <a:cubicBezTo>
                  <a:pt x="10569255" y="1330315"/>
                  <a:pt x="10580751" y="1341810"/>
                  <a:pt x="10580751" y="1355974"/>
                </a:cubicBezTo>
                <a:cubicBezTo>
                  <a:pt x="10580751" y="1370138"/>
                  <a:pt x="10569255" y="1381633"/>
                  <a:pt x="10555092" y="1381633"/>
                </a:cubicBezTo>
                <a:cubicBezTo>
                  <a:pt x="10540927" y="1381633"/>
                  <a:pt x="10529432" y="1370138"/>
                  <a:pt x="10529432" y="1355974"/>
                </a:cubicBezTo>
                <a:cubicBezTo>
                  <a:pt x="10529432" y="1341810"/>
                  <a:pt x="10540927" y="1330315"/>
                  <a:pt x="10555092" y="1330315"/>
                </a:cubicBezTo>
                <a:close/>
                <a:moveTo>
                  <a:pt x="10490885" y="1330315"/>
                </a:moveTo>
                <a:cubicBezTo>
                  <a:pt x="10505050" y="1330315"/>
                  <a:pt x="10516544" y="1341810"/>
                  <a:pt x="10516544" y="1355974"/>
                </a:cubicBezTo>
                <a:cubicBezTo>
                  <a:pt x="10516544" y="1370138"/>
                  <a:pt x="10505050" y="1381633"/>
                  <a:pt x="10490885" y="1381633"/>
                </a:cubicBezTo>
                <a:cubicBezTo>
                  <a:pt x="10476720" y="1381633"/>
                  <a:pt x="10465227" y="1370138"/>
                  <a:pt x="10465227" y="1355974"/>
                </a:cubicBezTo>
                <a:cubicBezTo>
                  <a:pt x="10465227" y="1341810"/>
                  <a:pt x="10476720" y="1330315"/>
                  <a:pt x="10490885" y="1330315"/>
                </a:cubicBezTo>
                <a:close/>
                <a:moveTo>
                  <a:pt x="10362474" y="1330315"/>
                </a:moveTo>
                <a:cubicBezTo>
                  <a:pt x="10376647" y="1330315"/>
                  <a:pt x="10388135" y="1341803"/>
                  <a:pt x="10388135" y="1355974"/>
                </a:cubicBezTo>
                <a:cubicBezTo>
                  <a:pt x="10388135" y="1370145"/>
                  <a:pt x="10376647" y="1381633"/>
                  <a:pt x="10362474" y="1381633"/>
                </a:cubicBezTo>
                <a:cubicBezTo>
                  <a:pt x="10348304" y="1381633"/>
                  <a:pt x="10336816" y="1370145"/>
                  <a:pt x="10336816" y="1355974"/>
                </a:cubicBezTo>
                <a:cubicBezTo>
                  <a:pt x="10336816" y="1341803"/>
                  <a:pt x="10348304" y="1330315"/>
                  <a:pt x="10362474" y="1330315"/>
                </a:cubicBezTo>
                <a:close/>
                <a:moveTo>
                  <a:pt x="10298270" y="1330315"/>
                </a:moveTo>
                <a:cubicBezTo>
                  <a:pt x="10312435" y="1330315"/>
                  <a:pt x="10323928" y="1341810"/>
                  <a:pt x="10323928" y="1355974"/>
                </a:cubicBezTo>
                <a:cubicBezTo>
                  <a:pt x="10323928" y="1370138"/>
                  <a:pt x="10312435" y="1381633"/>
                  <a:pt x="10298270" y="1381633"/>
                </a:cubicBezTo>
                <a:cubicBezTo>
                  <a:pt x="10284105" y="1381633"/>
                  <a:pt x="10272611" y="1370138"/>
                  <a:pt x="10272611" y="1355974"/>
                </a:cubicBezTo>
                <a:cubicBezTo>
                  <a:pt x="10272611" y="1341810"/>
                  <a:pt x="10284105" y="1330315"/>
                  <a:pt x="10298270" y="1330315"/>
                </a:cubicBezTo>
                <a:close/>
                <a:moveTo>
                  <a:pt x="10234065" y="1330315"/>
                </a:moveTo>
                <a:cubicBezTo>
                  <a:pt x="10248228" y="1330315"/>
                  <a:pt x="10259723" y="1341810"/>
                  <a:pt x="10259723" y="1355974"/>
                </a:cubicBezTo>
                <a:cubicBezTo>
                  <a:pt x="10259723" y="1370138"/>
                  <a:pt x="10248228" y="1381633"/>
                  <a:pt x="10234065" y="1381633"/>
                </a:cubicBezTo>
                <a:cubicBezTo>
                  <a:pt x="10219900" y="1381633"/>
                  <a:pt x="10208404" y="1370138"/>
                  <a:pt x="10208404" y="1355974"/>
                </a:cubicBezTo>
                <a:cubicBezTo>
                  <a:pt x="10208404" y="1341810"/>
                  <a:pt x="10219900" y="1330315"/>
                  <a:pt x="10234065" y="1330315"/>
                </a:cubicBezTo>
                <a:close/>
                <a:moveTo>
                  <a:pt x="10105654" y="1330315"/>
                </a:moveTo>
                <a:cubicBezTo>
                  <a:pt x="10119819" y="1330315"/>
                  <a:pt x="10131312" y="1341810"/>
                  <a:pt x="10131312" y="1355974"/>
                </a:cubicBezTo>
                <a:cubicBezTo>
                  <a:pt x="10131312" y="1370138"/>
                  <a:pt x="10119819" y="1381633"/>
                  <a:pt x="10105654" y="1381633"/>
                </a:cubicBezTo>
                <a:cubicBezTo>
                  <a:pt x="10091489" y="1381633"/>
                  <a:pt x="10079996" y="1370138"/>
                  <a:pt x="10079996" y="1355974"/>
                </a:cubicBezTo>
                <a:cubicBezTo>
                  <a:pt x="10079996" y="1341810"/>
                  <a:pt x="10091489" y="1330315"/>
                  <a:pt x="10105654" y="1330315"/>
                </a:cubicBezTo>
                <a:close/>
                <a:moveTo>
                  <a:pt x="9913038" y="1330315"/>
                </a:moveTo>
                <a:cubicBezTo>
                  <a:pt x="9927203" y="1330315"/>
                  <a:pt x="9938696" y="1341810"/>
                  <a:pt x="9938696" y="1355974"/>
                </a:cubicBezTo>
                <a:cubicBezTo>
                  <a:pt x="9938696" y="1370138"/>
                  <a:pt x="9927203" y="1381633"/>
                  <a:pt x="9913038" y="1381633"/>
                </a:cubicBezTo>
                <a:cubicBezTo>
                  <a:pt x="9898873" y="1381633"/>
                  <a:pt x="9887380" y="1370138"/>
                  <a:pt x="9887380" y="1355974"/>
                </a:cubicBezTo>
                <a:cubicBezTo>
                  <a:pt x="9887380" y="1341810"/>
                  <a:pt x="9898873" y="1330315"/>
                  <a:pt x="9913038" y="1330315"/>
                </a:cubicBezTo>
                <a:close/>
                <a:moveTo>
                  <a:pt x="9720307" y="1330315"/>
                </a:moveTo>
                <a:cubicBezTo>
                  <a:pt x="9734470" y="1330315"/>
                  <a:pt x="9745965" y="1341810"/>
                  <a:pt x="9745965" y="1355974"/>
                </a:cubicBezTo>
                <a:cubicBezTo>
                  <a:pt x="9745965" y="1370138"/>
                  <a:pt x="9734470" y="1381633"/>
                  <a:pt x="9720307" y="1381633"/>
                </a:cubicBezTo>
                <a:cubicBezTo>
                  <a:pt x="9706142" y="1381633"/>
                  <a:pt x="9694646" y="1370138"/>
                  <a:pt x="9694646" y="1355974"/>
                </a:cubicBezTo>
                <a:cubicBezTo>
                  <a:pt x="9694646" y="1341810"/>
                  <a:pt x="9706142" y="1330315"/>
                  <a:pt x="9720307" y="1330315"/>
                </a:cubicBezTo>
                <a:close/>
                <a:moveTo>
                  <a:pt x="9591896" y="1330315"/>
                </a:moveTo>
                <a:cubicBezTo>
                  <a:pt x="9606061" y="1330315"/>
                  <a:pt x="9617554" y="1341810"/>
                  <a:pt x="9617554" y="1355974"/>
                </a:cubicBezTo>
                <a:cubicBezTo>
                  <a:pt x="9617554" y="1370138"/>
                  <a:pt x="9606061" y="1381633"/>
                  <a:pt x="9591896" y="1381633"/>
                </a:cubicBezTo>
                <a:cubicBezTo>
                  <a:pt x="9577731" y="1381633"/>
                  <a:pt x="9566238" y="1370138"/>
                  <a:pt x="9566238" y="1355974"/>
                </a:cubicBezTo>
                <a:cubicBezTo>
                  <a:pt x="9566238" y="1341810"/>
                  <a:pt x="9577731" y="1330315"/>
                  <a:pt x="9591896" y="1330315"/>
                </a:cubicBezTo>
                <a:close/>
                <a:moveTo>
                  <a:pt x="9527689" y="1330315"/>
                </a:moveTo>
                <a:cubicBezTo>
                  <a:pt x="9541854" y="1330315"/>
                  <a:pt x="9553350" y="1341810"/>
                  <a:pt x="9553350" y="1355974"/>
                </a:cubicBezTo>
                <a:cubicBezTo>
                  <a:pt x="9553350" y="1370138"/>
                  <a:pt x="9541854" y="1381633"/>
                  <a:pt x="9527689" y="1381633"/>
                </a:cubicBezTo>
                <a:cubicBezTo>
                  <a:pt x="9513524" y="1381633"/>
                  <a:pt x="9502031" y="1370138"/>
                  <a:pt x="9502031" y="1355974"/>
                </a:cubicBezTo>
                <a:cubicBezTo>
                  <a:pt x="9502031" y="1341810"/>
                  <a:pt x="9513524" y="1330315"/>
                  <a:pt x="9527689" y="1330315"/>
                </a:cubicBezTo>
                <a:close/>
                <a:moveTo>
                  <a:pt x="9463485" y="1330315"/>
                </a:moveTo>
                <a:cubicBezTo>
                  <a:pt x="9477650" y="1330315"/>
                  <a:pt x="9489143" y="1341810"/>
                  <a:pt x="9489143" y="1355974"/>
                </a:cubicBezTo>
                <a:cubicBezTo>
                  <a:pt x="9489143" y="1370138"/>
                  <a:pt x="9477650" y="1381633"/>
                  <a:pt x="9463485" y="1381633"/>
                </a:cubicBezTo>
                <a:cubicBezTo>
                  <a:pt x="9449320" y="1381633"/>
                  <a:pt x="9437826" y="1370138"/>
                  <a:pt x="9437826" y="1355974"/>
                </a:cubicBezTo>
                <a:cubicBezTo>
                  <a:pt x="9437826" y="1341810"/>
                  <a:pt x="9449320" y="1330315"/>
                  <a:pt x="9463485" y="1330315"/>
                </a:cubicBezTo>
                <a:close/>
                <a:moveTo>
                  <a:pt x="9335073" y="1330315"/>
                </a:moveTo>
                <a:cubicBezTo>
                  <a:pt x="9349246" y="1330315"/>
                  <a:pt x="9360734" y="1341803"/>
                  <a:pt x="9360734" y="1355974"/>
                </a:cubicBezTo>
                <a:cubicBezTo>
                  <a:pt x="9360734" y="1370145"/>
                  <a:pt x="9349246" y="1381633"/>
                  <a:pt x="9335073" y="1381633"/>
                </a:cubicBezTo>
                <a:cubicBezTo>
                  <a:pt x="9320903" y="1381633"/>
                  <a:pt x="9309415" y="1370145"/>
                  <a:pt x="9309415" y="1355974"/>
                </a:cubicBezTo>
                <a:cubicBezTo>
                  <a:pt x="9309415" y="1341803"/>
                  <a:pt x="9320903" y="1330315"/>
                  <a:pt x="9335073" y="1330315"/>
                </a:cubicBezTo>
                <a:close/>
                <a:moveTo>
                  <a:pt x="9078253" y="1330315"/>
                </a:moveTo>
                <a:cubicBezTo>
                  <a:pt x="9092418" y="1330315"/>
                  <a:pt x="9103911" y="1341810"/>
                  <a:pt x="9103911" y="1355974"/>
                </a:cubicBezTo>
                <a:cubicBezTo>
                  <a:pt x="9103911" y="1370138"/>
                  <a:pt x="9092418" y="1381633"/>
                  <a:pt x="9078253" y="1381633"/>
                </a:cubicBezTo>
                <a:cubicBezTo>
                  <a:pt x="9064088" y="1381633"/>
                  <a:pt x="9052595" y="1370138"/>
                  <a:pt x="9052595" y="1355974"/>
                </a:cubicBezTo>
                <a:cubicBezTo>
                  <a:pt x="9052595" y="1341810"/>
                  <a:pt x="9064088" y="1330315"/>
                  <a:pt x="9078253" y="1330315"/>
                </a:cubicBezTo>
                <a:close/>
                <a:moveTo>
                  <a:pt x="9014049" y="1330315"/>
                </a:moveTo>
                <a:cubicBezTo>
                  <a:pt x="9028214" y="1330315"/>
                  <a:pt x="9039707" y="1341810"/>
                  <a:pt x="9039707" y="1355974"/>
                </a:cubicBezTo>
                <a:cubicBezTo>
                  <a:pt x="9039707" y="1370138"/>
                  <a:pt x="9028214" y="1381633"/>
                  <a:pt x="9014049" y="1381633"/>
                </a:cubicBezTo>
                <a:cubicBezTo>
                  <a:pt x="8999884" y="1381633"/>
                  <a:pt x="8988388" y="1370138"/>
                  <a:pt x="8988388" y="1355974"/>
                </a:cubicBezTo>
                <a:cubicBezTo>
                  <a:pt x="8988388" y="1341810"/>
                  <a:pt x="8999884" y="1330315"/>
                  <a:pt x="9014049" y="1330315"/>
                </a:cubicBezTo>
                <a:close/>
                <a:moveTo>
                  <a:pt x="8821433" y="1330315"/>
                </a:moveTo>
                <a:cubicBezTo>
                  <a:pt x="8835598" y="1330315"/>
                  <a:pt x="8847091" y="1341810"/>
                  <a:pt x="8847091" y="1355974"/>
                </a:cubicBezTo>
                <a:cubicBezTo>
                  <a:pt x="8847091" y="1370138"/>
                  <a:pt x="8835598" y="1381633"/>
                  <a:pt x="8821433" y="1381633"/>
                </a:cubicBezTo>
                <a:cubicBezTo>
                  <a:pt x="8807268" y="1381633"/>
                  <a:pt x="8795772" y="1370138"/>
                  <a:pt x="8795772" y="1355974"/>
                </a:cubicBezTo>
                <a:cubicBezTo>
                  <a:pt x="8795772" y="1341810"/>
                  <a:pt x="8807268" y="1330315"/>
                  <a:pt x="8821433" y="1330315"/>
                </a:cubicBezTo>
                <a:close/>
                <a:moveTo>
                  <a:pt x="8757226" y="1330315"/>
                </a:moveTo>
                <a:cubicBezTo>
                  <a:pt x="8771391" y="1330315"/>
                  <a:pt x="8782887" y="1341810"/>
                  <a:pt x="8782887" y="1355974"/>
                </a:cubicBezTo>
                <a:cubicBezTo>
                  <a:pt x="8782887" y="1370138"/>
                  <a:pt x="8771391" y="1381633"/>
                  <a:pt x="8757226" y="1381633"/>
                </a:cubicBezTo>
                <a:cubicBezTo>
                  <a:pt x="8743061" y="1381633"/>
                  <a:pt x="8731568" y="1370138"/>
                  <a:pt x="8731568" y="1355974"/>
                </a:cubicBezTo>
                <a:cubicBezTo>
                  <a:pt x="8731568" y="1341810"/>
                  <a:pt x="8743061" y="1330315"/>
                  <a:pt x="8757226" y="1330315"/>
                </a:cubicBezTo>
                <a:close/>
                <a:moveTo>
                  <a:pt x="8692904" y="1330315"/>
                </a:moveTo>
                <a:cubicBezTo>
                  <a:pt x="8707069" y="1330315"/>
                  <a:pt x="8718565" y="1341810"/>
                  <a:pt x="8718565" y="1355974"/>
                </a:cubicBezTo>
                <a:cubicBezTo>
                  <a:pt x="8718565" y="1370138"/>
                  <a:pt x="8707069" y="1381633"/>
                  <a:pt x="8692904" y="1381633"/>
                </a:cubicBezTo>
                <a:cubicBezTo>
                  <a:pt x="8678741" y="1381633"/>
                  <a:pt x="8667246" y="1370138"/>
                  <a:pt x="8667246" y="1355974"/>
                </a:cubicBezTo>
                <a:cubicBezTo>
                  <a:pt x="8667246" y="1341810"/>
                  <a:pt x="8678741" y="1330315"/>
                  <a:pt x="8692904" y="1330315"/>
                </a:cubicBezTo>
                <a:close/>
                <a:moveTo>
                  <a:pt x="8564495" y="1330315"/>
                </a:moveTo>
                <a:cubicBezTo>
                  <a:pt x="8578665" y="1330315"/>
                  <a:pt x="8590153" y="1341803"/>
                  <a:pt x="8590153" y="1355974"/>
                </a:cubicBezTo>
                <a:cubicBezTo>
                  <a:pt x="8590153" y="1370145"/>
                  <a:pt x="8578665" y="1381633"/>
                  <a:pt x="8564495" y="1381633"/>
                </a:cubicBezTo>
                <a:cubicBezTo>
                  <a:pt x="8550325" y="1381633"/>
                  <a:pt x="8538837" y="1370145"/>
                  <a:pt x="8538837" y="1355974"/>
                </a:cubicBezTo>
                <a:cubicBezTo>
                  <a:pt x="8538837" y="1341803"/>
                  <a:pt x="8550325" y="1330315"/>
                  <a:pt x="8564495" y="1330315"/>
                </a:cubicBezTo>
                <a:close/>
                <a:moveTo>
                  <a:pt x="8500288" y="1330315"/>
                </a:moveTo>
                <a:cubicBezTo>
                  <a:pt x="8514453" y="1330315"/>
                  <a:pt x="8525949" y="1341810"/>
                  <a:pt x="8525949" y="1355974"/>
                </a:cubicBezTo>
                <a:cubicBezTo>
                  <a:pt x="8525949" y="1370138"/>
                  <a:pt x="8514453" y="1381633"/>
                  <a:pt x="8500288" y="1381633"/>
                </a:cubicBezTo>
                <a:cubicBezTo>
                  <a:pt x="8486126" y="1381633"/>
                  <a:pt x="8474630" y="1370138"/>
                  <a:pt x="8474630" y="1355974"/>
                </a:cubicBezTo>
                <a:cubicBezTo>
                  <a:pt x="8474630" y="1341810"/>
                  <a:pt x="8486126" y="1330315"/>
                  <a:pt x="8500288" y="1330315"/>
                </a:cubicBezTo>
                <a:close/>
                <a:moveTo>
                  <a:pt x="8115057" y="1330315"/>
                </a:moveTo>
                <a:cubicBezTo>
                  <a:pt x="8129222" y="1330315"/>
                  <a:pt x="8140717" y="1341810"/>
                  <a:pt x="8140717" y="1355974"/>
                </a:cubicBezTo>
                <a:cubicBezTo>
                  <a:pt x="8140717" y="1370138"/>
                  <a:pt x="8129222" y="1381633"/>
                  <a:pt x="8115057" y="1381633"/>
                </a:cubicBezTo>
                <a:cubicBezTo>
                  <a:pt x="8100894" y="1381633"/>
                  <a:pt x="8089398" y="1370138"/>
                  <a:pt x="8089398" y="1355974"/>
                </a:cubicBezTo>
                <a:cubicBezTo>
                  <a:pt x="8089398" y="1341810"/>
                  <a:pt x="8100894" y="1330315"/>
                  <a:pt x="8115057" y="1330315"/>
                </a:cubicBezTo>
                <a:close/>
                <a:moveTo>
                  <a:pt x="8050852" y="1330315"/>
                </a:moveTo>
                <a:cubicBezTo>
                  <a:pt x="8065017" y="1330315"/>
                  <a:pt x="8076510" y="1341810"/>
                  <a:pt x="8076510" y="1355974"/>
                </a:cubicBezTo>
                <a:cubicBezTo>
                  <a:pt x="8076510" y="1370138"/>
                  <a:pt x="8065017" y="1381633"/>
                  <a:pt x="8050852" y="1381633"/>
                </a:cubicBezTo>
                <a:cubicBezTo>
                  <a:pt x="8036687" y="1381633"/>
                  <a:pt x="8025194" y="1370138"/>
                  <a:pt x="8025194" y="1355974"/>
                </a:cubicBezTo>
                <a:cubicBezTo>
                  <a:pt x="8025194" y="1341810"/>
                  <a:pt x="8036687" y="1330315"/>
                  <a:pt x="8050852" y="1330315"/>
                </a:cubicBezTo>
                <a:close/>
                <a:moveTo>
                  <a:pt x="7986648" y="1330315"/>
                </a:moveTo>
                <a:cubicBezTo>
                  <a:pt x="8000813" y="1330315"/>
                  <a:pt x="8012306" y="1341810"/>
                  <a:pt x="8012306" y="1355974"/>
                </a:cubicBezTo>
                <a:cubicBezTo>
                  <a:pt x="8012306" y="1370138"/>
                  <a:pt x="8000813" y="1381633"/>
                  <a:pt x="7986648" y="1381633"/>
                </a:cubicBezTo>
                <a:cubicBezTo>
                  <a:pt x="7972483" y="1381633"/>
                  <a:pt x="7960990" y="1370138"/>
                  <a:pt x="7960990" y="1355974"/>
                </a:cubicBezTo>
                <a:cubicBezTo>
                  <a:pt x="7960990" y="1341810"/>
                  <a:pt x="7972483" y="1330315"/>
                  <a:pt x="7986648" y="1330315"/>
                </a:cubicBezTo>
                <a:close/>
                <a:moveTo>
                  <a:pt x="7922444" y="1330315"/>
                </a:moveTo>
                <a:cubicBezTo>
                  <a:pt x="7936606" y="1330315"/>
                  <a:pt x="7948102" y="1341810"/>
                  <a:pt x="7948102" y="1355974"/>
                </a:cubicBezTo>
                <a:cubicBezTo>
                  <a:pt x="7948102" y="1370138"/>
                  <a:pt x="7936606" y="1381633"/>
                  <a:pt x="7922444" y="1381633"/>
                </a:cubicBezTo>
                <a:cubicBezTo>
                  <a:pt x="7908279" y="1381633"/>
                  <a:pt x="7896783" y="1370138"/>
                  <a:pt x="7896783" y="1355974"/>
                </a:cubicBezTo>
                <a:cubicBezTo>
                  <a:pt x="7896783" y="1341810"/>
                  <a:pt x="7908279" y="1330315"/>
                  <a:pt x="7922444" y="1330315"/>
                </a:cubicBezTo>
                <a:close/>
                <a:moveTo>
                  <a:pt x="7858237" y="1330315"/>
                </a:moveTo>
                <a:cubicBezTo>
                  <a:pt x="7872407" y="1330315"/>
                  <a:pt x="7883895" y="1341803"/>
                  <a:pt x="7883895" y="1355974"/>
                </a:cubicBezTo>
                <a:cubicBezTo>
                  <a:pt x="7883895" y="1370145"/>
                  <a:pt x="7872407" y="1381633"/>
                  <a:pt x="7858237" y="1381633"/>
                </a:cubicBezTo>
                <a:cubicBezTo>
                  <a:pt x="7844066" y="1381633"/>
                  <a:pt x="7832578" y="1370145"/>
                  <a:pt x="7832578" y="1355974"/>
                </a:cubicBezTo>
                <a:cubicBezTo>
                  <a:pt x="7832578" y="1341803"/>
                  <a:pt x="7844066" y="1330315"/>
                  <a:pt x="7858237" y="1330315"/>
                </a:cubicBezTo>
                <a:close/>
                <a:moveTo>
                  <a:pt x="7794032" y="1330315"/>
                </a:moveTo>
                <a:cubicBezTo>
                  <a:pt x="7808203" y="1330315"/>
                  <a:pt x="7819690" y="1341803"/>
                  <a:pt x="7819690" y="1355974"/>
                </a:cubicBezTo>
                <a:cubicBezTo>
                  <a:pt x="7819690" y="1370145"/>
                  <a:pt x="7808203" y="1381633"/>
                  <a:pt x="7794032" y="1381633"/>
                </a:cubicBezTo>
                <a:cubicBezTo>
                  <a:pt x="7779862" y="1381633"/>
                  <a:pt x="7768371" y="1370145"/>
                  <a:pt x="7768371" y="1355974"/>
                </a:cubicBezTo>
                <a:cubicBezTo>
                  <a:pt x="7768371" y="1341803"/>
                  <a:pt x="7779862" y="1330315"/>
                  <a:pt x="7794032" y="1330315"/>
                </a:cubicBezTo>
                <a:close/>
                <a:moveTo>
                  <a:pt x="7729825" y="1330315"/>
                </a:moveTo>
                <a:cubicBezTo>
                  <a:pt x="7743990" y="1330315"/>
                  <a:pt x="7755486" y="1341810"/>
                  <a:pt x="7755486" y="1355974"/>
                </a:cubicBezTo>
                <a:cubicBezTo>
                  <a:pt x="7755486" y="1370138"/>
                  <a:pt x="7743990" y="1381633"/>
                  <a:pt x="7729825" y="1381633"/>
                </a:cubicBezTo>
                <a:cubicBezTo>
                  <a:pt x="7715660" y="1381633"/>
                  <a:pt x="7704167" y="1370138"/>
                  <a:pt x="7704167" y="1355974"/>
                </a:cubicBezTo>
                <a:cubicBezTo>
                  <a:pt x="7704167" y="1341810"/>
                  <a:pt x="7715660" y="1330315"/>
                  <a:pt x="7729825" y="1330315"/>
                </a:cubicBezTo>
                <a:close/>
                <a:moveTo>
                  <a:pt x="7665621" y="1330315"/>
                </a:moveTo>
                <a:cubicBezTo>
                  <a:pt x="7679786" y="1330315"/>
                  <a:pt x="7691279" y="1341810"/>
                  <a:pt x="7691279" y="1355974"/>
                </a:cubicBezTo>
                <a:cubicBezTo>
                  <a:pt x="7691279" y="1370138"/>
                  <a:pt x="7679786" y="1381633"/>
                  <a:pt x="7665621" y="1381633"/>
                </a:cubicBezTo>
                <a:cubicBezTo>
                  <a:pt x="7651456" y="1381633"/>
                  <a:pt x="7639963" y="1370138"/>
                  <a:pt x="7639963" y="1355974"/>
                </a:cubicBezTo>
                <a:cubicBezTo>
                  <a:pt x="7639963" y="1341810"/>
                  <a:pt x="7651456" y="1330315"/>
                  <a:pt x="7665621" y="1330315"/>
                </a:cubicBezTo>
                <a:close/>
                <a:moveTo>
                  <a:pt x="7601299" y="1330315"/>
                </a:moveTo>
                <a:cubicBezTo>
                  <a:pt x="7615464" y="1330315"/>
                  <a:pt x="7626959" y="1341810"/>
                  <a:pt x="7626959" y="1355974"/>
                </a:cubicBezTo>
                <a:cubicBezTo>
                  <a:pt x="7626959" y="1370138"/>
                  <a:pt x="7615464" y="1381633"/>
                  <a:pt x="7601299" y="1381633"/>
                </a:cubicBezTo>
                <a:cubicBezTo>
                  <a:pt x="7587134" y="1381633"/>
                  <a:pt x="7575640" y="1370138"/>
                  <a:pt x="7575640" y="1355974"/>
                </a:cubicBezTo>
                <a:cubicBezTo>
                  <a:pt x="7575640" y="1341810"/>
                  <a:pt x="7587134" y="1330315"/>
                  <a:pt x="7601299" y="1330315"/>
                </a:cubicBezTo>
                <a:close/>
                <a:moveTo>
                  <a:pt x="7537094" y="1330315"/>
                </a:moveTo>
                <a:cubicBezTo>
                  <a:pt x="7551259" y="1330315"/>
                  <a:pt x="7562752" y="1341810"/>
                  <a:pt x="7562752" y="1355974"/>
                </a:cubicBezTo>
                <a:cubicBezTo>
                  <a:pt x="7562752" y="1370138"/>
                  <a:pt x="7551259" y="1381633"/>
                  <a:pt x="7537094" y="1381633"/>
                </a:cubicBezTo>
                <a:cubicBezTo>
                  <a:pt x="7522929" y="1381633"/>
                  <a:pt x="7511436" y="1370138"/>
                  <a:pt x="7511436" y="1355974"/>
                </a:cubicBezTo>
                <a:cubicBezTo>
                  <a:pt x="7511436" y="1341810"/>
                  <a:pt x="7522929" y="1330315"/>
                  <a:pt x="7537094" y="1330315"/>
                </a:cubicBezTo>
                <a:close/>
                <a:moveTo>
                  <a:pt x="7472890" y="1330315"/>
                </a:moveTo>
                <a:cubicBezTo>
                  <a:pt x="7487060" y="1330315"/>
                  <a:pt x="7498548" y="1341803"/>
                  <a:pt x="7498548" y="1355974"/>
                </a:cubicBezTo>
                <a:cubicBezTo>
                  <a:pt x="7498548" y="1370145"/>
                  <a:pt x="7487060" y="1381633"/>
                  <a:pt x="7472890" y="1381633"/>
                </a:cubicBezTo>
                <a:cubicBezTo>
                  <a:pt x="7458717" y="1381633"/>
                  <a:pt x="7447229" y="1370145"/>
                  <a:pt x="7447229" y="1355974"/>
                </a:cubicBezTo>
                <a:cubicBezTo>
                  <a:pt x="7447229" y="1341803"/>
                  <a:pt x="7458717" y="1330315"/>
                  <a:pt x="7472890" y="1330315"/>
                </a:cubicBezTo>
                <a:close/>
                <a:moveTo>
                  <a:pt x="7280274" y="1330315"/>
                </a:moveTo>
                <a:cubicBezTo>
                  <a:pt x="7294437" y="1330315"/>
                  <a:pt x="7305932" y="1341810"/>
                  <a:pt x="7305932" y="1355974"/>
                </a:cubicBezTo>
                <a:cubicBezTo>
                  <a:pt x="7305932" y="1370138"/>
                  <a:pt x="7294437" y="1381633"/>
                  <a:pt x="7280274" y="1381633"/>
                </a:cubicBezTo>
                <a:cubicBezTo>
                  <a:pt x="7266109" y="1381633"/>
                  <a:pt x="7254613" y="1370138"/>
                  <a:pt x="7254613" y="1355974"/>
                </a:cubicBezTo>
                <a:cubicBezTo>
                  <a:pt x="7254613" y="1341810"/>
                  <a:pt x="7266109" y="1330315"/>
                  <a:pt x="7280274" y="1330315"/>
                </a:cubicBezTo>
                <a:close/>
                <a:moveTo>
                  <a:pt x="7216067" y="1330315"/>
                </a:moveTo>
                <a:cubicBezTo>
                  <a:pt x="7230232" y="1330315"/>
                  <a:pt x="7241725" y="1341810"/>
                  <a:pt x="7241725" y="1355974"/>
                </a:cubicBezTo>
                <a:cubicBezTo>
                  <a:pt x="7241725" y="1370138"/>
                  <a:pt x="7230232" y="1381633"/>
                  <a:pt x="7216067" y="1381633"/>
                </a:cubicBezTo>
                <a:cubicBezTo>
                  <a:pt x="7201902" y="1381633"/>
                  <a:pt x="7190409" y="1370138"/>
                  <a:pt x="7190409" y="1355974"/>
                </a:cubicBezTo>
                <a:cubicBezTo>
                  <a:pt x="7190409" y="1341810"/>
                  <a:pt x="7201902" y="1330315"/>
                  <a:pt x="7216067" y="1330315"/>
                </a:cubicBezTo>
                <a:close/>
                <a:moveTo>
                  <a:pt x="7151863" y="1330315"/>
                </a:moveTo>
                <a:cubicBezTo>
                  <a:pt x="7166033" y="1330315"/>
                  <a:pt x="7177521" y="1341803"/>
                  <a:pt x="7177521" y="1355974"/>
                </a:cubicBezTo>
                <a:cubicBezTo>
                  <a:pt x="7177521" y="1370145"/>
                  <a:pt x="7166033" y="1381633"/>
                  <a:pt x="7151863" y="1381633"/>
                </a:cubicBezTo>
                <a:cubicBezTo>
                  <a:pt x="7137692" y="1381633"/>
                  <a:pt x="7126205" y="1370145"/>
                  <a:pt x="7126205" y="1355974"/>
                </a:cubicBezTo>
                <a:cubicBezTo>
                  <a:pt x="7126205" y="1341803"/>
                  <a:pt x="7137692" y="1330315"/>
                  <a:pt x="7151863" y="1330315"/>
                </a:cubicBezTo>
                <a:close/>
                <a:moveTo>
                  <a:pt x="7087658" y="1330315"/>
                </a:moveTo>
                <a:cubicBezTo>
                  <a:pt x="7101829" y="1330315"/>
                  <a:pt x="7113317" y="1341803"/>
                  <a:pt x="7113317" y="1355974"/>
                </a:cubicBezTo>
                <a:cubicBezTo>
                  <a:pt x="7113317" y="1370145"/>
                  <a:pt x="7101829" y="1381633"/>
                  <a:pt x="7087658" y="1381633"/>
                </a:cubicBezTo>
                <a:cubicBezTo>
                  <a:pt x="7073485" y="1381633"/>
                  <a:pt x="7061998" y="1370145"/>
                  <a:pt x="7061998" y="1355974"/>
                </a:cubicBezTo>
                <a:cubicBezTo>
                  <a:pt x="7061998" y="1341803"/>
                  <a:pt x="7073485" y="1330315"/>
                  <a:pt x="7087658" y="1330315"/>
                </a:cubicBezTo>
                <a:close/>
                <a:moveTo>
                  <a:pt x="6895043" y="1330315"/>
                </a:moveTo>
                <a:cubicBezTo>
                  <a:pt x="6909208" y="1330315"/>
                  <a:pt x="6920701" y="1341810"/>
                  <a:pt x="6920701" y="1355974"/>
                </a:cubicBezTo>
                <a:cubicBezTo>
                  <a:pt x="6920701" y="1370138"/>
                  <a:pt x="6909208" y="1381633"/>
                  <a:pt x="6895043" y="1381633"/>
                </a:cubicBezTo>
                <a:cubicBezTo>
                  <a:pt x="6880878" y="1381633"/>
                  <a:pt x="6869382" y="1370138"/>
                  <a:pt x="6869382" y="1355974"/>
                </a:cubicBezTo>
                <a:cubicBezTo>
                  <a:pt x="6869382" y="1341810"/>
                  <a:pt x="6880878" y="1330315"/>
                  <a:pt x="6895043" y="1330315"/>
                </a:cubicBezTo>
                <a:close/>
                <a:moveTo>
                  <a:pt x="6766631" y="1330315"/>
                </a:moveTo>
                <a:cubicBezTo>
                  <a:pt x="6780802" y="1330315"/>
                  <a:pt x="6792290" y="1341803"/>
                  <a:pt x="6792290" y="1355974"/>
                </a:cubicBezTo>
                <a:cubicBezTo>
                  <a:pt x="6792290" y="1370145"/>
                  <a:pt x="6780802" y="1381633"/>
                  <a:pt x="6766631" y="1381633"/>
                </a:cubicBezTo>
                <a:cubicBezTo>
                  <a:pt x="6752461" y="1381633"/>
                  <a:pt x="6740973" y="1370145"/>
                  <a:pt x="6740973" y="1355974"/>
                </a:cubicBezTo>
                <a:cubicBezTo>
                  <a:pt x="6740973" y="1341803"/>
                  <a:pt x="6752461" y="1330315"/>
                  <a:pt x="6766631" y="1330315"/>
                </a:cubicBezTo>
                <a:close/>
                <a:moveTo>
                  <a:pt x="6702427" y="1330315"/>
                </a:moveTo>
                <a:cubicBezTo>
                  <a:pt x="6716597" y="1330315"/>
                  <a:pt x="6728085" y="1341803"/>
                  <a:pt x="6728085" y="1355974"/>
                </a:cubicBezTo>
                <a:cubicBezTo>
                  <a:pt x="6728085" y="1370145"/>
                  <a:pt x="6716597" y="1381633"/>
                  <a:pt x="6702427" y="1381633"/>
                </a:cubicBezTo>
                <a:cubicBezTo>
                  <a:pt x="6688254" y="1381633"/>
                  <a:pt x="6676766" y="1370145"/>
                  <a:pt x="6676766" y="1355974"/>
                </a:cubicBezTo>
                <a:cubicBezTo>
                  <a:pt x="6676766" y="1341803"/>
                  <a:pt x="6688254" y="1330315"/>
                  <a:pt x="6702427" y="1330315"/>
                </a:cubicBezTo>
                <a:close/>
                <a:moveTo>
                  <a:pt x="6638220" y="1330315"/>
                </a:moveTo>
                <a:cubicBezTo>
                  <a:pt x="6652385" y="1330315"/>
                  <a:pt x="6663881" y="1341810"/>
                  <a:pt x="6663881" y="1355974"/>
                </a:cubicBezTo>
                <a:cubicBezTo>
                  <a:pt x="6663881" y="1370138"/>
                  <a:pt x="6652385" y="1381633"/>
                  <a:pt x="6638220" y="1381633"/>
                </a:cubicBezTo>
                <a:cubicBezTo>
                  <a:pt x="6624055" y="1381633"/>
                  <a:pt x="6612562" y="1370138"/>
                  <a:pt x="6612562" y="1355974"/>
                </a:cubicBezTo>
                <a:cubicBezTo>
                  <a:pt x="6612562" y="1341810"/>
                  <a:pt x="6624055" y="1330315"/>
                  <a:pt x="6638220" y="1330315"/>
                </a:cubicBezTo>
                <a:close/>
                <a:moveTo>
                  <a:pt x="6574016" y="1330315"/>
                </a:moveTo>
                <a:cubicBezTo>
                  <a:pt x="6588181" y="1330315"/>
                  <a:pt x="6599674" y="1341810"/>
                  <a:pt x="6599674" y="1355974"/>
                </a:cubicBezTo>
                <a:cubicBezTo>
                  <a:pt x="6599674" y="1370138"/>
                  <a:pt x="6588181" y="1381633"/>
                  <a:pt x="6574016" y="1381633"/>
                </a:cubicBezTo>
                <a:cubicBezTo>
                  <a:pt x="6559851" y="1381633"/>
                  <a:pt x="6548357" y="1370138"/>
                  <a:pt x="6548357" y="1355974"/>
                </a:cubicBezTo>
                <a:cubicBezTo>
                  <a:pt x="6548357" y="1341810"/>
                  <a:pt x="6559851" y="1330315"/>
                  <a:pt x="6574016" y="1330315"/>
                </a:cubicBezTo>
                <a:close/>
                <a:moveTo>
                  <a:pt x="6317078" y="1330315"/>
                </a:moveTo>
                <a:cubicBezTo>
                  <a:pt x="6331243" y="1330315"/>
                  <a:pt x="6342736" y="1341810"/>
                  <a:pt x="6342736" y="1355974"/>
                </a:cubicBezTo>
                <a:cubicBezTo>
                  <a:pt x="6342736" y="1370138"/>
                  <a:pt x="6331243" y="1381633"/>
                  <a:pt x="6317078" y="1381633"/>
                </a:cubicBezTo>
                <a:cubicBezTo>
                  <a:pt x="6302913" y="1381633"/>
                  <a:pt x="6291420" y="1370138"/>
                  <a:pt x="6291420" y="1355974"/>
                </a:cubicBezTo>
                <a:cubicBezTo>
                  <a:pt x="6291420" y="1341810"/>
                  <a:pt x="6302913" y="1330315"/>
                  <a:pt x="6317078" y="1330315"/>
                </a:cubicBezTo>
                <a:close/>
                <a:moveTo>
                  <a:pt x="6252873" y="1330315"/>
                </a:moveTo>
                <a:cubicBezTo>
                  <a:pt x="6267036" y="1330315"/>
                  <a:pt x="6278532" y="1341810"/>
                  <a:pt x="6278532" y="1355974"/>
                </a:cubicBezTo>
                <a:cubicBezTo>
                  <a:pt x="6278532" y="1370138"/>
                  <a:pt x="6267036" y="1381633"/>
                  <a:pt x="6252873" y="1381633"/>
                </a:cubicBezTo>
                <a:cubicBezTo>
                  <a:pt x="6238708" y="1381633"/>
                  <a:pt x="6227213" y="1370138"/>
                  <a:pt x="6227213" y="1355974"/>
                </a:cubicBezTo>
                <a:cubicBezTo>
                  <a:pt x="6227213" y="1341810"/>
                  <a:pt x="6238708" y="1330315"/>
                  <a:pt x="6252873" y="1330315"/>
                </a:cubicBezTo>
                <a:close/>
                <a:moveTo>
                  <a:pt x="6188666" y="1330315"/>
                </a:moveTo>
                <a:cubicBezTo>
                  <a:pt x="6202831" y="1330315"/>
                  <a:pt x="6214327" y="1341810"/>
                  <a:pt x="6214327" y="1355974"/>
                </a:cubicBezTo>
                <a:cubicBezTo>
                  <a:pt x="6214327" y="1370138"/>
                  <a:pt x="6202831" y="1381633"/>
                  <a:pt x="6188666" y="1381633"/>
                </a:cubicBezTo>
                <a:cubicBezTo>
                  <a:pt x="6174504" y="1381633"/>
                  <a:pt x="6163008" y="1370138"/>
                  <a:pt x="6163008" y="1355974"/>
                </a:cubicBezTo>
                <a:cubicBezTo>
                  <a:pt x="6163008" y="1341810"/>
                  <a:pt x="6174504" y="1330315"/>
                  <a:pt x="6188666" y="1330315"/>
                </a:cubicBezTo>
                <a:close/>
                <a:moveTo>
                  <a:pt x="6124462" y="1330315"/>
                </a:moveTo>
                <a:cubicBezTo>
                  <a:pt x="6138627" y="1330315"/>
                  <a:pt x="6150123" y="1341810"/>
                  <a:pt x="6150123" y="1355974"/>
                </a:cubicBezTo>
                <a:cubicBezTo>
                  <a:pt x="6150123" y="1370138"/>
                  <a:pt x="6138627" y="1381633"/>
                  <a:pt x="6124462" y="1381633"/>
                </a:cubicBezTo>
                <a:cubicBezTo>
                  <a:pt x="6110297" y="1381633"/>
                  <a:pt x="6098804" y="1370138"/>
                  <a:pt x="6098804" y="1355974"/>
                </a:cubicBezTo>
                <a:cubicBezTo>
                  <a:pt x="6098804" y="1341810"/>
                  <a:pt x="6110297" y="1330315"/>
                  <a:pt x="6124462" y="1330315"/>
                </a:cubicBezTo>
                <a:close/>
                <a:moveTo>
                  <a:pt x="6064505" y="1330315"/>
                </a:moveTo>
                <a:cubicBezTo>
                  <a:pt x="6078666" y="1330315"/>
                  <a:pt x="6090163" y="1341810"/>
                  <a:pt x="6090163" y="1355974"/>
                </a:cubicBezTo>
                <a:cubicBezTo>
                  <a:pt x="6090163" y="1370138"/>
                  <a:pt x="6078666" y="1381633"/>
                  <a:pt x="6064505" y="1381633"/>
                </a:cubicBezTo>
                <a:cubicBezTo>
                  <a:pt x="6050336" y="1381633"/>
                  <a:pt x="6038844" y="1370138"/>
                  <a:pt x="6038844" y="1355974"/>
                </a:cubicBezTo>
                <a:cubicBezTo>
                  <a:pt x="6038844" y="1341810"/>
                  <a:pt x="6050336" y="1330315"/>
                  <a:pt x="6064505" y="1330315"/>
                </a:cubicBezTo>
                <a:close/>
                <a:moveTo>
                  <a:pt x="5936092" y="1330315"/>
                </a:moveTo>
                <a:cubicBezTo>
                  <a:pt x="5950255" y="1330315"/>
                  <a:pt x="5961751" y="1341810"/>
                  <a:pt x="5961751" y="1355974"/>
                </a:cubicBezTo>
                <a:cubicBezTo>
                  <a:pt x="5961751" y="1370138"/>
                  <a:pt x="5950255" y="1381633"/>
                  <a:pt x="5936092" y="1381633"/>
                </a:cubicBezTo>
                <a:cubicBezTo>
                  <a:pt x="5921928" y="1381633"/>
                  <a:pt x="5910435" y="1370138"/>
                  <a:pt x="5910435" y="1355974"/>
                </a:cubicBezTo>
                <a:cubicBezTo>
                  <a:pt x="5910435" y="1341810"/>
                  <a:pt x="5921928" y="1330315"/>
                  <a:pt x="5936092" y="1330315"/>
                </a:cubicBezTo>
                <a:close/>
                <a:moveTo>
                  <a:pt x="5743477" y="1330315"/>
                </a:moveTo>
                <a:cubicBezTo>
                  <a:pt x="5757648" y="1330315"/>
                  <a:pt x="5769136" y="1341803"/>
                  <a:pt x="5769136" y="1355974"/>
                </a:cubicBezTo>
                <a:cubicBezTo>
                  <a:pt x="5769136" y="1370145"/>
                  <a:pt x="5757648" y="1381633"/>
                  <a:pt x="5743477" y="1381633"/>
                </a:cubicBezTo>
                <a:cubicBezTo>
                  <a:pt x="5729307" y="1381633"/>
                  <a:pt x="5717818" y="1370145"/>
                  <a:pt x="5717818" y="1355974"/>
                </a:cubicBezTo>
                <a:cubicBezTo>
                  <a:pt x="5717818" y="1341803"/>
                  <a:pt x="5729307" y="1330315"/>
                  <a:pt x="5743477" y="1330315"/>
                </a:cubicBezTo>
                <a:close/>
                <a:moveTo>
                  <a:pt x="5679272" y="1330315"/>
                </a:moveTo>
                <a:cubicBezTo>
                  <a:pt x="5693437" y="1330315"/>
                  <a:pt x="5704930" y="1341810"/>
                  <a:pt x="5704930" y="1355974"/>
                </a:cubicBezTo>
                <a:cubicBezTo>
                  <a:pt x="5704930" y="1370138"/>
                  <a:pt x="5693437" y="1381633"/>
                  <a:pt x="5679272" y="1381633"/>
                </a:cubicBezTo>
                <a:cubicBezTo>
                  <a:pt x="5665108" y="1381633"/>
                  <a:pt x="5653614" y="1370138"/>
                  <a:pt x="5653614" y="1355974"/>
                </a:cubicBezTo>
                <a:cubicBezTo>
                  <a:pt x="5653614" y="1341810"/>
                  <a:pt x="5665108" y="1330315"/>
                  <a:pt x="5679272" y="1330315"/>
                </a:cubicBezTo>
                <a:close/>
                <a:moveTo>
                  <a:pt x="5615066" y="1330315"/>
                </a:moveTo>
                <a:cubicBezTo>
                  <a:pt x="5629231" y="1330315"/>
                  <a:pt x="5640726" y="1341810"/>
                  <a:pt x="5640726" y="1355974"/>
                </a:cubicBezTo>
                <a:cubicBezTo>
                  <a:pt x="5640726" y="1370138"/>
                  <a:pt x="5629231" y="1381633"/>
                  <a:pt x="5615066" y="1381633"/>
                </a:cubicBezTo>
                <a:cubicBezTo>
                  <a:pt x="5600901" y="1381633"/>
                  <a:pt x="5589407" y="1370138"/>
                  <a:pt x="5589407" y="1355974"/>
                </a:cubicBezTo>
                <a:cubicBezTo>
                  <a:pt x="5589407" y="1341810"/>
                  <a:pt x="5600901" y="1330315"/>
                  <a:pt x="5615066" y="1330315"/>
                </a:cubicBezTo>
                <a:close/>
                <a:moveTo>
                  <a:pt x="5486655" y="1330315"/>
                </a:moveTo>
                <a:cubicBezTo>
                  <a:pt x="5500819" y="1330315"/>
                  <a:pt x="5512316" y="1341810"/>
                  <a:pt x="5512316" y="1355974"/>
                </a:cubicBezTo>
                <a:cubicBezTo>
                  <a:pt x="5512316" y="1370138"/>
                  <a:pt x="5500819" y="1381633"/>
                  <a:pt x="5486655" y="1381633"/>
                </a:cubicBezTo>
                <a:cubicBezTo>
                  <a:pt x="5472491" y="1381633"/>
                  <a:pt x="5460997" y="1370138"/>
                  <a:pt x="5460997" y="1355974"/>
                </a:cubicBezTo>
                <a:cubicBezTo>
                  <a:pt x="5460997" y="1341810"/>
                  <a:pt x="5472491" y="1330315"/>
                  <a:pt x="5486655" y="1330315"/>
                </a:cubicBezTo>
                <a:close/>
                <a:moveTo>
                  <a:pt x="5422451" y="1330315"/>
                </a:moveTo>
                <a:cubicBezTo>
                  <a:pt x="5436621" y="1330315"/>
                  <a:pt x="5448109" y="1341803"/>
                  <a:pt x="5448109" y="1355974"/>
                </a:cubicBezTo>
                <a:cubicBezTo>
                  <a:pt x="5448109" y="1370145"/>
                  <a:pt x="5436621" y="1381633"/>
                  <a:pt x="5422451" y="1381633"/>
                </a:cubicBezTo>
                <a:cubicBezTo>
                  <a:pt x="5408280" y="1381633"/>
                  <a:pt x="5396791" y="1370145"/>
                  <a:pt x="5396791" y="1355974"/>
                </a:cubicBezTo>
                <a:cubicBezTo>
                  <a:pt x="5396791" y="1341803"/>
                  <a:pt x="5408280" y="1330315"/>
                  <a:pt x="5422451" y="1330315"/>
                </a:cubicBezTo>
                <a:close/>
                <a:moveTo>
                  <a:pt x="5358245" y="1330315"/>
                </a:moveTo>
                <a:cubicBezTo>
                  <a:pt x="5372417" y="1330315"/>
                  <a:pt x="5383904" y="1341803"/>
                  <a:pt x="5383904" y="1355974"/>
                </a:cubicBezTo>
                <a:cubicBezTo>
                  <a:pt x="5383904" y="1370145"/>
                  <a:pt x="5372417" y="1381633"/>
                  <a:pt x="5358245" y="1381633"/>
                </a:cubicBezTo>
                <a:cubicBezTo>
                  <a:pt x="5344076" y="1381633"/>
                  <a:pt x="5332587" y="1370145"/>
                  <a:pt x="5332587" y="1355974"/>
                </a:cubicBezTo>
                <a:cubicBezTo>
                  <a:pt x="5332587" y="1341803"/>
                  <a:pt x="5344076" y="1330315"/>
                  <a:pt x="5358245" y="1330315"/>
                </a:cubicBezTo>
                <a:close/>
                <a:moveTo>
                  <a:pt x="5229719" y="1330315"/>
                </a:moveTo>
                <a:cubicBezTo>
                  <a:pt x="5243999" y="1330315"/>
                  <a:pt x="5255377" y="1341810"/>
                  <a:pt x="5255377" y="1355974"/>
                </a:cubicBezTo>
                <a:cubicBezTo>
                  <a:pt x="5255377" y="1370138"/>
                  <a:pt x="5243883" y="1381633"/>
                  <a:pt x="5229719" y="1381633"/>
                </a:cubicBezTo>
                <a:cubicBezTo>
                  <a:pt x="5215554" y="1381633"/>
                  <a:pt x="5204058" y="1370138"/>
                  <a:pt x="5204058" y="1355974"/>
                </a:cubicBezTo>
                <a:cubicBezTo>
                  <a:pt x="5204058" y="1341810"/>
                  <a:pt x="5215554" y="1330315"/>
                  <a:pt x="5229719" y="1330315"/>
                </a:cubicBezTo>
                <a:close/>
                <a:moveTo>
                  <a:pt x="5101309" y="1330315"/>
                </a:moveTo>
                <a:cubicBezTo>
                  <a:pt x="5115473" y="1330315"/>
                  <a:pt x="5126967" y="1341810"/>
                  <a:pt x="5126967" y="1355974"/>
                </a:cubicBezTo>
                <a:cubicBezTo>
                  <a:pt x="5126967" y="1370138"/>
                  <a:pt x="5115473" y="1381633"/>
                  <a:pt x="5101309" y="1381633"/>
                </a:cubicBezTo>
                <a:cubicBezTo>
                  <a:pt x="5087142" y="1381633"/>
                  <a:pt x="5075649" y="1370138"/>
                  <a:pt x="5075649" y="1355974"/>
                </a:cubicBezTo>
                <a:cubicBezTo>
                  <a:pt x="5075649" y="1341810"/>
                  <a:pt x="5087142" y="1330315"/>
                  <a:pt x="5101309" y="1330315"/>
                </a:cubicBezTo>
                <a:close/>
                <a:moveTo>
                  <a:pt x="4972896" y="1330315"/>
                </a:moveTo>
                <a:cubicBezTo>
                  <a:pt x="4987063" y="1330315"/>
                  <a:pt x="4998557" y="1341810"/>
                  <a:pt x="4998557" y="1355974"/>
                </a:cubicBezTo>
                <a:cubicBezTo>
                  <a:pt x="4998557" y="1370138"/>
                  <a:pt x="4987063" y="1381633"/>
                  <a:pt x="4972896" y="1381633"/>
                </a:cubicBezTo>
                <a:cubicBezTo>
                  <a:pt x="4958732" y="1381633"/>
                  <a:pt x="4947240" y="1370138"/>
                  <a:pt x="4947240" y="1355974"/>
                </a:cubicBezTo>
                <a:cubicBezTo>
                  <a:pt x="4947240" y="1341810"/>
                  <a:pt x="4958732" y="1330315"/>
                  <a:pt x="4972896" y="1330315"/>
                </a:cubicBezTo>
                <a:close/>
                <a:moveTo>
                  <a:pt x="4908693" y="1330315"/>
                </a:moveTo>
                <a:cubicBezTo>
                  <a:pt x="4922857" y="1330315"/>
                  <a:pt x="4934352" y="1341810"/>
                  <a:pt x="4934352" y="1355974"/>
                </a:cubicBezTo>
                <a:cubicBezTo>
                  <a:pt x="4934352" y="1370138"/>
                  <a:pt x="4922857" y="1381633"/>
                  <a:pt x="4908693" y="1381633"/>
                </a:cubicBezTo>
                <a:cubicBezTo>
                  <a:pt x="4894527" y="1381633"/>
                  <a:pt x="4883033" y="1370138"/>
                  <a:pt x="4883033" y="1355974"/>
                </a:cubicBezTo>
                <a:cubicBezTo>
                  <a:pt x="4883033" y="1341810"/>
                  <a:pt x="4894527" y="1330315"/>
                  <a:pt x="4908693" y="1330315"/>
                </a:cubicBezTo>
                <a:close/>
                <a:moveTo>
                  <a:pt x="4844487" y="1330315"/>
                </a:moveTo>
                <a:cubicBezTo>
                  <a:pt x="4858650" y="1330315"/>
                  <a:pt x="4870146" y="1341810"/>
                  <a:pt x="4870146" y="1355974"/>
                </a:cubicBezTo>
                <a:cubicBezTo>
                  <a:pt x="4870146" y="1370138"/>
                  <a:pt x="4858650" y="1381633"/>
                  <a:pt x="4844487" y="1381633"/>
                </a:cubicBezTo>
                <a:cubicBezTo>
                  <a:pt x="4830322" y="1381633"/>
                  <a:pt x="4818828" y="1370138"/>
                  <a:pt x="4818828" y="1355974"/>
                </a:cubicBezTo>
                <a:cubicBezTo>
                  <a:pt x="4818828" y="1341810"/>
                  <a:pt x="4830322" y="1330315"/>
                  <a:pt x="4844487" y="1330315"/>
                </a:cubicBezTo>
                <a:close/>
                <a:moveTo>
                  <a:pt x="4780282" y="1330315"/>
                </a:moveTo>
                <a:cubicBezTo>
                  <a:pt x="4794447" y="1330315"/>
                  <a:pt x="4805941" y="1341810"/>
                  <a:pt x="4805941" y="1355974"/>
                </a:cubicBezTo>
                <a:cubicBezTo>
                  <a:pt x="4805941" y="1370138"/>
                  <a:pt x="4794447" y="1381633"/>
                  <a:pt x="4780282" y="1381633"/>
                </a:cubicBezTo>
                <a:cubicBezTo>
                  <a:pt x="4766118" y="1381633"/>
                  <a:pt x="4754622" y="1370138"/>
                  <a:pt x="4754622" y="1355974"/>
                </a:cubicBezTo>
                <a:cubicBezTo>
                  <a:pt x="4754622" y="1341810"/>
                  <a:pt x="4766118" y="1330315"/>
                  <a:pt x="4780282" y="1330315"/>
                </a:cubicBezTo>
                <a:close/>
                <a:moveTo>
                  <a:pt x="4651872" y="1330315"/>
                </a:moveTo>
                <a:cubicBezTo>
                  <a:pt x="4666042" y="1330315"/>
                  <a:pt x="4677531" y="1341803"/>
                  <a:pt x="4677531" y="1355974"/>
                </a:cubicBezTo>
                <a:cubicBezTo>
                  <a:pt x="4677531" y="1370145"/>
                  <a:pt x="4666042" y="1381633"/>
                  <a:pt x="4651872" y="1381633"/>
                </a:cubicBezTo>
                <a:cubicBezTo>
                  <a:pt x="4637700" y="1381633"/>
                  <a:pt x="4626213" y="1370145"/>
                  <a:pt x="4626213" y="1355974"/>
                </a:cubicBezTo>
                <a:cubicBezTo>
                  <a:pt x="4626213" y="1341803"/>
                  <a:pt x="4637700" y="1330315"/>
                  <a:pt x="4651872" y="1330315"/>
                </a:cubicBezTo>
                <a:close/>
                <a:moveTo>
                  <a:pt x="4587666" y="1330315"/>
                </a:moveTo>
                <a:cubicBezTo>
                  <a:pt x="4601830" y="1330315"/>
                  <a:pt x="4613324" y="1341810"/>
                  <a:pt x="4613324" y="1355974"/>
                </a:cubicBezTo>
                <a:cubicBezTo>
                  <a:pt x="4613324" y="1370138"/>
                  <a:pt x="4601830" y="1381633"/>
                  <a:pt x="4587666" y="1381633"/>
                </a:cubicBezTo>
                <a:cubicBezTo>
                  <a:pt x="4573501" y="1381633"/>
                  <a:pt x="4562007" y="1370138"/>
                  <a:pt x="4562007" y="1355974"/>
                </a:cubicBezTo>
                <a:cubicBezTo>
                  <a:pt x="4562007" y="1341810"/>
                  <a:pt x="4573501" y="1330315"/>
                  <a:pt x="4587666" y="1330315"/>
                </a:cubicBezTo>
                <a:close/>
                <a:moveTo>
                  <a:pt x="4523461" y="1330315"/>
                </a:moveTo>
                <a:cubicBezTo>
                  <a:pt x="4537626" y="1330315"/>
                  <a:pt x="4549121" y="1341810"/>
                  <a:pt x="4549121" y="1355974"/>
                </a:cubicBezTo>
                <a:cubicBezTo>
                  <a:pt x="4549121" y="1370138"/>
                  <a:pt x="4537626" y="1381633"/>
                  <a:pt x="4523461" y="1381633"/>
                </a:cubicBezTo>
                <a:cubicBezTo>
                  <a:pt x="4509296" y="1381633"/>
                  <a:pt x="4497802" y="1370138"/>
                  <a:pt x="4497802" y="1355974"/>
                </a:cubicBezTo>
                <a:cubicBezTo>
                  <a:pt x="4497802" y="1341810"/>
                  <a:pt x="4509296" y="1330315"/>
                  <a:pt x="4523461" y="1330315"/>
                </a:cubicBezTo>
                <a:close/>
                <a:moveTo>
                  <a:pt x="4395050" y="1330315"/>
                </a:moveTo>
                <a:cubicBezTo>
                  <a:pt x="4409214" y="1330315"/>
                  <a:pt x="4420710" y="1341810"/>
                  <a:pt x="4420710" y="1355974"/>
                </a:cubicBezTo>
                <a:cubicBezTo>
                  <a:pt x="4420710" y="1370138"/>
                  <a:pt x="4409214" y="1381633"/>
                  <a:pt x="4395050" y="1381633"/>
                </a:cubicBezTo>
                <a:cubicBezTo>
                  <a:pt x="4380886" y="1381633"/>
                  <a:pt x="4369391" y="1370138"/>
                  <a:pt x="4369391" y="1355974"/>
                </a:cubicBezTo>
                <a:cubicBezTo>
                  <a:pt x="4369391" y="1341810"/>
                  <a:pt x="4380886" y="1330315"/>
                  <a:pt x="4395050" y="1330315"/>
                </a:cubicBezTo>
                <a:close/>
                <a:moveTo>
                  <a:pt x="4202435" y="1330315"/>
                </a:moveTo>
                <a:cubicBezTo>
                  <a:pt x="4216598" y="1330315"/>
                  <a:pt x="4228093" y="1341810"/>
                  <a:pt x="4228093" y="1355974"/>
                </a:cubicBezTo>
                <a:cubicBezTo>
                  <a:pt x="4228093" y="1370138"/>
                  <a:pt x="4216598" y="1381633"/>
                  <a:pt x="4202435" y="1381633"/>
                </a:cubicBezTo>
                <a:cubicBezTo>
                  <a:pt x="4188268" y="1381633"/>
                  <a:pt x="4176776" y="1370138"/>
                  <a:pt x="4176776" y="1355974"/>
                </a:cubicBezTo>
                <a:cubicBezTo>
                  <a:pt x="4176776" y="1341810"/>
                  <a:pt x="4188268" y="1330315"/>
                  <a:pt x="4202435" y="1330315"/>
                </a:cubicBezTo>
                <a:close/>
                <a:moveTo>
                  <a:pt x="4009702" y="1330315"/>
                </a:moveTo>
                <a:cubicBezTo>
                  <a:pt x="4023866" y="1330315"/>
                  <a:pt x="4035362" y="1341810"/>
                  <a:pt x="4035362" y="1355974"/>
                </a:cubicBezTo>
                <a:cubicBezTo>
                  <a:pt x="4035362" y="1370138"/>
                  <a:pt x="4023866" y="1381633"/>
                  <a:pt x="4009702" y="1381633"/>
                </a:cubicBezTo>
                <a:cubicBezTo>
                  <a:pt x="3995538" y="1381633"/>
                  <a:pt x="3984043" y="1370138"/>
                  <a:pt x="3984043" y="1355974"/>
                </a:cubicBezTo>
                <a:cubicBezTo>
                  <a:pt x="3984043" y="1341810"/>
                  <a:pt x="3995538" y="1330315"/>
                  <a:pt x="4009702" y="1330315"/>
                </a:cubicBezTo>
                <a:close/>
                <a:moveTo>
                  <a:pt x="3881291" y="1330315"/>
                </a:moveTo>
                <a:cubicBezTo>
                  <a:pt x="3895456" y="1330315"/>
                  <a:pt x="3906950" y="1341810"/>
                  <a:pt x="3906950" y="1355974"/>
                </a:cubicBezTo>
                <a:cubicBezTo>
                  <a:pt x="3906950" y="1370138"/>
                  <a:pt x="3895456" y="1381633"/>
                  <a:pt x="3881291" y="1381633"/>
                </a:cubicBezTo>
                <a:cubicBezTo>
                  <a:pt x="3867127" y="1381633"/>
                  <a:pt x="3855633" y="1370138"/>
                  <a:pt x="3855633" y="1355974"/>
                </a:cubicBezTo>
                <a:cubicBezTo>
                  <a:pt x="3855633" y="1341810"/>
                  <a:pt x="3867127" y="1330315"/>
                  <a:pt x="3881291" y="1330315"/>
                </a:cubicBezTo>
                <a:close/>
                <a:moveTo>
                  <a:pt x="3817085" y="1330315"/>
                </a:moveTo>
                <a:cubicBezTo>
                  <a:pt x="3831252" y="1330315"/>
                  <a:pt x="3842745" y="1341810"/>
                  <a:pt x="3842745" y="1355974"/>
                </a:cubicBezTo>
                <a:cubicBezTo>
                  <a:pt x="3842745" y="1370138"/>
                  <a:pt x="3831252" y="1381633"/>
                  <a:pt x="3817085" y="1381633"/>
                </a:cubicBezTo>
                <a:cubicBezTo>
                  <a:pt x="3802921" y="1381633"/>
                  <a:pt x="3791427" y="1370138"/>
                  <a:pt x="3791427" y="1355974"/>
                </a:cubicBezTo>
                <a:cubicBezTo>
                  <a:pt x="3791427" y="1341810"/>
                  <a:pt x="3802921" y="1330315"/>
                  <a:pt x="3817085" y="1330315"/>
                </a:cubicBezTo>
                <a:close/>
                <a:moveTo>
                  <a:pt x="3752882" y="1330315"/>
                </a:moveTo>
                <a:cubicBezTo>
                  <a:pt x="3767045" y="1330315"/>
                  <a:pt x="3778539" y="1341810"/>
                  <a:pt x="3778539" y="1355974"/>
                </a:cubicBezTo>
                <a:cubicBezTo>
                  <a:pt x="3778539" y="1370138"/>
                  <a:pt x="3767045" y="1381633"/>
                  <a:pt x="3752882" y="1381633"/>
                </a:cubicBezTo>
                <a:cubicBezTo>
                  <a:pt x="3738717" y="1381633"/>
                  <a:pt x="3727221" y="1370138"/>
                  <a:pt x="3727221" y="1355974"/>
                </a:cubicBezTo>
                <a:cubicBezTo>
                  <a:pt x="3727221" y="1341810"/>
                  <a:pt x="3738717" y="1330315"/>
                  <a:pt x="3752882" y="1330315"/>
                </a:cubicBezTo>
                <a:close/>
                <a:moveTo>
                  <a:pt x="3624472" y="1330315"/>
                </a:moveTo>
                <a:cubicBezTo>
                  <a:pt x="3638640" y="1330315"/>
                  <a:pt x="3650129" y="1341803"/>
                  <a:pt x="3650129" y="1355974"/>
                </a:cubicBezTo>
                <a:cubicBezTo>
                  <a:pt x="3650129" y="1370145"/>
                  <a:pt x="3638640" y="1381633"/>
                  <a:pt x="3624472" y="1381633"/>
                </a:cubicBezTo>
                <a:cubicBezTo>
                  <a:pt x="3610300" y="1381633"/>
                  <a:pt x="3598810" y="1370145"/>
                  <a:pt x="3598810" y="1355974"/>
                </a:cubicBezTo>
                <a:cubicBezTo>
                  <a:pt x="3598810" y="1341803"/>
                  <a:pt x="3610300" y="1330315"/>
                  <a:pt x="3624472" y="1330315"/>
                </a:cubicBezTo>
                <a:close/>
                <a:moveTo>
                  <a:pt x="3367649" y="1330315"/>
                </a:moveTo>
                <a:cubicBezTo>
                  <a:pt x="3381813" y="1330315"/>
                  <a:pt x="3393308" y="1341810"/>
                  <a:pt x="3393308" y="1355974"/>
                </a:cubicBezTo>
                <a:cubicBezTo>
                  <a:pt x="3393308" y="1370138"/>
                  <a:pt x="3381813" y="1381633"/>
                  <a:pt x="3367649" y="1381633"/>
                </a:cubicBezTo>
                <a:cubicBezTo>
                  <a:pt x="3353484" y="1381633"/>
                  <a:pt x="3341990" y="1370138"/>
                  <a:pt x="3341990" y="1355974"/>
                </a:cubicBezTo>
                <a:cubicBezTo>
                  <a:pt x="3341990" y="1341810"/>
                  <a:pt x="3353484" y="1330315"/>
                  <a:pt x="3367649" y="1330315"/>
                </a:cubicBezTo>
                <a:close/>
                <a:moveTo>
                  <a:pt x="3303444" y="1330315"/>
                </a:moveTo>
                <a:cubicBezTo>
                  <a:pt x="3317609" y="1330315"/>
                  <a:pt x="3329102" y="1341810"/>
                  <a:pt x="3329102" y="1355974"/>
                </a:cubicBezTo>
                <a:cubicBezTo>
                  <a:pt x="3329102" y="1370138"/>
                  <a:pt x="3317609" y="1381633"/>
                  <a:pt x="3303444" y="1381633"/>
                </a:cubicBezTo>
                <a:cubicBezTo>
                  <a:pt x="3289279" y="1381633"/>
                  <a:pt x="3277785" y="1370138"/>
                  <a:pt x="3277785" y="1355974"/>
                </a:cubicBezTo>
                <a:cubicBezTo>
                  <a:pt x="3277785" y="1341810"/>
                  <a:pt x="3289279" y="1330315"/>
                  <a:pt x="3303444" y="1330315"/>
                </a:cubicBezTo>
                <a:close/>
                <a:moveTo>
                  <a:pt x="3110828" y="1330315"/>
                </a:moveTo>
                <a:cubicBezTo>
                  <a:pt x="3124992" y="1330315"/>
                  <a:pt x="3136487" y="1341810"/>
                  <a:pt x="3136487" y="1355974"/>
                </a:cubicBezTo>
                <a:cubicBezTo>
                  <a:pt x="3136487" y="1370138"/>
                  <a:pt x="3124992" y="1381633"/>
                  <a:pt x="3110828" y="1381633"/>
                </a:cubicBezTo>
                <a:cubicBezTo>
                  <a:pt x="3096663" y="1381633"/>
                  <a:pt x="3085170" y="1370138"/>
                  <a:pt x="3085170" y="1355974"/>
                </a:cubicBezTo>
                <a:cubicBezTo>
                  <a:pt x="3085170" y="1341810"/>
                  <a:pt x="3096663" y="1330315"/>
                  <a:pt x="3110828" y="1330315"/>
                </a:cubicBezTo>
                <a:close/>
                <a:moveTo>
                  <a:pt x="3046623" y="1330315"/>
                </a:moveTo>
                <a:cubicBezTo>
                  <a:pt x="3060788" y="1330315"/>
                  <a:pt x="3072282" y="1341810"/>
                  <a:pt x="3072282" y="1355974"/>
                </a:cubicBezTo>
                <a:cubicBezTo>
                  <a:pt x="3072282" y="1370138"/>
                  <a:pt x="3060788" y="1381633"/>
                  <a:pt x="3046623" y="1381633"/>
                </a:cubicBezTo>
                <a:cubicBezTo>
                  <a:pt x="3032458" y="1381633"/>
                  <a:pt x="3020964" y="1370138"/>
                  <a:pt x="3020964" y="1355974"/>
                </a:cubicBezTo>
                <a:cubicBezTo>
                  <a:pt x="3020964" y="1341810"/>
                  <a:pt x="3032458" y="1330315"/>
                  <a:pt x="3046623" y="1330315"/>
                </a:cubicBezTo>
                <a:close/>
                <a:moveTo>
                  <a:pt x="2982301" y="1330315"/>
                </a:moveTo>
                <a:cubicBezTo>
                  <a:pt x="2996466" y="1330315"/>
                  <a:pt x="3007960" y="1341810"/>
                  <a:pt x="3007960" y="1355974"/>
                </a:cubicBezTo>
                <a:cubicBezTo>
                  <a:pt x="3007960" y="1370138"/>
                  <a:pt x="2996466" y="1381633"/>
                  <a:pt x="2982301" y="1381633"/>
                </a:cubicBezTo>
                <a:cubicBezTo>
                  <a:pt x="2968137" y="1381633"/>
                  <a:pt x="2956642" y="1370138"/>
                  <a:pt x="2956642" y="1355974"/>
                </a:cubicBezTo>
                <a:cubicBezTo>
                  <a:pt x="2956642" y="1341810"/>
                  <a:pt x="2968137" y="1330315"/>
                  <a:pt x="2982301" y="1330315"/>
                </a:cubicBezTo>
                <a:close/>
                <a:moveTo>
                  <a:pt x="2853890" y="1330315"/>
                </a:moveTo>
                <a:cubicBezTo>
                  <a:pt x="2868062" y="1330315"/>
                  <a:pt x="2879550" y="1341803"/>
                  <a:pt x="2879550" y="1355974"/>
                </a:cubicBezTo>
                <a:cubicBezTo>
                  <a:pt x="2879550" y="1370145"/>
                  <a:pt x="2868062" y="1381633"/>
                  <a:pt x="2853890" y="1381633"/>
                </a:cubicBezTo>
                <a:cubicBezTo>
                  <a:pt x="2839720" y="1381633"/>
                  <a:pt x="2828231" y="1370145"/>
                  <a:pt x="2828231" y="1355974"/>
                </a:cubicBezTo>
                <a:cubicBezTo>
                  <a:pt x="2828231" y="1341803"/>
                  <a:pt x="2839720" y="1330315"/>
                  <a:pt x="2853890" y="1330315"/>
                </a:cubicBezTo>
                <a:close/>
                <a:moveTo>
                  <a:pt x="2789686" y="1330315"/>
                </a:moveTo>
                <a:cubicBezTo>
                  <a:pt x="2803850" y="1330315"/>
                  <a:pt x="2815344" y="1341810"/>
                  <a:pt x="2815344" y="1355974"/>
                </a:cubicBezTo>
                <a:cubicBezTo>
                  <a:pt x="2815344" y="1370138"/>
                  <a:pt x="2803850" y="1381633"/>
                  <a:pt x="2789686" y="1381633"/>
                </a:cubicBezTo>
                <a:cubicBezTo>
                  <a:pt x="2775521" y="1381633"/>
                  <a:pt x="2764027" y="1370138"/>
                  <a:pt x="2764027" y="1355974"/>
                </a:cubicBezTo>
                <a:cubicBezTo>
                  <a:pt x="2764027" y="1341810"/>
                  <a:pt x="2775521" y="1330315"/>
                  <a:pt x="2789686" y="1330315"/>
                </a:cubicBezTo>
                <a:close/>
                <a:moveTo>
                  <a:pt x="2404454" y="1330315"/>
                </a:moveTo>
                <a:cubicBezTo>
                  <a:pt x="2418619" y="1330315"/>
                  <a:pt x="2430112" y="1341810"/>
                  <a:pt x="2430112" y="1355974"/>
                </a:cubicBezTo>
                <a:cubicBezTo>
                  <a:pt x="2430112" y="1370138"/>
                  <a:pt x="2418619" y="1381633"/>
                  <a:pt x="2404454" y="1381633"/>
                </a:cubicBezTo>
                <a:cubicBezTo>
                  <a:pt x="2390289" y="1381633"/>
                  <a:pt x="2378795" y="1370138"/>
                  <a:pt x="2378795" y="1355974"/>
                </a:cubicBezTo>
                <a:cubicBezTo>
                  <a:pt x="2378795" y="1341810"/>
                  <a:pt x="2390289" y="1330315"/>
                  <a:pt x="2404454" y="1330315"/>
                </a:cubicBezTo>
                <a:close/>
                <a:moveTo>
                  <a:pt x="2340249" y="1330315"/>
                </a:moveTo>
                <a:cubicBezTo>
                  <a:pt x="2354413" y="1330315"/>
                  <a:pt x="2365908" y="1341810"/>
                  <a:pt x="2365908" y="1355974"/>
                </a:cubicBezTo>
                <a:cubicBezTo>
                  <a:pt x="2365908" y="1370138"/>
                  <a:pt x="2354413" y="1381633"/>
                  <a:pt x="2340249" y="1381633"/>
                </a:cubicBezTo>
                <a:cubicBezTo>
                  <a:pt x="2326084" y="1381633"/>
                  <a:pt x="2314590" y="1370138"/>
                  <a:pt x="2314590" y="1355974"/>
                </a:cubicBezTo>
                <a:cubicBezTo>
                  <a:pt x="2314590" y="1341810"/>
                  <a:pt x="2326084" y="1330315"/>
                  <a:pt x="2340249" y="1330315"/>
                </a:cubicBezTo>
                <a:close/>
                <a:moveTo>
                  <a:pt x="2276044" y="1330315"/>
                </a:moveTo>
                <a:cubicBezTo>
                  <a:pt x="2290208" y="1330315"/>
                  <a:pt x="2301702" y="1341810"/>
                  <a:pt x="2301702" y="1355974"/>
                </a:cubicBezTo>
                <a:cubicBezTo>
                  <a:pt x="2301702" y="1370138"/>
                  <a:pt x="2290208" y="1381633"/>
                  <a:pt x="2276044" y="1381633"/>
                </a:cubicBezTo>
                <a:cubicBezTo>
                  <a:pt x="2261879" y="1381633"/>
                  <a:pt x="2250385" y="1370138"/>
                  <a:pt x="2250385" y="1355974"/>
                </a:cubicBezTo>
                <a:cubicBezTo>
                  <a:pt x="2250385" y="1341810"/>
                  <a:pt x="2261879" y="1330315"/>
                  <a:pt x="2276044" y="1330315"/>
                </a:cubicBezTo>
                <a:close/>
                <a:moveTo>
                  <a:pt x="2211838" y="1330315"/>
                </a:moveTo>
                <a:cubicBezTo>
                  <a:pt x="2226003" y="1330315"/>
                  <a:pt x="2237497" y="1341810"/>
                  <a:pt x="2237497" y="1355974"/>
                </a:cubicBezTo>
                <a:cubicBezTo>
                  <a:pt x="2237497" y="1370138"/>
                  <a:pt x="2226003" y="1381633"/>
                  <a:pt x="2211838" y="1381633"/>
                </a:cubicBezTo>
                <a:cubicBezTo>
                  <a:pt x="2197673" y="1381633"/>
                  <a:pt x="2186178" y="1370138"/>
                  <a:pt x="2186178" y="1355974"/>
                </a:cubicBezTo>
                <a:cubicBezTo>
                  <a:pt x="2186178" y="1341810"/>
                  <a:pt x="2197673" y="1330315"/>
                  <a:pt x="2211838" y="1330315"/>
                </a:cubicBezTo>
                <a:close/>
                <a:moveTo>
                  <a:pt x="2147633" y="1330315"/>
                </a:moveTo>
                <a:cubicBezTo>
                  <a:pt x="2161804" y="1330315"/>
                  <a:pt x="2173293" y="1341803"/>
                  <a:pt x="2173293" y="1355974"/>
                </a:cubicBezTo>
                <a:cubicBezTo>
                  <a:pt x="2173293" y="1370145"/>
                  <a:pt x="2161804" y="1381633"/>
                  <a:pt x="2147633" y="1381633"/>
                </a:cubicBezTo>
                <a:cubicBezTo>
                  <a:pt x="2133462" y="1381633"/>
                  <a:pt x="2121975" y="1370145"/>
                  <a:pt x="2121975" y="1355974"/>
                </a:cubicBezTo>
                <a:cubicBezTo>
                  <a:pt x="2121975" y="1341803"/>
                  <a:pt x="2133462" y="1330315"/>
                  <a:pt x="2147633" y="1330315"/>
                </a:cubicBezTo>
                <a:close/>
                <a:moveTo>
                  <a:pt x="2083427" y="1330315"/>
                </a:moveTo>
                <a:cubicBezTo>
                  <a:pt x="2097599" y="1330315"/>
                  <a:pt x="2109087" y="1341803"/>
                  <a:pt x="2109087" y="1355974"/>
                </a:cubicBezTo>
                <a:cubicBezTo>
                  <a:pt x="2109087" y="1370145"/>
                  <a:pt x="2097599" y="1381633"/>
                  <a:pt x="2083427" y="1381633"/>
                </a:cubicBezTo>
                <a:cubicBezTo>
                  <a:pt x="2069257" y="1381633"/>
                  <a:pt x="2057768" y="1370145"/>
                  <a:pt x="2057768" y="1355974"/>
                </a:cubicBezTo>
                <a:cubicBezTo>
                  <a:pt x="2057768" y="1341803"/>
                  <a:pt x="2069257" y="1330315"/>
                  <a:pt x="2083427" y="1330315"/>
                </a:cubicBezTo>
                <a:close/>
                <a:moveTo>
                  <a:pt x="2019222" y="1330315"/>
                </a:moveTo>
                <a:cubicBezTo>
                  <a:pt x="2033387" y="1330315"/>
                  <a:pt x="2044880" y="1341810"/>
                  <a:pt x="2044880" y="1355974"/>
                </a:cubicBezTo>
                <a:cubicBezTo>
                  <a:pt x="2044880" y="1370138"/>
                  <a:pt x="2033387" y="1381633"/>
                  <a:pt x="2019222" y="1381633"/>
                </a:cubicBezTo>
                <a:cubicBezTo>
                  <a:pt x="2005058" y="1381633"/>
                  <a:pt x="1993563" y="1370138"/>
                  <a:pt x="1993563" y="1355974"/>
                </a:cubicBezTo>
                <a:cubicBezTo>
                  <a:pt x="1993563" y="1341810"/>
                  <a:pt x="2005058" y="1330315"/>
                  <a:pt x="2019222" y="1330315"/>
                </a:cubicBezTo>
                <a:close/>
                <a:moveTo>
                  <a:pt x="1955016" y="1330315"/>
                </a:moveTo>
                <a:cubicBezTo>
                  <a:pt x="1969181" y="1330315"/>
                  <a:pt x="1980676" y="1341810"/>
                  <a:pt x="1980676" y="1355974"/>
                </a:cubicBezTo>
                <a:cubicBezTo>
                  <a:pt x="1980676" y="1370138"/>
                  <a:pt x="1969181" y="1381633"/>
                  <a:pt x="1955016" y="1381633"/>
                </a:cubicBezTo>
                <a:cubicBezTo>
                  <a:pt x="1940851" y="1381633"/>
                  <a:pt x="1929358" y="1370138"/>
                  <a:pt x="1929358" y="1355974"/>
                </a:cubicBezTo>
                <a:cubicBezTo>
                  <a:pt x="1929358" y="1341810"/>
                  <a:pt x="1940851" y="1330315"/>
                  <a:pt x="1955016" y="1330315"/>
                </a:cubicBezTo>
                <a:close/>
                <a:moveTo>
                  <a:pt x="1890696" y="1330315"/>
                </a:moveTo>
                <a:cubicBezTo>
                  <a:pt x="1904860" y="1330315"/>
                  <a:pt x="1916355" y="1341810"/>
                  <a:pt x="1916355" y="1355974"/>
                </a:cubicBezTo>
                <a:cubicBezTo>
                  <a:pt x="1916355" y="1370138"/>
                  <a:pt x="1904860" y="1381633"/>
                  <a:pt x="1890696" y="1381633"/>
                </a:cubicBezTo>
                <a:cubicBezTo>
                  <a:pt x="1876531" y="1381633"/>
                  <a:pt x="1865037" y="1370138"/>
                  <a:pt x="1865037" y="1355974"/>
                </a:cubicBezTo>
                <a:cubicBezTo>
                  <a:pt x="1865037" y="1341810"/>
                  <a:pt x="1876531" y="1330315"/>
                  <a:pt x="1890696" y="1330315"/>
                </a:cubicBezTo>
                <a:close/>
                <a:moveTo>
                  <a:pt x="1826490" y="1330315"/>
                </a:moveTo>
                <a:cubicBezTo>
                  <a:pt x="1840654" y="1330315"/>
                  <a:pt x="1852149" y="1341810"/>
                  <a:pt x="1852149" y="1355974"/>
                </a:cubicBezTo>
                <a:cubicBezTo>
                  <a:pt x="1852149" y="1370138"/>
                  <a:pt x="1840654" y="1381633"/>
                  <a:pt x="1826490" y="1381633"/>
                </a:cubicBezTo>
                <a:cubicBezTo>
                  <a:pt x="1812325" y="1381633"/>
                  <a:pt x="1800830" y="1370138"/>
                  <a:pt x="1800830" y="1355974"/>
                </a:cubicBezTo>
                <a:cubicBezTo>
                  <a:pt x="1800830" y="1341810"/>
                  <a:pt x="1812325" y="1330315"/>
                  <a:pt x="1826490" y="1330315"/>
                </a:cubicBezTo>
                <a:close/>
                <a:moveTo>
                  <a:pt x="1762285" y="1330315"/>
                </a:moveTo>
                <a:cubicBezTo>
                  <a:pt x="1776456" y="1330315"/>
                  <a:pt x="1787944" y="1341803"/>
                  <a:pt x="1787944" y="1355974"/>
                </a:cubicBezTo>
                <a:cubicBezTo>
                  <a:pt x="1787944" y="1370145"/>
                  <a:pt x="1776456" y="1381633"/>
                  <a:pt x="1762285" y="1381633"/>
                </a:cubicBezTo>
                <a:cubicBezTo>
                  <a:pt x="1748114" y="1381633"/>
                  <a:pt x="1736626" y="1370145"/>
                  <a:pt x="1736626" y="1355974"/>
                </a:cubicBezTo>
                <a:cubicBezTo>
                  <a:pt x="1736626" y="1341803"/>
                  <a:pt x="1748114" y="1330315"/>
                  <a:pt x="1762285" y="1330315"/>
                </a:cubicBezTo>
                <a:close/>
                <a:moveTo>
                  <a:pt x="1569669" y="1330315"/>
                </a:moveTo>
                <a:cubicBezTo>
                  <a:pt x="1583834" y="1330315"/>
                  <a:pt x="1595328" y="1341810"/>
                  <a:pt x="1595328" y="1355974"/>
                </a:cubicBezTo>
                <a:cubicBezTo>
                  <a:pt x="1595328" y="1370138"/>
                  <a:pt x="1583834" y="1381633"/>
                  <a:pt x="1569669" y="1381633"/>
                </a:cubicBezTo>
                <a:cubicBezTo>
                  <a:pt x="1555504" y="1381633"/>
                  <a:pt x="1544010" y="1370138"/>
                  <a:pt x="1544010" y="1355974"/>
                </a:cubicBezTo>
                <a:cubicBezTo>
                  <a:pt x="1544010" y="1341810"/>
                  <a:pt x="1555504" y="1330315"/>
                  <a:pt x="1569669" y="1330315"/>
                </a:cubicBezTo>
                <a:close/>
                <a:moveTo>
                  <a:pt x="1505464" y="1330315"/>
                </a:moveTo>
                <a:cubicBezTo>
                  <a:pt x="1519629" y="1330315"/>
                  <a:pt x="1531123" y="1341810"/>
                  <a:pt x="1531123" y="1355974"/>
                </a:cubicBezTo>
                <a:cubicBezTo>
                  <a:pt x="1531123" y="1370138"/>
                  <a:pt x="1519629" y="1381633"/>
                  <a:pt x="1505464" y="1381633"/>
                </a:cubicBezTo>
                <a:cubicBezTo>
                  <a:pt x="1491299" y="1381633"/>
                  <a:pt x="1479806" y="1370138"/>
                  <a:pt x="1479806" y="1355974"/>
                </a:cubicBezTo>
                <a:cubicBezTo>
                  <a:pt x="1479806" y="1341810"/>
                  <a:pt x="1491299" y="1330315"/>
                  <a:pt x="1505464" y="1330315"/>
                </a:cubicBezTo>
                <a:close/>
                <a:moveTo>
                  <a:pt x="1441258" y="1330315"/>
                </a:moveTo>
                <a:cubicBezTo>
                  <a:pt x="1455430" y="1330315"/>
                  <a:pt x="1466917" y="1341803"/>
                  <a:pt x="1466917" y="1355974"/>
                </a:cubicBezTo>
                <a:cubicBezTo>
                  <a:pt x="1466917" y="1370145"/>
                  <a:pt x="1455430" y="1381633"/>
                  <a:pt x="1441258" y="1381633"/>
                </a:cubicBezTo>
                <a:cubicBezTo>
                  <a:pt x="1427087" y="1381633"/>
                  <a:pt x="1415599" y="1370145"/>
                  <a:pt x="1415599" y="1355974"/>
                </a:cubicBezTo>
                <a:cubicBezTo>
                  <a:pt x="1415599" y="1341803"/>
                  <a:pt x="1427087" y="1330315"/>
                  <a:pt x="1441258" y="1330315"/>
                </a:cubicBezTo>
                <a:close/>
                <a:moveTo>
                  <a:pt x="1377053" y="1330315"/>
                </a:moveTo>
                <a:cubicBezTo>
                  <a:pt x="1391224" y="1330315"/>
                  <a:pt x="1402712" y="1341803"/>
                  <a:pt x="1402712" y="1355974"/>
                </a:cubicBezTo>
                <a:cubicBezTo>
                  <a:pt x="1402712" y="1370145"/>
                  <a:pt x="1391224" y="1381633"/>
                  <a:pt x="1377053" y="1381633"/>
                </a:cubicBezTo>
                <a:cubicBezTo>
                  <a:pt x="1362882" y="1381633"/>
                  <a:pt x="1351395" y="1370145"/>
                  <a:pt x="1351395" y="1355974"/>
                </a:cubicBezTo>
                <a:cubicBezTo>
                  <a:pt x="1351395" y="1341803"/>
                  <a:pt x="1362882" y="1330315"/>
                  <a:pt x="1377053" y="1330315"/>
                </a:cubicBezTo>
                <a:close/>
                <a:moveTo>
                  <a:pt x="1184437" y="1330315"/>
                </a:moveTo>
                <a:cubicBezTo>
                  <a:pt x="1198602" y="1330315"/>
                  <a:pt x="1210096" y="1341810"/>
                  <a:pt x="1210096" y="1355974"/>
                </a:cubicBezTo>
                <a:cubicBezTo>
                  <a:pt x="1210096" y="1370138"/>
                  <a:pt x="1198602" y="1381633"/>
                  <a:pt x="1184437" y="1381633"/>
                </a:cubicBezTo>
                <a:cubicBezTo>
                  <a:pt x="1170273" y="1381633"/>
                  <a:pt x="1158780" y="1370138"/>
                  <a:pt x="1158780" y="1355974"/>
                </a:cubicBezTo>
                <a:cubicBezTo>
                  <a:pt x="1158780" y="1341810"/>
                  <a:pt x="1170273" y="1330315"/>
                  <a:pt x="1184437" y="1330315"/>
                </a:cubicBezTo>
                <a:close/>
                <a:moveTo>
                  <a:pt x="1056027" y="1330315"/>
                </a:moveTo>
                <a:cubicBezTo>
                  <a:pt x="1070199" y="1330315"/>
                  <a:pt x="1081685" y="1341803"/>
                  <a:pt x="1081685" y="1355974"/>
                </a:cubicBezTo>
                <a:cubicBezTo>
                  <a:pt x="1081685" y="1370145"/>
                  <a:pt x="1070199" y="1381633"/>
                  <a:pt x="1056027" y="1381633"/>
                </a:cubicBezTo>
                <a:cubicBezTo>
                  <a:pt x="1041857" y="1381633"/>
                  <a:pt x="1030369" y="1370145"/>
                  <a:pt x="1030369" y="1355974"/>
                </a:cubicBezTo>
                <a:cubicBezTo>
                  <a:pt x="1030369" y="1341803"/>
                  <a:pt x="1041857" y="1330315"/>
                  <a:pt x="1056027" y="1330315"/>
                </a:cubicBezTo>
                <a:close/>
                <a:moveTo>
                  <a:pt x="991823" y="1330315"/>
                </a:moveTo>
                <a:cubicBezTo>
                  <a:pt x="1005993" y="1330315"/>
                  <a:pt x="1017481" y="1341803"/>
                  <a:pt x="1017481" y="1355974"/>
                </a:cubicBezTo>
                <a:cubicBezTo>
                  <a:pt x="1017481" y="1370145"/>
                  <a:pt x="1005993" y="1381633"/>
                  <a:pt x="991823" y="1381633"/>
                </a:cubicBezTo>
                <a:cubicBezTo>
                  <a:pt x="977652" y="1381633"/>
                  <a:pt x="966162" y="1370145"/>
                  <a:pt x="966162" y="1355974"/>
                </a:cubicBezTo>
                <a:cubicBezTo>
                  <a:pt x="966162" y="1341803"/>
                  <a:pt x="977652" y="1330315"/>
                  <a:pt x="991823" y="1330315"/>
                </a:cubicBezTo>
                <a:close/>
                <a:moveTo>
                  <a:pt x="927616" y="1330315"/>
                </a:moveTo>
                <a:cubicBezTo>
                  <a:pt x="941781" y="1330315"/>
                  <a:pt x="953275" y="1341810"/>
                  <a:pt x="953275" y="1355974"/>
                </a:cubicBezTo>
                <a:cubicBezTo>
                  <a:pt x="953275" y="1370138"/>
                  <a:pt x="941781" y="1381633"/>
                  <a:pt x="927616" y="1381633"/>
                </a:cubicBezTo>
                <a:cubicBezTo>
                  <a:pt x="913452" y="1381633"/>
                  <a:pt x="901957" y="1370138"/>
                  <a:pt x="901957" y="1355974"/>
                </a:cubicBezTo>
                <a:cubicBezTo>
                  <a:pt x="901957" y="1341810"/>
                  <a:pt x="913452" y="1330315"/>
                  <a:pt x="927616" y="1330315"/>
                </a:cubicBezTo>
                <a:close/>
                <a:moveTo>
                  <a:pt x="863411" y="1330315"/>
                </a:moveTo>
                <a:cubicBezTo>
                  <a:pt x="877576" y="1330315"/>
                  <a:pt x="889071" y="1341810"/>
                  <a:pt x="889071" y="1355974"/>
                </a:cubicBezTo>
                <a:cubicBezTo>
                  <a:pt x="889071" y="1370138"/>
                  <a:pt x="877576" y="1381633"/>
                  <a:pt x="863411" y="1381633"/>
                </a:cubicBezTo>
                <a:cubicBezTo>
                  <a:pt x="849248" y="1381633"/>
                  <a:pt x="837752" y="1370138"/>
                  <a:pt x="837752" y="1355974"/>
                </a:cubicBezTo>
                <a:cubicBezTo>
                  <a:pt x="837752" y="1341810"/>
                  <a:pt x="849248" y="1330315"/>
                  <a:pt x="863411" y="1330315"/>
                </a:cubicBezTo>
                <a:close/>
                <a:moveTo>
                  <a:pt x="606475" y="1330315"/>
                </a:moveTo>
                <a:cubicBezTo>
                  <a:pt x="620639" y="1330315"/>
                  <a:pt x="632134" y="1341810"/>
                  <a:pt x="632134" y="1355974"/>
                </a:cubicBezTo>
                <a:cubicBezTo>
                  <a:pt x="632134" y="1370138"/>
                  <a:pt x="620639" y="1381633"/>
                  <a:pt x="606475" y="1381633"/>
                </a:cubicBezTo>
                <a:cubicBezTo>
                  <a:pt x="592310" y="1381633"/>
                  <a:pt x="580815" y="1370138"/>
                  <a:pt x="580815" y="1355974"/>
                </a:cubicBezTo>
                <a:cubicBezTo>
                  <a:pt x="580815" y="1341810"/>
                  <a:pt x="592310" y="1330315"/>
                  <a:pt x="606475" y="1330315"/>
                </a:cubicBezTo>
                <a:close/>
                <a:moveTo>
                  <a:pt x="542268" y="1330315"/>
                </a:moveTo>
                <a:cubicBezTo>
                  <a:pt x="556433" y="1330315"/>
                  <a:pt x="567927" y="1341810"/>
                  <a:pt x="567927" y="1355974"/>
                </a:cubicBezTo>
                <a:cubicBezTo>
                  <a:pt x="567927" y="1370138"/>
                  <a:pt x="556433" y="1381633"/>
                  <a:pt x="542268" y="1381633"/>
                </a:cubicBezTo>
                <a:cubicBezTo>
                  <a:pt x="528104" y="1381633"/>
                  <a:pt x="516610" y="1370138"/>
                  <a:pt x="516610" y="1355974"/>
                </a:cubicBezTo>
                <a:cubicBezTo>
                  <a:pt x="516610" y="1341810"/>
                  <a:pt x="528104" y="1330315"/>
                  <a:pt x="542268" y="1330315"/>
                </a:cubicBezTo>
                <a:close/>
                <a:moveTo>
                  <a:pt x="478063" y="1330315"/>
                </a:moveTo>
                <a:cubicBezTo>
                  <a:pt x="492228" y="1330315"/>
                  <a:pt x="503724" y="1341810"/>
                  <a:pt x="503724" y="1355974"/>
                </a:cubicBezTo>
                <a:cubicBezTo>
                  <a:pt x="503724" y="1370138"/>
                  <a:pt x="492228" y="1381633"/>
                  <a:pt x="478063" y="1381633"/>
                </a:cubicBezTo>
                <a:cubicBezTo>
                  <a:pt x="463900" y="1381633"/>
                  <a:pt x="452404" y="1370138"/>
                  <a:pt x="452404" y="1355974"/>
                </a:cubicBezTo>
                <a:cubicBezTo>
                  <a:pt x="452404" y="1341810"/>
                  <a:pt x="463900" y="1330315"/>
                  <a:pt x="478063" y="1330315"/>
                </a:cubicBezTo>
                <a:close/>
                <a:moveTo>
                  <a:pt x="413858" y="1330315"/>
                </a:moveTo>
                <a:cubicBezTo>
                  <a:pt x="428023" y="1330315"/>
                  <a:pt x="439517" y="1341810"/>
                  <a:pt x="439517" y="1355974"/>
                </a:cubicBezTo>
                <a:cubicBezTo>
                  <a:pt x="439517" y="1370138"/>
                  <a:pt x="428023" y="1381633"/>
                  <a:pt x="413858" y="1381633"/>
                </a:cubicBezTo>
                <a:cubicBezTo>
                  <a:pt x="399694" y="1381633"/>
                  <a:pt x="388200" y="1370138"/>
                  <a:pt x="388200" y="1355974"/>
                </a:cubicBezTo>
                <a:cubicBezTo>
                  <a:pt x="388200" y="1341810"/>
                  <a:pt x="399694" y="1330315"/>
                  <a:pt x="413858" y="1330315"/>
                </a:cubicBezTo>
                <a:close/>
                <a:moveTo>
                  <a:pt x="346686" y="1330315"/>
                </a:moveTo>
                <a:cubicBezTo>
                  <a:pt x="360849" y="1330315"/>
                  <a:pt x="372344" y="1341810"/>
                  <a:pt x="372344" y="1355974"/>
                </a:cubicBezTo>
                <a:cubicBezTo>
                  <a:pt x="372344" y="1370138"/>
                  <a:pt x="360849" y="1381633"/>
                  <a:pt x="346686" y="1381633"/>
                </a:cubicBezTo>
                <a:cubicBezTo>
                  <a:pt x="332520" y="1381633"/>
                  <a:pt x="321027" y="1370138"/>
                  <a:pt x="321027" y="1355974"/>
                </a:cubicBezTo>
                <a:cubicBezTo>
                  <a:pt x="321027" y="1341810"/>
                  <a:pt x="332520" y="1330315"/>
                  <a:pt x="346686" y="1330315"/>
                </a:cubicBezTo>
                <a:close/>
                <a:moveTo>
                  <a:pt x="218274" y="1330315"/>
                </a:moveTo>
                <a:cubicBezTo>
                  <a:pt x="232438" y="1330315"/>
                  <a:pt x="243932" y="1341810"/>
                  <a:pt x="243932" y="1355974"/>
                </a:cubicBezTo>
                <a:cubicBezTo>
                  <a:pt x="243932" y="1370138"/>
                  <a:pt x="232438" y="1381633"/>
                  <a:pt x="218274" y="1381633"/>
                </a:cubicBezTo>
                <a:cubicBezTo>
                  <a:pt x="204109" y="1381633"/>
                  <a:pt x="192615" y="1370138"/>
                  <a:pt x="192615" y="1355974"/>
                </a:cubicBezTo>
                <a:cubicBezTo>
                  <a:pt x="192615" y="1341810"/>
                  <a:pt x="204109" y="1330315"/>
                  <a:pt x="218274" y="1330315"/>
                </a:cubicBezTo>
                <a:close/>
                <a:moveTo>
                  <a:pt x="25659" y="1330315"/>
                </a:moveTo>
                <a:cubicBezTo>
                  <a:pt x="39829" y="1330315"/>
                  <a:pt x="51317" y="1341803"/>
                  <a:pt x="51317" y="1355974"/>
                </a:cubicBezTo>
                <a:cubicBezTo>
                  <a:pt x="51317" y="1370145"/>
                  <a:pt x="39829" y="1381633"/>
                  <a:pt x="25659" y="1381633"/>
                </a:cubicBezTo>
                <a:cubicBezTo>
                  <a:pt x="11488" y="1381633"/>
                  <a:pt x="0" y="1370145"/>
                  <a:pt x="0" y="1355974"/>
                </a:cubicBezTo>
                <a:cubicBezTo>
                  <a:pt x="0" y="1341803"/>
                  <a:pt x="11488" y="1330315"/>
                  <a:pt x="25659" y="1330315"/>
                </a:cubicBezTo>
                <a:close/>
                <a:moveTo>
                  <a:pt x="11646697" y="1275862"/>
                </a:moveTo>
                <a:cubicBezTo>
                  <a:pt x="11653779" y="1275979"/>
                  <a:pt x="11659583" y="1281667"/>
                  <a:pt x="11659583" y="1288750"/>
                </a:cubicBezTo>
                <a:cubicBezTo>
                  <a:pt x="11659583" y="1295833"/>
                  <a:pt x="11653893" y="1301638"/>
                  <a:pt x="11646697" y="1301638"/>
                </a:cubicBezTo>
                <a:cubicBezTo>
                  <a:pt x="11639613" y="1301638"/>
                  <a:pt x="11633809" y="1295948"/>
                  <a:pt x="11633809" y="1288750"/>
                </a:cubicBezTo>
                <a:cubicBezTo>
                  <a:pt x="11633809" y="1281667"/>
                  <a:pt x="11639499" y="1275862"/>
                  <a:pt x="11646697" y="1275862"/>
                </a:cubicBezTo>
                <a:close/>
                <a:moveTo>
                  <a:pt x="11068848" y="1275862"/>
                </a:moveTo>
                <a:cubicBezTo>
                  <a:pt x="11075966" y="1275862"/>
                  <a:pt x="11081736" y="1281632"/>
                  <a:pt x="11081736" y="1288750"/>
                </a:cubicBezTo>
                <a:cubicBezTo>
                  <a:pt x="11081736" y="1295868"/>
                  <a:pt x="11075966" y="1301638"/>
                  <a:pt x="11068848" y="1301638"/>
                </a:cubicBezTo>
                <a:cubicBezTo>
                  <a:pt x="11061732" y="1301638"/>
                  <a:pt x="11055962" y="1295868"/>
                  <a:pt x="11055962" y="1288750"/>
                </a:cubicBezTo>
                <a:cubicBezTo>
                  <a:pt x="11055962" y="1281632"/>
                  <a:pt x="11061732" y="1275862"/>
                  <a:pt x="11068848" y="1275862"/>
                </a:cubicBezTo>
                <a:close/>
                <a:moveTo>
                  <a:pt x="10811912" y="1275862"/>
                </a:moveTo>
                <a:cubicBezTo>
                  <a:pt x="10819028" y="1275862"/>
                  <a:pt x="10824798" y="1281632"/>
                  <a:pt x="10824798" y="1288750"/>
                </a:cubicBezTo>
                <a:cubicBezTo>
                  <a:pt x="10824798" y="1295868"/>
                  <a:pt x="10819028" y="1301638"/>
                  <a:pt x="10811912" y="1301638"/>
                </a:cubicBezTo>
                <a:cubicBezTo>
                  <a:pt x="10804794" y="1301638"/>
                  <a:pt x="10799024" y="1295868"/>
                  <a:pt x="10799024" y="1288750"/>
                </a:cubicBezTo>
                <a:cubicBezTo>
                  <a:pt x="10799024" y="1281632"/>
                  <a:pt x="10804794" y="1275862"/>
                  <a:pt x="10811912" y="1275862"/>
                </a:cubicBezTo>
                <a:close/>
                <a:moveTo>
                  <a:pt x="10747708" y="1275862"/>
                </a:moveTo>
                <a:cubicBezTo>
                  <a:pt x="10754824" y="1275862"/>
                  <a:pt x="10760593" y="1281632"/>
                  <a:pt x="10760593" y="1288750"/>
                </a:cubicBezTo>
                <a:cubicBezTo>
                  <a:pt x="10760593" y="1295868"/>
                  <a:pt x="10754824" y="1301638"/>
                  <a:pt x="10747708" y="1301638"/>
                </a:cubicBezTo>
                <a:cubicBezTo>
                  <a:pt x="10740589" y="1301638"/>
                  <a:pt x="10734820" y="1295868"/>
                  <a:pt x="10734820" y="1288750"/>
                </a:cubicBezTo>
                <a:cubicBezTo>
                  <a:pt x="10734820" y="1281632"/>
                  <a:pt x="10740589" y="1275862"/>
                  <a:pt x="10747708" y="1275862"/>
                </a:cubicBezTo>
                <a:close/>
                <a:moveTo>
                  <a:pt x="9912920" y="1275862"/>
                </a:moveTo>
                <a:cubicBezTo>
                  <a:pt x="9920039" y="1275862"/>
                  <a:pt x="9925808" y="1281632"/>
                  <a:pt x="9925808" y="1288750"/>
                </a:cubicBezTo>
                <a:cubicBezTo>
                  <a:pt x="9925808" y="1295868"/>
                  <a:pt x="9920039" y="1301638"/>
                  <a:pt x="9912920" y="1301638"/>
                </a:cubicBezTo>
                <a:cubicBezTo>
                  <a:pt x="9905804" y="1301638"/>
                  <a:pt x="9900035" y="1295868"/>
                  <a:pt x="9900035" y="1288750"/>
                </a:cubicBezTo>
                <a:cubicBezTo>
                  <a:pt x="9900035" y="1281632"/>
                  <a:pt x="9905804" y="1275862"/>
                  <a:pt x="9912920" y="1275862"/>
                </a:cubicBezTo>
                <a:close/>
                <a:moveTo>
                  <a:pt x="9784512" y="1275862"/>
                </a:moveTo>
                <a:cubicBezTo>
                  <a:pt x="9791593" y="1275979"/>
                  <a:pt x="9797400" y="1281667"/>
                  <a:pt x="9797400" y="1288750"/>
                </a:cubicBezTo>
                <a:cubicBezTo>
                  <a:pt x="9797400" y="1295833"/>
                  <a:pt x="9791711" y="1301638"/>
                  <a:pt x="9784512" y="1301638"/>
                </a:cubicBezTo>
                <a:cubicBezTo>
                  <a:pt x="9777428" y="1301638"/>
                  <a:pt x="9771624" y="1295948"/>
                  <a:pt x="9771624" y="1288750"/>
                </a:cubicBezTo>
                <a:cubicBezTo>
                  <a:pt x="9771624" y="1281667"/>
                  <a:pt x="9777313" y="1275862"/>
                  <a:pt x="9784512" y="1275862"/>
                </a:cubicBezTo>
                <a:close/>
                <a:moveTo>
                  <a:pt x="8307675" y="1275862"/>
                </a:moveTo>
                <a:cubicBezTo>
                  <a:pt x="8314791" y="1275862"/>
                  <a:pt x="8320560" y="1281632"/>
                  <a:pt x="8320560" y="1288750"/>
                </a:cubicBezTo>
                <a:cubicBezTo>
                  <a:pt x="8320560" y="1295868"/>
                  <a:pt x="8314791" y="1301638"/>
                  <a:pt x="8307675" y="1301638"/>
                </a:cubicBezTo>
                <a:cubicBezTo>
                  <a:pt x="8300556" y="1301638"/>
                  <a:pt x="8294787" y="1295868"/>
                  <a:pt x="8294787" y="1288750"/>
                </a:cubicBezTo>
                <a:cubicBezTo>
                  <a:pt x="8294787" y="1281632"/>
                  <a:pt x="8300556" y="1275862"/>
                  <a:pt x="8307675" y="1275862"/>
                </a:cubicBezTo>
                <a:close/>
                <a:moveTo>
                  <a:pt x="7344479" y="1275862"/>
                </a:moveTo>
                <a:cubicBezTo>
                  <a:pt x="7351560" y="1275979"/>
                  <a:pt x="7357367" y="1281667"/>
                  <a:pt x="7357367" y="1288750"/>
                </a:cubicBezTo>
                <a:cubicBezTo>
                  <a:pt x="7357367" y="1295833"/>
                  <a:pt x="7351678" y="1301638"/>
                  <a:pt x="7344479" y="1301638"/>
                </a:cubicBezTo>
                <a:cubicBezTo>
                  <a:pt x="7337395" y="1301638"/>
                  <a:pt x="7331591" y="1295948"/>
                  <a:pt x="7331591" y="1288750"/>
                </a:cubicBezTo>
                <a:cubicBezTo>
                  <a:pt x="7331591" y="1281667"/>
                  <a:pt x="7337280" y="1275862"/>
                  <a:pt x="7344479" y="1275862"/>
                </a:cubicBezTo>
                <a:close/>
                <a:moveTo>
                  <a:pt x="7280274" y="1275862"/>
                </a:moveTo>
                <a:cubicBezTo>
                  <a:pt x="7287355" y="1275979"/>
                  <a:pt x="7293160" y="1281667"/>
                  <a:pt x="7293160" y="1288750"/>
                </a:cubicBezTo>
                <a:cubicBezTo>
                  <a:pt x="7293160" y="1295833"/>
                  <a:pt x="7287470" y="1301638"/>
                  <a:pt x="7280274" y="1301638"/>
                </a:cubicBezTo>
                <a:cubicBezTo>
                  <a:pt x="7273190" y="1301638"/>
                  <a:pt x="7267386" y="1295948"/>
                  <a:pt x="7267386" y="1288750"/>
                </a:cubicBezTo>
                <a:cubicBezTo>
                  <a:pt x="7267386" y="1281667"/>
                  <a:pt x="7273075" y="1275862"/>
                  <a:pt x="7280274" y="1275862"/>
                </a:cubicBezTo>
                <a:close/>
                <a:moveTo>
                  <a:pt x="6830836" y="1275862"/>
                </a:moveTo>
                <a:cubicBezTo>
                  <a:pt x="6837954" y="1275862"/>
                  <a:pt x="6843724" y="1281632"/>
                  <a:pt x="6843724" y="1288750"/>
                </a:cubicBezTo>
                <a:cubicBezTo>
                  <a:pt x="6843724" y="1295868"/>
                  <a:pt x="6837954" y="1301638"/>
                  <a:pt x="6830836" y="1301638"/>
                </a:cubicBezTo>
                <a:cubicBezTo>
                  <a:pt x="6823720" y="1301638"/>
                  <a:pt x="6817948" y="1295868"/>
                  <a:pt x="6817948" y="1288750"/>
                </a:cubicBezTo>
                <a:cubicBezTo>
                  <a:pt x="6817948" y="1281632"/>
                  <a:pt x="6823720" y="1275862"/>
                  <a:pt x="6830836" y="1275862"/>
                </a:cubicBezTo>
                <a:close/>
                <a:moveTo>
                  <a:pt x="6766631" y="1275862"/>
                </a:moveTo>
                <a:cubicBezTo>
                  <a:pt x="6773750" y="1275862"/>
                  <a:pt x="6779519" y="1281632"/>
                  <a:pt x="6779519" y="1288750"/>
                </a:cubicBezTo>
                <a:cubicBezTo>
                  <a:pt x="6779519" y="1295868"/>
                  <a:pt x="6773750" y="1301638"/>
                  <a:pt x="6766631" y="1301638"/>
                </a:cubicBezTo>
                <a:cubicBezTo>
                  <a:pt x="6759513" y="1301638"/>
                  <a:pt x="6753743" y="1295868"/>
                  <a:pt x="6753743" y="1288750"/>
                </a:cubicBezTo>
                <a:cubicBezTo>
                  <a:pt x="6753743" y="1281632"/>
                  <a:pt x="6759513" y="1275862"/>
                  <a:pt x="6766631" y="1275862"/>
                </a:cubicBezTo>
                <a:close/>
                <a:moveTo>
                  <a:pt x="6573900" y="1275862"/>
                </a:moveTo>
                <a:cubicBezTo>
                  <a:pt x="6581099" y="1275979"/>
                  <a:pt x="6586788" y="1281667"/>
                  <a:pt x="6586788" y="1288750"/>
                </a:cubicBezTo>
                <a:cubicBezTo>
                  <a:pt x="6586788" y="1295833"/>
                  <a:pt x="6581099" y="1301638"/>
                  <a:pt x="6573900" y="1301638"/>
                </a:cubicBezTo>
                <a:cubicBezTo>
                  <a:pt x="6566819" y="1301638"/>
                  <a:pt x="6561013" y="1295948"/>
                  <a:pt x="6561013" y="1288750"/>
                </a:cubicBezTo>
                <a:cubicBezTo>
                  <a:pt x="6561013" y="1281667"/>
                  <a:pt x="6566702" y="1275862"/>
                  <a:pt x="6573900" y="1275862"/>
                </a:cubicBezTo>
                <a:close/>
                <a:moveTo>
                  <a:pt x="5936092" y="1275862"/>
                </a:moveTo>
                <a:cubicBezTo>
                  <a:pt x="5943173" y="1275979"/>
                  <a:pt x="5948981" y="1281667"/>
                  <a:pt x="5948981" y="1288750"/>
                </a:cubicBezTo>
                <a:cubicBezTo>
                  <a:pt x="5948981" y="1295833"/>
                  <a:pt x="5943292" y="1301638"/>
                  <a:pt x="5936092" y="1301638"/>
                </a:cubicBezTo>
                <a:cubicBezTo>
                  <a:pt x="5929009" y="1301638"/>
                  <a:pt x="5923204" y="1295948"/>
                  <a:pt x="5923204" y="1288750"/>
                </a:cubicBezTo>
                <a:cubicBezTo>
                  <a:pt x="5923204" y="1281667"/>
                  <a:pt x="5928894" y="1275862"/>
                  <a:pt x="5936092" y="1275862"/>
                </a:cubicBezTo>
                <a:close/>
                <a:moveTo>
                  <a:pt x="5358245" y="1275862"/>
                </a:moveTo>
                <a:cubicBezTo>
                  <a:pt x="5365362" y="1275862"/>
                  <a:pt x="5371133" y="1281632"/>
                  <a:pt x="5371133" y="1288750"/>
                </a:cubicBezTo>
                <a:cubicBezTo>
                  <a:pt x="5371133" y="1295868"/>
                  <a:pt x="5365362" y="1301638"/>
                  <a:pt x="5358245" y="1301638"/>
                </a:cubicBezTo>
                <a:cubicBezTo>
                  <a:pt x="5351129" y="1301638"/>
                  <a:pt x="5345357" y="1295868"/>
                  <a:pt x="5345357" y="1288750"/>
                </a:cubicBezTo>
                <a:cubicBezTo>
                  <a:pt x="5345357" y="1281632"/>
                  <a:pt x="5351129" y="1275862"/>
                  <a:pt x="5358245" y="1275862"/>
                </a:cubicBezTo>
                <a:close/>
                <a:moveTo>
                  <a:pt x="5101308" y="1275862"/>
                </a:moveTo>
                <a:cubicBezTo>
                  <a:pt x="5108427" y="1275862"/>
                  <a:pt x="5114194" y="1281632"/>
                  <a:pt x="5114194" y="1288750"/>
                </a:cubicBezTo>
                <a:cubicBezTo>
                  <a:pt x="5114194" y="1295868"/>
                  <a:pt x="5108426" y="1301638"/>
                  <a:pt x="5101308" y="1301638"/>
                </a:cubicBezTo>
                <a:cubicBezTo>
                  <a:pt x="5094190" y="1301638"/>
                  <a:pt x="5088421" y="1295868"/>
                  <a:pt x="5088421" y="1288750"/>
                </a:cubicBezTo>
                <a:cubicBezTo>
                  <a:pt x="5088421" y="1281632"/>
                  <a:pt x="5094191" y="1275862"/>
                  <a:pt x="5101308" y="1275862"/>
                </a:cubicBezTo>
                <a:close/>
                <a:moveTo>
                  <a:pt x="5037104" y="1275862"/>
                </a:moveTo>
                <a:cubicBezTo>
                  <a:pt x="5044220" y="1275862"/>
                  <a:pt x="5049991" y="1281632"/>
                  <a:pt x="5049991" y="1288750"/>
                </a:cubicBezTo>
                <a:cubicBezTo>
                  <a:pt x="5049991" y="1295868"/>
                  <a:pt x="5044220" y="1301638"/>
                  <a:pt x="5037104" y="1301638"/>
                </a:cubicBezTo>
                <a:cubicBezTo>
                  <a:pt x="5029986" y="1301638"/>
                  <a:pt x="5024216" y="1295868"/>
                  <a:pt x="5024216" y="1288750"/>
                </a:cubicBezTo>
                <a:cubicBezTo>
                  <a:pt x="5024216" y="1281632"/>
                  <a:pt x="5029986" y="1275862"/>
                  <a:pt x="5037104" y="1275862"/>
                </a:cubicBezTo>
                <a:close/>
                <a:moveTo>
                  <a:pt x="4202317" y="1275862"/>
                </a:moveTo>
                <a:cubicBezTo>
                  <a:pt x="4209435" y="1275862"/>
                  <a:pt x="4215205" y="1281632"/>
                  <a:pt x="4215205" y="1288750"/>
                </a:cubicBezTo>
                <a:cubicBezTo>
                  <a:pt x="4215205" y="1295868"/>
                  <a:pt x="4209435" y="1301638"/>
                  <a:pt x="4202317" y="1301638"/>
                </a:cubicBezTo>
                <a:cubicBezTo>
                  <a:pt x="4195200" y="1301638"/>
                  <a:pt x="4189431" y="1295868"/>
                  <a:pt x="4189431" y="1288750"/>
                </a:cubicBezTo>
                <a:cubicBezTo>
                  <a:pt x="4189431" y="1281632"/>
                  <a:pt x="4195201" y="1275862"/>
                  <a:pt x="4202317" y="1275862"/>
                </a:cubicBezTo>
                <a:close/>
                <a:moveTo>
                  <a:pt x="4073908" y="1275862"/>
                </a:moveTo>
                <a:cubicBezTo>
                  <a:pt x="4080990" y="1275979"/>
                  <a:pt x="4086795" y="1281667"/>
                  <a:pt x="4086795" y="1288750"/>
                </a:cubicBezTo>
                <a:cubicBezTo>
                  <a:pt x="4086795" y="1295833"/>
                  <a:pt x="4081105" y="1301638"/>
                  <a:pt x="4073908" y="1301638"/>
                </a:cubicBezTo>
                <a:cubicBezTo>
                  <a:pt x="4066826" y="1301638"/>
                  <a:pt x="4061020" y="1295948"/>
                  <a:pt x="4061020" y="1288750"/>
                </a:cubicBezTo>
                <a:cubicBezTo>
                  <a:pt x="4061020" y="1281667"/>
                  <a:pt x="4066709" y="1275862"/>
                  <a:pt x="4073908" y="1275862"/>
                </a:cubicBezTo>
                <a:close/>
                <a:moveTo>
                  <a:pt x="2597069" y="1275862"/>
                </a:moveTo>
                <a:cubicBezTo>
                  <a:pt x="2604187" y="1275862"/>
                  <a:pt x="2609957" y="1281632"/>
                  <a:pt x="2609957" y="1288750"/>
                </a:cubicBezTo>
                <a:cubicBezTo>
                  <a:pt x="2609957" y="1295868"/>
                  <a:pt x="2604187" y="1301638"/>
                  <a:pt x="2597069" y="1301638"/>
                </a:cubicBezTo>
                <a:cubicBezTo>
                  <a:pt x="2589952" y="1301638"/>
                  <a:pt x="2584182" y="1295868"/>
                  <a:pt x="2584182" y="1288750"/>
                </a:cubicBezTo>
                <a:cubicBezTo>
                  <a:pt x="2584182" y="1281632"/>
                  <a:pt x="2589952" y="1275862"/>
                  <a:pt x="2597069" y="1275862"/>
                </a:cubicBezTo>
                <a:close/>
                <a:moveTo>
                  <a:pt x="1633875" y="1275862"/>
                </a:moveTo>
                <a:cubicBezTo>
                  <a:pt x="1640957" y="1275979"/>
                  <a:pt x="1646762" y="1281667"/>
                  <a:pt x="1646762" y="1288750"/>
                </a:cubicBezTo>
                <a:cubicBezTo>
                  <a:pt x="1646762" y="1295833"/>
                  <a:pt x="1641073" y="1301638"/>
                  <a:pt x="1633875" y="1301638"/>
                </a:cubicBezTo>
                <a:cubicBezTo>
                  <a:pt x="1626792" y="1301638"/>
                  <a:pt x="1620987" y="1295948"/>
                  <a:pt x="1620987" y="1288750"/>
                </a:cubicBezTo>
                <a:cubicBezTo>
                  <a:pt x="1620987" y="1281667"/>
                  <a:pt x="1626676" y="1275862"/>
                  <a:pt x="1633875" y="1275862"/>
                </a:cubicBezTo>
                <a:close/>
                <a:moveTo>
                  <a:pt x="1569669" y="1275862"/>
                </a:moveTo>
                <a:cubicBezTo>
                  <a:pt x="1576752" y="1275979"/>
                  <a:pt x="1582557" y="1281667"/>
                  <a:pt x="1582557" y="1288750"/>
                </a:cubicBezTo>
                <a:cubicBezTo>
                  <a:pt x="1582557" y="1295833"/>
                  <a:pt x="1576867" y="1301638"/>
                  <a:pt x="1569669" y="1301638"/>
                </a:cubicBezTo>
                <a:cubicBezTo>
                  <a:pt x="1562587" y="1301638"/>
                  <a:pt x="1556782" y="1295948"/>
                  <a:pt x="1556782" y="1288750"/>
                </a:cubicBezTo>
                <a:cubicBezTo>
                  <a:pt x="1556782" y="1281667"/>
                  <a:pt x="1562471" y="1275862"/>
                  <a:pt x="1569669" y="1275862"/>
                </a:cubicBezTo>
                <a:close/>
                <a:moveTo>
                  <a:pt x="1120233" y="1275862"/>
                </a:moveTo>
                <a:cubicBezTo>
                  <a:pt x="1127350" y="1275862"/>
                  <a:pt x="1133121" y="1281632"/>
                  <a:pt x="1133121" y="1288750"/>
                </a:cubicBezTo>
                <a:cubicBezTo>
                  <a:pt x="1133121" y="1295868"/>
                  <a:pt x="1127350" y="1301638"/>
                  <a:pt x="1120233" y="1301638"/>
                </a:cubicBezTo>
                <a:cubicBezTo>
                  <a:pt x="1113116" y="1301638"/>
                  <a:pt x="1107345" y="1295868"/>
                  <a:pt x="1107345" y="1288750"/>
                </a:cubicBezTo>
                <a:cubicBezTo>
                  <a:pt x="1107345" y="1281632"/>
                  <a:pt x="1113116" y="1275862"/>
                  <a:pt x="1120233" y="1275862"/>
                </a:cubicBezTo>
                <a:close/>
                <a:moveTo>
                  <a:pt x="1056027" y="1275862"/>
                </a:moveTo>
                <a:cubicBezTo>
                  <a:pt x="1063146" y="1275862"/>
                  <a:pt x="1068914" y="1281632"/>
                  <a:pt x="1068914" y="1288750"/>
                </a:cubicBezTo>
                <a:cubicBezTo>
                  <a:pt x="1068914" y="1295868"/>
                  <a:pt x="1063146" y="1301638"/>
                  <a:pt x="1056027" y="1301638"/>
                </a:cubicBezTo>
                <a:cubicBezTo>
                  <a:pt x="1048910" y="1301638"/>
                  <a:pt x="1043139" y="1295868"/>
                  <a:pt x="1043139" y="1288750"/>
                </a:cubicBezTo>
                <a:cubicBezTo>
                  <a:pt x="1043139" y="1281632"/>
                  <a:pt x="1048910" y="1275862"/>
                  <a:pt x="1056027" y="1275862"/>
                </a:cubicBezTo>
                <a:close/>
                <a:moveTo>
                  <a:pt x="863296" y="1275862"/>
                </a:moveTo>
                <a:cubicBezTo>
                  <a:pt x="870496" y="1275979"/>
                  <a:pt x="876184" y="1281667"/>
                  <a:pt x="876184" y="1288750"/>
                </a:cubicBezTo>
                <a:cubicBezTo>
                  <a:pt x="876184" y="1295833"/>
                  <a:pt x="870496" y="1301638"/>
                  <a:pt x="863296" y="1301638"/>
                </a:cubicBezTo>
                <a:cubicBezTo>
                  <a:pt x="856215" y="1301638"/>
                  <a:pt x="850407" y="1295948"/>
                  <a:pt x="850407" y="1288750"/>
                </a:cubicBezTo>
                <a:cubicBezTo>
                  <a:pt x="850407" y="1281667"/>
                  <a:pt x="856098" y="1275862"/>
                  <a:pt x="863296" y="1275862"/>
                </a:cubicBezTo>
                <a:close/>
                <a:moveTo>
                  <a:pt x="218274" y="1275862"/>
                </a:moveTo>
                <a:cubicBezTo>
                  <a:pt x="225357" y="1275979"/>
                  <a:pt x="231162" y="1281667"/>
                  <a:pt x="231162" y="1288750"/>
                </a:cubicBezTo>
                <a:cubicBezTo>
                  <a:pt x="231162" y="1295833"/>
                  <a:pt x="225473" y="1301638"/>
                  <a:pt x="218274" y="1301638"/>
                </a:cubicBezTo>
                <a:cubicBezTo>
                  <a:pt x="211191" y="1301638"/>
                  <a:pt x="205386" y="1295948"/>
                  <a:pt x="205386" y="1288750"/>
                </a:cubicBezTo>
                <a:cubicBezTo>
                  <a:pt x="205386" y="1281667"/>
                  <a:pt x="211076" y="1275862"/>
                  <a:pt x="218274" y="1275862"/>
                </a:cubicBezTo>
                <a:close/>
                <a:moveTo>
                  <a:pt x="12034897" y="1263091"/>
                </a:moveTo>
                <a:cubicBezTo>
                  <a:pt x="12049061" y="1263091"/>
                  <a:pt x="12060557" y="1274585"/>
                  <a:pt x="12060557" y="1288750"/>
                </a:cubicBezTo>
                <a:cubicBezTo>
                  <a:pt x="12060557" y="1302914"/>
                  <a:pt x="12049061" y="1314409"/>
                  <a:pt x="12034897" y="1314409"/>
                </a:cubicBezTo>
                <a:cubicBezTo>
                  <a:pt x="12020731" y="1314409"/>
                  <a:pt x="12009237" y="1302914"/>
                  <a:pt x="12009237" y="1288750"/>
                </a:cubicBezTo>
                <a:cubicBezTo>
                  <a:pt x="12009237" y="1274585"/>
                  <a:pt x="12020731" y="1263091"/>
                  <a:pt x="12034897" y="1263091"/>
                </a:cubicBezTo>
                <a:close/>
                <a:moveTo>
                  <a:pt x="11970691" y="1263091"/>
                </a:moveTo>
                <a:cubicBezTo>
                  <a:pt x="11984855" y="1263091"/>
                  <a:pt x="11996349" y="1274585"/>
                  <a:pt x="11996349" y="1288750"/>
                </a:cubicBezTo>
                <a:cubicBezTo>
                  <a:pt x="11996349" y="1302914"/>
                  <a:pt x="11984855" y="1314409"/>
                  <a:pt x="11970691" y="1314409"/>
                </a:cubicBezTo>
                <a:cubicBezTo>
                  <a:pt x="11956525" y="1314409"/>
                  <a:pt x="11945033" y="1302914"/>
                  <a:pt x="11945033" y="1288750"/>
                </a:cubicBezTo>
                <a:cubicBezTo>
                  <a:pt x="11945033" y="1274585"/>
                  <a:pt x="11956525" y="1263091"/>
                  <a:pt x="11970691" y="1263091"/>
                </a:cubicBezTo>
                <a:close/>
                <a:moveTo>
                  <a:pt x="11906483" y="1263091"/>
                </a:moveTo>
                <a:cubicBezTo>
                  <a:pt x="11920649" y="1263091"/>
                  <a:pt x="11932145" y="1274585"/>
                  <a:pt x="11932145" y="1288750"/>
                </a:cubicBezTo>
                <a:cubicBezTo>
                  <a:pt x="11932145" y="1302914"/>
                  <a:pt x="11920649" y="1314409"/>
                  <a:pt x="11906483" y="1314409"/>
                </a:cubicBezTo>
                <a:cubicBezTo>
                  <a:pt x="11892321" y="1314409"/>
                  <a:pt x="11880825" y="1302914"/>
                  <a:pt x="11880825" y="1288750"/>
                </a:cubicBezTo>
                <a:cubicBezTo>
                  <a:pt x="11880825" y="1274585"/>
                  <a:pt x="11892321" y="1263091"/>
                  <a:pt x="11906483" y="1263091"/>
                </a:cubicBezTo>
                <a:close/>
                <a:moveTo>
                  <a:pt x="11842279" y="1263091"/>
                </a:moveTo>
                <a:cubicBezTo>
                  <a:pt x="11856445" y="1263091"/>
                  <a:pt x="11867941" y="1274585"/>
                  <a:pt x="11867941" y="1288750"/>
                </a:cubicBezTo>
                <a:cubicBezTo>
                  <a:pt x="11867941" y="1302914"/>
                  <a:pt x="11856445" y="1314409"/>
                  <a:pt x="11842279" y="1314409"/>
                </a:cubicBezTo>
                <a:cubicBezTo>
                  <a:pt x="11828117" y="1314409"/>
                  <a:pt x="11816621" y="1302914"/>
                  <a:pt x="11816621" y="1288750"/>
                </a:cubicBezTo>
                <a:cubicBezTo>
                  <a:pt x="11816621" y="1274585"/>
                  <a:pt x="11828117" y="1263091"/>
                  <a:pt x="11842279" y="1263091"/>
                </a:cubicBezTo>
                <a:close/>
                <a:moveTo>
                  <a:pt x="11775107" y="1263091"/>
                </a:moveTo>
                <a:cubicBezTo>
                  <a:pt x="11789271" y="1263091"/>
                  <a:pt x="11800767" y="1274585"/>
                  <a:pt x="11800767" y="1288750"/>
                </a:cubicBezTo>
                <a:cubicBezTo>
                  <a:pt x="11800767" y="1302914"/>
                  <a:pt x="11789271" y="1314409"/>
                  <a:pt x="11775107" y="1314409"/>
                </a:cubicBezTo>
                <a:cubicBezTo>
                  <a:pt x="11760941" y="1314409"/>
                  <a:pt x="11749449" y="1302914"/>
                  <a:pt x="11749449" y="1288750"/>
                </a:cubicBezTo>
                <a:cubicBezTo>
                  <a:pt x="11749449" y="1274585"/>
                  <a:pt x="11760941" y="1263091"/>
                  <a:pt x="11775107" y="1263091"/>
                </a:cubicBezTo>
                <a:close/>
                <a:moveTo>
                  <a:pt x="11454081" y="1263091"/>
                </a:moveTo>
                <a:cubicBezTo>
                  <a:pt x="11468253" y="1263091"/>
                  <a:pt x="11479739" y="1274579"/>
                  <a:pt x="11479739" y="1288750"/>
                </a:cubicBezTo>
                <a:cubicBezTo>
                  <a:pt x="11479739" y="1302921"/>
                  <a:pt x="11468253" y="1314409"/>
                  <a:pt x="11454081" y="1314409"/>
                </a:cubicBezTo>
                <a:cubicBezTo>
                  <a:pt x="11439909" y="1314409"/>
                  <a:pt x="11428421" y="1302921"/>
                  <a:pt x="11428421" y="1288750"/>
                </a:cubicBezTo>
                <a:cubicBezTo>
                  <a:pt x="11428421" y="1274579"/>
                  <a:pt x="11439909" y="1263091"/>
                  <a:pt x="11454081" y="1263091"/>
                </a:cubicBezTo>
                <a:close/>
                <a:moveTo>
                  <a:pt x="11389875" y="1263091"/>
                </a:moveTo>
                <a:cubicBezTo>
                  <a:pt x="11404040" y="1263091"/>
                  <a:pt x="11415533" y="1274585"/>
                  <a:pt x="11415533" y="1288750"/>
                </a:cubicBezTo>
                <a:cubicBezTo>
                  <a:pt x="11415533" y="1302914"/>
                  <a:pt x="11404040" y="1314409"/>
                  <a:pt x="11389875" y="1314409"/>
                </a:cubicBezTo>
                <a:cubicBezTo>
                  <a:pt x="11375710" y="1314409"/>
                  <a:pt x="11364217" y="1302914"/>
                  <a:pt x="11364217" y="1288750"/>
                </a:cubicBezTo>
                <a:cubicBezTo>
                  <a:pt x="11364217" y="1274585"/>
                  <a:pt x="11375710" y="1263091"/>
                  <a:pt x="11389875" y="1263091"/>
                </a:cubicBezTo>
                <a:close/>
                <a:moveTo>
                  <a:pt x="11325670" y="1263091"/>
                </a:moveTo>
                <a:cubicBezTo>
                  <a:pt x="11339835" y="1263091"/>
                  <a:pt x="11351329" y="1274585"/>
                  <a:pt x="11351329" y="1288750"/>
                </a:cubicBezTo>
                <a:cubicBezTo>
                  <a:pt x="11351329" y="1302914"/>
                  <a:pt x="11339835" y="1314409"/>
                  <a:pt x="11325670" y="1314409"/>
                </a:cubicBezTo>
                <a:cubicBezTo>
                  <a:pt x="11311505" y="1314409"/>
                  <a:pt x="11300012" y="1302914"/>
                  <a:pt x="11300012" y="1288750"/>
                </a:cubicBezTo>
                <a:cubicBezTo>
                  <a:pt x="11300012" y="1274585"/>
                  <a:pt x="11311505" y="1263091"/>
                  <a:pt x="11325670" y="1263091"/>
                </a:cubicBezTo>
                <a:close/>
                <a:moveTo>
                  <a:pt x="11197259" y="1263091"/>
                </a:moveTo>
                <a:cubicBezTo>
                  <a:pt x="11211424" y="1263091"/>
                  <a:pt x="11222917" y="1274585"/>
                  <a:pt x="11222917" y="1288750"/>
                </a:cubicBezTo>
                <a:cubicBezTo>
                  <a:pt x="11222917" y="1302914"/>
                  <a:pt x="11211424" y="1314409"/>
                  <a:pt x="11197259" y="1314409"/>
                </a:cubicBezTo>
                <a:cubicBezTo>
                  <a:pt x="11183094" y="1314409"/>
                  <a:pt x="11171601" y="1302914"/>
                  <a:pt x="11171601" y="1288750"/>
                </a:cubicBezTo>
                <a:cubicBezTo>
                  <a:pt x="11171601" y="1274585"/>
                  <a:pt x="11183094" y="1263091"/>
                  <a:pt x="11197259" y="1263091"/>
                </a:cubicBezTo>
                <a:close/>
                <a:moveTo>
                  <a:pt x="11133055" y="1263091"/>
                </a:moveTo>
                <a:cubicBezTo>
                  <a:pt x="11147225" y="1263091"/>
                  <a:pt x="11158713" y="1274579"/>
                  <a:pt x="11158713" y="1288750"/>
                </a:cubicBezTo>
                <a:cubicBezTo>
                  <a:pt x="11158713" y="1302921"/>
                  <a:pt x="11147225" y="1314409"/>
                  <a:pt x="11133055" y="1314409"/>
                </a:cubicBezTo>
                <a:cubicBezTo>
                  <a:pt x="11118884" y="1314409"/>
                  <a:pt x="11107396" y="1302921"/>
                  <a:pt x="11107396" y="1288750"/>
                </a:cubicBezTo>
                <a:cubicBezTo>
                  <a:pt x="11107396" y="1274579"/>
                  <a:pt x="11118884" y="1263091"/>
                  <a:pt x="11133055" y="1263091"/>
                </a:cubicBezTo>
                <a:close/>
                <a:moveTo>
                  <a:pt x="10940321" y="1263091"/>
                </a:moveTo>
                <a:cubicBezTo>
                  <a:pt x="10954604" y="1263091"/>
                  <a:pt x="10965982" y="1274585"/>
                  <a:pt x="10965982" y="1288750"/>
                </a:cubicBezTo>
                <a:cubicBezTo>
                  <a:pt x="10965982" y="1302914"/>
                  <a:pt x="10954486" y="1314409"/>
                  <a:pt x="10940321" y="1314409"/>
                </a:cubicBezTo>
                <a:cubicBezTo>
                  <a:pt x="10926156" y="1314409"/>
                  <a:pt x="10914663" y="1302914"/>
                  <a:pt x="10914663" y="1288750"/>
                </a:cubicBezTo>
                <a:cubicBezTo>
                  <a:pt x="10914663" y="1274585"/>
                  <a:pt x="10926156" y="1263091"/>
                  <a:pt x="10940321" y="1263091"/>
                </a:cubicBezTo>
                <a:close/>
                <a:moveTo>
                  <a:pt x="10683501" y="1263091"/>
                </a:moveTo>
                <a:cubicBezTo>
                  <a:pt x="10697666" y="1263091"/>
                  <a:pt x="10709159" y="1274585"/>
                  <a:pt x="10709159" y="1288750"/>
                </a:cubicBezTo>
                <a:cubicBezTo>
                  <a:pt x="10709159" y="1302914"/>
                  <a:pt x="10697666" y="1314409"/>
                  <a:pt x="10683501" y="1314409"/>
                </a:cubicBezTo>
                <a:cubicBezTo>
                  <a:pt x="10669336" y="1314409"/>
                  <a:pt x="10657843" y="1302914"/>
                  <a:pt x="10657843" y="1288750"/>
                </a:cubicBezTo>
                <a:cubicBezTo>
                  <a:pt x="10657843" y="1274585"/>
                  <a:pt x="10669336" y="1263091"/>
                  <a:pt x="10683501" y="1263091"/>
                </a:cubicBezTo>
                <a:close/>
                <a:moveTo>
                  <a:pt x="10619297" y="1263091"/>
                </a:moveTo>
                <a:cubicBezTo>
                  <a:pt x="10633462" y="1263091"/>
                  <a:pt x="10644955" y="1274585"/>
                  <a:pt x="10644955" y="1288750"/>
                </a:cubicBezTo>
                <a:cubicBezTo>
                  <a:pt x="10644955" y="1302914"/>
                  <a:pt x="10633462" y="1314409"/>
                  <a:pt x="10619297" y="1314409"/>
                </a:cubicBezTo>
                <a:cubicBezTo>
                  <a:pt x="10605132" y="1314409"/>
                  <a:pt x="10593639" y="1302914"/>
                  <a:pt x="10593639" y="1288750"/>
                </a:cubicBezTo>
                <a:cubicBezTo>
                  <a:pt x="10593639" y="1274585"/>
                  <a:pt x="10605132" y="1263091"/>
                  <a:pt x="10619297" y="1263091"/>
                </a:cubicBezTo>
                <a:close/>
                <a:moveTo>
                  <a:pt x="10555092" y="1263091"/>
                </a:moveTo>
                <a:cubicBezTo>
                  <a:pt x="10569255" y="1263091"/>
                  <a:pt x="10580751" y="1274585"/>
                  <a:pt x="10580751" y="1288750"/>
                </a:cubicBezTo>
                <a:cubicBezTo>
                  <a:pt x="10580751" y="1302914"/>
                  <a:pt x="10569255" y="1314409"/>
                  <a:pt x="10555092" y="1314409"/>
                </a:cubicBezTo>
                <a:cubicBezTo>
                  <a:pt x="10540927" y="1314409"/>
                  <a:pt x="10529432" y="1302914"/>
                  <a:pt x="10529432" y="1288750"/>
                </a:cubicBezTo>
                <a:cubicBezTo>
                  <a:pt x="10529432" y="1274585"/>
                  <a:pt x="10540927" y="1263091"/>
                  <a:pt x="10555092" y="1263091"/>
                </a:cubicBezTo>
                <a:close/>
                <a:moveTo>
                  <a:pt x="10490885" y="1263091"/>
                </a:moveTo>
                <a:cubicBezTo>
                  <a:pt x="10505050" y="1263091"/>
                  <a:pt x="10516544" y="1274585"/>
                  <a:pt x="10516544" y="1288750"/>
                </a:cubicBezTo>
                <a:cubicBezTo>
                  <a:pt x="10516544" y="1302914"/>
                  <a:pt x="10505050" y="1314409"/>
                  <a:pt x="10490885" y="1314409"/>
                </a:cubicBezTo>
                <a:cubicBezTo>
                  <a:pt x="10476720" y="1314409"/>
                  <a:pt x="10465227" y="1302914"/>
                  <a:pt x="10465227" y="1288750"/>
                </a:cubicBezTo>
                <a:cubicBezTo>
                  <a:pt x="10465227" y="1274585"/>
                  <a:pt x="10476720" y="1263091"/>
                  <a:pt x="10490885" y="1263091"/>
                </a:cubicBezTo>
                <a:close/>
                <a:moveTo>
                  <a:pt x="10362474" y="1263091"/>
                </a:moveTo>
                <a:cubicBezTo>
                  <a:pt x="10376647" y="1263091"/>
                  <a:pt x="10388135" y="1274579"/>
                  <a:pt x="10388135" y="1288750"/>
                </a:cubicBezTo>
                <a:cubicBezTo>
                  <a:pt x="10388135" y="1302921"/>
                  <a:pt x="10376647" y="1314409"/>
                  <a:pt x="10362474" y="1314409"/>
                </a:cubicBezTo>
                <a:cubicBezTo>
                  <a:pt x="10348304" y="1314409"/>
                  <a:pt x="10336816" y="1302921"/>
                  <a:pt x="10336816" y="1288750"/>
                </a:cubicBezTo>
                <a:cubicBezTo>
                  <a:pt x="10336816" y="1274579"/>
                  <a:pt x="10348304" y="1263091"/>
                  <a:pt x="10362474" y="1263091"/>
                </a:cubicBezTo>
                <a:close/>
                <a:moveTo>
                  <a:pt x="10298270" y="1263091"/>
                </a:moveTo>
                <a:cubicBezTo>
                  <a:pt x="10312435" y="1263091"/>
                  <a:pt x="10323928" y="1274585"/>
                  <a:pt x="10323928" y="1288750"/>
                </a:cubicBezTo>
                <a:cubicBezTo>
                  <a:pt x="10323928" y="1302914"/>
                  <a:pt x="10312435" y="1314409"/>
                  <a:pt x="10298270" y="1314409"/>
                </a:cubicBezTo>
                <a:cubicBezTo>
                  <a:pt x="10284105" y="1314409"/>
                  <a:pt x="10272611" y="1302914"/>
                  <a:pt x="10272611" y="1288750"/>
                </a:cubicBezTo>
                <a:cubicBezTo>
                  <a:pt x="10272611" y="1274585"/>
                  <a:pt x="10284105" y="1263091"/>
                  <a:pt x="10298270" y="1263091"/>
                </a:cubicBezTo>
                <a:close/>
                <a:moveTo>
                  <a:pt x="10234065" y="1263091"/>
                </a:moveTo>
                <a:cubicBezTo>
                  <a:pt x="10248228" y="1263091"/>
                  <a:pt x="10259723" y="1274585"/>
                  <a:pt x="10259723" y="1288750"/>
                </a:cubicBezTo>
                <a:cubicBezTo>
                  <a:pt x="10259723" y="1302914"/>
                  <a:pt x="10248228" y="1314409"/>
                  <a:pt x="10234065" y="1314409"/>
                </a:cubicBezTo>
                <a:cubicBezTo>
                  <a:pt x="10219900" y="1314409"/>
                  <a:pt x="10208404" y="1302914"/>
                  <a:pt x="10208404" y="1288750"/>
                </a:cubicBezTo>
                <a:cubicBezTo>
                  <a:pt x="10208404" y="1274585"/>
                  <a:pt x="10219900" y="1263091"/>
                  <a:pt x="10234065" y="1263091"/>
                </a:cubicBezTo>
                <a:close/>
                <a:moveTo>
                  <a:pt x="10105654" y="1263091"/>
                </a:moveTo>
                <a:cubicBezTo>
                  <a:pt x="10119819" y="1263091"/>
                  <a:pt x="10131312" y="1274585"/>
                  <a:pt x="10131312" y="1288750"/>
                </a:cubicBezTo>
                <a:cubicBezTo>
                  <a:pt x="10131312" y="1302914"/>
                  <a:pt x="10119819" y="1314409"/>
                  <a:pt x="10105654" y="1314409"/>
                </a:cubicBezTo>
                <a:cubicBezTo>
                  <a:pt x="10091489" y="1314409"/>
                  <a:pt x="10079996" y="1302914"/>
                  <a:pt x="10079996" y="1288750"/>
                </a:cubicBezTo>
                <a:cubicBezTo>
                  <a:pt x="10079996" y="1274585"/>
                  <a:pt x="10091489" y="1263091"/>
                  <a:pt x="10105654" y="1263091"/>
                </a:cubicBezTo>
                <a:close/>
                <a:moveTo>
                  <a:pt x="9720307" y="1263091"/>
                </a:moveTo>
                <a:cubicBezTo>
                  <a:pt x="9734470" y="1263091"/>
                  <a:pt x="9745965" y="1274585"/>
                  <a:pt x="9745965" y="1288750"/>
                </a:cubicBezTo>
                <a:cubicBezTo>
                  <a:pt x="9745965" y="1302914"/>
                  <a:pt x="9734470" y="1314409"/>
                  <a:pt x="9720307" y="1314409"/>
                </a:cubicBezTo>
                <a:cubicBezTo>
                  <a:pt x="9706142" y="1314409"/>
                  <a:pt x="9694646" y="1302914"/>
                  <a:pt x="9694646" y="1288750"/>
                </a:cubicBezTo>
                <a:cubicBezTo>
                  <a:pt x="9694646" y="1274585"/>
                  <a:pt x="9706142" y="1263091"/>
                  <a:pt x="9720307" y="1263091"/>
                </a:cubicBezTo>
                <a:close/>
                <a:moveTo>
                  <a:pt x="9591896" y="1263091"/>
                </a:moveTo>
                <a:cubicBezTo>
                  <a:pt x="9606061" y="1263091"/>
                  <a:pt x="9617554" y="1274585"/>
                  <a:pt x="9617554" y="1288750"/>
                </a:cubicBezTo>
                <a:cubicBezTo>
                  <a:pt x="9617554" y="1302914"/>
                  <a:pt x="9606061" y="1314409"/>
                  <a:pt x="9591896" y="1314409"/>
                </a:cubicBezTo>
                <a:cubicBezTo>
                  <a:pt x="9577731" y="1314409"/>
                  <a:pt x="9566238" y="1302914"/>
                  <a:pt x="9566238" y="1288750"/>
                </a:cubicBezTo>
                <a:cubicBezTo>
                  <a:pt x="9566238" y="1274585"/>
                  <a:pt x="9577731" y="1263091"/>
                  <a:pt x="9591896" y="1263091"/>
                </a:cubicBezTo>
                <a:close/>
                <a:moveTo>
                  <a:pt x="9527689" y="1263091"/>
                </a:moveTo>
                <a:cubicBezTo>
                  <a:pt x="9541854" y="1263091"/>
                  <a:pt x="9553350" y="1274585"/>
                  <a:pt x="9553350" y="1288750"/>
                </a:cubicBezTo>
                <a:cubicBezTo>
                  <a:pt x="9553350" y="1302914"/>
                  <a:pt x="9541854" y="1314409"/>
                  <a:pt x="9527689" y="1314409"/>
                </a:cubicBezTo>
                <a:cubicBezTo>
                  <a:pt x="9513524" y="1314409"/>
                  <a:pt x="9502031" y="1302914"/>
                  <a:pt x="9502031" y="1288750"/>
                </a:cubicBezTo>
                <a:cubicBezTo>
                  <a:pt x="9502031" y="1274585"/>
                  <a:pt x="9513524" y="1263091"/>
                  <a:pt x="9527689" y="1263091"/>
                </a:cubicBezTo>
                <a:close/>
                <a:moveTo>
                  <a:pt x="9463485" y="1263091"/>
                </a:moveTo>
                <a:cubicBezTo>
                  <a:pt x="9477650" y="1263091"/>
                  <a:pt x="9489143" y="1274585"/>
                  <a:pt x="9489143" y="1288750"/>
                </a:cubicBezTo>
                <a:cubicBezTo>
                  <a:pt x="9489143" y="1302914"/>
                  <a:pt x="9477650" y="1314409"/>
                  <a:pt x="9463485" y="1314409"/>
                </a:cubicBezTo>
                <a:cubicBezTo>
                  <a:pt x="9449320" y="1314409"/>
                  <a:pt x="9437826" y="1302914"/>
                  <a:pt x="9437826" y="1288750"/>
                </a:cubicBezTo>
                <a:cubicBezTo>
                  <a:pt x="9437826" y="1274585"/>
                  <a:pt x="9449320" y="1263091"/>
                  <a:pt x="9463485" y="1263091"/>
                </a:cubicBezTo>
                <a:close/>
                <a:moveTo>
                  <a:pt x="9335073" y="1263091"/>
                </a:moveTo>
                <a:cubicBezTo>
                  <a:pt x="9349246" y="1263091"/>
                  <a:pt x="9360734" y="1274579"/>
                  <a:pt x="9360734" y="1288750"/>
                </a:cubicBezTo>
                <a:cubicBezTo>
                  <a:pt x="9360734" y="1302921"/>
                  <a:pt x="9349246" y="1314409"/>
                  <a:pt x="9335073" y="1314409"/>
                </a:cubicBezTo>
                <a:cubicBezTo>
                  <a:pt x="9320903" y="1314409"/>
                  <a:pt x="9309415" y="1302921"/>
                  <a:pt x="9309415" y="1288750"/>
                </a:cubicBezTo>
                <a:cubicBezTo>
                  <a:pt x="9309415" y="1274579"/>
                  <a:pt x="9320903" y="1263091"/>
                  <a:pt x="9335073" y="1263091"/>
                </a:cubicBezTo>
                <a:close/>
                <a:moveTo>
                  <a:pt x="9078253" y="1263091"/>
                </a:moveTo>
                <a:cubicBezTo>
                  <a:pt x="9092418" y="1263091"/>
                  <a:pt x="9103911" y="1274585"/>
                  <a:pt x="9103911" y="1288750"/>
                </a:cubicBezTo>
                <a:cubicBezTo>
                  <a:pt x="9103911" y="1302914"/>
                  <a:pt x="9092418" y="1314409"/>
                  <a:pt x="9078253" y="1314409"/>
                </a:cubicBezTo>
                <a:cubicBezTo>
                  <a:pt x="9064088" y="1314409"/>
                  <a:pt x="9052595" y="1302914"/>
                  <a:pt x="9052595" y="1288750"/>
                </a:cubicBezTo>
                <a:cubicBezTo>
                  <a:pt x="9052595" y="1274585"/>
                  <a:pt x="9064088" y="1263091"/>
                  <a:pt x="9078253" y="1263091"/>
                </a:cubicBezTo>
                <a:close/>
                <a:moveTo>
                  <a:pt x="9014049" y="1263091"/>
                </a:moveTo>
                <a:cubicBezTo>
                  <a:pt x="9028214" y="1263091"/>
                  <a:pt x="9039707" y="1274585"/>
                  <a:pt x="9039707" y="1288750"/>
                </a:cubicBezTo>
                <a:cubicBezTo>
                  <a:pt x="9039707" y="1302914"/>
                  <a:pt x="9028214" y="1314409"/>
                  <a:pt x="9014049" y="1314409"/>
                </a:cubicBezTo>
                <a:cubicBezTo>
                  <a:pt x="8999884" y="1314409"/>
                  <a:pt x="8988388" y="1302914"/>
                  <a:pt x="8988388" y="1288750"/>
                </a:cubicBezTo>
                <a:cubicBezTo>
                  <a:pt x="8988388" y="1274585"/>
                  <a:pt x="8999884" y="1263091"/>
                  <a:pt x="9014049" y="1263091"/>
                </a:cubicBezTo>
                <a:close/>
                <a:moveTo>
                  <a:pt x="8821433" y="1263091"/>
                </a:moveTo>
                <a:cubicBezTo>
                  <a:pt x="8835598" y="1263091"/>
                  <a:pt x="8847091" y="1274585"/>
                  <a:pt x="8847091" y="1288750"/>
                </a:cubicBezTo>
                <a:cubicBezTo>
                  <a:pt x="8847091" y="1302914"/>
                  <a:pt x="8835598" y="1314409"/>
                  <a:pt x="8821433" y="1314409"/>
                </a:cubicBezTo>
                <a:cubicBezTo>
                  <a:pt x="8807268" y="1314409"/>
                  <a:pt x="8795772" y="1302914"/>
                  <a:pt x="8795772" y="1288750"/>
                </a:cubicBezTo>
                <a:cubicBezTo>
                  <a:pt x="8795772" y="1274585"/>
                  <a:pt x="8807268" y="1263091"/>
                  <a:pt x="8821433" y="1263091"/>
                </a:cubicBezTo>
                <a:close/>
                <a:moveTo>
                  <a:pt x="8757226" y="1263091"/>
                </a:moveTo>
                <a:cubicBezTo>
                  <a:pt x="8771391" y="1263091"/>
                  <a:pt x="8782887" y="1274585"/>
                  <a:pt x="8782887" y="1288750"/>
                </a:cubicBezTo>
                <a:cubicBezTo>
                  <a:pt x="8782887" y="1302914"/>
                  <a:pt x="8771391" y="1314409"/>
                  <a:pt x="8757226" y="1314409"/>
                </a:cubicBezTo>
                <a:cubicBezTo>
                  <a:pt x="8743061" y="1314409"/>
                  <a:pt x="8731568" y="1302914"/>
                  <a:pt x="8731568" y="1288750"/>
                </a:cubicBezTo>
                <a:cubicBezTo>
                  <a:pt x="8731568" y="1274585"/>
                  <a:pt x="8743061" y="1263091"/>
                  <a:pt x="8757226" y="1263091"/>
                </a:cubicBezTo>
                <a:close/>
                <a:moveTo>
                  <a:pt x="8692904" y="1263091"/>
                </a:moveTo>
                <a:cubicBezTo>
                  <a:pt x="8707069" y="1263091"/>
                  <a:pt x="8718565" y="1274585"/>
                  <a:pt x="8718565" y="1288750"/>
                </a:cubicBezTo>
                <a:cubicBezTo>
                  <a:pt x="8718565" y="1302914"/>
                  <a:pt x="8707069" y="1314409"/>
                  <a:pt x="8692904" y="1314409"/>
                </a:cubicBezTo>
                <a:cubicBezTo>
                  <a:pt x="8678741" y="1314409"/>
                  <a:pt x="8667246" y="1302914"/>
                  <a:pt x="8667246" y="1288750"/>
                </a:cubicBezTo>
                <a:cubicBezTo>
                  <a:pt x="8667246" y="1274585"/>
                  <a:pt x="8678741" y="1263091"/>
                  <a:pt x="8692904" y="1263091"/>
                </a:cubicBezTo>
                <a:close/>
                <a:moveTo>
                  <a:pt x="8564495" y="1263091"/>
                </a:moveTo>
                <a:cubicBezTo>
                  <a:pt x="8578665" y="1263091"/>
                  <a:pt x="8590153" y="1274579"/>
                  <a:pt x="8590153" y="1288750"/>
                </a:cubicBezTo>
                <a:cubicBezTo>
                  <a:pt x="8590153" y="1302921"/>
                  <a:pt x="8578665" y="1314409"/>
                  <a:pt x="8564495" y="1314409"/>
                </a:cubicBezTo>
                <a:cubicBezTo>
                  <a:pt x="8550325" y="1314409"/>
                  <a:pt x="8538837" y="1302921"/>
                  <a:pt x="8538837" y="1288750"/>
                </a:cubicBezTo>
                <a:cubicBezTo>
                  <a:pt x="8538837" y="1274579"/>
                  <a:pt x="8550325" y="1263091"/>
                  <a:pt x="8564495" y="1263091"/>
                </a:cubicBezTo>
                <a:close/>
                <a:moveTo>
                  <a:pt x="8500288" y="1263091"/>
                </a:moveTo>
                <a:cubicBezTo>
                  <a:pt x="8514453" y="1263091"/>
                  <a:pt x="8525949" y="1274585"/>
                  <a:pt x="8525949" y="1288750"/>
                </a:cubicBezTo>
                <a:cubicBezTo>
                  <a:pt x="8525949" y="1302914"/>
                  <a:pt x="8514453" y="1314409"/>
                  <a:pt x="8500288" y="1314409"/>
                </a:cubicBezTo>
                <a:cubicBezTo>
                  <a:pt x="8486126" y="1314409"/>
                  <a:pt x="8474630" y="1302914"/>
                  <a:pt x="8474630" y="1288750"/>
                </a:cubicBezTo>
                <a:cubicBezTo>
                  <a:pt x="8474630" y="1274585"/>
                  <a:pt x="8486126" y="1263091"/>
                  <a:pt x="8500288" y="1263091"/>
                </a:cubicBezTo>
                <a:close/>
                <a:moveTo>
                  <a:pt x="8115057" y="1263091"/>
                </a:moveTo>
                <a:cubicBezTo>
                  <a:pt x="8129222" y="1263091"/>
                  <a:pt x="8140717" y="1274585"/>
                  <a:pt x="8140717" y="1288750"/>
                </a:cubicBezTo>
                <a:cubicBezTo>
                  <a:pt x="8140717" y="1302914"/>
                  <a:pt x="8129222" y="1314409"/>
                  <a:pt x="8115057" y="1314409"/>
                </a:cubicBezTo>
                <a:cubicBezTo>
                  <a:pt x="8100894" y="1314409"/>
                  <a:pt x="8089398" y="1302914"/>
                  <a:pt x="8089398" y="1288750"/>
                </a:cubicBezTo>
                <a:cubicBezTo>
                  <a:pt x="8089398" y="1274585"/>
                  <a:pt x="8100894" y="1263091"/>
                  <a:pt x="8115057" y="1263091"/>
                </a:cubicBezTo>
                <a:close/>
                <a:moveTo>
                  <a:pt x="8050852" y="1263091"/>
                </a:moveTo>
                <a:cubicBezTo>
                  <a:pt x="8065017" y="1263091"/>
                  <a:pt x="8076510" y="1274585"/>
                  <a:pt x="8076510" y="1288750"/>
                </a:cubicBezTo>
                <a:cubicBezTo>
                  <a:pt x="8076510" y="1302914"/>
                  <a:pt x="8065017" y="1314409"/>
                  <a:pt x="8050852" y="1314409"/>
                </a:cubicBezTo>
                <a:cubicBezTo>
                  <a:pt x="8036687" y="1314409"/>
                  <a:pt x="8025194" y="1302914"/>
                  <a:pt x="8025194" y="1288750"/>
                </a:cubicBezTo>
                <a:cubicBezTo>
                  <a:pt x="8025194" y="1274585"/>
                  <a:pt x="8036687" y="1263091"/>
                  <a:pt x="8050852" y="1263091"/>
                </a:cubicBezTo>
                <a:close/>
                <a:moveTo>
                  <a:pt x="7986648" y="1263091"/>
                </a:moveTo>
                <a:cubicBezTo>
                  <a:pt x="8000813" y="1263091"/>
                  <a:pt x="8012306" y="1274585"/>
                  <a:pt x="8012306" y="1288750"/>
                </a:cubicBezTo>
                <a:cubicBezTo>
                  <a:pt x="8012306" y="1302914"/>
                  <a:pt x="8000813" y="1314409"/>
                  <a:pt x="7986648" y="1314409"/>
                </a:cubicBezTo>
                <a:cubicBezTo>
                  <a:pt x="7972483" y="1314409"/>
                  <a:pt x="7960990" y="1302914"/>
                  <a:pt x="7960990" y="1288750"/>
                </a:cubicBezTo>
                <a:cubicBezTo>
                  <a:pt x="7960990" y="1274585"/>
                  <a:pt x="7972483" y="1263091"/>
                  <a:pt x="7986648" y="1263091"/>
                </a:cubicBezTo>
                <a:close/>
                <a:moveTo>
                  <a:pt x="7922444" y="1263091"/>
                </a:moveTo>
                <a:cubicBezTo>
                  <a:pt x="7936606" y="1263091"/>
                  <a:pt x="7948102" y="1274585"/>
                  <a:pt x="7948102" y="1288750"/>
                </a:cubicBezTo>
                <a:cubicBezTo>
                  <a:pt x="7948102" y="1302914"/>
                  <a:pt x="7936606" y="1314409"/>
                  <a:pt x="7922444" y="1314409"/>
                </a:cubicBezTo>
                <a:cubicBezTo>
                  <a:pt x="7908279" y="1314409"/>
                  <a:pt x="7896783" y="1302914"/>
                  <a:pt x="7896783" y="1288750"/>
                </a:cubicBezTo>
                <a:cubicBezTo>
                  <a:pt x="7896783" y="1274585"/>
                  <a:pt x="7908279" y="1263091"/>
                  <a:pt x="7922444" y="1263091"/>
                </a:cubicBezTo>
                <a:close/>
                <a:moveTo>
                  <a:pt x="7858237" y="1263091"/>
                </a:moveTo>
                <a:cubicBezTo>
                  <a:pt x="7872407" y="1263091"/>
                  <a:pt x="7883895" y="1274579"/>
                  <a:pt x="7883895" y="1288750"/>
                </a:cubicBezTo>
                <a:cubicBezTo>
                  <a:pt x="7883895" y="1302921"/>
                  <a:pt x="7872407" y="1314409"/>
                  <a:pt x="7858237" y="1314409"/>
                </a:cubicBezTo>
                <a:cubicBezTo>
                  <a:pt x="7844066" y="1314409"/>
                  <a:pt x="7832578" y="1302921"/>
                  <a:pt x="7832578" y="1288750"/>
                </a:cubicBezTo>
                <a:cubicBezTo>
                  <a:pt x="7832578" y="1274579"/>
                  <a:pt x="7844066" y="1263091"/>
                  <a:pt x="7858237" y="1263091"/>
                </a:cubicBezTo>
                <a:close/>
                <a:moveTo>
                  <a:pt x="7794032" y="1263091"/>
                </a:moveTo>
                <a:cubicBezTo>
                  <a:pt x="7808203" y="1263091"/>
                  <a:pt x="7819690" y="1274579"/>
                  <a:pt x="7819690" y="1288750"/>
                </a:cubicBezTo>
                <a:cubicBezTo>
                  <a:pt x="7819690" y="1302921"/>
                  <a:pt x="7808203" y="1314409"/>
                  <a:pt x="7794032" y="1314409"/>
                </a:cubicBezTo>
                <a:cubicBezTo>
                  <a:pt x="7779862" y="1314409"/>
                  <a:pt x="7768371" y="1302921"/>
                  <a:pt x="7768371" y="1288750"/>
                </a:cubicBezTo>
                <a:cubicBezTo>
                  <a:pt x="7768371" y="1274579"/>
                  <a:pt x="7779862" y="1263091"/>
                  <a:pt x="7794032" y="1263091"/>
                </a:cubicBezTo>
                <a:close/>
                <a:moveTo>
                  <a:pt x="7729825" y="1263091"/>
                </a:moveTo>
                <a:cubicBezTo>
                  <a:pt x="7743990" y="1263091"/>
                  <a:pt x="7755486" y="1274585"/>
                  <a:pt x="7755486" y="1288750"/>
                </a:cubicBezTo>
                <a:cubicBezTo>
                  <a:pt x="7755486" y="1302914"/>
                  <a:pt x="7743990" y="1314409"/>
                  <a:pt x="7729825" y="1314409"/>
                </a:cubicBezTo>
                <a:cubicBezTo>
                  <a:pt x="7715660" y="1314409"/>
                  <a:pt x="7704167" y="1302914"/>
                  <a:pt x="7704167" y="1288750"/>
                </a:cubicBezTo>
                <a:cubicBezTo>
                  <a:pt x="7704167" y="1274585"/>
                  <a:pt x="7715660" y="1263091"/>
                  <a:pt x="7729825" y="1263091"/>
                </a:cubicBezTo>
                <a:close/>
                <a:moveTo>
                  <a:pt x="7665621" y="1263091"/>
                </a:moveTo>
                <a:cubicBezTo>
                  <a:pt x="7679786" y="1263091"/>
                  <a:pt x="7691279" y="1274585"/>
                  <a:pt x="7691279" y="1288750"/>
                </a:cubicBezTo>
                <a:cubicBezTo>
                  <a:pt x="7691279" y="1302914"/>
                  <a:pt x="7679786" y="1314409"/>
                  <a:pt x="7665621" y="1314409"/>
                </a:cubicBezTo>
                <a:cubicBezTo>
                  <a:pt x="7651456" y="1314409"/>
                  <a:pt x="7639963" y="1302914"/>
                  <a:pt x="7639963" y="1288750"/>
                </a:cubicBezTo>
                <a:cubicBezTo>
                  <a:pt x="7639963" y="1274585"/>
                  <a:pt x="7651456" y="1263091"/>
                  <a:pt x="7665621" y="1263091"/>
                </a:cubicBezTo>
                <a:close/>
                <a:moveTo>
                  <a:pt x="7601299" y="1263091"/>
                </a:moveTo>
                <a:cubicBezTo>
                  <a:pt x="7615464" y="1263091"/>
                  <a:pt x="7626959" y="1274585"/>
                  <a:pt x="7626959" y="1288750"/>
                </a:cubicBezTo>
                <a:cubicBezTo>
                  <a:pt x="7626959" y="1302914"/>
                  <a:pt x="7615464" y="1314409"/>
                  <a:pt x="7601299" y="1314409"/>
                </a:cubicBezTo>
                <a:cubicBezTo>
                  <a:pt x="7587134" y="1314409"/>
                  <a:pt x="7575640" y="1302914"/>
                  <a:pt x="7575640" y="1288750"/>
                </a:cubicBezTo>
                <a:cubicBezTo>
                  <a:pt x="7575640" y="1274585"/>
                  <a:pt x="7587134" y="1263091"/>
                  <a:pt x="7601299" y="1263091"/>
                </a:cubicBezTo>
                <a:close/>
                <a:moveTo>
                  <a:pt x="7537094" y="1263091"/>
                </a:moveTo>
                <a:cubicBezTo>
                  <a:pt x="7551259" y="1263091"/>
                  <a:pt x="7562752" y="1274585"/>
                  <a:pt x="7562752" y="1288750"/>
                </a:cubicBezTo>
                <a:cubicBezTo>
                  <a:pt x="7562752" y="1302914"/>
                  <a:pt x="7551259" y="1314409"/>
                  <a:pt x="7537094" y="1314409"/>
                </a:cubicBezTo>
                <a:cubicBezTo>
                  <a:pt x="7522929" y="1314409"/>
                  <a:pt x="7511436" y="1302914"/>
                  <a:pt x="7511436" y="1288750"/>
                </a:cubicBezTo>
                <a:cubicBezTo>
                  <a:pt x="7511436" y="1274585"/>
                  <a:pt x="7522929" y="1263091"/>
                  <a:pt x="7537094" y="1263091"/>
                </a:cubicBezTo>
                <a:close/>
                <a:moveTo>
                  <a:pt x="7472890" y="1263091"/>
                </a:moveTo>
                <a:cubicBezTo>
                  <a:pt x="7487060" y="1263091"/>
                  <a:pt x="7498548" y="1274579"/>
                  <a:pt x="7498548" y="1288750"/>
                </a:cubicBezTo>
                <a:cubicBezTo>
                  <a:pt x="7498548" y="1302921"/>
                  <a:pt x="7487060" y="1314409"/>
                  <a:pt x="7472890" y="1314409"/>
                </a:cubicBezTo>
                <a:cubicBezTo>
                  <a:pt x="7458717" y="1314409"/>
                  <a:pt x="7447229" y="1302921"/>
                  <a:pt x="7447229" y="1288750"/>
                </a:cubicBezTo>
                <a:cubicBezTo>
                  <a:pt x="7447229" y="1274579"/>
                  <a:pt x="7458717" y="1263091"/>
                  <a:pt x="7472890" y="1263091"/>
                </a:cubicBezTo>
                <a:close/>
                <a:moveTo>
                  <a:pt x="7216067" y="1263091"/>
                </a:moveTo>
                <a:cubicBezTo>
                  <a:pt x="7230232" y="1263091"/>
                  <a:pt x="7241725" y="1274585"/>
                  <a:pt x="7241725" y="1288750"/>
                </a:cubicBezTo>
                <a:cubicBezTo>
                  <a:pt x="7241725" y="1302914"/>
                  <a:pt x="7230232" y="1314409"/>
                  <a:pt x="7216067" y="1314409"/>
                </a:cubicBezTo>
                <a:cubicBezTo>
                  <a:pt x="7201902" y="1314409"/>
                  <a:pt x="7190409" y="1302914"/>
                  <a:pt x="7190409" y="1288750"/>
                </a:cubicBezTo>
                <a:cubicBezTo>
                  <a:pt x="7190409" y="1274585"/>
                  <a:pt x="7201902" y="1263091"/>
                  <a:pt x="7216067" y="1263091"/>
                </a:cubicBezTo>
                <a:close/>
                <a:moveTo>
                  <a:pt x="7151863" y="1263091"/>
                </a:moveTo>
                <a:cubicBezTo>
                  <a:pt x="7166033" y="1263091"/>
                  <a:pt x="7177521" y="1274579"/>
                  <a:pt x="7177521" y="1288750"/>
                </a:cubicBezTo>
                <a:cubicBezTo>
                  <a:pt x="7177521" y="1302921"/>
                  <a:pt x="7166033" y="1314409"/>
                  <a:pt x="7151863" y="1314409"/>
                </a:cubicBezTo>
                <a:cubicBezTo>
                  <a:pt x="7137692" y="1314409"/>
                  <a:pt x="7126205" y="1302921"/>
                  <a:pt x="7126205" y="1288750"/>
                </a:cubicBezTo>
                <a:cubicBezTo>
                  <a:pt x="7126205" y="1274579"/>
                  <a:pt x="7137692" y="1263091"/>
                  <a:pt x="7151863" y="1263091"/>
                </a:cubicBezTo>
                <a:close/>
                <a:moveTo>
                  <a:pt x="7087658" y="1263091"/>
                </a:moveTo>
                <a:cubicBezTo>
                  <a:pt x="7101829" y="1263091"/>
                  <a:pt x="7113317" y="1274579"/>
                  <a:pt x="7113317" y="1288750"/>
                </a:cubicBezTo>
                <a:cubicBezTo>
                  <a:pt x="7113317" y="1302921"/>
                  <a:pt x="7101829" y="1314409"/>
                  <a:pt x="7087658" y="1314409"/>
                </a:cubicBezTo>
                <a:cubicBezTo>
                  <a:pt x="7073485" y="1314409"/>
                  <a:pt x="7061998" y="1302921"/>
                  <a:pt x="7061998" y="1288750"/>
                </a:cubicBezTo>
                <a:cubicBezTo>
                  <a:pt x="7061998" y="1274579"/>
                  <a:pt x="7073485" y="1263091"/>
                  <a:pt x="7087658" y="1263091"/>
                </a:cubicBezTo>
                <a:close/>
                <a:moveTo>
                  <a:pt x="6895043" y="1263091"/>
                </a:moveTo>
                <a:cubicBezTo>
                  <a:pt x="6909208" y="1263091"/>
                  <a:pt x="6920701" y="1274585"/>
                  <a:pt x="6920701" y="1288750"/>
                </a:cubicBezTo>
                <a:cubicBezTo>
                  <a:pt x="6920701" y="1302914"/>
                  <a:pt x="6909208" y="1314409"/>
                  <a:pt x="6895043" y="1314409"/>
                </a:cubicBezTo>
                <a:cubicBezTo>
                  <a:pt x="6880878" y="1314409"/>
                  <a:pt x="6869382" y="1302914"/>
                  <a:pt x="6869382" y="1288750"/>
                </a:cubicBezTo>
                <a:cubicBezTo>
                  <a:pt x="6869382" y="1274585"/>
                  <a:pt x="6880878" y="1263091"/>
                  <a:pt x="6895043" y="1263091"/>
                </a:cubicBezTo>
                <a:close/>
                <a:moveTo>
                  <a:pt x="6702427" y="1263091"/>
                </a:moveTo>
                <a:cubicBezTo>
                  <a:pt x="6716597" y="1263091"/>
                  <a:pt x="6728085" y="1274579"/>
                  <a:pt x="6728085" y="1288750"/>
                </a:cubicBezTo>
                <a:cubicBezTo>
                  <a:pt x="6728085" y="1302921"/>
                  <a:pt x="6716597" y="1314409"/>
                  <a:pt x="6702427" y="1314409"/>
                </a:cubicBezTo>
                <a:cubicBezTo>
                  <a:pt x="6688254" y="1314409"/>
                  <a:pt x="6676766" y="1302921"/>
                  <a:pt x="6676766" y="1288750"/>
                </a:cubicBezTo>
                <a:cubicBezTo>
                  <a:pt x="6676766" y="1274579"/>
                  <a:pt x="6688254" y="1263091"/>
                  <a:pt x="6702427" y="1263091"/>
                </a:cubicBezTo>
                <a:close/>
                <a:moveTo>
                  <a:pt x="6638220" y="1263091"/>
                </a:moveTo>
                <a:cubicBezTo>
                  <a:pt x="6652385" y="1263091"/>
                  <a:pt x="6663881" y="1274585"/>
                  <a:pt x="6663881" y="1288750"/>
                </a:cubicBezTo>
                <a:cubicBezTo>
                  <a:pt x="6663881" y="1302914"/>
                  <a:pt x="6652385" y="1314409"/>
                  <a:pt x="6638220" y="1314409"/>
                </a:cubicBezTo>
                <a:cubicBezTo>
                  <a:pt x="6624055" y="1314409"/>
                  <a:pt x="6612562" y="1302914"/>
                  <a:pt x="6612562" y="1288750"/>
                </a:cubicBezTo>
                <a:cubicBezTo>
                  <a:pt x="6612562" y="1274585"/>
                  <a:pt x="6624055" y="1263091"/>
                  <a:pt x="6638220" y="1263091"/>
                </a:cubicBezTo>
                <a:close/>
                <a:moveTo>
                  <a:pt x="6317078" y="1263091"/>
                </a:moveTo>
                <a:cubicBezTo>
                  <a:pt x="6331243" y="1263091"/>
                  <a:pt x="6342736" y="1274585"/>
                  <a:pt x="6342736" y="1288750"/>
                </a:cubicBezTo>
                <a:cubicBezTo>
                  <a:pt x="6342736" y="1302914"/>
                  <a:pt x="6331243" y="1314409"/>
                  <a:pt x="6317078" y="1314409"/>
                </a:cubicBezTo>
                <a:cubicBezTo>
                  <a:pt x="6302913" y="1314409"/>
                  <a:pt x="6291420" y="1302914"/>
                  <a:pt x="6291420" y="1288750"/>
                </a:cubicBezTo>
                <a:cubicBezTo>
                  <a:pt x="6291420" y="1274585"/>
                  <a:pt x="6302913" y="1263091"/>
                  <a:pt x="6317078" y="1263091"/>
                </a:cubicBezTo>
                <a:close/>
                <a:moveTo>
                  <a:pt x="6252873" y="1263091"/>
                </a:moveTo>
                <a:cubicBezTo>
                  <a:pt x="6267036" y="1263091"/>
                  <a:pt x="6278532" y="1274585"/>
                  <a:pt x="6278532" y="1288750"/>
                </a:cubicBezTo>
                <a:cubicBezTo>
                  <a:pt x="6278532" y="1302914"/>
                  <a:pt x="6267036" y="1314409"/>
                  <a:pt x="6252873" y="1314409"/>
                </a:cubicBezTo>
                <a:cubicBezTo>
                  <a:pt x="6238708" y="1314409"/>
                  <a:pt x="6227213" y="1302914"/>
                  <a:pt x="6227213" y="1288750"/>
                </a:cubicBezTo>
                <a:cubicBezTo>
                  <a:pt x="6227213" y="1274585"/>
                  <a:pt x="6238708" y="1263091"/>
                  <a:pt x="6252873" y="1263091"/>
                </a:cubicBezTo>
                <a:close/>
                <a:moveTo>
                  <a:pt x="6188666" y="1263091"/>
                </a:moveTo>
                <a:cubicBezTo>
                  <a:pt x="6202831" y="1263091"/>
                  <a:pt x="6214327" y="1274585"/>
                  <a:pt x="6214327" y="1288750"/>
                </a:cubicBezTo>
                <a:cubicBezTo>
                  <a:pt x="6214327" y="1302914"/>
                  <a:pt x="6202831" y="1314409"/>
                  <a:pt x="6188666" y="1314409"/>
                </a:cubicBezTo>
                <a:cubicBezTo>
                  <a:pt x="6174504" y="1314409"/>
                  <a:pt x="6163008" y="1302914"/>
                  <a:pt x="6163008" y="1288750"/>
                </a:cubicBezTo>
                <a:cubicBezTo>
                  <a:pt x="6163008" y="1274585"/>
                  <a:pt x="6174504" y="1263091"/>
                  <a:pt x="6188666" y="1263091"/>
                </a:cubicBezTo>
                <a:close/>
                <a:moveTo>
                  <a:pt x="6124462" y="1263091"/>
                </a:moveTo>
                <a:cubicBezTo>
                  <a:pt x="6138627" y="1263091"/>
                  <a:pt x="6150123" y="1274585"/>
                  <a:pt x="6150123" y="1288750"/>
                </a:cubicBezTo>
                <a:cubicBezTo>
                  <a:pt x="6150123" y="1302914"/>
                  <a:pt x="6138627" y="1314409"/>
                  <a:pt x="6124462" y="1314409"/>
                </a:cubicBezTo>
                <a:cubicBezTo>
                  <a:pt x="6110297" y="1314409"/>
                  <a:pt x="6098804" y="1302914"/>
                  <a:pt x="6098804" y="1288750"/>
                </a:cubicBezTo>
                <a:cubicBezTo>
                  <a:pt x="6098804" y="1274585"/>
                  <a:pt x="6110297" y="1263091"/>
                  <a:pt x="6124462" y="1263091"/>
                </a:cubicBezTo>
                <a:close/>
                <a:moveTo>
                  <a:pt x="6064505" y="1263091"/>
                </a:moveTo>
                <a:cubicBezTo>
                  <a:pt x="6078666" y="1263091"/>
                  <a:pt x="6090163" y="1274585"/>
                  <a:pt x="6090163" y="1288750"/>
                </a:cubicBezTo>
                <a:cubicBezTo>
                  <a:pt x="6090163" y="1302914"/>
                  <a:pt x="6078666" y="1314409"/>
                  <a:pt x="6064505" y="1314409"/>
                </a:cubicBezTo>
                <a:cubicBezTo>
                  <a:pt x="6050336" y="1314409"/>
                  <a:pt x="6038844" y="1302914"/>
                  <a:pt x="6038844" y="1288750"/>
                </a:cubicBezTo>
                <a:cubicBezTo>
                  <a:pt x="6038844" y="1274585"/>
                  <a:pt x="6050336" y="1263091"/>
                  <a:pt x="6064505" y="1263091"/>
                </a:cubicBezTo>
                <a:close/>
                <a:moveTo>
                  <a:pt x="5743477" y="1263091"/>
                </a:moveTo>
                <a:cubicBezTo>
                  <a:pt x="5757648" y="1263091"/>
                  <a:pt x="5769136" y="1274579"/>
                  <a:pt x="5769136" y="1288750"/>
                </a:cubicBezTo>
                <a:cubicBezTo>
                  <a:pt x="5769136" y="1302921"/>
                  <a:pt x="5757648" y="1314409"/>
                  <a:pt x="5743477" y="1314409"/>
                </a:cubicBezTo>
                <a:cubicBezTo>
                  <a:pt x="5729307" y="1314409"/>
                  <a:pt x="5717818" y="1302921"/>
                  <a:pt x="5717818" y="1288750"/>
                </a:cubicBezTo>
                <a:cubicBezTo>
                  <a:pt x="5717818" y="1274579"/>
                  <a:pt x="5729307" y="1263091"/>
                  <a:pt x="5743477" y="1263091"/>
                </a:cubicBezTo>
                <a:close/>
                <a:moveTo>
                  <a:pt x="5679272" y="1263091"/>
                </a:moveTo>
                <a:cubicBezTo>
                  <a:pt x="5693437" y="1263091"/>
                  <a:pt x="5704930" y="1274585"/>
                  <a:pt x="5704930" y="1288750"/>
                </a:cubicBezTo>
                <a:cubicBezTo>
                  <a:pt x="5704930" y="1302914"/>
                  <a:pt x="5693437" y="1314409"/>
                  <a:pt x="5679272" y="1314409"/>
                </a:cubicBezTo>
                <a:cubicBezTo>
                  <a:pt x="5665108" y="1314409"/>
                  <a:pt x="5653614" y="1302914"/>
                  <a:pt x="5653614" y="1288750"/>
                </a:cubicBezTo>
                <a:cubicBezTo>
                  <a:pt x="5653614" y="1274585"/>
                  <a:pt x="5665108" y="1263091"/>
                  <a:pt x="5679272" y="1263091"/>
                </a:cubicBezTo>
                <a:close/>
                <a:moveTo>
                  <a:pt x="5615066" y="1263091"/>
                </a:moveTo>
                <a:cubicBezTo>
                  <a:pt x="5629231" y="1263091"/>
                  <a:pt x="5640726" y="1274585"/>
                  <a:pt x="5640726" y="1288750"/>
                </a:cubicBezTo>
                <a:cubicBezTo>
                  <a:pt x="5640726" y="1302914"/>
                  <a:pt x="5629231" y="1314409"/>
                  <a:pt x="5615066" y="1314409"/>
                </a:cubicBezTo>
                <a:cubicBezTo>
                  <a:pt x="5600901" y="1314409"/>
                  <a:pt x="5589407" y="1302914"/>
                  <a:pt x="5589407" y="1288750"/>
                </a:cubicBezTo>
                <a:cubicBezTo>
                  <a:pt x="5589407" y="1274585"/>
                  <a:pt x="5600901" y="1263091"/>
                  <a:pt x="5615066" y="1263091"/>
                </a:cubicBezTo>
                <a:close/>
                <a:moveTo>
                  <a:pt x="5486655" y="1263091"/>
                </a:moveTo>
                <a:cubicBezTo>
                  <a:pt x="5500819" y="1263091"/>
                  <a:pt x="5512316" y="1274585"/>
                  <a:pt x="5512316" y="1288750"/>
                </a:cubicBezTo>
                <a:cubicBezTo>
                  <a:pt x="5512316" y="1302914"/>
                  <a:pt x="5500819" y="1314409"/>
                  <a:pt x="5486655" y="1314409"/>
                </a:cubicBezTo>
                <a:cubicBezTo>
                  <a:pt x="5472491" y="1314409"/>
                  <a:pt x="5460997" y="1302914"/>
                  <a:pt x="5460997" y="1288750"/>
                </a:cubicBezTo>
                <a:cubicBezTo>
                  <a:pt x="5460997" y="1274585"/>
                  <a:pt x="5472491" y="1263091"/>
                  <a:pt x="5486655" y="1263091"/>
                </a:cubicBezTo>
                <a:close/>
                <a:moveTo>
                  <a:pt x="5422451" y="1263091"/>
                </a:moveTo>
                <a:cubicBezTo>
                  <a:pt x="5436621" y="1263091"/>
                  <a:pt x="5448109" y="1274579"/>
                  <a:pt x="5448109" y="1288750"/>
                </a:cubicBezTo>
                <a:cubicBezTo>
                  <a:pt x="5448109" y="1302921"/>
                  <a:pt x="5436621" y="1314409"/>
                  <a:pt x="5422451" y="1314409"/>
                </a:cubicBezTo>
                <a:cubicBezTo>
                  <a:pt x="5408280" y="1314409"/>
                  <a:pt x="5396791" y="1302921"/>
                  <a:pt x="5396791" y="1288750"/>
                </a:cubicBezTo>
                <a:cubicBezTo>
                  <a:pt x="5396791" y="1274579"/>
                  <a:pt x="5408280" y="1263091"/>
                  <a:pt x="5422451" y="1263091"/>
                </a:cubicBezTo>
                <a:close/>
                <a:moveTo>
                  <a:pt x="5229719" y="1263091"/>
                </a:moveTo>
                <a:cubicBezTo>
                  <a:pt x="5243999" y="1263091"/>
                  <a:pt x="5255377" y="1274585"/>
                  <a:pt x="5255377" y="1288750"/>
                </a:cubicBezTo>
                <a:cubicBezTo>
                  <a:pt x="5255377" y="1302914"/>
                  <a:pt x="5243883" y="1314409"/>
                  <a:pt x="5229719" y="1314409"/>
                </a:cubicBezTo>
                <a:cubicBezTo>
                  <a:pt x="5215554" y="1314409"/>
                  <a:pt x="5204058" y="1302914"/>
                  <a:pt x="5204058" y="1288750"/>
                </a:cubicBezTo>
                <a:cubicBezTo>
                  <a:pt x="5204058" y="1274585"/>
                  <a:pt x="5215554" y="1263091"/>
                  <a:pt x="5229719" y="1263091"/>
                </a:cubicBezTo>
                <a:close/>
                <a:moveTo>
                  <a:pt x="4972896" y="1263091"/>
                </a:moveTo>
                <a:cubicBezTo>
                  <a:pt x="4987063" y="1263091"/>
                  <a:pt x="4998557" y="1274585"/>
                  <a:pt x="4998557" y="1288750"/>
                </a:cubicBezTo>
                <a:cubicBezTo>
                  <a:pt x="4998557" y="1302914"/>
                  <a:pt x="4987063" y="1314409"/>
                  <a:pt x="4972896" y="1314409"/>
                </a:cubicBezTo>
                <a:cubicBezTo>
                  <a:pt x="4958732" y="1314409"/>
                  <a:pt x="4947240" y="1302914"/>
                  <a:pt x="4947240" y="1288750"/>
                </a:cubicBezTo>
                <a:cubicBezTo>
                  <a:pt x="4947240" y="1274585"/>
                  <a:pt x="4958732" y="1263091"/>
                  <a:pt x="4972896" y="1263091"/>
                </a:cubicBezTo>
                <a:close/>
                <a:moveTo>
                  <a:pt x="4908693" y="1263091"/>
                </a:moveTo>
                <a:cubicBezTo>
                  <a:pt x="4922857" y="1263091"/>
                  <a:pt x="4934352" y="1274585"/>
                  <a:pt x="4934352" y="1288750"/>
                </a:cubicBezTo>
                <a:cubicBezTo>
                  <a:pt x="4934352" y="1302914"/>
                  <a:pt x="4922857" y="1314409"/>
                  <a:pt x="4908693" y="1314409"/>
                </a:cubicBezTo>
                <a:cubicBezTo>
                  <a:pt x="4894527" y="1314409"/>
                  <a:pt x="4883033" y="1302914"/>
                  <a:pt x="4883033" y="1288750"/>
                </a:cubicBezTo>
                <a:cubicBezTo>
                  <a:pt x="4883033" y="1274585"/>
                  <a:pt x="4894527" y="1263091"/>
                  <a:pt x="4908693" y="1263091"/>
                </a:cubicBezTo>
                <a:close/>
                <a:moveTo>
                  <a:pt x="4844487" y="1263091"/>
                </a:moveTo>
                <a:cubicBezTo>
                  <a:pt x="4858650" y="1263091"/>
                  <a:pt x="4870146" y="1274585"/>
                  <a:pt x="4870146" y="1288750"/>
                </a:cubicBezTo>
                <a:cubicBezTo>
                  <a:pt x="4870146" y="1302914"/>
                  <a:pt x="4858650" y="1314409"/>
                  <a:pt x="4844487" y="1314409"/>
                </a:cubicBezTo>
                <a:cubicBezTo>
                  <a:pt x="4830322" y="1314409"/>
                  <a:pt x="4818828" y="1302914"/>
                  <a:pt x="4818828" y="1288750"/>
                </a:cubicBezTo>
                <a:cubicBezTo>
                  <a:pt x="4818828" y="1274585"/>
                  <a:pt x="4830322" y="1263091"/>
                  <a:pt x="4844487" y="1263091"/>
                </a:cubicBezTo>
                <a:close/>
                <a:moveTo>
                  <a:pt x="4780282" y="1263091"/>
                </a:moveTo>
                <a:cubicBezTo>
                  <a:pt x="4794447" y="1263091"/>
                  <a:pt x="4805941" y="1274585"/>
                  <a:pt x="4805941" y="1288750"/>
                </a:cubicBezTo>
                <a:cubicBezTo>
                  <a:pt x="4805941" y="1302914"/>
                  <a:pt x="4794447" y="1314409"/>
                  <a:pt x="4780282" y="1314409"/>
                </a:cubicBezTo>
                <a:cubicBezTo>
                  <a:pt x="4766118" y="1314409"/>
                  <a:pt x="4754622" y="1302914"/>
                  <a:pt x="4754622" y="1288750"/>
                </a:cubicBezTo>
                <a:cubicBezTo>
                  <a:pt x="4754622" y="1274585"/>
                  <a:pt x="4766118" y="1263091"/>
                  <a:pt x="4780282" y="1263091"/>
                </a:cubicBezTo>
                <a:close/>
                <a:moveTo>
                  <a:pt x="4651872" y="1263091"/>
                </a:moveTo>
                <a:cubicBezTo>
                  <a:pt x="4666042" y="1263091"/>
                  <a:pt x="4677531" y="1274579"/>
                  <a:pt x="4677531" y="1288750"/>
                </a:cubicBezTo>
                <a:cubicBezTo>
                  <a:pt x="4677531" y="1302921"/>
                  <a:pt x="4666042" y="1314409"/>
                  <a:pt x="4651872" y="1314409"/>
                </a:cubicBezTo>
                <a:cubicBezTo>
                  <a:pt x="4637700" y="1314409"/>
                  <a:pt x="4626213" y="1302921"/>
                  <a:pt x="4626213" y="1288750"/>
                </a:cubicBezTo>
                <a:cubicBezTo>
                  <a:pt x="4626213" y="1274579"/>
                  <a:pt x="4637700" y="1263091"/>
                  <a:pt x="4651872" y="1263091"/>
                </a:cubicBezTo>
                <a:close/>
                <a:moveTo>
                  <a:pt x="4587666" y="1263091"/>
                </a:moveTo>
                <a:cubicBezTo>
                  <a:pt x="4601830" y="1263091"/>
                  <a:pt x="4613324" y="1274585"/>
                  <a:pt x="4613324" y="1288750"/>
                </a:cubicBezTo>
                <a:cubicBezTo>
                  <a:pt x="4613324" y="1302914"/>
                  <a:pt x="4601830" y="1314409"/>
                  <a:pt x="4587666" y="1314409"/>
                </a:cubicBezTo>
                <a:cubicBezTo>
                  <a:pt x="4573501" y="1314409"/>
                  <a:pt x="4562007" y="1302914"/>
                  <a:pt x="4562007" y="1288750"/>
                </a:cubicBezTo>
                <a:cubicBezTo>
                  <a:pt x="4562007" y="1274585"/>
                  <a:pt x="4573501" y="1263091"/>
                  <a:pt x="4587666" y="1263091"/>
                </a:cubicBezTo>
                <a:close/>
                <a:moveTo>
                  <a:pt x="4523461" y="1263091"/>
                </a:moveTo>
                <a:cubicBezTo>
                  <a:pt x="4537626" y="1263091"/>
                  <a:pt x="4549121" y="1274585"/>
                  <a:pt x="4549121" y="1288750"/>
                </a:cubicBezTo>
                <a:cubicBezTo>
                  <a:pt x="4549121" y="1302914"/>
                  <a:pt x="4537626" y="1314409"/>
                  <a:pt x="4523461" y="1314409"/>
                </a:cubicBezTo>
                <a:cubicBezTo>
                  <a:pt x="4509296" y="1314409"/>
                  <a:pt x="4497802" y="1302914"/>
                  <a:pt x="4497802" y="1288750"/>
                </a:cubicBezTo>
                <a:cubicBezTo>
                  <a:pt x="4497802" y="1274585"/>
                  <a:pt x="4509296" y="1263091"/>
                  <a:pt x="4523461" y="1263091"/>
                </a:cubicBezTo>
                <a:close/>
                <a:moveTo>
                  <a:pt x="4395050" y="1263091"/>
                </a:moveTo>
                <a:cubicBezTo>
                  <a:pt x="4409214" y="1263091"/>
                  <a:pt x="4420710" y="1274585"/>
                  <a:pt x="4420710" y="1288750"/>
                </a:cubicBezTo>
                <a:cubicBezTo>
                  <a:pt x="4420710" y="1302914"/>
                  <a:pt x="4409214" y="1314409"/>
                  <a:pt x="4395050" y="1314409"/>
                </a:cubicBezTo>
                <a:cubicBezTo>
                  <a:pt x="4380886" y="1314409"/>
                  <a:pt x="4369391" y="1302914"/>
                  <a:pt x="4369391" y="1288750"/>
                </a:cubicBezTo>
                <a:cubicBezTo>
                  <a:pt x="4369391" y="1274585"/>
                  <a:pt x="4380886" y="1263091"/>
                  <a:pt x="4395050" y="1263091"/>
                </a:cubicBezTo>
                <a:close/>
                <a:moveTo>
                  <a:pt x="4009702" y="1263091"/>
                </a:moveTo>
                <a:cubicBezTo>
                  <a:pt x="4023866" y="1263091"/>
                  <a:pt x="4035362" y="1274585"/>
                  <a:pt x="4035362" y="1288750"/>
                </a:cubicBezTo>
                <a:cubicBezTo>
                  <a:pt x="4035362" y="1302914"/>
                  <a:pt x="4023866" y="1314409"/>
                  <a:pt x="4009702" y="1314409"/>
                </a:cubicBezTo>
                <a:cubicBezTo>
                  <a:pt x="3995538" y="1314409"/>
                  <a:pt x="3984043" y="1302914"/>
                  <a:pt x="3984043" y="1288750"/>
                </a:cubicBezTo>
                <a:cubicBezTo>
                  <a:pt x="3984043" y="1274585"/>
                  <a:pt x="3995538" y="1263091"/>
                  <a:pt x="4009702" y="1263091"/>
                </a:cubicBezTo>
                <a:close/>
                <a:moveTo>
                  <a:pt x="3881291" y="1263091"/>
                </a:moveTo>
                <a:cubicBezTo>
                  <a:pt x="3895456" y="1263091"/>
                  <a:pt x="3906950" y="1274585"/>
                  <a:pt x="3906950" y="1288750"/>
                </a:cubicBezTo>
                <a:cubicBezTo>
                  <a:pt x="3906950" y="1302914"/>
                  <a:pt x="3895456" y="1314409"/>
                  <a:pt x="3881291" y="1314409"/>
                </a:cubicBezTo>
                <a:cubicBezTo>
                  <a:pt x="3867127" y="1314409"/>
                  <a:pt x="3855633" y="1302914"/>
                  <a:pt x="3855633" y="1288750"/>
                </a:cubicBezTo>
                <a:cubicBezTo>
                  <a:pt x="3855633" y="1274585"/>
                  <a:pt x="3867127" y="1263091"/>
                  <a:pt x="3881291" y="1263091"/>
                </a:cubicBezTo>
                <a:close/>
                <a:moveTo>
                  <a:pt x="3817085" y="1263091"/>
                </a:moveTo>
                <a:cubicBezTo>
                  <a:pt x="3831252" y="1263091"/>
                  <a:pt x="3842745" y="1274585"/>
                  <a:pt x="3842745" y="1288750"/>
                </a:cubicBezTo>
                <a:cubicBezTo>
                  <a:pt x="3842745" y="1302914"/>
                  <a:pt x="3831252" y="1314409"/>
                  <a:pt x="3817085" y="1314409"/>
                </a:cubicBezTo>
                <a:cubicBezTo>
                  <a:pt x="3802921" y="1314409"/>
                  <a:pt x="3791427" y="1302914"/>
                  <a:pt x="3791427" y="1288750"/>
                </a:cubicBezTo>
                <a:cubicBezTo>
                  <a:pt x="3791427" y="1274585"/>
                  <a:pt x="3802921" y="1263091"/>
                  <a:pt x="3817085" y="1263091"/>
                </a:cubicBezTo>
                <a:close/>
                <a:moveTo>
                  <a:pt x="3752882" y="1263091"/>
                </a:moveTo>
                <a:cubicBezTo>
                  <a:pt x="3767045" y="1263091"/>
                  <a:pt x="3778539" y="1274585"/>
                  <a:pt x="3778539" y="1288750"/>
                </a:cubicBezTo>
                <a:cubicBezTo>
                  <a:pt x="3778539" y="1302914"/>
                  <a:pt x="3767045" y="1314409"/>
                  <a:pt x="3752882" y="1314409"/>
                </a:cubicBezTo>
                <a:cubicBezTo>
                  <a:pt x="3738717" y="1314409"/>
                  <a:pt x="3727221" y="1302914"/>
                  <a:pt x="3727221" y="1288750"/>
                </a:cubicBezTo>
                <a:cubicBezTo>
                  <a:pt x="3727221" y="1274585"/>
                  <a:pt x="3738717" y="1263091"/>
                  <a:pt x="3752882" y="1263091"/>
                </a:cubicBezTo>
                <a:close/>
                <a:moveTo>
                  <a:pt x="3624472" y="1263091"/>
                </a:moveTo>
                <a:cubicBezTo>
                  <a:pt x="3638640" y="1263091"/>
                  <a:pt x="3650129" y="1274579"/>
                  <a:pt x="3650129" y="1288750"/>
                </a:cubicBezTo>
                <a:cubicBezTo>
                  <a:pt x="3650129" y="1302921"/>
                  <a:pt x="3638640" y="1314409"/>
                  <a:pt x="3624472" y="1314409"/>
                </a:cubicBezTo>
                <a:cubicBezTo>
                  <a:pt x="3610300" y="1314409"/>
                  <a:pt x="3598810" y="1302921"/>
                  <a:pt x="3598810" y="1288750"/>
                </a:cubicBezTo>
                <a:cubicBezTo>
                  <a:pt x="3598810" y="1274579"/>
                  <a:pt x="3610300" y="1263091"/>
                  <a:pt x="3624472" y="1263091"/>
                </a:cubicBezTo>
                <a:close/>
                <a:moveTo>
                  <a:pt x="3367649" y="1263091"/>
                </a:moveTo>
                <a:cubicBezTo>
                  <a:pt x="3381813" y="1263091"/>
                  <a:pt x="3393308" y="1274585"/>
                  <a:pt x="3393308" y="1288750"/>
                </a:cubicBezTo>
                <a:cubicBezTo>
                  <a:pt x="3393308" y="1302914"/>
                  <a:pt x="3381813" y="1314409"/>
                  <a:pt x="3367649" y="1314409"/>
                </a:cubicBezTo>
                <a:cubicBezTo>
                  <a:pt x="3353484" y="1314409"/>
                  <a:pt x="3341990" y="1302914"/>
                  <a:pt x="3341990" y="1288750"/>
                </a:cubicBezTo>
                <a:cubicBezTo>
                  <a:pt x="3341990" y="1274585"/>
                  <a:pt x="3353484" y="1263091"/>
                  <a:pt x="3367649" y="1263091"/>
                </a:cubicBezTo>
                <a:close/>
                <a:moveTo>
                  <a:pt x="3303444" y="1263091"/>
                </a:moveTo>
                <a:cubicBezTo>
                  <a:pt x="3317609" y="1263091"/>
                  <a:pt x="3329102" y="1274585"/>
                  <a:pt x="3329102" y="1288750"/>
                </a:cubicBezTo>
                <a:cubicBezTo>
                  <a:pt x="3329102" y="1302914"/>
                  <a:pt x="3317609" y="1314409"/>
                  <a:pt x="3303444" y="1314409"/>
                </a:cubicBezTo>
                <a:cubicBezTo>
                  <a:pt x="3289279" y="1314409"/>
                  <a:pt x="3277785" y="1302914"/>
                  <a:pt x="3277785" y="1288750"/>
                </a:cubicBezTo>
                <a:cubicBezTo>
                  <a:pt x="3277785" y="1274585"/>
                  <a:pt x="3289279" y="1263091"/>
                  <a:pt x="3303444" y="1263091"/>
                </a:cubicBezTo>
                <a:close/>
                <a:moveTo>
                  <a:pt x="3110828" y="1263091"/>
                </a:moveTo>
                <a:cubicBezTo>
                  <a:pt x="3124992" y="1263091"/>
                  <a:pt x="3136487" y="1274585"/>
                  <a:pt x="3136487" y="1288750"/>
                </a:cubicBezTo>
                <a:cubicBezTo>
                  <a:pt x="3136487" y="1302914"/>
                  <a:pt x="3124992" y="1314409"/>
                  <a:pt x="3110828" y="1314409"/>
                </a:cubicBezTo>
                <a:cubicBezTo>
                  <a:pt x="3096663" y="1314409"/>
                  <a:pt x="3085170" y="1302914"/>
                  <a:pt x="3085170" y="1288750"/>
                </a:cubicBezTo>
                <a:cubicBezTo>
                  <a:pt x="3085170" y="1274585"/>
                  <a:pt x="3096663" y="1263091"/>
                  <a:pt x="3110828" y="1263091"/>
                </a:cubicBezTo>
                <a:close/>
                <a:moveTo>
                  <a:pt x="3046623" y="1263091"/>
                </a:moveTo>
                <a:cubicBezTo>
                  <a:pt x="3060788" y="1263091"/>
                  <a:pt x="3072282" y="1274585"/>
                  <a:pt x="3072282" y="1288750"/>
                </a:cubicBezTo>
                <a:cubicBezTo>
                  <a:pt x="3072282" y="1302914"/>
                  <a:pt x="3060788" y="1314409"/>
                  <a:pt x="3046623" y="1314409"/>
                </a:cubicBezTo>
                <a:cubicBezTo>
                  <a:pt x="3032458" y="1314409"/>
                  <a:pt x="3020964" y="1302914"/>
                  <a:pt x="3020964" y="1288750"/>
                </a:cubicBezTo>
                <a:cubicBezTo>
                  <a:pt x="3020964" y="1274585"/>
                  <a:pt x="3032458" y="1263091"/>
                  <a:pt x="3046623" y="1263091"/>
                </a:cubicBezTo>
                <a:close/>
                <a:moveTo>
                  <a:pt x="2982301" y="1263091"/>
                </a:moveTo>
                <a:cubicBezTo>
                  <a:pt x="2996466" y="1263091"/>
                  <a:pt x="3007960" y="1274585"/>
                  <a:pt x="3007960" y="1288750"/>
                </a:cubicBezTo>
                <a:cubicBezTo>
                  <a:pt x="3007960" y="1302914"/>
                  <a:pt x="2996466" y="1314409"/>
                  <a:pt x="2982301" y="1314409"/>
                </a:cubicBezTo>
                <a:cubicBezTo>
                  <a:pt x="2968137" y="1314409"/>
                  <a:pt x="2956642" y="1302914"/>
                  <a:pt x="2956642" y="1288750"/>
                </a:cubicBezTo>
                <a:cubicBezTo>
                  <a:pt x="2956642" y="1274585"/>
                  <a:pt x="2968137" y="1263091"/>
                  <a:pt x="2982301" y="1263091"/>
                </a:cubicBezTo>
                <a:close/>
                <a:moveTo>
                  <a:pt x="2853890" y="1263091"/>
                </a:moveTo>
                <a:cubicBezTo>
                  <a:pt x="2868062" y="1263091"/>
                  <a:pt x="2879550" y="1274579"/>
                  <a:pt x="2879550" y="1288750"/>
                </a:cubicBezTo>
                <a:cubicBezTo>
                  <a:pt x="2879550" y="1302921"/>
                  <a:pt x="2868062" y="1314409"/>
                  <a:pt x="2853890" y="1314409"/>
                </a:cubicBezTo>
                <a:cubicBezTo>
                  <a:pt x="2839720" y="1314409"/>
                  <a:pt x="2828231" y="1302921"/>
                  <a:pt x="2828231" y="1288750"/>
                </a:cubicBezTo>
                <a:cubicBezTo>
                  <a:pt x="2828231" y="1274579"/>
                  <a:pt x="2839720" y="1263091"/>
                  <a:pt x="2853890" y="1263091"/>
                </a:cubicBezTo>
                <a:close/>
                <a:moveTo>
                  <a:pt x="2789686" y="1263091"/>
                </a:moveTo>
                <a:cubicBezTo>
                  <a:pt x="2803850" y="1263091"/>
                  <a:pt x="2815344" y="1274585"/>
                  <a:pt x="2815344" y="1288750"/>
                </a:cubicBezTo>
                <a:cubicBezTo>
                  <a:pt x="2815344" y="1302914"/>
                  <a:pt x="2803850" y="1314409"/>
                  <a:pt x="2789686" y="1314409"/>
                </a:cubicBezTo>
                <a:cubicBezTo>
                  <a:pt x="2775521" y="1314409"/>
                  <a:pt x="2764027" y="1302914"/>
                  <a:pt x="2764027" y="1288750"/>
                </a:cubicBezTo>
                <a:cubicBezTo>
                  <a:pt x="2764027" y="1274585"/>
                  <a:pt x="2775521" y="1263091"/>
                  <a:pt x="2789686" y="1263091"/>
                </a:cubicBezTo>
                <a:close/>
                <a:moveTo>
                  <a:pt x="2404454" y="1263091"/>
                </a:moveTo>
                <a:cubicBezTo>
                  <a:pt x="2418619" y="1263091"/>
                  <a:pt x="2430112" y="1274585"/>
                  <a:pt x="2430112" y="1288750"/>
                </a:cubicBezTo>
                <a:cubicBezTo>
                  <a:pt x="2430112" y="1302914"/>
                  <a:pt x="2418619" y="1314409"/>
                  <a:pt x="2404454" y="1314409"/>
                </a:cubicBezTo>
                <a:cubicBezTo>
                  <a:pt x="2390289" y="1314409"/>
                  <a:pt x="2378795" y="1302914"/>
                  <a:pt x="2378795" y="1288750"/>
                </a:cubicBezTo>
                <a:cubicBezTo>
                  <a:pt x="2378795" y="1274585"/>
                  <a:pt x="2390289" y="1263091"/>
                  <a:pt x="2404454" y="1263091"/>
                </a:cubicBezTo>
                <a:close/>
                <a:moveTo>
                  <a:pt x="2340249" y="1263091"/>
                </a:moveTo>
                <a:cubicBezTo>
                  <a:pt x="2354413" y="1263091"/>
                  <a:pt x="2365908" y="1274585"/>
                  <a:pt x="2365908" y="1288750"/>
                </a:cubicBezTo>
                <a:cubicBezTo>
                  <a:pt x="2365908" y="1302914"/>
                  <a:pt x="2354413" y="1314409"/>
                  <a:pt x="2340249" y="1314409"/>
                </a:cubicBezTo>
                <a:cubicBezTo>
                  <a:pt x="2326084" y="1314409"/>
                  <a:pt x="2314590" y="1302914"/>
                  <a:pt x="2314590" y="1288750"/>
                </a:cubicBezTo>
                <a:cubicBezTo>
                  <a:pt x="2314590" y="1274585"/>
                  <a:pt x="2326084" y="1263091"/>
                  <a:pt x="2340249" y="1263091"/>
                </a:cubicBezTo>
                <a:close/>
                <a:moveTo>
                  <a:pt x="2276044" y="1263091"/>
                </a:moveTo>
                <a:cubicBezTo>
                  <a:pt x="2290208" y="1263091"/>
                  <a:pt x="2301702" y="1274585"/>
                  <a:pt x="2301702" y="1288750"/>
                </a:cubicBezTo>
                <a:cubicBezTo>
                  <a:pt x="2301702" y="1302914"/>
                  <a:pt x="2290208" y="1314409"/>
                  <a:pt x="2276044" y="1314409"/>
                </a:cubicBezTo>
                <a:cubicBezTo>
                  <a:pt x="2261879" y="1314409"/>
                  <a:pt x="2250385" y="1302914"/>
                  <a:pt x="2250385" y="1288750"/>
                </a:cubicBezTo>
                <a:cubicBezTo>
                  <a:pt x="2250385" y="1274585"/>
                  <a:pt x="2261879" y="1263091"/>
                  <a:pt x="2276044" y="1263091"/>
                </a:cubicBezTo>
                <a:close/>
                <a:moveTo>
                  <a:pt x="2211838" y="1263091"/>
                </a:moveTo>
                <a:cubicBezTo>
                  <a:pt x="2226003" y="1263091"/>
                  <a:pt x="2237497" y="1274585"/>
                  <a:pt x="2237497" y="1288750"/>
                </a:cubicBezTo>
                <a:cubicBezTo>
                  <a:pt x="2237497" y="1302914"/>
                  <a:pt x="2226003" y="1314409"/>
                  <a:pt x="2211838" y="1314409"/>
                </a:cubicBezTo>
                <a:cubicBezTo>
                  <a:pt x="2197673" y="1314409"/>
                  <a:pt x="2186178" y="1302914"/>
                  <a:pt x="2186178" y="1288750"/>
                </a:cubicBezTo>
                <a:cubicBezTo>
                  <a:pt x="2186178" y="1274585"/>
                  <a:pt x="2197673" y="1263091"/>
                  <a:pt x="2211838" y="1263091"/>
                </a:cubicBezTo>
                <a:close/>
                <a:moveTo>
                  <a:pt x="2147633" y="1263091"/>
                </a:moveTo>
                <a:cubicBezTo>
                  <a:pt x="2161804" y="1263091"/>
                  <a:pt x="2173293" y="1274579"/>
                  <a:pt x="2173293" y="1288750"/>
                </a:cubicBezTo>
                <a:cubicBezTo>
                  <a:pt x="2173293" y="1302921"/>
                  <a:pt x="2161804" y="1314409"/>
                  <a:pt x="2147633" y="1314409"/>
                </a:cubicBezTo>
                <a:cubicBezTo>
                  <a:pt x="2133462" y="1314409"/>
                  <a:pt x="2121975" y="1302921"/>
                  <a:pt x="2121975" y="1288750"/>
                </a:cubicBezTo>
                <a:cubicBezTo>
                  <a:pt x="2121975" y="1274579"/>
                  <a:pt x="2133462" y="1263091"/>
                  <a:pt x="2147633" y="1263091"/>
                </a:cubicBezTo>
                <a:close/>
                <a:moveTo>
                  <a:pt x="2083427" y="1263091"/>
                </a:moveTo>
                <a:cubicBezTo>
                  <a:pt x="2097599" y="1263091"/>
                  <a:pt x="2109087" y="1274579"/>
                  <a:pt x="2109087" y="1288750"/>
                </a:cubicBezTo>
                <a:cubicBezTo>
                  <a:pt x="2109087" y="1302921"/>
                  <a:pt x="2097599" y="1314409"/>
                  <a:pt x="2083427" y="1314409"/>
                </a:cubicBezTo>
                <a:cubicBezTo>
                  <a:pt x="2069257" y="1314409"/>
                  <a:pt x="2057768" y="1302921"/>
                  <a:pt x="2057768" y="1288750"/>
                </a:cubicBezTo>
                <a:cubicBezTo>
                  <a:pt x="2057768" y="1274579"/>
                  <a:pt x="2069257" y="1263091"/>
                  <a:pt x="2083427" y="1263091"/>
                </a:cubicBezTo>
                <a:close/>
                <a:moveTo>
                  <a:pt x="2019222" y="1263091"/>
                </a:moveTo>
                <a:cubicBezTo>
                  <a:pt x="2033387" y="1263091"/>
                  <a:pt x="2044880" y="1274585"/>
                  <a:pt x="2044880" y="1288750"/>
                </a:cubicBezTo>
                <a:cubicBezTo>
                  <a:pt x="2044880" y="1302914"/>
                  <a:pt x="2033387" y="1314409"/>
                  <a:pt x="2019222" y="1314409"/>
                </a:cubicBezTo>
                <a:cubicBezTo>
                  <a:pt x="2005058" y="1314409"/>
                  <a:pt x="1993563" y="1302914"/>
                  <a:pt x="1993563" y="1288750"/>
                </a:cubicBezTo>
                <a:cubicBezTo>
                  <a:pt x="1993563" y="1274585"/>
                  <a:pt x="2005058" y="1263091"/>
                  <a:pt x="2019222" y="1263091"/>
                </a:cubicBezTo>
                <a:close/>
                <a:moveTo>
                  <a:pt x="1955016" y="1263091"/>
                </a:moveTo>
                <a:cubicBezTo>
                  <a:pt x="1969181" y="1263091"/>
                  <a:pt x="1980676" y="1274585"/>
                  <a:pt x="1980676" y="1288750"/>
                </a:cubicBezTo>
                <a:cubicBezTo>
                  <a:pt x="1980676" y="1302914"/>
                  <a:pt x="1969181" y="1314409"/>
                  <a:pt x="1955016" y="1314409"/>
                </a:cubicBezTo>
                <a:cubicBezTo>
                  <a:pt x="1940851" y="1314409"/>
                  <a:pt x="1929358" y="1302914"/>
                  <a:pt x="1929358" y="1288750"/>
                </a:cubicBezTo>
                <a:cubicBezTo>
                  <a:pt x="1929358" y="1274585"/>
                  <a:pt x="1940851" y="1263091"/>
                  <a:pt x="1955016" y="1263091"/>
                </a:cubicBezTo>
                <a:close/>
                <a:moveTo>
                  <a:pt x="1890696" y="1263091"/>
                </a:moveTo>
                <a:cubicBezTo>
                  <a:pt x="1904860" y="1263091"/>
                  <a:pt x="1916355" y="1274585"/>
                  <a:pt x="1916355" y="1288750"/>
                </a:cubicBezTo>
                <a:cubicBezTo>
                  <a:pt x="1916355" y="1302914"/>
                  <a:pt x="1904860" y="1314409"/>
                  <a:pt x="1890696" y="1314409"/>
                </a:cubicBezTo>
                <a:cubicBezTo>
                  <a:pt x="1876531" y="1314409"/>
                  <a:pt x="1865037" y="1302914"/>
                  <a:pt x="1865037" y="1288750"/>
                </a:cubicBezTo>
                <a:cubicBezTo>
                  <a:pt x="1865037" y="1274585"/>
                  <a:pt x="1876531" y="1263091"/>
                  <a:pt x="1890696" y="1263091"/>
                </a:cubicBezTo>
                <a:close/>
                <a:moveTo>
                  <a:pt x="1826490" y="1263091"/>
                </a:moveTo>
                <a:cubicBezTo>
                  <a:pt x="1840654" y="1263091"/>
                  <a:pt x="1852149" y="1274585"/>
                  <a:pt x="1852149" y="1288750"/>
                </a:cubicBezTo>
                <a:cubicBezTo>
                  <a:pt x="1852149" y="1302914"/>
                  <a:pt x="1840654" y="1314409"/>
                  <a:pt x="1826490" y="1314409"/>
                </a:cubicBezTo>
                <a:cubicBezTo>
                  <a:pt x="1812325" y="1314409"/>
                  <a:pt x="1800830" y="1302914"/>
                  <a:pt x="1800830" y="1288750"/>
                </a:cubicBezTo>
                <a:cubicBezTo>
                  <a:pt x="1800830" y="1274585"/>
                  <a:pt x="1812325" y="1263091"/>
                  <a:pt x="1826490" y="1263091"/>
                </a:cubicBezTo>
                <a:close/>
                <a:moveTo>
                  <a:pt x="1762285" y="1263091"/>
                </a:moveTo>
                <a:cubicBezTo>
                  <a:pt x="1776456" y="1263091"/>
                  <a:pt x="1787944" y="1274579"/>
                  <a:pt x="1787944" y="1288750"/>
                </a:cubicBezTo>
                <a:cubicBezTo>
                  <a:pt x="1787944" y="1302921"/>
                  <a:pt x="1776456" y="1314409"/>
                  <a:pt x="1762285" y="1314409"/>
                </a:cubicBezTo>
                <a:cubicBezTo>
                  <a:pt x="1748114" y="1314409"/>
                  <a:pt x="1736626" y="1302921"/>
                  <a:pt x="1736626" y="1288750"/>
                </a:cubicBezTo>
                <a:cubicBezTo>
                  <a:pt x="1736626" y="1274579"/>
                  <a:pt x="1748114" y="1263091"/>
                  <a:pt x="1762285" y="1263091"/>
                </a:cubicBezTo>
                <a:close/>
                <a:moveTo>
                  <a:pt x="1505464" y="1263091"/>
                </a:moveTo>
                <a:cubicBezTo>
                  <a:pt x="1519629" y="1263091"/>
                  <a:pt x="1531123" y="1274585"/>
                  <a:pt x="1531123" y="1288750"/>
                </a:cubicBezTo>
                <a:cubicBezTo>
                  <a:pt x="1531123" y="1302914"/>
                  <a:pt x="1519629" y="1314409"/>
                  <a:pt x="1505464" y="1314409"/>
                </a:cubicBezTo>
                <a:cubicBezTo>
                  <a:pt x="1491299" y="1314409"/>
                  <a:pt x="1479806" y="1302914"/>
                  <a:pt x="1479806" y="1288750"/>
                </a:cubicBezTo>
                <a:cubicBezTo>
                  <a:pt x="1479806" y="1274585"/>
                  <a:pt x="1491299" y="1263091"/>
                  <a:pt x="1505464" y="1263091"/>
                </a:cubicBezTo>
                <a:close/>
                <a:moveTo>
                  <a:pt x="1441258" y="1263091"/>
                </a:moveTo>
                <a:cubicBezTo>
                  <a:pt x="1455430" y="1263091"/>
                  <a:pt x="1466917" y="1274579"/>
                  <a:pt x="1466917" y="1288750"/>
                </a:cubicBezTo>
                <a:cubicBezTo>
                  <a:pt x="1466917" y="1302921"/>
                  <a:pt x="1455430" y="1314409"/>
                  <a:pt x="1441258" y="1314409"/>
                </a:cubicBezTo>
                <a:cubicBezTo>
                  <a:pt x="1427087" y="1314409"/>
                  <a:pt x="1415599" y="1302921"/>
                  <a:pt x="1415599" y="1288750"/>
                </a:cubicBezTo>
                <a:cubicBezTo>
                  <a:pt x="1415599" y="1274579"/>
                  <a:pt x="1427087" y="1263091"/>
                  <a:pt x="1441258" y="1263091"/>
                </a:cubicBezTo>
                <a:close/>
                <a:moveTo>
                  <a:pt x="1377053" y="1263091"/>
                </a:moveTo>
                <a:cubicBezTo>
                  <a:pt x="1391224" y="1263091"/>
                  <a:pt x="1402712" y="1274579"/>
                  <a:pt x="1402712" y="1288750"/>
                </a:cubicBezTo>
                <a:cubicBezTo>
                  <a:pt x="1402712" y="1302921"/>
                  <a:pt x="1391224" y="1314409"/>
                  <a:pt x="1377053" y="1314409"/>
                </a:cubicBezTo>
                <a:cubicBezTo>
                  <a:pt x="1362882" y="1314409"/>
                  <a:pt x="1351395" y="1302921"/>
                  <a:pt x="1351395" y="1288750"/>
                </a:cubicBezTo>
                <a:cubicBezTo>
                  <a:pt x="1351395" y="1274579"/>
                  <a:pt x="1362882" y="1263091"/>
                  <a:pt x="1377053" y="1263091"/>
                </a:cubicBezTo>
                <a:close/>
                <a:moveTo>
                  <a:pt x="1184437" y="1263091"/>
                </a:moveTo>
                <a:cubicBezTo>
                  <a:pt x="1198602" y="1263091"/>
                  <a:pt x="1210096" y="1274585"/>
                  <a:pt x="1210096" y="1288750"/>
                </a:cubicBezTo>
                <a:cubicBezTo>
                  <a:pt x="1210096" y="1302914"/>
                  <a:pt x="1198602" y="1314409"/>
                  <a:pt x="1184437" y="1314409"/>
                </a:cubicBezTo>
                <a:cubicBezTo>
                  <a:pt x="1170273" y="1314409"/>
                  <a:pt x="1158780" y="1302914"/>
                  <a:pt x="1158780" y="1288750"/>
                </a:cubicBezTo>
                <a:cubicBezTo>
                  <a:pt x="1158780" y="1274585"/>
                  <a:pt x="1170273" y="1263091"/>
                  <a:pt x="1184437" y="1263091"/>
                </a:cubicBezTo>
                <a:close/>
                <a:moveTo>
                  <a:pt x="991823" y="1263091"/>
                </a:moveTo>
                <a:cubicBezTo>
                  <a:pt x="1005993" y="1263091"/>
                  <a:pt x="1017481" y="1274579"/>
                  <a:pt x="1017481" y="1288750"/>
                </a:cubicBezTo>
                <a:cubicBezTo>
                  <a:pt x="1017481" y="1302921"/>
                  <a:pt x="1005993" y="1314409"/>
                  <a:pt x="991823" y="1314409"/>
                </a:cubicBezTo>
                <a:cubicBezTo>
                  <a:pt x="977652" y="1314409"/>
                  <a:pt x="966162" y="1302921"/>
                  <a:pt x="966162" y="1288750"/>
                </a:cubicBezTo>
                <a:cubicBezTo>
                  <a:pt x="966162" y="1274579"/>
                  <a:pt x="977652" y="1263091"/>
                  <a:pt x="991823" y="1263091"/>
                </a:cubicBezTo>
                <a:close/>
                <a:moveTo>
                  <a:pt x="927616" y="1263091"/>
                </a:moveTo>
                <a:cubicBezTo>
                  <a:pt x="941781" y="1263091"/>
                  <a:pt x="953275" y="1274585"/>
                  <a:pt x="953275" y="1288750"/>
                </a:cubicBezTo>
                <a:cubicBezTo>
                  <a:pt x="953275" y="1302914"/>
                  <a:pt x="941781" y="1314409"/>
                  <a:pt x="927616" y="1314409"/>
                </a:cubicBezTo>
                <a:cubicBezTo>
                  <a:pt x="913452" y="1314409"/>
                  <a:pt x="901957" y="1302914"/>
                  <a:pt x="901957" y="1288750"/>
                </a:cubicBezTo>
                <a:cubicBezTo>
                  <a:pt x="901957" y="1274585"/>
                  <a:pt x="913452" y="1263091"/>
                  <a:pt x="927616" y="1263091"/>
                </a:cubicBezTo>
                <a:close/>
                <a:moveTo>
                  <a:pt x="606475" y="1263091"/>
                </a:moveTo>
                <a:cubicBezTo>
                  <a:pt x="620639" y="1263091"/>
                  <a:pt x="632134" y="1274585"/>
                  <a:pt x="632134" y="1288750"/>
                </a:cubicBezTo>
                <a:cubicBezTo>
                  <a:pt x="632134" y="1302914"/>
                  <a:pt x="620639" y="1314409"/>
                  <a:pt x="606475" y="1314409"/>
                </a:cubicBezTo>
                <a:cubicBezTo>
                  <a:pt x="592310" y="1314409"/>
                  <a:pt x="580815" y="1302914"/>
                  <a:pt x="580815" y="1288750"/>
                </a:cubicBezTo>
                <a:cubicBezTo>
                  <a:pt x="580815" y="1274585"/>
                  <a:pt x="592310" y="1263091"/>
                  <a:pt x="606475" y="1263091"/>
                </a:cubicBezTo>
                <a:close/>
                <a:moveTo>
                  <a:pt x="542268" y="1263091"/>
                </a:moveTo>
                <a:cubicBezTo>
                  <a:pt x="556433" y="1263091"/>
                  <a:pt x="567927" y="1274585"/>
                  <a:pt x="567927" y="1288750"/>
                </a:cubicBezTo>
                <a:cubicBezTo>
                  <a:pt x="567927" y="1302914"/>
                  <a:pt x="556433" y="1314409"/>
                  <a:pt x="542268" y="1314409"/>
                </a:cubicBezTo>
                <a:cubicBezTo>
                  <a:pt x="528104" y="1314409"/>
                  <a:pt x="516610" y="1302914"/>
                  <a:pt x="516610" y="1288750"/>
                </a:cubicBezTo>
                <a:cubicBezTo>
                  <a:pt x="516610" y="1274585"/>
                  <a:pt x="528104" y="1263091"/>
                  <a:pt x="542268" y="1263091"/>
                </a:cubicBezTo>
                <a:close/>
                <a:moveTo>
                  <a:pt x="478063" y="1263091"/>
                </a:moveTo>
                <a:cubicBezTo>
                  <a:pt x="492228" y="1263091"/>
                  <a:pt x="503724" y="1274585"/>
                  <a:pt x="503724" y="1288750"/>
                </a:cubicBezTo>
                <a:cubicBezTo>
                  <a:pt x="503724" y="1302914"/>
                  <a:pt x="492228" y="1314409"/>
                  <a:pt x="478063" y="1314409"/>
                </a:cubicBezTo>
                <a:cubicBezTo>
                  <a:pt x="463900" y="1314409"/>
                  <a:pt x="452404" y="1302914"/>
                  <a:pt x="452404" y="1288750"/>
                </a:cubicBezTo>
                <a:cubicBezTo>
                  <a:pt x="452404" y="1274585"/>
                  <a:pt x="463900" y="1263091"/>
                  <a:pt x="478063" y="1263091"/>
                </a:cubicBezTo>
                <a:close/>
                <a:moveTo>
                  <a:pt x="413858" y="1263091"/>
                </a:moveTo>
                <a:cubicBezTo>
                  <a:pt x="428023" y="1263091"/>
                  <a:pt x="439517" y="1274585"/>
                  <a:pt x="439517" y="1288750"/>
                </a:cubicBezTo>
                <a:cubicBezTo>
                  <a:pt x="439517" y="1302914"/>
                  <a:pt x="428023" y="1314409"/>
                  <a:pt x="413858" y="1314409"/>
                </a:cubicBezTo>
                <a:cubicBezTo>
                  <a:pt x="399694" y="1314409"/>
                  <a:pt x="388200" y="1302914"/>
                  <a:pt x="388200" y="1288750"/>
                </a:cubicBezTo>
                <a:cubicBezTo>
                  <a:pt x="388200" y="1274585"/>
                  <a:pt x="399694" y="1263091"/>
                  <a:pt x="413858" y="1263091"/>
                </a:cubicBezTo>
                <a:close/>
                <a:moveTo>
                  <a:pt x="346686" y="1263091"/>
                </a:moveTo>
                <a:cubicBezTo>
                  <a:pt x="360849" y="1263091"/>
                  <a:pt x="372344" y="1274585"/>
                  <a:pt x="372344" y="1288750"/>
                </a:cubicBezTo>
                <a:cubicBezTo>
                  <a:pt x="372344" y="1302914"/>
                  <a:pt x="360849" y="1314409"/>
                  <a:pt x="346686" y="1314409"/>
                </a:cubicBezTo>
                <a:cubicBezTo>
                  <a:pt x="332520" y="1314409"/>
                  <a:pt x="321027" y="1302914"/>
                  <a:pt x="321027" y="1288750"/>
                </a:cubicBezTo>
                <a:cubicBezTo>
                  <a:pt x="321027" y="1274585"/>
                  <a:pt x="332520" y="1263091"/>
                  <a:pt x="346686" y="1263091"/>
                </a:cubicBezTo>
                <a:close/>
                <a:moveTo>
                  <a:pt x="25659" y="1263091"/>
                </a:moveTo>
                <a:cubicBezTo>
                  <a:pt x="39829" y="1263091"/>
                  <a:pt x="51317" y="1274579"/>
                  <a:pt x="51317" y="1288750"/>
                </a:cubicBezTo>
                <a:cubicBezTo>
                  <a:pt x="51317" y="1302921"/>
                  <a:pt x="39829" y="1314409"/>
                  <a:pt x="25659" y="1314409"/>
                </a:cubicBezTo>
                <a:cubicBezTo>
                  <a:pt x="11488" y="1314409"/>
                  <a:pt x="0" y="1302921"/>
                  <a:pt x="0" y="1288750"/>
                </a:cubicBezTo>
                <a:cubicBezTo>
                  <a:pt x="0" y="1274579"/>
                  <a:pt x="11488" y="1263091"/>
                  <a:pt x="25659" y="1263091"/>
                </a:cubicBezTo>
                <a:close/>
                <a:moveTo>
                  <a:pt x="11646697" y="1208755"/>
                </a:moveTo>
                <a:cubicBezTo>
                  <a:pt x="11653779" y="1208755"/>
                  <a:pt x="11659583" y="1214560"/>
                  <a:pt x="11659583" y="1221642"/>
                </a:cubicBezTo>
                <a:cubicBezTo>
                  <a:pt x="11659583" y="1228724"/>
                  <a:pt x="11653893" y="1234529"/>
                  <a:pt x="11646697" y="1234529"/>
                </a:cubicBezTo>
                <a:cubicBezTo>
                  <a:pt x="11639613" y="1234529"/>
                  <a:pt x="11633809" y="1228840"/>
                  <a:pt x="11633809" y="1221642"/>
                </a:cubicBezTo>
                <a:cubicBezTo>
                  <a:pt x="11633809" y="1214443"/>
                  <a:pt x="11639499" y="1208755"/>
                  <a:pt x="11646697" y="1208755"/>
                </a:cubicBezTo>
                <a:close/>
                <a:moveTo>
                  <a:pt x="11389875" y="1208755"/>
                </a:moveTo>
                <a:cubicBezTo>
                  <a:pt x="11396993" y="1208755"/>
                  <a:pt x="11402763" y="1214524"/>
                  <a:pt x="11402763" y="1221642"/>
                </a:cubicBezTo>
                <a:cubicBezTo>
                  <a:pt x="11402763" y="1228760"/>
                  <a:pt x="11396993" y="1234529"/>
                  <a:pt x="11389875" y="1234529"/>
                </a:cubicBezTo>
                <a:cubicBezTo>
                  <a:pt x="11382759" y="1234529"/>
                  <a:pt x="11376989" y="1228760"/>
                  <a:pt x="11376989" y="1221642"/>
                </a:cubicBezTo>
                <a:cubicBezTo>
                  <a:pt x="11376989" y="1214524"/>
                  <a:pt x="11382759" y="1208755"/>
                  <a:pt x="11389875" y="1208755"/>
                </a:cubicBezTo>
                <a:close/>
                <a:moveTo>
                  <a:pt x="11068848" y="1208755"/>
                </a:moveTo>
                <a:cubicBezTo>
                  <a:pt x="11075966" y="1208755"/>
                  <a:pt x="11081736" y="1214524"/>
                  <a:pt x="11081736" y="1221642"/>
                </a:cubicBezTo>
                <a:cubicBezTo>
                  <a:pt x="11081736" y="1228760"/>
                  <a:pt x="11075966" y="1234529"/>
                  <a:pt x="11068848" y="1234529"/>
                </a:cubicBezTo>
                <a:cubicBezTo>
                  <a:pt x="11061732" y="1234529"/>
                  <a:pt x="11055962" y="1228760"/>
                  <a:pt x="11055962" y="1221642"/>
                </a:cubicBezTo>
                <a:cubicBezTo>
                  <a:pt x="11055962" y="1214524"/>
                  <a:pt x="11061732" y="1208755"/>
                  <a:pt x="11068848" y="1208755"/>
                </a:cubicBezTo>
                <a:close/>
                <a:moveTo>
                  <a:pt x="10811912" y="1208755"/>
                </a:moveTo>
                <a:cubicBezTo>
                  <a:pt x="10819028" y="1208755"/>
                  <a:pt x="10824798" y="1214524"/>
                  <a:pt x="10824798" y="1221642"/>
                </a:cubicBezTo>
                <a:cubicBezTo>
                  <a:pt x="10824798" y="1228760"/>
                  <a:pt x="10819028" y="1234529"/>
                  <a:pt x="10811912" y="1234529"/>
                </a:cubicBezTo>
                <a:cubicBezTo>
                  <a:pt x="10804794" y="1234529"/>
                  <a:pt x="10799024" y="1228760"/>
                  <a:pt x="10799024" y="1221642"/>
                </a:cubicBezTo>
                <a:cubicBezTo>
                  <a:pt x="10799024" y="1214524"/>
                  <a:pt x="10804794" y="1208755"/>
                  <a:pt x="10811912" y="1208755"/>
                </a:cubicBezTo>
                <a:close/>
                <a:moveTo>
                  <a:pt x="10747708" y="1208755"/>
                </a:moveTo>
                <a:cubicBezTo>
                  <a:pt x="10754824" y="1208755"/>
                  <a:pt x="10760593" y="1214524"/>
                  <a:pt x="10760593" y="1221642"/>
                </a:cubicBezTo>
                <a:cubicBezTo>
                  <a:pt x="10760593" y="1228760"/>
                  <a:pt x="10754824" y="1234529"/>
                  <a:pt x="10747708" y="1234529"/>
                </a:cubicBezTo>
                <a:cubicBezTo>
                  <a:pt x="10740589" y="1234529"/>
                  <a:pt x="10734820" y="1228760"/>
                  <a:pt x="10734820" y="1221642"/>
                </a:cubicBezTo>
                <a:cubicBezTo>
                  <a:pt x="10734820" y="1214524"/>
                  <a:pt x="10740589" y="1208755"/>
                  <a:pt x="10747708" y="1208755"/>
                </a:cubicBezTo>
                <a:close/>
                <a:moveTo>
                  <a:pt x="10490885" y="1208755"/>
                </a:moveTo>
                <a:cubicBezTo>
                  <a:pt x="10498004" y="1208755"/>
                  <a:pt x="10503773" y="1214524"/>
                  <a:pt x="10503773" y="1221642"/>
                </a:cubicBezTo>
                <a:cubicBezTo>
                  <a:pt x="10503773" y="1228760"/>
                  <a:pt x="10498004" y="1234529"/>
                  <a:pt x="10490885" y="1234529"/>
                </a:cubicBezTo>
                <a:cubicBezTo>
                  <a:pt x="10483769" y="1234529"/>
                  <a:pt x="10477997" y="1228760"/>
                  <a:pt x="10477997" y="1221642"/>
                </a:cubicBezTo>
                <a:cubicBezTo>
                  <a:pt x="10477997" y="1214524"/>
                  <a:pt x="10483769" y="1208755"/>
                  <a:pt x="10490885" y="1208755"/>
                </a:cubicBezTo>
                <a:close/>
                <a:moveTo>
                  <a:pt x="9912920" y="1208755"/>
                </a:moveTo>
                <a:cubicBezTo>
                  <a:pt x="9920039" y="1208755"/>
                  <a:pt x="9925808" y="1214524"/>
                  <a:pt x="9925808" y="1221642"/>
                </a:cubicBezTo>
                <a:cubicBezTo>
                  <a:pt x="9925808" y="1228760"/>
                  <a:pt x="9920039" y="1234529"/>
                  <a:pt x="9912920" y="1234529"/>
                </a:cubicBezTo>
                <a:cubicBezTo>
                  <a:pt x="9905804" y="1234529"/>
                  <a:pt x="9900035" y="1228760"/>
                  <a:pt x="9900035" y="1221642"/>
                </a:cubicBezTo>
                <a:cubicBezTo>
                  <a:pt x="9900035" y="1214524"/>
                  <a:pt x="9905804" y="1208755"/>
                  <a:pt x="9912920" y="1208755"/>
                </a:cubicBezTo>
                <a:close/>
                <a:moveTo>
                  <a:pt x="8821315" y="1208755"/>
                </a:moveTo>
                <a:cubicBezTo>
                  <a:pt x="8828434" y="1208755"/>
                  <a:pt x="8834203" y="1214524"/>
                  <a:pt x="8834203" y="1221642"/>
                </a:cubicBezTo>
                <a:cubicBezTo>
                  <a:pt x="8834203" y="1228760"/>
                  <a:pt x="8828434" y="1234529"/>
                  <a:pt x="8821315" y="1234529"/>
                </a:cubicBezTo>
                <a:cubicBezTo>
                  <a:pt x="8814199" y="1234529"/>
                  <a:pt x="8808427" y="1228760"/>
                  <a:pt x="8808427" y="1221642"/>
                </a:cubicBezTo>
                <a:cubicBezTo>
                  <a:pt x="8808427" y="1214524"/>
                  <a:pt x="8814199" y="1208755"/>
                  <a:pt x="8821315" y="1208755"/>
                </a:cubicBezTo>
                <a:close/>
                <a:moveTo>
                  <a:pt x="8692906" y="1208755"/>
                </a:moveTo>
                <a:cubicBezTo>
                  <a:pt x="8699988" y="1208755"/>
                  <a:pt x="8705792" y="1214560"/>
                  <a:pt x="8705792" y="1221642"/>
                </a:cubicBezTo>
                <a:cubicBezTo>
                  <a:pt x="8705792" y="1228724"/>
                  <a:pt x="8700103" y="1234529"/>
                  <a:pt x="8692906" y="1234529"/>
                </a:cubicBezTo>
                <a:cubicBezTo>
                  <a:pt x="8685823" y="1234529"/>
                  <a:pt x="8680018" y="1228840"/>
                  <a:pt x="8680018" y="1221642"/>
                </a:cubicBezTo>
                <a:cubicBezTo>
                  <a:pt x="8680018" y="1214443"/>
                  <a:pt x="8685708" y="1208755"/>
                  <a:pt x="8692906" y="1208755"/>
                </a:cubicBezTo>
                <a:close/>
                <a:moveTo>
                  <a:pt x="8307675" y="1208755"/>
                </a:moveTo>
                <a:cubicBezTo>
                  <a:pt x="8314791" y="1208755"/>
                  <a:pt x="8320560" y="1214524"/>
                  <a:pt x="8320560" y="1221642"/>
                </a:cubicBezTo>
                <a:cubicBezTo>
                  <a:pt x="8320560" y="1228760"/>
                  <a:pt x="8314791" y="1234529"/>
                  <a:pt x="8307675" y="1234529"/>
                </a:cubicBezTo>
                <a:cubicBezTo>
                  <a:pt x="8300556" y="1234529"/>
                  <a:pt x="8294787" y="1228760"/>
                  <a:pt x="8294787" y="1221642"/>
                </a:cubicBezTo>
                <a:cubicBezTo>
                  <a:pt x="8294787" y="1214524"/>
                  <a:pt x="8300556" y="1208755"/>
                  <a:pt x="8307675" y="1208755"/>
                </a:cubicBezTo>
                <a:close/>
                <a:moveTo>
                  <a:pt x="7280274" y="1208755"/>
                </a:moveTo>
                <a:cubicBezTo>
                  <a:pt x="7287355" y="1208755"/>
                  <a:pt x="7293160" y="1214560"/>
                  <a:pt x="7293160" y="1221642"/>
                </a:cubicBezTo>
                <a:cubicBezTo>
                  <a:pt x="7293160" y="1228724"/>
                  <a:pt x="7287470" y="1234529"/>
                  <a:pt x="7280274" y="1234529"/>
                </a:cubicBezTo>
                <a:cubicBezTo>
                  <a:pt x="7273190" y="1234529"/>
                  <a:pt x="7267386" y="1228840"/>
                  <a:pt x="7267386" y="1221642"/>
                </a:cubicBezTo>
                <a:cubicBezTo>
                  <a:pt x="7267386" y="1214443"/>
                  <a:pt x="7273075" y="1208755"/>
                  <a:pt x="7280274" y="1208755"/>
                </a:cubicBezTo>
                <a:close/>
                <a:moveTo>
                  <a:pt x="6830836" y="1208755"/>
                </a:moveTo>
                <a:cubicBezTo>
                  <a:pt x="6837954" y="1208755"/>
                  <a:pt x="6843724" y="1214524"/>
                  <a:pt x="6843724" y="1221642"/>
                </a:cubicBezTo>
                <a:cubicBezTo>
                  <a:pt x="6843724" y="1228760"/>
                  <a:pt x="6837954" y="1234529"/>
                  <a:pt x="6830836" y="1234529"/>
                </a:cubicBezTo>
                <a:cubicBezTo>
                  <a:pt x="6823720" y="1234529"/>
                  <a:pt x="6817948" y="1228760"/>
                  <a:pt x="6817948" y="1221642"/>
                </a:cubicBezTo>
                <a:cubicBezTo>
                  <a:pt x="6817948" y="1214524"/>
                  <a:pt x="6823720" y="1208755"/>
                  <a:pt x="6830836" y="1208755"/>
                </a:cubicBezTo>
                <a:close/>
                <a:moveTo>
                  <a:pt x="6766631" y="1208755"/>
                </a:moveTo>
                <a:cubicBezTo>
                  <a:pt x="6773750" y="1208755"/>
                  <a:pt x="6779519" y="1214524"/>
                  <a:pt x="6779519" y="1221642"/>
                </a:cubicBezTo>
                <a:cubicBezTo>
                  <a:pt x="6779519" y="1228760"/>
                  <a:pt x="6773750" y="1234529"/>
                  <a:pt x="6766631" y="1234529"/>
                </a:cubicBezTo>
                <a:cubicBezTo>
                  <a:pt x="6759513" y="1234529"/>
                  <a:pt x="6753743" y="1228760"/>
                  <a:pt x="6753743" y="1221642"/>
                </a:cubicBezTo>
                <a:cubicBezTo>
                  <a:pt x="6753743" y="1214524"/>
                  <a:pt x="6759513" y="1208755"/>
                  <a:pt x="6766631" y="1208755"/>
                </a:cubicBezTo>
                <a:close/>
                <a:moveTo>
                  <a:pt x="6702427" y="1208755"/>
                </a:moveTo>
                <a:cubicBezTo>
                  <a:pt x="6709543" y="1208755"/>
                  <a:pt x="6715312" y="1214524"/>
                  <a:pt x="6715312" y="1221642"/>
                </a:cubicBezTo>
                <a:cubicBezTo>
                  <a:pt x="6715312" y="1228760"/>
                  <a:pt x="6709543" y="1234529"/>
                  <a:pt x="6702427" y="1234529"/>
                </a:cubicBezTo>
                <a:cubicBezTo>
                  <a:pt x="6695308" y="1234529"/>
                  <a:pt x="6689539" y="1228760"/>
                  <a:pt x="6689539" y="1221642"/>
                </a:cubicBezTo>
                <a:cubicBezTo>
                  <a:pt x="6689539" y="1214524"/>
                  <a:pt x="6695308" y="1208755"/>
                  <a:pt x="6702427" y="1208755"/>
                </a:cubicBezTo>
                <a:close/>
                <a:moveTo>
                  <a:pt x="6573900" y="1208755"/>
                </a:moveTo>
                <a:cubicBezTo>
                  <a:pt x="6581099" y="1208755"/>
                  <a:pt x="6586788" y="1214560"/>
                  <a:pt x="6586788" y="1221642"/>
                </a:cubicBezTo>
                <a:cubicBezTo>
                  <a:pt x="6586788" y="1228724"/>
                  <a:pt x="6581099" y="1234529"/>
                  <a:pt x="6573900" y="1234529"/>
                </a:cubicBezTo>
                <a:cubicBezTo>
                  <a:pt x="6566819" y="1234529"/>
                  <a:pt x="6561013" y="1228840"/>
                  <a:pt x="6561013" y="1221642"/>
                </a:cubicBezTo>
                <a:cubicBezTo>
                  <a:pt x="6561013" y="1214443"/>
                  <a:pt x="6566702" y="1208755"/>
                  <a:pt x="6573900" y="1208755"/>
                </a:cubicBezTo>
                <a:close/>
                <a:moveTo>
                  <a:pt x="5936092" y="1208755"/>
                </a:moveTo>
                <a:cubicBezTo>
                  <a:pt x="5943173" y="1208755"/>
                  <a:pt x="5948981" y="1214560"/>
                  <a:pt x="5948981" y="1221642"/>
                </a:cubicBezTo>
                <a:cubicBezTo>
                  <a:pt x="5948981" y="1228724"/>
                  <a:pt x="5943292" y="1234529"/>
                  <a:pt x="5936092" y="1234529"/>
                </a:cubicBezTo>
                <a:cubicBezTo>
                  <a:pt x="5929009" y="1234529"/>
                  <a:pt x="5923204" y="1228840"/>
                  <a:pt x="5923204" y="1221642"/>
                </a:cubicBezTo>
                <a:cubicBezTo>
                  <a:pt x="5923204" y="1214443"/>
                  <a:pt x="5928894" y="1208755"/>
                  <a:pt x="5936092" y="1208755"/>
                </a:cubicBezTo>
                <a:close/>
                <a:moveTo>
                  <a:pt x="5679272" y="1208755"/>
                </a:moveTo>
                <a:cubicBezTo>
                  <a:pt x="5686389" y="1208755"/>
                  <a:pt x="5692160" y="1214524"/>
                  <a:pt x="5692160" y="1221642"/>
                </a:cubicBezTo>
                <a:cubicBezTo>
                  <a:pt x="5692160" y="1228760"/>
                  <a:pt x="5686389" y="1234529"/>
                  <a:pt x="5679272" y="1234529"/>
                </a:cubicBezTo>
                <a:cubicBezTo>
                  <a:pt x="5672154" y="1234529"/>
                  <a:pt x="5666385" y="1228760"/>
                  <a:pt x="5666385" y="1221642"/>
                </a:cubicBezTo>
                <a:cubicBezTo>
                  <a:pt x="5666385" y="1214524"/>
                  <a:pt x="5672154" y="1208755"/>
                  <a:pt x="5679272" y="1208755"/>
                </a:cubicBezTo>
                <a:close/>
                <a:moveTo>
                  <a:pt x="5358245" y="1208755"/>
                </a:moveTo>
                <a:cubicBezTo>
                  <a:pt x="5365362" y="1208755"/>
                  <a:pt x="5371133" y="1214524"/>
                  <a:pt x="5371133" y="1221642"/>
                </a:cubicBezTo>
                <a:cubicBezTo>
                  <a:pt x="5371133" y="1228760"/>
                  <a:pt x="5365362" y="1234529"/>
                  <a:pt x="5358245" y="1234529"/>
                </a:cubicBezTo>
                <a:cubicBezTo>
                  <a:pt x="5351129" y="1234529"/>
                  <a:pt x="5345357" y="1228760"/>
                  <a:pt x="5345357" y="1221642"/>
                </a:cubicBezTo>
                <a:cubicBezTo>
                  <a:pt x="5345357" y="1214524"/>
                  <a:pt x="5351129" y="1208755"/>
                  <a:pt x="5358245" y="1208755"/>
                </a:cubicBezTo>
                <a:close/>
                <a:moveTo>
                  <a:pt x="5101308" y="1208755"/>
                </a:moveTo>
                <a:cubicBezTo>
                  <a:pt x="5108427" y="1208755"/>
                  <a:pt x="5114194" y="1214524"/>
                  <a:pt x="5114194" y="1221642"/>
                </a:cubicBezTo>
                <a:cubicBezTo>
                  <a:pt x="5114194" y="1228760"/>
                  <a:pt x="5108426" y="1234529"/>
                  <a:pt x="5101308" y="1234529"/>
                </a:cubicBezTo>
                <a:cubicBezTo>
                  <a:pt x="5094190" y="1234529"/>
                  <a:pt x="5088421" y="1228760"/>
                  <a:pt x="5088421" y="1221642"/>
                </a:cubicBezTo>
                <a:cubicBezTo>
                  <a:pt x="5088421" y="1214524"/>
                  <a:pt x="5094191" y="1208755"/>
                  <a:pt x="5101308" y="1208755"/>
                </a:cubicBezTo>
                <a:close/>
                <a:moveTo>
                  <a:pt x="5037104" y="1208755"/>
                </a:moveTo>
                <a:cubicBezTo>
                  <a:pt x="5044220" y="1208755"/>
                  <a:pt x="5049991" y="1214524"/>
                  <a:pt x="5049991" y="1221642"/>
                </a:cubicBezTo>
                <a:cubicBezTo>
                  <a:pt x="5049991" y="1228760"/>
                  <a:pt x="5044220" y="1234529"/>
                  <a:pt x="5037104" y="1234529"/>
                </a:cubicBezTo>
                <a:cubicBezTo>
                  <a:pt x="5029986" y="1234529"/>
                  <a:pt x="5024216" y="1228760"/>
                  <a:pt x="5024216" y="1221642"/>
                </a:cubicBezTo>
                <a:cubicBezTo>
                  <a:pt x="5024216" y="1214524"/>
                  <a:pt x="5029986" y="1208755"/>
                  <a:pt x="5037104" y="1208755"/>
                </a:cubicBezTo>
                <a:close/>
                <a:moveTo>
                  <a:pt x="4780282" y="1208755"/>
                </a:moveTo>
                <a:cubicBezTo>
                  <a:pt x="4787399" y="1208755"/>
                  <a:pt x="4793170" y="1214524"/>
                  <a:pt x="4793170" y="1221642"/>
                </a:cubicBezTo>
                <a:cubicBezTo>
                  <a:pt x="4793170" y="1228760"/>
                  <a:pt x="4787399" y="1234529"/>
                  <a:pt x="4780282" y="1234529"/>
                </a:cubicBezTo>
                <a:cubicBezTo>
                  <a:pt x="4773164" y="1234529"/>
                  <a:pt x="4767394" y="1228760"/>
                  <a:pt x="4767394" y="1221642"/>
                </a:cubicBezTo>
                <a:cubicBezTo>
                  <a:pt x="4767394" y="1214524"/>
                  <a:pt x="4773164" y="1208755"/>
                  <a:pt x="4780282" y="1208755"/>
                </a:cubicBezTo>
                <a:close/>
                <a:moveTo>
                  <a:pt x="4202317" y="1208755"/>
                </a:moveTo>
                <a:cubicBezTo>
                  <a:pt x="4209435" y="1208755"/>
                  <a:pt x="4215205" y="1214524"/>
                  <a:pt x="4215205" y="1221642"/>
                </a:cubicBezTo>
                <a:cubicBezTo>
                  <a:pt x="4215205" y="1228760"/>
                  <a:pt x="4209435" y="1234529"/>
                  <a:pt x="4202317" y="1234529"/>
                </a:cubicBezTo>
                <a:cubicBezTo>
                  <a:pt x="4195200" y="1234529"/>
                  <a:pt x="4189431" y="1228760"/>
                  <a:pt x="4189431" y="1221642"/>
                </a:cubicBezTo>
                <a:cubicBezTo>
                  <a:pt x="4189431" y="1214524"/>
                  <a:pt x="4195201" y="1208755"/>
                  <a:pt x="4202317" y="1208755"/>
                </a:cubicBezTo>
                <a:close/>
                <a:moveTo>
                  <a:pt x="3110712" y="1208755"/>
                </a:moveTo>
                <a:cubicBezTo>
                  <a:pt x="3117829" y="1208755"/>
                  <a:pt x="3123600" y="1214524"/>
                  <a:pt x="3123600" y="1221642"/>
                </a:cubicBezTo>
                <a:cubicBezTo>
                  <a:pt x="3123600" y="1228760"/>
                  <a:pt x="3117829" y="1234529"/>
                  <a:pt x="3110712" y="1234529"/>
                </a:cubicBezTo>
                <a:cubicBezTo>
                  <a:pt x="3103595" y="1234529"/>
                  <a:pt x="3097824" y="1228760"/>
                  <a:pt x="3097824" y="1221642"/>
                </a:cubicBezTo>
                <a:cubicBezTo>
                  <a:pt x="3097824" y="1214524"/>
                  <a:pt x="3103595" y="1208755"/>
                  <a:pt x="3110712" y="1208755"/>
                </a:cubicBezTo>
                <a:close/>
                <a:moveTo>
                  <a:pt x="2982301" y="1208755"/>
                </a:moveTo>
                <a:cubicBezTo>
                  <a:pt x="2989384" y="1208755"/>
                  <a:pt x="2995190" y="1214560"/>
                  <a:pt x="2995190" y="1221642"/>
                </a:cubicBezTo>
                <a:cubicBezTo>
                  <a:pt x="2995190" y="1228724"/>
                  <a:pt x="2989500" y="1234529"/>
                  <a:pt x="2982301" y="1234529"/>
                </a:cubicBezTo>
                <a:cubicBezTo>
                  <a:pt x="2975219" y="1234529"/>
                  <a:pt x="2969414" y="1228840"/>
                  <a:pt x="2969414" y="1221642"/>
                </a:cubicBezTo>
                <a:cubicBezTo>
                  <a:pt x="2969414" y="1214443"/>
                  <a:pt x="2975103" y="1208755"/>
                  <a:pt x="2982301" y="1208755"/>
                </a:cubicBezTo>
                <a:close/>
                <a:moveTo>
                  <a:pt x="2597069" y="1208755"/>
                </a:moveTo>
                <a:cubicBezTo>
                  <a:pt x="2604187" y="1208755"/>
                  <a:pt x="2609957" y="1214524"/>
                  <a:pt x="2609957" y="1221642"/>
                </a:cubicBezTo>
                <a:cubicBezTo>
                  <a:pt x="2609957" y="1228760"/>
                  <a:pt x="2604187" y="1234529"/>
                  <a:pt x="2597069" y="1234529"/>
                </a:cubicBezTo>
                <a:cubicBezTo>
                  <a:pt x="2589952" y="1234529"/>
                  <a:pt x="2584182" y="1228760"/>
                  <a:pt x="2584182" y="1221642"/>
                </a:cubicBezTo>
                <a:cubicBezTo>
                  <a:pt x="2584182" y="1214524"/>
                  <a:pt x="2589952" y="1208755"/>
                  <a:pt x="2597069" y="1208755"/>
                </a:cubicBezTo>
                <a:close/>
                <a:moveTo>
                  <a:pt x="1569669" y="1208755"/>
                </a:moveTo>
                <a:cubicBezTo>
                  <a:pt x="1576752" y="1208755"/>
                  <a:pt x="1582557" y="1214560"/>
                  <a:pt x="1582557" y="1221642"/>
                </a:cubicBezTo>
                <a:cubicBezTo>
                  <a:pt x="1582557" y="1228724"/>
                  <a:pt x="1576867" y="1234529"/>
                  <a:pt x="1569669" y="1234529"/>
                </a:cubicBezTo>
                <a:cubicBezTo>
                  <a:pt x="1562587" y="1234529"/>
                  <a:pt x="1556782" y="1228840"/>
                  <a:pt x="1556782" y="1221642"/>
                </a:cubicBezTo>
                <a:cubicBezTo>
                  <a:pt x="1556782" y="1214443"/>
                  <a:pt x="1562471" y="1208755"/>
                  <a:pt x="1569669" y="1208755"/>
                </a:cubicBezTo>
                <a:close/>
                <a:moveTo>
                  <a:pt x="1120233" y="1208755"/>
                </a:moveTo>
                <a:cubicBezTo>
                  <a:pt x="1127350" y="1208755"/>
                  <a:pt x="1133121" y="1214524"/>
                  <a:pt x="1133121" y="1221642"/>
                </a:cubicBezTo>
                <a:cubicBezTo>
                  <a:pt x="1133121" y="1228760"/>
                  <a:pt x="1127350" y="1234529"/>
                  <a:pt x="1120233" y="1234529"/>
                </a:cubicBezTo>
                <a:cubicBezTo>
                  <a:pt x="1113116" y="1234529"/>
                  <a:pt x="1107345" y="1228760"/>
                  <a:pt x="1107345" y="1221642"/>
                </a:cubicBezTo>
                <a:cubicBezTo>
                  <a:pt x="1107345" y="1214524"/>
                  <a:pt x="1113116" y="1208755"/>
                  <a:pt x="1120233" y="1208755"/>
                </a:cubicBezTo>
                <a:close/>
                <a:moveTo>
                  <a:pt x="1056027" y="1208755"/>
                </a:moveTo>
                <a:cubicBezTo>
                  <a:pt x="1063146" y="1208755"/>
                  <a:pt x="1068914" y="1214524"/>
                  <a:pt x="1068914" y="1221642"/>
                </a:cubicBezTo>
                <a:cubicBezTo>
                  <a:pt x="1068914" y="1228760"/>
                  <a:pt x="1063146" y="1234529"/>
                  <a:pt x="1056027" y="1234529"/>
                </a:cubicBezTo>
                <a:cubicBezTo>
                  <a:pt x="1048910" y="1234529"/>
                  <a:pt x="1043139" y="1228760"/>
                  <a:pt x="1043139" y="1221642"/>
                </a:cubicBezTo>
                <a:cubicBezTo>
                  <a:pt x="1043139" y="1214524"/>
                  <a:pt x="1048910" y="1208755"/>
                  <a:pt x="1056027" y="1208755"/>
                </a:cubicBezTo>
                <a:close/>
                <a:moveTo>
                  <a:pt x="991824" y="1208755"/>
                </a:moveTo>
                <a:cubicBezTo>
                  <a:pt x="998940" y="1208755"/>
                  <a:pt x="1004709" y="1214524"/>
                  <a:pt x="1004709" y="1221642"/>
                </a:cubicBezTo>
                <a:cubicBezTo>
                  <a:pt x="1004709" y="1228760"/>
                  <a:pt x="998940" y="1234529"/>
                  <a:pt x="991824" y="1234529"/>
                </a:cubicBezTo>
                <a:cubicBezTo>
                  <a:pt x="984705" y="1234529"/>
                  <a:pt x="978935" y="1228760"/>
                  <a:pt x="978935" y="1221642"/>
                </a:cubicBezTo>
                <a:cubicBezTo>
                  <a:pt x="978935" y="1214524"/>
                  <a:pt x="984705" y="1208755"/>
                  <a:pt x="991824" y="1208755"/>
                </a:cubicBezTo>
                <a:close/>
                <a:moveTo>
                  <a:pt x="863296" y="1208755"/>
                </a:moveTo>
                <a:cubicBezTo>
                  <a:pt x="870496" y="1208755"/>
                  <a:pt x="876184" y="1214560"/>
                  <a:pt x="876184" y="1221642"/>
                </a:cubicBezTo>
                <a:cubicBezTo>
                  <a:pt x="876184" y="1228724"/>
                  <a:pt x="870496" y="1234529"/>
                  <a:pt x="863296" y="1234529"/>
                </a:cubicBezTo>
                <a:cubicBezTo>
                  <a:pt x="856215" y="1234529"/>
                  <a:pt x="850407" y="1228840"/>
                  <a:pt x="850407" y="1221642"/>
                </a:cubicBezTo>
                <a:cubicBezTo>
                  <a:pt x="850407" y="1214443"/>
                  <a:pt x="856098" y="1208755"/>
                  <a:pt x="863296" y="1208755"/>
                </a:cubicBezTo>
                <a:close/>
                <a:moveTo>
                  <a:pt x="218274" y="1208755"/>
                </a:moveTo>
                <a:cubicBezTo>
                  <a:pt x="225357" y="1208755"/>
                  <a:pt x="231162" y="1214560"/>
                  <a:pt x="231162" y="1221642"/>
                </a:cubicBezTo>
                <a:cubicBezTo>
                  <a:pt x="231162" y="1228724"/>
                  <a:pt x="225473" y="1234529"/>
                  <a:pt x="218274" y="1234529"/>
                </a:cubicBezTo>
                <a:cubicBezTo>
                  <a:pt x="211191" y="1234529"/>
                  <a:pt x="205386" y="1228840"/>
                  <a:pt x="205386" y="1221642"/>
                </a:cubicBezTo>
                <a:cubicBezTo>
                  <a:pt x="205386" y="1214443"/>
                  <a:pt x="211076" y="1208755"/>
                  <a:pt x="218274" y="1208755"/>
                </a:cubicBezTo>
                <a:close/>
                <a:moveTo>
                  <a:pt x="12034897" y="1195983"/>
                </a:moveTo>
                <a:cubicBezTo>
                  <a:pt x="12049061" y="1195983"/>
                  <a:pt x="12060557" y="1207478"/>
                  <a:pt x="12060557" y="1221641"/>
                </a:cubicBezTo>
                <a:cubicBezTo>
                  <a:pt x="12060557" y="1235807"/>
                  <a:pt x="12049061" y="1247301"/>
                  <a:pt x="12034897" y="1247301"/>
                </a:cubicBezTo>
                <a:cubicBezTo>
                  <a:pt x="12020731" y="1247301"/>
                  <a:pt x="12009237" y="1235807"/>
                  <a:pt x="12009237" y="1221641"/>
                </a:cubicBezTo>
                <a:cubicBezTo>
                  <a:pt x="12009237" y="1207478"/>
                  <a:pt x="12020731" y="1195983"/>
                  <a:pt x="12034897" y="1195983"/>
                </a:cubicBezTo>
                <a:close/>
                <a:moveTo>
                  <a:pt x="11970691" y="1195983"/>
                </a:moveTo>
                <a:cubicBezTo>
                  <a:pt x="11984855" y="1195983"/>
                  <a:pt x="11996349" y="1207478"/>
                  <a:pt x="11996349" y="1221641"/>
                </a:cubicBezTo>
                <a:cubicBezTo>
                  <a:pt x="11996349" y="1235807"/>
                  <a:pt x="11984855" y="1247301"/>
                  <a:pt x="11970691" y="1247301"/>
                </a:cubicBezTo>
                <a:cubicBezTo>
                  <a:pt x="11956525" y="1247301"/>
                  <a:pt x="11945033" y="1235807"/>
                  <a:pt x="11945033" y="1221641"/>
                </a:cubicBezTo>
                <a:cubicBezTo>
                  <a:pt x="11945033" y="1207478"/>
                  <a:pt x="11956525" y="1195983"/>
                  <a:pt x="11970691" y="1195983"/>
                </a:cubicBezTo>
                <a:close/>
                <a:moveTo>
                  <a:pt x="11842279" y="1195983"/>
                </a:moveTo>
                <a:cubicBezTo>
                  <a:pt x="11856445" y="1195983"/>
                  <a:pt x="11867941" y="1207478"/>
                  <a:pt x="11867941" y="1221641"/>
                </a:cubicBezTo>
                <a:cubicBezTo>
                  <a:pt x="11867941" y="1235807"/>
                  <a:pt x="11856445" y="1247301"/>
                  <a:pt x="11842279" y="1247301"/>
                </a:cubicBezTo>
                <a:cubicBezTo>
                  <a:pt x="11828117" y="1247301"/>
                  <a:pt x="11816621" y="1235807"/>
                  <a:pt x="11816621" y="1221641"/>
                </a:cubicBezTo>
                <a:cubicBezTo>
                  <a:pt x="11816621" y="1207478"/>
                  <a:pt x="11828117" y="1195983"/>
                  <a:pt x="11842279" y="1195983"/>
                </a:cubicBezTo>
                <a:close/>
                <a:moveTo>
                  <a:pt x="11775107" y="1195983"/>
                </a:moveTo>
                <a:cubicBezTo>
                  <a:pt x="11789271" y="1195983"/>
                  <a:pt x="11800767" y="1207478"/>
                  <a:pt x="11800767" y="1221641"/>
                </a:cubicBezTo>
                <a:cubicBezTo>
                  <a:pt x="11800767" y="1235807"/>
                  <a:pt x="11789271" y="1247301"/>
                  <a:pt x="11775107" y="1247301"/>
                </a:cubicBezTo>
                <a:cubicBezTo>
                  <a:pt x="11760941" y="1247301"/>
                  <a:pt x="11749449" y="1235807"/>
                  <a:pt x="11749449" y="1221641"/>
                </a:cubicBezTo>
                <a:cubicBezTo>
                  <a:pt x="11749449" y="1207478"/>
                  <a:pt x="11760941" y="1195983"/>
                  <a:pt x="11775107" y="1195983"/>
                </a:cubicBezTo>
                <a:close/>
                <a:moveTo>
                  <a:pt x="11454081" y="1195983"/>
                </a:moveTo>
                <a:cubicBezTo>
                  <a:pt x="11468253" y="1195983"/>
                  <a:pt x="11479739" y="1207471"/>
                  <a:pt x="11479739" y="1221641"/>
                </a:cubicBezTo>
                <a:cubicBezTo>
                  <a:pt x="11479739" y="1235813"/>
                  <a:pt x="11468253" y="1247301"/>
                  <a:pt x="11454081" y="1247301"/>
                </a:cubicBezTo>
                <a:cubicBezTo>
                  <a:pt x="11439909" y="1247301"/>
                  <a:pt x="11428421" y="1235813"/>
                  <a:pt x="11428421" y="1221641"/>
                </a:cubicBezTo>
                <a:cubicBezTo>
                  <a:pt x="11428421" y="1207471"/>
                  <a:pt x="11439909" y="1195983"/>
                  <a:pt x="11454081" y="1195983"/>
                </a:cubicBezTo>
                <a:close/>
                <a:moveTo>
                  <a:pt x="11325670" y="1195983"/>
                </a:moveTo>
                <a:cubicBezTo>
                  <a:pt x="11339835" y="1195983"/>
                  <a:pt x="11351329" y="1207478"/>
                  <a:pt x="11351329" y="1221641"/>
                </a:cubicBezTo>
                <a:cubicBezTo>
                  <a:pt x="11351329" y="1235807"/>
                  <a:pt x="11339835" y="1247301"/>
                  <a:pt x="11325670" y="1247301"/>
                </a:cubicBezTo>
                <a:cubicBezTo>
                  <a:pt x="11311505" y="1247301"/>
                  <a:pt x="11300012" y="1235807"/>
                  <a:pt x="11300012" y="1221641"/>
                </a:cubicBezTo>
                <a:cubicBezTo>
                  <a:pt x="11300012" y="1207478"/>
                  <a:pt x="11311505" y="1195983"/>
                  <a:pt x="11325670" y="1195983"/>
                </a:cubicBezTo>
                <a:close/>
                <a:moveTo>
                  <a:pt x="11197259" y="1195983"/>
                </a:moveTo>
                <a:cubicBezTo>
                  <a:pt x="11211424" y="1195983"/>
                  <a:pt x="11222917" y="1207478"/>
                  <a:pt x="11222917" y="1221641"/>
                </a:cubicBezTo>
                <a:cubicBezTo>
                  <a:pt x="11222917" y="1235807"/>
                  <a:pt x="11211424" y="1247301"/>
                  <a:pt x="11197259" y="1247301"/>
                </a:cubicBezTo>
                <a:cubicBezTo>
                  <a:pt x="11183094" y="1247301"/>
                  <a:pt x="11171601" y="1235807"/>
                  <a:pt x="11171601" y="1221641"/>
                </a:cubicBezTo>
                <a:cubicBezTo>
                  <a:pt x="11171601" y="1207478"/>
                  <a:pt x="11183094" y="1195983"/>
                  <a:pt x="11197259" y="1195983"/>
                </a:cubicBezTo>
                <a:close/>
                <a:moveTo>
                  <a:pt x="11133055" y="1195983"/>
                </a:moveTo>
                <a:cubicBezTo>
                  <a:pt x="11147225" y="1195983"/>
                  <a:pt x="11158713" y="1207471"/>
                  <a:pt x="11158713" y="1221641"/>
                </a:cubicBezTo>
                <a:cubicBezTo>
                  <a:pt x="11158713" y="1235813"/>
                  <a:pt x="11147225" y="1247301"/>
                  <a:pt x="11133055" y="1247301"/>
                </a:cubicBezTo>
                <a:cubicBezTo>
                  <a:pt x="11118884" y="1247301"/>
                  <a:pt x="11107396" y="1235813"/>
                  <a:pt x="11107396" y="1221641"/>
                </a:cubicBezTo>
                <a:cubicBezTo>
                  <a:pt x="11107396" y="1207471"/>
                  <a:pt x="11118884" y="1195983"/>
                  <a:pt x="11133055" y="1195983"/>
                </a:cubicBezTo>
                <a:close/>
                <a:moveTo>
                  <a:pt x="10940321" y="1195983"/>
                </a:moveTo>
                <a:cubicBezTo>
                  <a:pt x="10954604" y="1195983"/>
                  <a:pt x="10965982" y="1207478"/>
                  <a:pt x="10965982" y="1221641"/>
                </a:cubicBezTo>
                <a:cubicBezTo>
                  <a:pt x="10965982" y="1235807"/>
                  <a:pt x="10954486" y="1247301"/>
                  <a:pt x="10940321" y="1247301"/>
                </a:cubicBezTo>
                <a:cubicBezTo>
                  <a:pt x="10926156" y="1247301"/>
                  <a:pt x="10914663" y="1235807"/>
                  <a:pt x="10914663" y="1221641"/>
                </a:cubicBezTo>
                <a:cubicBezTo>
                  <a:pt x="10914663" y="1207478"/>
                  <a:pt x="10926156" y="1195983"/>
                  <a:pt x="10940321" y="1195983"/>
                </a:cubicBezTo>
                <a:close/>
                <a:moveTo>
                  <a:pt x="10683501" y="1195983"/>
                </a:moveTo>
                <a:cubicBezTo>
                  <a:pt x="10697666" y="1195983"/>
                  <a:pt x="10709159" y="1207478"/>
                  <a:pt x="10709159" y="1221641"/>
                </a:cubicBezTo>
                <a:cubicBezTo>
                  <a:pt x="10709159" y="1235807"/>
                  <a:pt x="10697666" y="1247301"/>
                  <a:pt x="10683501" y="1247301"/>
                </a:cubicBezTo>
                <a:cubicBezTo>
                  <a:pt x="10669336" y="1247301"/>
                  <a:pt x="10657843" y="1235807"/>
                  <a:pt x="10657843" y="1221641"/>
                </a:cubicBezTo>
                <a:cubicBezTo>
                  <a:pt x="10657843" y="1207478"/>
                  <a:pt x="10669336" y="1195983"/>
                  <a:pt x="10683501" y="1195983"/>
                </a:cubicBezTo>
                <a:close/>
                <a:moveTo>
                  <a:pt x="10619297" y="1195983"/>
                </a:moveTo>
                <a:cubicBezTo>
                  <a:pt x="10633462" y="1195983"/>
                  <a:pt x="10644955" y="1207478"/>
                  <a:pt x="10644955" y="1221641"/>
                </a:cubicBezTo>
                <a:cubicBezTo>
                  <a:pt x="10644955" y="1235807"/>
                  <a:pt x="10633462" y="1247301"/>
                  <a:pt x="10619297" y="1247301"/>
                </a:cubicBezTo>
                <a:cubicBezTo>
                  <a:pt x="10605132" y="1247301"/>
                  <a:pt x="10593639" y="1235807"/>
                  <a:pt x="10593639" y="1221641"/>
                </a:cubicBezTo>
                <a:cubicBezTo>
                  <a:pt x="10593639" y="1207478"/>
                  <a:pt x="10605132" y="1195983"/>
                  <a:pt x="10619297" y="1195983"/>
                </a:cubicBezTo>
                <a:close/>
                <a:moveTo>
                  <a:pt x="10555092" y="1195983"/>
                </a:moveTo>
                <a:cubicBezTo>
                  <a:pt x="10569255" y="1195983"/>
                  <a:pt x="10580751" y="1207478"/>
                  <a:pt x="10580751" y="1221641"/>
                </a:cubicBezTo>
                <a:cubicBezTo>
                  <a:pt x="10580751" y="1235807"/>
                  <a:pt x="10569255" y="1247301"/>
                  <a:pt x="10555092" y="1247301"/>
                </a:cubicBezTo>
                <a:cubicBezTo>
                  <a:pt x="10540927" y="1247301"/>
                  <a:pt x="10529432" y="1235807"/>
                  <a:pt x="10529432" y="1221641"/>
                </a:cubicBezTo>
                <a:cubicBezTo>
                  <a:pt x="10529432" y="1207478"/>
                  <a:pt x="10540927" y="1195983"/>
                  <a:pt x="10555092" y="1195983"/>
                </a:cubicBezTo>
                <a:close/>
                <a:moveTo>
                  <a:pt x="10362474" y="1195983"/>
                </a:moveTo>
                <a:cubicBezTo>
                  <a:pt x="10376647" y="1195983"/>
                  <a:pt x="10388135" y="1207471"/>
                  <a:pt x="10388135" y="1221641"/>
                </a:cubicBezTo>
                <a:cubicBezTo>
                  <a:pt x="10388135" y="1235813"/>
                  <a:pt x="10376647" y="1247301"/>
                  <a:pt x="10362474" y="1247301"/>
                </a:cubicBezTo>
                <a:cubicBezTo>
                  <a:pt x="10348304" y="1247301"/>
                  <a:pt x="10336816" y="1235813"/>
                  <a:pt x="10336816" y="1221641"/>
                </a:cubicBezTo>
                <a:cubicBezTo>
                  <a:pt x="10336816" y="1207471"/>
                  <a:pt x="10348304" y="1195983"/>
                  <a:pt x="10362474" y="1195983"/>
                </a:cubicBezTo>
                <a:close/>
                <a:moveTo>
                  <a:pt x="10298270" y="1195983"/>
                </a:moveTo>
                <a:cubicBezTo>
                  <a:pt x="10312435" y="1195983"/>
                  <a:pt x="10323928" y="1207478"/>
                  <a:pt x="10323928" y="1221641"/>
                </a:cubicBezTo>
                <a:cubicBezTo>
                  <a:pt x="10323928" y="1235807"/>
                  <a:pt x="10312435" y="1247301"/>
                  <a:pt x="10298270" y="1247301"/>
                </a:cubicBezTo>
                <a:cubicBezTo>
                  <a:pt x="10284105" y="1247301"/>
                  <a:pt x="10272611" y="1235807"/>
                  <a:pt x="10272611" y="1221641"/>
                </a:cubicBezTo>
                <a:cubicBezTo>
                  <a:pt x="10272611" y="1207478"/>
                  <a:pt x="10284105" y="1195983"/>
                  <a:pt x="10298270" y="1195983"/>
                </a:cubicBezTo>
                <a:close/>
                <a:moveTo>
                  <a:pt x="10234065" y="1195983"/>
                </a:moveTo>
                <a:cubicBezTo>
                  <a:pt x="10248228" y="1195983"/>
                  <a:pt x="10259723" y="1207478"/>
                  <a:pt x="10259723" y="1221641"/>
                </a:cubicBezTo>
                <a:cubicBezTo>
                  <a:pt x="10259723" y="1235807"/>
                  <a:pt x="10248228" y="1247301"/>
                  <a:pt x="10234065" y="1247301"/>
                </a:cubicBezTo>
                <a:cubicBezTo>
                  <a:pt x="10219900" y="1247301"/>
                  <a:pt x="10208404" y="1235807"/>
                  <a:pt x="10208404" y="1221641"/>
                </a:cubicBezTo>
                <a:cubicBezTo>
                  <a:pt x="10208404" y="1207478"/>
                  <a:pt x="10219900" y="1195983"/>
                  <a:pt x="10234065" y="1195983"/>
                </a:cubicBezTo>
                <a:close/>
                <a:moveTo>
                  <a:pt x="10105654" y="1195983"/>
                </a:moveTo>
                <a:cubicBezTo>
                  <a:pt x="10119819" y="1195983"/>
                  <a:pt x="10131312" y="1207478"/>
                  <a:pt x="10131312" y="1221641"/>
                </a:cubicBezTo>
                <a:cubicBezTo>
                  <a:pt x="10131312" y="1235807"/>
                  <a:pt x="10119819" y="1247301"/>
                  <a:pt x="10105654" y="1247301"/>
                </a:cubicBezTo>
                <a:cubicBezTo>
                  <a:pt x="10091489" y="1247301"/>
                  <a:pt x="10079996" y="1235807"/>
                  <a:pt x="10079996" y="1221641"/>
                </a:cubicBezTo>
                <a:cubicBezTo>
                  <a:pt x="10079996" y="1207478"/>
                  <a:pt x="10091489" y="1195983"/>
                  <a:pt x="10105654" y="1195983"/>
                </a:cubicBezTo>
                <a:close/>
                <a:moveTo>
                  <a:pt x="9720307" y="1195983"/>
                </a:moveTo>
                <a:cubicBezTo>
                  <a:pt x="9734470" y="1195983"/>
                  <a:pt x="9745965" y="1207478"/>
                  <a:pt x="9745965" y="1221641"/>
                </a:cubicBezTo>
                <a:cubicBezTo>
                  <a:pt x="9745965" y="1235807"/>
                  <a:pt x="9734470" y="1247301"/>
                  <a:pt x="9720307" y="1247301"/>
                </a:cubicBezTo>
                <a:cubicBezTo>
                  <a:pt x="9706142" y="1247301"/>
                  <a:pt x="9694646" y="1235807"/>
                  <a:pt x="9694646" y="1221641"/>
                </a:cubicBezTo>
                <a:cubicBezTo>
                  <a:pt x="9694646" y="1207478"/>
                  <a:pt x="9706142" y="1195983"/>
                  <a:pt x="9720307" y="1195983"/>
                </a:cubicBezTo>
                <a:close/>
                <a:moveTo>
                  <a:pt x="9591896" y="1195983"/>
                </a:moveTo>
                <a:cubicBezTo>
                  <a:pt x="9606061" y="1195983"/>
                  <a:pt x="9617554" y="1207478"/>
                  <a:pt x="9617554" y="1221641"/>
                </a:cubicBezTo>
                <a:cubicBezTo>
                  <a:pt x="9617554" y="1235807"/>
                  <a:pt x="9606061" y="1247301"/>
                  <a:pt x="9591896" y="1247301"/>
                </a:cubicBezTo>
                <a:cubicBezTo>
                  <a:pt x="9577731" y="1247301"/>
                  <a:pt x="9566238" y="1235807"/>
                  <a:pt x="9566238" y="1221641"/>
                </a:cubicBezTo>
                <a:cubicBezTo>
                  <a:pt x="9566238" y="1207478"/>
                  <a:pt x="9577731" y="1195983"/>
                  <a:pt x="9591896" y="1195983"/>
                </a:cubicBezTo>
                <a:close/>
                <a:moveTo>
                  <a:pt x="9527689" y="1195983"/>
                </a:moveTo>
                <a:cubicBezTo>
                  <a:pt x="9541854" y="1195983"/>
                  <a:pt x="9553350" y="1207478"/>
                  <a:pt x="9553350" y="1221641"/>
                </a:cubicBezTo>
                <a:cubicBezTo>
                  <a:pt x="9553350" y="1235807"/>
                  <a:pt x="9541854" y="1247301"/>
                  <a:pt x="9527689" y="1247301"/>
                </a:cubicBezTo>
                <a:cubicBezTo>
                  <a:pt x="9513524" y="1247301"/>
                  <a:pt x="9502031" y="1235807"/>
                  <a:pt x="9502031" y="1221641"/>
                </a:cubicBezTo>
                <a:cubicBezTo>
                  <a:pt x="9502031" y="1207478"/>
                  <a:pt x="9513524" y="1195983"/>
                  <a:pt x="9527689" y="1195983"/>
                </a:cubicBezTo>
                <a:close/>
                <a:moveTo>
                  <a:pt x="9463485" y="1195983"/>
                </a:moveTo>
                <a:cubicBezTo>
                  <a:pt x="9477650" y="1195983"/>
                  <a:pt x="9489143" y="1207478"/>
                  <a:pt x="9489143" y="1221641"/>
                </a:cubicBezTo>
                <a:cubicBezTo>
                  <a:pt x="9489143" y="1235807"/>
                  <a:pt x="9477650" y="1247301"/>
                  <a:pt x="9463485" y="1247301"/>
                </a:cubicBezTo>
                <a:cubicBezTo>
                  <a:pt x="9449320" y="1247301"/>
                  <a:pt x="9437826" y="1235807"/>
                  <a:pt x="9437826" y="1221641"/>
                </a:cubicBezTo>
                <a:cubicBezTo>
                  <a:pt x="9437826" y="1207478"/>
                  <a:pt x="9449320" y="1195983"/>
                  <a:pt x="9463485" y="1195983"/>
                </a:cubicBezTo>
                <a:close/>
                <a:moveTo>
                  <a:pt x="9335073" y="1195983"/>
                </a:moveTo>
                <a:cubicBezTo>
                  <a:pt x="9349246" y="1195983"/>
                  <a:pt x="9360734" y="1207471"/>
                  <a:pt x="9360734" y="1221641"/>
                </a:cubicBezTo>
                <a:cubicBezTo>
                  <a:pt x="9360734" y="1235813"/>
                  <a:pt x="9349246" y="1247301"/>
                  <a:pt x="9335073" y="1247301"/>
                </a:cubicBezTo>
                <a:cubicBezTo>
                  <a:pt x="9320903" y="1247301"/>
                  <a:pt x="9309415" y="1235813"/>
                  <a:pt x="9309415" y="1221641"/>
                </a:cubicBezTo>
                <a:cubicBezTo>
                  <a:pt x="9309415" y="1207471"/>
                  <a:pt x="9320903" y="1195983"/>
                  <a:pt x="9335073" y="1195983"/>
                </a:cubicBezTo>
                <a:close/>
                <a:moveTo>
                  <a:pt x="9078253" y="1195983"/>
                </a:moveTo>
                <a:cubicBezTo>
                  <a:pt x="9092418" y="1195983"/>
                  <a:pt x="9103911" y="1207478"/>
                  <a:pt x="9103911" y="1221641"/>
                </a:cubicBezTo>
                <a:cubicBezTo>
                  <a:pt x="9103911" y="1235807"/>
                  <a:pt x="9092418" y="1247301"/>
                  <a:pt x="9078253" y="1247301"/>
                </a:cubicBezTo>
                <a:cubicBezTo>
                  <a:pt x="9064088" y="1247301"/>
                  <a:pt x="9052595" y="1235807"/>
                  <a:pt x="9052595" y="1221641"/>
                </a:cubicBezTo>
                <a:cubicBezTo>
                  <a:pt x="9052595" y="1207478"/>
                  <a:pt x="9064088" y="1195983"/>
                  <a:pt x="9078253" y="1195983"/>
                </a:cubicBezTo>
                <a:close/>
                <a:moveTo>
                  <a:pt x="9014049" y="1195983"/>
                </a:moveTo>
                <a:cubicBezTo>
                  <a:pt x="9028214" y="1195983"/>
                  <a:pt x="9039707" y="1207478"/>
                  <a:pt x="9039707" y="1221641"/>
                </a:cubicBezTo>
                <a:cubicBezTo>
                  <a:pt x="9039707" y="1235807"/>
                  <a:pt x="9028214" y="1247301"/>
                  <a:pt x="9014049" y="1247301"/>
                </a:cubicBezTo>
                <a:cubicBezTo>
                  <a:pt x="8999884" y="1247301"/>
                  <a:pt x="8988388" y="1235807"/>
                  <a:pt x="8988388" y="1221641"/>
                </a:cubicBezTo>
                <a:cubicBezTo>
                  <a:pt x="8988388" y="1207478"/>
                  <a:pt x="8999884" y="1195983"/>
                  <a:pt x="9014049" y="1195983"/>
                </a:cubicBezTo>
                <a:close/>
                <a:moveTo>
                  <a:pt x="8564495" y="1195983"/>
                </a:moveTo>
                <a:cubicBezTo>
                  <a:pt x="8578665" y="1195983"/>
                  <a:pt x="8590153" y="1207471"/>
                  <a:pt x="8590153" y="1221641"/>
                </a:cubicBezTo>
                <a:cubicBezTo>
                  <a:pt x="8590153" y="1235813"/>
                  <a:pt x="8578665" y="1247301"/>
                  <a:pt x="8564495" y="1247301"/>
                </a:cubicBezTo>
                <a:cubicBezTo>
                  <a:pt x="8550325" y="1247301"/>
                  <a:pt x="8538837" y="1235813"/>
                  <a:pt x="8538837" y="1221641"/>
                </a:cubicBezTo>
                <a:cubicBezTo>
                  <a:pt x="8538837" y="1207471"/>
                  <a:pt x="8550325" y="1195983"/>
                  <a:pt x="8564495" y="1195983"/>
                </a:cubicBezTo>
                <a:close/>
                <a:moveTo>
                  <a:pt x="8500288" y="1195983"/>
                </a:moveTo>
                <a:cubicBezTo>
                  <a:pt x="8514453" y="1195983"/>
                  <a:pt x="8525949" y="1207478"/>
                  <a:pt x="8525949" y="1221641"/>
                </a:cubicBezTo>
                <a:cubicBezTo>
                  <a:pt x="8525949" y="1235807"/>
                  <a:pt x="8514453" y="1247301"/>
                  <a:pt x="8500288" y="1247301"/>
                </a:cubicBezTo>
                <a:cubicBezTo>
                  <a:pt x="8486126" y="1247301"/>
                  <a:pt x="8474630" y="1235807"/>
                  <a:pt x="8474630" y="1221641"/>
                </a:cubicBezTo>
                <a:cubicBezTo>
                  <a:pt x="8474630" y="1207478"/>
                  <a:pt x="8486126" y="1195983"/>
                  <a:pt x="8500288" y="1195983"/>
                </a:cubicBezTo>
                <a:close/>
                <a:moveTo>
                  <a:pt x="8115057" y="1195983"/>
                </a:moveTo>
                <a:cubicBezTo>
                  <a:pt x="8129222" y="1195983"/>
                  <a:pt x="8140717" y="1207478"/>
                  <a:pt x="8140717" y="1221641"/>
                </a:cubicBezTo>
                <a:cubicBezTo>
                  <a:pt x="8140717" y="1235807"/>
                  <a:pt x="8129222" y="1247301"/>
                  <a:pt x="8115057" y="1247301"/>
                </a:cubicBezTo>
                <a:cubicBezTo>
                  <a:pt x="8100894" y="1247301"/>
                  <a:pt x="8089398" y="1235807"/>
                  <a:pt x="8089398" y="1221641"/>
                </a:cubicBezTo>
                <a:cubicBezTo>
                  <a:pt x="8089398" y="1207478"/>
                  <a:pt x="8100894" y="1195983"/>
                  <a:pt x="8115057" y="1195983"/>
                </a:cubicBezTo>
                <a:close/>
                <a:moveTo>
                  <a:pt x="8050852" y="1195983"/>
                </a:moveTo>
                <a:cubicBezTo>
                  <a:pt x="8065017" y="1195983"/>
                  <a:pt x="8076510" y="1207478"/>
                  <a:pt x="8076510" y="1221641"/>
                </a:cubicBezTo>
                <a:cubicBezTo>
                  <a:pt x="8076510" y="1235807"/>
                  <a:pt x="8065017" y="1247301"/>
                  <a:pt x="8050852" y="1247301"/>
                </a:cubicBezTo>
                <a:cubicBezTo>
                  <a:pt x="8036687" y="1247301"/>
                  <a:pt x="8025194" y="1235807"/>
                  <a:pt x="8025194" y="1221641"/>
                </a:cubicBezTo>
                <a:cubicBezTo>
                  <a:pt x="8025194" y="1207478"/>
                  <a:pt x="8036687" y="1195983"/>
                  <a:pt x="8050852" y="1195983"/>
                </a:cubicBezTo>
                <a:close/>
                <a:moveTo>
                  <a:pt x="7986648" y="1195983"/>
                </a:moveTo>
                <a:cubicBezTo>
                  <a:pt x="8000813" y="1195983"/>
                  <a:pt x="8012306" y="1207478"/>
                  <a:pt x="8012306" y="1221641"/>
                </a:cubicBezTo>
                <a:cubicBezTo>
                  <a:pt x="8012306" y="1235807"/>
                  <a:pt x="8000813" y="1247301"/>
                  <a:pt x="7986648" y="1247301"/>
                </a:cubicBezTo>
                <a:cubicBezTo>
                  <a:pt x="7972483" y="1247301"/>
                  <a:pt x="7960990" y="1235807"/>
                  <a:pt x="7960990" y="1221641"/>
                </a:cubicBezTo>
                <a:cubicBezTo>
                  <a:pt x="7960990" y="1207478"/>
                  <a:pt x="7972483" y="1195983"/>
                  <a:pt x="7986648" y="1195983"/>
                </a:cubicBezTo>
                <a:close/>
                <a:moveTo>
                  <a:pt x="7922444" y="1195983"/>
                </a:moveTo>
                <a:cubicBezTo>
                  <a:pt x="7936606" y="1195983"/>
                  <a:pt x="7948102" y="1207478"/>
                  <a:pt x="7948102" y="1221641"/>
                </a:cubicBezTo>
                <a:cubicBezTo>
                  <a:pt x="7948102" y="1235807"/>
                  <a:pt x="7936606" y="1247301"/>
                  <a:pt x="7922444" y="1247301"/>
                </a:cubicBezTo>
                <a:cubicBezTo>
                  <a:pt x="7908279" y="1247301"/>
                  <a:pt x="7896783" y="1235807"/>
                  <a:pt x="7896783" y="1221641"/>
                </a:cubicBezTo>
                <a:cubicBezTo>
                  <a:pt x="7896783" y="1207478"/>
                  <a:pt x="7908279" y="1195983"/>
                  <a:pt x="7922444" y="1195983"/>
                </a:cubicBezTo>
                <a:close/>
                <a:moveTo>
                  <a:pt x="7858237" y="1195983"/>
                </a:moveTo>
                <a:cubicBezTo>
                  <a:pt x="7872407" y="1195983"/>
                  <a:pt x="7883895" y="1207471"/>
                  <a:pt x="7883895" y="1221641"/>
                </a:cubicBezTo>
                <a:cubicBezTo>
                  <a:pt x="7883895" y="1235813"/>
                  <a:pt x="7872407" y="1247301"/>
                  <a:pt x="7858237" y="1247301"/>
                </a:cubicBezTo>
                <a:cubicBezTo>
                  <a:pt x="7844066" y="1247301"/>
                  <a:pt x="7832578" y="1235813"/>
                  <a:pt x="7832578" y="1221641"/>
                </a:cubicBezTo>
                <a:cubicBezTo>
                  <a:pt x="7832578" y="1207471"/>
                  <a:pt x="7844066" y="1195983"/>
                  <a:pt x="7858237" y="1195983"/>
                </a:cubicBezTo>
                <a:close/>
                <a:moveTo>
                  <a:pt x="7794032" y="1195983"/>
                </a:moveTo>
                <a:cubicBezTo>
                  <a:pt x="7808203" y="1195983"/>
                  <a:pt x="7819690" y="1207471"/>
                  <a:pt x="7819690" y="1221641"/>
                </a:cubicBezTo>
                <a:cubicBezTo>
                  <a:pt x="7819690" y="1235813"/>
                  <a:pt x="7808203" y="1247301"/>
                  <a:pt x="7794032" y="1247301"/>
                </a:cubicBezTo>
                <a:cubicBezTo>
                  <a:pt x="7779862" y="1247301"/>
                  <a:pt x="7768371" y="1235813"/>
                  <a:pt x="7768371" y="1221641"/>
                </a:cubicBezTo>
                <a:cubicBezTo>
                  <a:pt x="7768371" y="1207471"/>
                  <a:pt x="7779862" y="1195983"/>
                  <a:pt x="7794032" y="1195983"/>
                </a:cubicBezTo>
                <a:close/>
                <a:moveTo>
                  <a:pt x="7729825" y="1195983"/>
                </a:moveTo>
                <a:cubicBezTo>
                  <a:pt x="7743990" y="1195983"/>
                  <a:pt x="7755486" y="1207478"/>
                  <a:pt x="7755486" y="1221641"/>
                </a:cubicBezTo>
                <a:cubicBezTo>
                  <a:pt x="7755486" y="1235807"/>
                  <a:pt x="7743990" y="1247301"/>
                  <a:pt x="7729825" y="1247301"/>
                </a:cubicBezTo>
                <a:cubicBezTo>
                  <a:pt x="7715660" y="1247301"/>
                  <a:pt x="7704167" y="1235807"/>
                  <a:pt x="7704167" y="1221641"/>
                </a:cubicBezTo>
                <a:cubicBezTo>
                  <a:pt x="7704167" y="1207478"/>
                  <a:pt x="7715660" y="1195983"/>
                  <a:pt x="7729825" y="1195983"/>
                </a:cubicBezTo>
                <a:close/>
                <a:moveTo>
                  <a:pt x="7665621" y="1195983"/>
                </a:moveTo>
                <a:cubicBezTo>
                  <a:pt x="7679786" y="1195983"/>
                  <a:pt x="7691279" y="1207478"/>
                  <a:pt x="7691279" y="1221641"/>
                </a:cubicBezTo>
                <a:cubicBezTo>
                  <a:pt x="7691279" y="1235807"/>
                  <a:pt x="7679786" y="1247301"/>
                  <a:pt x="7665621" y="1247301"/>
                </a:cubicBezTo>
                <a:cubicBezTo>
                  <a:pt x="7651456" y="1247301"/>
                  <a:pt x="7639963" y="1235807"/>
                  <a:pt x="7639963" y="1221641"/>
                </a:cubicBezTo>
                <a:cubicBezTo>
                  <a:pt x="7639963" y="1207478"/>
                  <a:pt x="7651456" y="1195983"/>
                  <a:pt x="7665621" y="1195983"/>
                </a:cubicBezTo>
                <a:close/>
                <a:moveTo>
                  <a:pt x="7601299" y="1195983"/>
                </a:moveTo>
                <a:cubicBezTo>
                  <a:pt x="7615464" y="1195983"/>
                  <a:pt x="7626959" y="1207478"/>
                  <a:pt x="7626959" y="1221641"/>
                </a:cubicBezTo>
                <a:cubicBezTo>
                  <a:pt x="7626959" y="1235807"/>
                  <a:pt x="7615464" y="1247301"/>
                  <a:pt x="7601299" y="1247301"/>
                </a:cubicBezTo>
                <a:cubicBezTo>
                  <a:pt x="7587134" y="1247301"/>
                  <a:pt x="7575640" y="1235807"/>
                  <a:pt x="7575640" y="1221641"/>
                </a:cubicBezTo>
                <a:cubicBezTo>
                  <a:pt x="7575640" y="1207478"/>
                  <a:pt x="7587134" y="1195983"/>
                  <a:pt x="7601299" y="1195983"/>
                </a:cubicBezTo>
                <a:close/>
                <a:moveTo>
                  <a:pt x="7537094" y="1195983"/>
                </a:moveTo>
                <a:cubicBezTo>
                  <a:pt x="7551259" y="1195983"/>
                  <a:pt x="7562752" y="1207478"/>
                  <a:pt x="7562752" y="1221641"/>
                </a:cubicBezTo>
                <a:cubicBezTo>
                  <a:pt x="7562752" y="1235807"/>
                  <a:pt x="7551259" y="1247301"/>
                  <a:pt x="7537094" y="1247301"/>
                </a:cubicBezTo>
                <a:cubicBezTo>
                  <a:pt x="7522929" y="1247301"/>
                  <a:pt x="7511436" y="1235807"/>
                  <a:pt x="7511436" y="1221641"/>
                </a:cubicBezTo>
                <a:cubicBezTo>
                  <a:pt x="7511436" y="1207478"/>
                  <a:pt x="7522929" y="1195983"/>
                  <a:pt x="7537094" y="1195983"/>
                </a:cubicBezTo>
                <a:close/>
                <a:moveTo>
                  <a:pt x="7472890" y="1195983"/>
                </a:moveTo>
                <a:cubicBezTo>
                  <a:pt x="7487060" y="1195983"/>
                  <a:pt x="7498548" y="1207471"/>
                  <a:pt x="7498548" y="1221641"/>
                </a:cubicBezTo>
                <a:cubicBezTo>
                  <a:pt x="7498548" y="1235813"/>
                  <a:pt x="7487060" y="1247301"/>
                  <a:pt x="7472890" y="1247301"/>
                </a:cubicBezTo>
                <a:cubicBezTo>
                  <a:pt x="7458717" y="1247301"/>
                  <a:pt x="7447229" y="1235813"/>
                  <a:pt x="7447229" y="1221641"/>
                </a:cubicBezTo>
                <a:cubicBezTo>
                  <a:pt x="7447229" y="1207471"/>
                  <a:pt x="7458717" y="1195983"/>
                  <a:pt x="7472890" y="1195983"/>
                </a:cubicBezTo>
                <a:close/>
                <a:moveTo>
                  <a:pt x="7216067" y="1195983"/>
                </a:moveTo>
                <a:cubicBezTo>
                  <a:pt x="7230232" y="1195983"/>
                  <a:pt x="7241725" y="1207478"/>
                  <a:pt x="7241725" y="1221641"/>
                </a:cubicBezTo>
                <a:cubicBezTo>
                  <a:pt x="7241725" y="1235807"/>
                  <a:pt x="7230232" y="1247301"/>
                  <a:pt x="7216067" y="1247301"/>
                </a:cubicBezTo>
                <a:cubicBezTo>
                  <a:pt x="7201902" y="1247301"/>
                  <a:pt x="7190409" y="1235807"/>
                  <a:pt x="7190409" y="1221641"/>
                </a:cubicBezTo>
                <a:cubicBezTo>
                  <a:pt x="7190409" y="1207478"/>
                  <a:pt x="7201902" y="1195983"/>
                  <a:pt x="7216067" y="1195983"/>
                </a:cubicBezTo>
                <a:close/>
                <a:moveTo>
                  <a:pt x="7151863" y="1195983"/>
                </a:moveTo>
                <a:cubicBezTo>
                  <a:pt x="7166033" y="1195983"/>
                  <a:pt x="7177521" y="1207471"/>
                  <a:pt x="7177521" y="1221641"/>
                </a:cubicBezTo>
                <a:cubicBezTo>
                  <a:pt x="7177521" y="1235813"/>
                  <a:pt x="7166033" y="1247301"/>
                  <a:pt x="7151863" y="1247301"/>
                </a:cubicBezTo>
                <a:cubicBezTo>
                  <a:pt x="7137692" y="1247301"/>
                  <a:pt x="7126205" y="1235813"/>
                  <a:pt x="7126205" y="1221641"/>
                </a:cubicBezTo>
                <a:cubicBezTo>
                  <a:pt x="7126205" y="1207471"/>
                  <a:pt x="7137692" y="1195983"/>
                  <a:pt x="7151863" y="1195983"/>
                </a:cubicBezTo>
                <a:close/>
                <a:moveTo>
                  <a:pt x="7087658" y="1195983"/>
                </a:moveTo>
                <a:cubicBezTo>
                  <a:pt x="7101829" y="1195983"/>
                  <a:pt x="7113317" y="1207471"/>
                  <a:pt x="7113317" y="1221641"/>
                </a:cubicBezTo>
                <a:cubicBezTo>
                  <a:pt x="7113317" y="1235813"/>
                  <a:pt x="7101829" y="1247301"/>
                  <a:pt x="7087658" y="1247301"/>
                </a:cubicBezTo>
                <a:cubicBezTo>
                  <a:pt x="7073485" y="1247301"/>
                  <a:pt x="7061998" y="1235813"/>
                  <a:pt x="7061998" y="1221641"/>
                </a:cubicBezTo>
                <a:cubicBezTo>
                  <a:pt x="7061998" y="1207471"/>
                  <a:pt x="7073485" y="1195983"/>
                  <a:pt x="7087658" y="1195983"/>
                </a:cubicBezTo>
                <a:close/>
                <a:moveTo>
                  <a:pt x="6895043" y="1195983"/>
                </a:moveTo>
                <a:cubicBezTo>
                  <a:pt x="6909208" y="1195983"/>
                  <a:pt x="6920701" y="1207478"/>
                  <a:pt x="6920701" y="1221641"/>
                </a:cubicBezTo>
                <a:cubicBezTo>
                  <a:pt x="6920701" y="1235807"/>
                  <a:pt x="6909208" y="1247301"/>
                  <a:pt x="6895043" y="1247301"/>
                </a:cubicBezTo>
                <a:cubicBezTo>
                  <a:pt x="6880878" y="1247301"/>
                  <a:pt x="6869382" y="1235807"/>
                  <a:pt x="6869382" y="1221641"/>
                </a:cubicBezTo>
                <a:cubicBezTo>
                  <a:pt x="6869382" y="1207478"/>
                  <a:pt x="6880878" y="1195983"/>
                  <a:pt x="6895043" y="1195983"/>
                </a:cubicBezTo>
                <a:close/>
                <a:moveTo>
                  <a:pt x="6638220" y="1195983"/>
                </a:moveTo>
                <a:cubicBezTo>
                  <a:pt x="6652385" y="1195983"/>
                  <a:pt x="6663881" y="1207478"/>
                  <a:pt x="6663881" y="1221641"/>
                </a:cubicBezTo>
                <a:cubicBezTo>
                  <a:pt x="6663881" y="1235807"/>
                  <a:pt x="6652385" y="1247301"/>
                  <a:pt x="6638220" y="1247301"/>
                </a:cubicBezTo>
                <a:cubicBezTo>
                  <a:pt x="6624055" y="1247301"/>
                  <a:pt x="6612562" y="1235807"/>
                  <a:pt x="6612562" y="1221641"/>
                </a:cubicBezTo>
                <a:cubicBezTo>
                  <a:pt x="6612562" y="1207478"/>
                  <a:pt x="6624055" y="1195983"/>
                  <a:pt x="6638220" y="1195983"/>
                </a:cubicBezTo>
                <a:close/>
                <a:moveTo>
                  <a:pt x="6317078" y="1195983"/>
                </a:moveTo>
                <a:cubicBezTo>
                  <a:pt x="6331243" y="1195983"/>
                  <a:pt x="6342736" y="1207478"/>
                  <a:pt x="6342736" y="1221641"/>
                </a:cubicBezTo>
                <a:cubicBezTo>
                  <a:pt x="6342736" y="1235807"/>
                  <a:pt x="6331243" y="1247301"/>
                  <a:pt x="6317078" y="1247301"/>
                </a:cubicBezTo>
                <a:cubicBezTo>
                  <a:pt x="6302913" y="1247301"/>
                  <a:pt x="6291420" y="1235807"/>
                  <a:pt x="6291420" y="1221641"/>
                </a:cubicBezTo>
                <a:cubicBezTo>
                  <a:pt x="6291420" y="1207478"/>
                  <a:pt x="6302913" y="1195983"/>
                  <a:pt x="6317078" y="1195983"/>
                </a:cubicBezTo>
                <a:close/>
                <a:moveTo>
                  <a:pt x="6252873" y="1195983"/>
                </a:moveTo>
                <a:cubicBezTo>
                  <a:pt x="6267036" y="1195983"/>
                  <a:pt x="6278532" y="1207478"/>
                  <a:pt x="6278532" y="1221641"/>
                </a:cubicBezTo>
                <a:cubicBezTo>
                  <a:pt x="6278532" y="1235807"/>
                  <a:pt x="6267036" y="1247301"/>
                  <a:pt x="6252873" y="1247301"/>
                </a:cubicBezTo>
                <a:cubicBezTo>
                  <a:pt x="6238708" y="1247301"/>
                  <a:pt x="6227213" y="1235807"/>
                  <a:pt x="6227213" y="1221641"/>
                </a:cubicBezTo>
                <a:cubicBezTo>
                  <a:pt x="6227213" y="1207478"/>
                  <a:pt x="6238708" y="1195983"/>
                  <a:pt x="6252873" y="1195983"/>
                </a:cubicBezTo>
                <a:close/>
                <a:moveTo>
                  <a:pt x="6124462" y="1195983"/>
                </a:moveTo>
                <a:cubicBezTo>
                  <a:pt x="6138627" y="1195983"/>
                  <a:pt x="6150123" y="1207478"/>
                  <a:pt x="6150123" y="1221641"/>
                </a:cubicBezTo>
                <a:cubicBezTo>
                  <a:pt x="6150123" y="1235807"/>
                  <a:pt x="6138627" y="1247301"/>
                  <a:pt x="6124462" y="1247301"/>
                </a:cubicBezTo>
                <a:cubicBezTo>
                  <a:pt x="6110297" y="1247301"/>
                  <a:pt x="6098804" y="1235807"/>
                  <a:pt x="6098804" y="1221641"/>
                </a:cubicBezTo>
                <a:cubicBezTo>
                  <a:pt x="6098804" y="1207478"/>
                  <a:pt x="6110297" y="1195983"/>
                  <a:pt x="6124462" y="1195983"/>
                </a:cubicBezTo>
                <a:close/>
                <a:moveTo>
                  <a:pt x="6064505" y="1195983"/>
                </a:moveTo>
                <a:cubicBezTo>
                  <a:pt x="6078666" y="1195983"/>
                  <a:pt x="6090163" y="1207478"/>
                  <a:pt x="6090163" y="1221641"/>
                </a:cubicBezTo>
                <a:cubicBezTo>
                  <a:pt x="6090163" y="1235807"/>
                  <a:pt x="6078666" y="1247301"/>
                  <a:pt x="6064505" y="1247301"/>
                </a:cubicBezTo>
                <a:cubicBezTo>
                  <a:pt x="6050336" y="1247301"/>
                  <a:pt x="6038844" y="1235807"/>
                  <a:pt x="6038844" y="1221641"/>
                </a:cubicBezTo>
                <a:cubicBezTo>
                  <a:pt x="6038844" y="1207478"/>
                  <a:pt x="6050336" y="1195983"/>
                  <a:pt x="6064505" y="1195983"/>
                </a:cubicBezTo>
                <a:close/>
                <a:moveTo>
                  <a:pt x="5743477" y="1195983"/>
                </a:moveTo>
                <a:cubicBezTo>
                  <a:pt x="5757648" y="1195983"/>
                  <a:pt x="5769136" y="1207471"/>
                  <a:pt x="5769136" y="1221641"/>
                </a:cubicBezTo>
                <a:cubicBezTo>
                  <a:pt x="5769136" y="1235813"/>
                  <a:pt x="5757648" y="1247301"/>
                  <a:pt x="5743477" y="1247301"/>
                </a:cubicBezTo>
                <a:cubicBezTo>
                  <a:pt x="5729307" y="1247301"/>
                  <a:pt x="5717818" y="1235813"/>
                  <a:pt x="5717818" y="1221641"/>
                </a:cubicBezTo>
                <a:cubicBezTo>
                  <a:pt x="5717818" y="1207471"/>
                  <a:pt x="5729307" y="1195983"/>
                  <a:pt x="5743477" y="1195983"/>
                </a:cubicBezTo>
                <a:close/>
                <a:moveTo>
                  <a:pt x="5615066" y="1195983"/>
                </a:moveTo>
                <a:cubicBezTo>
                  <a:pt x="5629231" y="1195983"/>
                  <a:pt x="5640726" y="1207478"/>
                  <a:pt x="5640726" y="1221641"/>
                </a:cubicBezTo>
                <a:cubicBezTo>
                  <a:pt x="5640726" y="1235807"/>
                  <a:pt x="5629231" y="1247301"/>
                  <a:pt x="5615066" y="1247301"/>
                </a:cubicBezTo>
                <a:cubicBezTo>
                  <a:pt x="5600901" y="1247301"/>
                  <a:pt x="5589407" y="1235807"/>
                  <a:pt x="5589407" y="1221641"/>
                </a:cubicBezTo>
                <a:cubicBezTo>
                  <a:pt x="5589407" y="1207478"/>
                  <a:pt x="5600901" y="1195983"/>
                  <a:pt x="5615066" y="1195983"/>
                </a:cubicBezTo>
                <a:close/>
                <a:moveTo>
                  <a:pt x="5486655" y="1195983"/>
                </a:moveTo>
                <a:cubicBezTo>
                  <a:pt x="5500819" y="1195983"/>
                  <a:pt x="5512316" y="1207478"/>
                  <a:pt x="5512316" y="1221641"/>
                </a:cubicBezTo>
                <a:cubicBezTo>
                  <a:pt x="5512316" y="1235807"/>
                  <a:pt x="5500819" y="1247301"/>
                  <a:pt x="5486655" y="1247301"/>
                </a:cubicBezTo>
                <a:cubicBezTo>
                  <a:pt x="5472491" y="1247301"/>
                  <a:pt x="5460997" y="1235807"/>
                  <a:pt x="5460997" y="1221641"/>
                </a:cubicBezTo>
                <a:cubicBezTo>
                  <a:pt x="5460997" y="1207478"/>
                  <a:pt x="5472491" y="1195983"/>
                  <a:pt x="5486655" y="1195983"/>
                </a:cubicBezTo>
                <a:close/>
                <a:moveTo>
                  <a:pt x="5422451" y="1195983"/>
                </a:moveTo>
                <a:cubicBezTo>
                  <a:pt x="5436621" y="1195983"/>
                  <a:pt x="5448109" y="1207471"/>
                  <a:pt x="5448109" y="1221641"/>
                </a:cubicBezTo>
                <a:cubicBezTo>
                  <a:pt x="5448109" y="1235813"/>
                  <a:pt x="5436621" y="1247301"/>
                  <a:pt x="5422451" y="1247301"/>
                </a:cubicBezTo>
                <a:cubicBezTo>
                  <a:pt x="5408280" y="1247301"/>
                  <a:pt x="5396791" y="1235813"/>
                  <a:pt x="5396791" y="1221641"/>
                </a:cubicBezTo>
                <a:cubicBezTo>
                  <a:pt x="5396791" y="1207471"/>
                  <a:pt x="5408280" y="1195983"/>
                  <a:pt x="5422451" y="1195983"/>
                </a:cubicBezTo>
                <a:close/>
                <a:moveTo>
                  <a:pt x="5229719" y="1195983"/>
                </a:moveTo>
                <a:cubicBezTo>
                  <a:pt x="5243999" y="1195983"/>
                  <a:pt x="5255377" y="1207478"/>
                  <a:pt x="5255377" y="1221641"/>
                </a:cubicBezTo>
                <a:cubicBezTo>
                  <a:pt x="5255377" y="1235807"/>
                  <a:pt x="5243883" y="1247301"/>
                  <a:pt x="5229719" y="1247301"/>
                </a:cubicBezTo>
                <a:cubicBezTo>
                  <a:pt x="5215554" y="1247301"/>
                  <a:pt x="5204058" y="1235807"/>
                  <a:pt x="5204058" y="1221641"/>
                </a:cubicBezTo>
                <a:cubicBezTo>
                  <a:pt x="5204058" y="1207478"/>
                  <a:pt x="5215554" y="1195983"/>
                  <a:pt x="5229719" y="1195983"/>
                </a:cubicBezTo>
                <a:close/>
                <a:moveTo>
                  <a:pt x="4972896" y="1195983"/>
                </a:moveTo>
                <a:cubicBezTo>
                  <a:pt x="4987063" y="1195983"/>
                  <a:pt x="4998557" y="1207478"/>
                  <a:pt x="4998557" y="1221641"/>
                </a:cubicBezTo>
                <a:cubicBezTo>
                  <a:pt x="4998557" y="1235807"/>
                  <a:pt x="4987063" y="1247301"/>
                  <a:pt x="4972896" y="1247301"/>
                </a:cubicBezTo>
                <a:cubicBezTo>
                  <a:pt x="4958732" y="1247301"/>
                  <a:pt x="4947240" y="1235807"/>
                  <a:pt x="4947240" y="1221641"/>
                </a:cubicBezTo>
                <a:cubicBezTo>
                  <a:pt x="4947240" y="1207478"/>
                  <a:pt x="4958732" y="1195983"/>
                  <a:pt x="4972896" y="1195983"/>
                </a:cubicBezTo>
                <a:close/>
                <a:moveTo>
                  <a:pt x="4908693" y="1195983"/>
                </a:moveTo>
                <a:cubicBezTo>
                  <a:pt x="4922857" y="1195983"/>
                  <a:pt x="4934352" y="1207478"/>
                  <a:pt x="4934352" y="1221641"/>
                </a:cubicBezTo>
                <a:cubicBezTo>
                  <a:pt x="4934352" y="1235807"/>
                  <a:pt x="4922857" y="1247301"/>
                  <a:pt x="4908693" y="1247301"/>
                </a:cubicBezTo>
                <a:cubicBezTo>
                  <a:pt x="4894527" y="1247301"/>
                  <a:pt x="4883033" y="1235807"/>
                  <a:pt x="4883033" y="1221641"/>
                </a:cubicBezTo>
                <a:cubicBezTo>
                  <a:pt x="4883033" y="1207478"/>
                  <a:pt x="4894527" y="1195983"/>
                  <a:pt x="4908693" y="1195983"/>
                </a:cubicBezTo>
                <a:close/>
                <a:moveTo>
                  <a:pt x="4844487" y="1195983"/>
                </a:moveTo>
                <a:cubicBezTo>
                  <a:pt x="4858650" y="1195983"/>
                  <a:pt x="4870146" y="1207478"/>
                  <a:pt x="4870146" y="1221641"/>
                </a:cubicBezTo>
                <a:cubicBezTo>
                  <a:pt x="4870146" y="1235807"/>
                  <a:pt x="4858650" y="1247301"/>
                  <a:pt x="4844487" y="1247301"/>
                </a:cubicBezTo>
                <a:cubicBezTo>
                  <a:pt x="4830322" y="1247301"/>
                  <a:pt x="4818828" y="1235807"/>
                  <a:pt x="4818828" y="1221641"/>
                </a:cubicBezTo>
                <a:cubicBezTo>
                  <a:pt x="4818828" y="1207478"/>
                  <a:pt x="4830322" y="1195983"/>
                  <a:pt x="4844487" y="1195983"/>
                </a:cubicBezTo>
                <a:close/>
                <a:moveTo>
                  <a:pt x="4651872" y="1195983"/>
                </a:moveTo>
                <a:cubicBezTo>
                  <a:pt x="4666042" y="1195983"/>
                  <a:pt x="4677531" y="1207471"/>
                  <a:pt x="4677531" y="1221641"/>
                </a:cubicBezTo>
                <a:cubicBezTo>
                  <a:pt x="4677531" y="1235813"/>
                  <a:pt x="4666042" y="1247301"/>
                  <a:pt x="4651872" y="1247301"/>
                </a:cubicBezTo>
                <a:cubicBezTo>
                  <a:pt x="4637700" y="1247301"/>
                  <a:pt x="4626213" y="1235813"/>
                  <a:pt x="4626213" y="1221641"/>
                </a:cubicBezTo>
                <a:cubicBezTo>
                  <a:pt x="4626213" y="1207471"/>
                  <a:pt x="4637700" y="1195983"/>
                  <a:pt x="4651872" y="1195983"/>
                </a:cubicBezTo>
                <a:close/>
                <a:moveTo>
                  <a:pt x="4587666" y="1195983"/>
                </a:moveTo>
                <a:cubicBezTo>
                  <a:pt x="4601830" y="1195983"/>
                  <a:pt x="4613324" y="1207478"/>
                  <a:pt x="4613324" y="1221641"/>
                </a:cubicBezTo>
                <a:cubicBezTo>
                  <a:pt x="4613324" y="1235807"/>
                  <a:pt x="4601830" y="1247301"/>
                  <a:pt x="4587666" y="1247301"/>
                </a:cubicBezTo>
                <a:cubicBezTo>
                  <a:pt x="4573501" y="1247301"/>
                  <a:pt x="4562007" y="1235807"/>
                  <a:pt x="4562007" y="1221641"/>
                </a:cubicBezTo>
                <a:cubicBezTo>
                  <a:pt x="4562007" y="1207478"/>
                  <a:pt x="4573501" y="1195983"/>
                  <a:pt x="4587666" y="1195983"/>
                </a:cubicBezTo>
                <a:close/>
                <a:moveTo>
                  <a:pt x="4523461" y="1195983"/>
                </a:moveTo>
                <a:cubicBezTo>
                  <a:pt x="4537626" y="1195983"/>
                  <a:pt x="4549121" y="1207478"/>
                  <a:pt x="4549121" y="1221641"/>
                </a:cubicBezTo>
                <a:cubicBezTo>
                  <a:pt x="4549121" y="1235807"/>
                  <a:pt x="4537626" y="1247301"/>
                  <a:pt x="4523461" y="1247301"/>
                </a:cubicBezTo>
                <a:cubicBezTo>
                  <a:pt x="4509296" y="1247301"/>
                  <a:pt x="4497802" y="1235807"/>
                  <a:pt x="4497802" y="1221641"/>
                </a:cubicBezTo>
                <a:cubicBezTo>
                  <a:pt x="4497802" y="1207478"/>
                  <a:pt x="4509296" y="1195983"/>
                  <a:pt x="4523461" y="1195983"/>
                </a:cubicBezTo>
                <a:close/>
                <a:moveTo>
                  <a:pt x="4395050" y="1195983"/>
                </a:moveTo>
                <a:cubicBezTo>
                  <a:pt x="4409214" y="1195983"/>
                  <a:pt x="4420710" y="1207478"/>
                  <a:pt x="4420710" y="1221641"/>
                </a:cubicBezTo>
                <a:cubicBezTo>
                  <a:pt x="4420710" y="1235807"/>
                  <a:pt x="4409214" y="1247301"/>
                  <a:pt x="4395050" y="1247301"/>
                </a:cubicBezTo>
                <a:cubicBezTo>
                  <a:pt x="4380886" y="1247301"/>
                  <a:pt x="4369391" y="1235807"/>
                  <a:pt x="4369391" y="1221641"/>
                </a:cubicBezTo>
                <a:cubicBezTo>
                  <a:pt x="4369391" y="1207478"/>
                  <a:pt x="4380886" y="1195983"/>
                  <a:pt x="4395050" y="1195983"/>
                </a:cubicBezTo>
                <a:close/>
                <a:moveTo>
                  <a:pt x="4009702" y="1195983"/>
                </a:moveTo>
                <a:cubicBezTo>
                  <a:pt x="4023866" y="1195983"/>
                  <a:pt x="4035362" y="1207478"/>
                  <a:pt x="4035362" y="1221641"/>
                </a:cubicBezTo>
                <a:cubicBezTo>
                  <a:pt x="4035362" y="1235807"/>
                  <a:pt x="4023866" y="1247301"/>
                  <a:pt x="4009702" y="1247301"/>
                </a:cubicBezTo>
                <a:cubicBezTo>
                  <a:pt x="3995538" y="1247301"/>
                  <a:pt x="3984043" y="1235807"/>
                  <a:pt x="3984043" y="1221641"/>
                </a:cubicBezTo>
                <a:cubicBezTo>
                  <a:pt x="3984043" y="1207478"/>
                  <a:pt x="3995538" y="1195983"/>
                  <a:pt x="4009702" y="1195983"/>
                </a:cubicBezTo>
                <a:close/>
                <a:moveTo>
                  <a:pt x="3881291" y="1195983"/>
                </a:moveTo>
                <a:cubicBezTo>
                  <a:pt x="3895456" y="1195983"/>
                  <a:pt x="3906950" y="1207478"/>
                  <a:pt x="3906950" y="1221641"/>
                </a:cubicBezTo>
                <a:cubicBezTo>
                  <a:pt x="3906950" y="1235807"/>
                  <a:pt x="3895456" y="1247301"/>
                  <a:pt x="3881291" y="1247301"/>
                </a:cubicBezTo>
                <a:cubicBezTo>
                  <a:pt x="3867127" y="1247301"/>
                  <a:pt x="3855633" y="1235807"/>
                  <a:pt x="3855633" y="1221641"/>
                </a:cubicBezTo>
                <a:cubicBezTo>
                  <a:pt x="3855633" y="1207478"/>
                  <a:pt x="3867127" y="1195983"/>
                  <a:pt x="3881291" y="1195983"/>
                </a:cubicBezTo>
                <a:close/>
                <a:moveTo>
                  <a:pt x="3817085" y="1195983"/>
                </a:moveTo>
                <a:cubicBezTo>
                  <a:pt x="3831252" y="1195983"/>
                  <a:pt x="3842745" y="1207478"/>
                  <a:pt x="3842745" y="1221641"/>
                </a:cubicBezTo>
                <a:cubicBezTo>
                  <a:pt x="3842745" y="1235807"/>
                  <a:pt x="3831252" y="1247301"/>
                  <a:pt x="3817085" y="1247301"/>
                </a:cubicBezTo>
                <a:cubicBezTo>
                  <a:pt x="3802921" y="1247301"/>
                  <a:pt x="3791427" y="1235807"/>
                  <a:pt x="3791427" y="1221641"/>
                </a:cubicBezTo>
                <a:cubicBezTo>
                  <a:pt x="3791427" y="1207478"/>
                  <a:pt x="3802921" y="1195983"/>
                  <a:pt x="3817085" y="1195983"/>
                </a:cubicBezTo>
                <a:close/>
                <a:moveTo>
                  <a:pt x="3752882" y="1195983"/>
                </a:moveTo>
                <a:cubicBezTo>
                  <a:pt x="3767045" y="1195983"/>
                  <a:pt x="3778539" y="1207478"/>
                  <a:pt x="3778539" y="1221641"/>
                </a:cubicBezTo>
                <a:cubicBezTo>
                  <a:pt x="3778539" y="1235807"/>
                  <a:pt x="3767045" y="1247301"/>
                  <a:pt x="3752882" y="1247301"/>
                </a:cubicBezTo>
                <a:cubicBezTo>
                  <a:pt x="3738717" y="1247301"/>
                  <a:pt x="3727221" y="1235807"/>
                  <a:pt x="3727221" y="1221641"/>
                </a:cubicBezTo>
                <a:cubicBezTo>
                  <a:pt x="3727221" y="1207478"/>
                  <a:pt x="3738717" y="1195983"/>
                  <a:pt x="3752882" y="1195983"/>
                </a:cubicBezTo>
                <a:close/>
                <a:moveTo>
                  <a:pt x="3624472" y="1195983"/>
                </a:moveTo>
                <a:cubicBezTo>
                  <a:pt x="3638640" y="1195983"/>
                  <a:pt x="3650129" y="1207471"/>
                  <a:pt x="3650129" y="1221641"/>
                </a:cubicBezTo>
                <a:cubicBezTo>
                  <a:pt x="3650129" y="1235813"/>
                  <a:pt x="3638640" y="1247301"/>
                  <a:pt x="3624472" y="1247301"/>
                </a:cubicBezTo>
                <a:cubicBezTo>
                  <a:pt x="3610300" y="1247301"/>
                  <a:pt x="3598810" y="1235813"/>
                  <a:pt x="3598810" y="1221641"/>
                </a:cubicBezTo>
                <a:cubicBezTo>
                  <a:pt x="3598810" y="1207471"/>
                  <a:pt x="3610300" y="1195983"/>
                  <a:pt x="3624472" y="1195983"/>
                </a:cubicBezTo>
                <a:close/>
                <a:moveTo>
                  <a:pt x="3367649" y="1195983"/>
                </a:moveTo>
                <a:cubicBezTo>
                  <a:pt x="3381813" y="1195983"/>
                  <a:pt x="3393308" y="1207478"/>
                  <a:pt x="3393308" y="1221641"/>
                </a:cubicBezTo>
                <a:cubicBezTo>
                  <a:pt x="3393308" y="1235807"/>
                  <a:pt x="3381813" y="1247301"/>
                  <a:pt x="3367649" y="1247301"/>
                </a:cubicBezTo>
                <a:cubicBezTo>
                  <a:pt x="3353484" y="1247301"/>
                  <a:pt x="3341990" y="1235807"/>
                  <a:pt x="3341990" y="1221641"/>
                </a:cubicBezTo>
                <a:cubicBezTo>
                  <a:pt x="3341990" y="1207478"/>
                  <a:pt x="3353484" y="1195983"/>
                  <a:pt x="3367649" y="1195983"/>
                </a:cubicBezTo>
                <a:close/>
                <a:moveTo>
                  <a:pt x="3303444" y="1195983"/>
                </a:moveTo>
                <a:cubicBezTo>
                  <a:pt x="3317609" y="1195983"/>
                  <a:pt x="3329102" y="1207478"/>
                  <a:pt x="3329102" y="1221641"/>
                </a:cubicBezTo>
                <a:cubicBezTo>
                  <a:pt x="3329102" y="1235807"/>
                  <a:pt x="3317609" y="1247301"/>
                  <a:pt x="3303444" y="1247301"/>
                </a:cubicBezTo>
                <a:cubicBezTo>
                  <a:pt x="3289279" y="1247301"/>
                  <a:pt x="3277785" y="1235807"/>
                  <a:pt x="3277785" y="1221641"/>
                </a:cubicBezTo>
                <a:cubicBezTo>
                  <a:pt x="3277785" y="1207478"/>
                  <a:pt x="3289279" y="1195983"/>
                  <a:pt x="3303444" y="1195983"/>
                </a:cubicBezTo>
                <a:close/>
                <a:moveTo>
                  <a:pt x="2853890" y="1195983"/>
                </a:moveTo>
                <a:cubicBezTo>
                  <a:pt x="2868062" y="1195983"/>
                  <a:pt x="2879550" y="1207471"/>
                  <a:pt x="2879550" y="1221641"/>
                </a:cubicBezTo>
                <a:cubicBezTo>
                  <a:pt x="2879550" y="1235813"/>
                  <a:pt x="2868062" y="1247301"/>
                  <a:pt x="2853890" y="1247301"/>
                </a:cubicBezTo>
                <a:cubicBezTo>
                  <a:pt x="2839720" y="1247301"/>
                  <a:pt x="2828231" y="1235813"/>
                  <a:pt x="2828231" y="1221641"/>
                </a:cubicBezTo>
                <a:cubicBezTo>
                  <a:pt x="2828231" y="1207471"/>
                  <a:pt x="2839720" y="1195983"/>
                  <a:pt x="2853890" y="1195983"/>
                </a:cubicBezTo>
                <a:close/>
                <a:moveTo>
                  <a:pt x="2789686" y="1195983"/>
                </a:moveTo>
                <a:cubicBezTo>
                  <a:pt x="2803850" y="1195983"/>
                  <a:pt x="2815344" y="1207478"/>
                  <a:pt x="2815344" y="1221641"/>
                </a:cubicBezTo>
                <a:cubicBezTo>
                  <a:pt x="2815344" y="1235807"/>
                  <a:pt x="2803850" y="1247301"/>
                  <a:pt x="2789686" y="1247301"/>
                </a:cubicBezTo>
                <a:cubicBezTo>
                  <a:pt x="2775521" y="1247301"/>
                  <a:pt x="2764027" y="1235807"/>
                  <a:pt x="2764027" y="1221641"/>
                </a:cubicBezTo>
                <a:cubicBezTo>
                  <a:pt x="2764027" y="1207478"/>
                  <a:pt x="2775521" y="1195983"/>
                  <a:pt x="2789686" y="1195983"/>
                </a:cubicBezTo>
                <a:close/>
                <a:moveTo>
                  <a:pt x="2404454" y="1195983"/>
                </a:moveTo>
                <a:cubicBezTo>
                  <a:pt x="2418619" y="1195983"/>
                  <a:pt x="2430112" y="1207478"/>
                  <a:pt x="2430112" y="1221641"/>
                </a:cubicBezTo>
                <a:cubicBezTo>
                  <a:pt x="2430112" y="1235807"/>
                  <a:pt x="2418619" y="1247301"/>
                  <a:pt x="2404454" y="1247301"/>
                </a:cubicBezTo>
                <a:cubicBezTo>
                  <a:pt x="2390289" y="1247301"/>
                  <a:pt x="2378795" y="1235807"/>
                  <a:pt x="2378795" y="1221641"/>
                </a:cubicBezTo>
                <a:cubicBezTo>
                  <a:pt x="2378795" y="1207478"/>
                  <a:pt x="2390289" y="1195983"/>
                  <a:pt x="2404454" y="1195983"/>
                </a:cubicBezTo>
                <a:close/>
                <a:moveTo>
                  <a:pt x="2340249" y="1195983"/>
                </a:moveTo>
                <a:cubicBezTo>
                  <a:pt x="2354413" y="1195983"/>
                  <a:pt x="2365908" y="1207478"/>
                  <a:pt x="2365908" y="1221641"/>
                </a:cubicBezTo>
                <a:cubicBezTo>
                  <a:pt x="2365908" y="1235807"/>
                  <a:pt x="2354413" y="1247301"/>
                  <a:pt x="2340249" y="1247301"/>
                </a:cubicBezTo>
                <a:cubicBezTo>
                  <a:pt x="2326084" y="1247301"/>
                  <a:pt x="2314590" y="1235807"/>
                  <a:pt x="2314590" y="1221641"/>
                </a:cubicBezTo>
                <a:cubicBezTo>
                  <a:pt x="2314590" y="1207478"/>
                  <a:pt x="2326084" y="1195983"/>
                  <a:pt x="2340249" y="1195983"/>
                </a:cubicBezTo>
                <a:close/>
                <a:moveTo>
                  <a:pt x="2276044" y="1195983"/>
                </a:moveTo>
                <a:cubicBezTo>
                  <a:pt x="2290208" y="1195983"/>
                  <a:pt x="2301702" y="1207478"/>
                  <a:pt x="2301702" y="1221641"/>
                </a:cubicBezTo>
                <a:cubicBezTo>
                  <a:pt x="2301702" y="1235807"/>
                  <a:pt x="2290208" y="1247301"/>
                  <a:pt x="2276044" y="1247301"/>
                </a:cubicBezTo>
                <a:cubicBezTo>
                  <a:pt x="2261879" y="1247301"/>
                  <a:pt x="2250385" y="1235807"/>
                  <a:pt x="2250385" y="1221641"/>
                </a:cubicBezTo>
                <a:cubicBezTo>
                  <a:pt x="2250385" y="1207478"/>
                  <a:pt x="2261879" y="1195983"/>
                  <a:pt x="2276044" y="1195983"/>
                </a:cubicBezTo>
                <a:close/>
                <a:moveTo>
                  <a:pt x="2211838" y="1195983"/>
                </a:moveTo>
                <a:cubicBezTo>
                  <a:pt x="2226003" y="1195983"/>
                  <a:pt x="2237497" y="1207478"/>
                  <a:pt x="2237497" y="1221641"/>
                </a:cubicBezTo>
                <a:cubicBezTo>
                  <a:pt x="2237497" y="1235807"/>
                  <a:pt x="2226003" y="1247301"/>
                  <a:pt x="2211838" y="1247301"/>
                </a:cubicBezTo>
                <a:cubicBezTo>
                  <a:pt x="2197673" y="1247301"/>
                  <a:pt x="2186178" y="1235807"/>
                  <a:pt x="2186178" y="1221641"/>
                </a:cubicBezTo>
                <a:cubicBezTo>
                  <a:pt x="2186178" y="1207478"/>
                  <a:pt x="2197673" y="1195983"/>
                  <a:pt x="2211838" y="1195983"/>
                </a:cubicBezTo>
                <a:close/>
                <a:moveTo>
                  <a:pt x="2147633" y="1195983"/>
                </a:moveTo>
                <a:cubicBezTo>
                  <a:pt x="2161804" y="1195983"/>
                  <a:pt x="2173293" y="1207471"/>
                  <a:pt x="2173293" y="1221641"/>
                </a:cubicBezTo>
                <a:cubicBezTo>
                  <a:pt x="2173293" y="1235813"/>
                  <a:pt x="2161804" y="1247301"/>
                  <a:pt x="2147633" y="1247301"/>
                </a:cubicBezTo>
                <a:cubicBezTo>
                  <a:pt x="2133462" y="1247301"/>
                  <a:pt x="2121975" y="1235813"/>
                  <a:pt x="2121975" y="1221641"/>
                </a:cubicBezTo>
                <a:cubicBezTo>
                  <a:pt x="2121975" y="1207471"/>
                  <a:pt x="2133462" y="1195983"/>
                  <a:pt x="2147633" y="1195983"/>
                </a:cubicBezTo>
                <a:close/>
                <a:moveTo>
                  <a:pt x="2083427" y="1195983"/>
                </a:moveTo>
                <a:cubicBezTo>
                  <a:pt x="2097599" y="1195983"/>
                  <a:pt x="2109087" y="1207471"/>
                  <a:pt x="2109087" y="1221641"/>
                </a:cubicBezTo>
                <a:cubicBezTo>
                  <a:pt x="2109087" y="1235813"/>
                  <a:pt x="2097599" y="1247301"/>
                  <a:pt x="2083427" y="1247301"/>
                </a:cubicBezTo>
                <a:cubicBezTo>
                  <a:pt x="2069257" y="1247301"/>
                  <a:pt x="2057768" y="1235813"/>
                  <a:pt x="2057768" y="1221641"/>
                </a:cubicBezTo>
                <a:cubicBezTo>
                  <a:pt x="2057768" y="1207471"/>
                  <a:pt x="2069257" y="1195983"/>
                  <a:pt x="2083427" y="1195983"/>
                </a:cubicBezTo>
                <a:close/>
                <a:moveTo>
                  <a:pt x="2019222" y="1195983"/>
                </a:moveTo>
                <a:cubicBezTo>
                  <a:pt x="2033387" y="1195983"/>
                  <a:pt x="2044880" y="1207478"/>
                  <a:pt x="2044880" y="1221641"/>
                </a:cubicBezTo>
                <a:cubicBezTo>
                  <a:pt x="2044880" y="1235807"/>
                  <a:pt x="2033387" y="1247301"/>
                  <a:pt x="2019222" y="1247301"/>
                </a:cubicBezTo>
                <a:cubicBezTo>
                  <a:pt x="2005058" y="1247301"/>
                  <a:pt x="1993563" y="1235807"/>
                  <a:pt x="1993563" y="1221641"/>
                </a:cubicBezTo>
                <a:cubicBezTo>
                  <a:pt x="1993563" y="1207478"/>
                  <a:pt x="2005058" y="1195983"/>
                  <a:pt x="2019222" y="1195983"/>
                </a:cubicBezTo>
                <a:close/>
                <a:moveTo>
                  <a:pt x="1955016" y="1195983"/>
                </a:moveTo>
                <a:cubicBezTo>
                  <a:pt x="1969181" y="1195983"/>
                  <a:pt x="1980676" y="1207478"/>
                  <a:pt x="1980676" y="1221641"/>
                </a:cubicBezTo>
                <a:cubicBezTo>
                  <a:pt x="1980676" y="1235807"/>
                  <a:pt x="1969181" y="1247301"/>
                  <a:pt x="1955016" y="1247301"/>
                </a:cubicBezTo>
                <a:cubicBezTo>
                  <a:pt x="1940851" y="1247301"/>
                  <a:pt x="1929358" y="1235807"/>
                  <a:pt x="1929358" y="1221641"/>
                </a:cubicBezTo>
                <a:cubicBezTo>
                  <a:pt x="1929358" y="1207478"/>
                  <a:pt x="1940851" y="1195983"/>
                  <a:pt x="1955016" y="1195983"/>
                </a:cubicBezTo>
                <a:close/>
                <a:moveTo>
                  <a:pt x="1890696" y="1195983"/>
                </a:moveTo>
                <a:cubicBezTo>
                  <a:pt x="1904860" y="1195983"/>
                  <a:pt x="1916355" y="1207478"/>
                  <a:pt x="1916355" y="1221641"/>
                </a:cubicBezTo>
                <a:cubicBezTo>
                  <a:pt x="1916355" y="1235807"/>
                  <a:pt x="1904860" y="1247301"/>
                  <a:pt x="1890696" y="1247301"/>
                </a:cubicBezTo>
                <a:cubicBezTo>
                  <a:pt x="1876531" y="1247301"/>
                  <a:pt x="1865037" y="1235807"/>
                  <a:pt x="1865037" y="1221641"/>
                </a:cubicBezTo>
                <a:cubicBezTo>
                  <a:pt x="1865037" y="1207478"/>
                  <a:pt x="1876531" y="1195983"/>
                  <a:pt x="1890696" y="1195983"/>
                </a:cubicBezTo>
                <a:close/>
                <a:moveTo>
                  <a:pt x="1826490" y="1195983"/>
                </a:moveTo>
                <a:cubicBezTo>
                  <a:pt x="1840654" y="1195983"/>
                  <a:pt x="1852149" y="1207478"/>
                  <a:pt x="1852149" y="1221641"/>
                </a:cubicBezTo>
                <a:cubicBezTo>
                  <a:pt x="1852149" y="1235807"/>
                  <a:pt x="1840654" y="1247301"/>
                  <a:pt x="1826490" y="1247301"/>
                </a:cubicBezTo>
                <a:cubicBezTo>
                  <a:pt x="1812325" y="1247301"/>
                  <a:pt x="1800830" y="1235807"/>
                  <a:pt x="1800830" y="1221641"/>
                </a:cubicBezTo>
                <a:cubicBezTo>
                  <a:pt x="1800830" y="1207478"/>
                  <a:pt x="1812325" y="1195983"/>
                  <a:pt x="1826490" y="1195983"/>
                </a:cubicBezTo>
                <a:close/>
                <a:moveTo>
                  <a:pt x="1762285" y="1195983"/>
                </a:moveTo>
                <a:cubicBezTo>
                  <a:pt x="1776456" y="1195983"/>
                  <a:pt x="1787944" y="1207471"/>
                  <a:pt x="1787944" y="1221641"/>
                </a:cubicBezTo>
                <a:cubicBezTo>
                  <a:pt x="1787944" y="1235813"/>
                  <a:pt x="1776456" y="1247301"/>
                  <a:pt x="1762285" y="1247301"/>
                </a:cubicBezTo>
                <a:cubicBezTo>
                  <a:pt x="1748114" y="1247301"/>
                  <a:pt x="1736626" y="1235813"/>
                  <a:pt x="1736626" y="1221641"/>
                </a:cubicBezTo>
                <a:cubicBezTo>
                  <a:pt x="1736626" y="1207471"/>
                  <a:pt x="1748114" y="1195983"/>
                  <a:pt x="1762285" y="1195983"/>
                </a:cubicBezTo>
                <a:close/>
                <a:moveTo>
                  <a:pt x="1505464" y="1195983"/>
                </a:moveTo>
                <a:cubicBezTo>
                  <a:pt x="1519629" y="1195983"/>
                  <a:pt x="1531123" y="1207478"/>
                  <a:pt x="1531123" y="1221641"/>
                </a:cubicBezTo>
                <a:cubicBezTo>
                  <a:pt x="1531123" y="1235807"/>
                  <a:pt x="1519629" y="1247301"/>
                  <a:pt x="1505464" y="1247301"/>
                </a:cubicBezTo>
                <a:cubicBezTo>
                  <a:pt x="1491299" y="1247301"/>
                  <a:pt x="1479806" y="1235807"/>
                  <a:pt x="1479806" y="1221641"/>
                </a:cubicBezTo>
                <a:cubicBezTo>
                  <a:pt x="1479806" y="1207478"/>
                  <a:pt x="1491299" y="1195983"/>
                  <a:pt x="1505464" y="1195983"/>
                </a:cubicBezTo>
                <a:close/>
                <a:moveTo>
                  <a:pt x="1441258" y="1195983"/>
                </a:moveTo>
                <a:cubicBezTo>
                  <a:pt x="1455430" y="1195983"/>
                  <a:pt x="1466917" y="1207471"/>
                  <a:pt x="1466917" y="1221641"/>
                </a:cubicBezTo>
                <a:cubicBezTo>
                  <a:pt x="1466917" y="1235813"/>
                  <a:pt x="1455430" y="1247301"/>
                  <a:pt x="1441258" y="1247301"/>
                </a:cubicBezTo>
                <a:cubicBezTo>
                  <a:pt x="1427087" y="1247301"/>
                  <a:pt x="1415599" y="1235813"/>
                  <a:pt x="1415599" y="1221641"/>
                </a:cubicBezTo>
                <a:cubicBezTo>
                  <a:pt x="1415599" y="1207471"/>
                  <a:pt x="1427087" y="1195983"/>
                  <a:pt x="1441258" y="1195983"/>
                </a:cubicBezTo>
                <a:close/>
                <a:moveTo>
                  <a:pt x="1377053" y="1195983"/>
                </a:moveTo>
                <a:cubicBezTo>
                  <a:pt x="1391224" y="1195983"/>
                  <a:pt x="1402712" y="1207471"/>
                  <a:pt x="1402712" y="1221641"/>
                </a:cubicBezTo>
                <a:cubicBezTo>
                  <a:pt x="1402712" y="1235813"/>
                  <a:pt x="1391224" y="1247301"/>
                  <a:pt x="1377053" y="1247301"/>
                </a:cubicBezTo>
                <a:cubicBezTo>
                  <a:pt x="1362882" y="1247301"/>
                  <a:pt x="1351395" y="1235813"/>
                  <a:pt x="1351395" y="1221641"/>
                </a:cubicBezTo>
                <a:cubicBezTo>
                  <a:pt x="1351395" y="1207471"/>
                  <a:pt x="1362882" y="1195983"/>
                  <a:pt x="1377053" y="1195983"/>
                </a:cubicBezTo>
                <a:close/>
                <a:moveTo>
                  <a:pt x="1184437" y="1195983"/>
                </a:moveTo>
                <a:cubicBezTo>
                  <a:pt x="1198602" y="1195983"/>
                  <a:pt x="1210096" y="1207478"/>
                  <a:pt x="1210096" y="1221641"/>
                </a:cubicBezTo>
                <a:cubicBezTo>
                  <a:pt x="1210096" y="1235807"/>
                  <a:pt x="1198602" y="1247301"/>
                  <a:pt x="1184437" y="1247301"/>
                </a:cubicBezTo>
                <a:cubicBezTo>
                  <a:pt x="1170273" y="1247301"/>
                  <a:pt x="1158780" y="1235807"/>
                  <a:pt x="1158780" y="1221641"/>
                </a:cubicBezTo>
                <a:cubicBezTo>
                  <a:pt x="1158780" y="1207478"/>
                  <a:pt x="1170273" y="1195983"/>
                  <a:pt x="1184437" y="1195983"/>
                </a:cubicBezTo>
                <a:close/>
                <a:moveTo>
                  <a:pt x="927616" y="1195983"/>
                </a:moveTo>
                <a:cubicBezTo>
                  <a:pt x="941781" y="1195983"/>
                  <a:pt x="953275" y="1207478"/>
                  <a:pt x="953275" y="1221641"/>
                </a:cubicBezTo>
                <a:cubicBezTo>
                  <a:pt x="953275" y="1235807"/>
                  <a:pt x="941781" y="1247301"/>
                  <a:pt x="927616" y="1247301"/>
                </a:cubicBezTo>
                <a:cubicBezTo>
                  <a:pt x="913452" y="1247301"/>
                  <a:pt x="901957" y="1235807"/>
                  <a:pt x="901957" y="1221641"/>
                </a:cubicBezTo>
                <a:cubicBezTo>
                  <a:pt x="901957" y="1207478"/>
                  <a:pt x="913452" y="1195983"/>
                  <a:pt x="927616" y="1195983"/>
                </a:cubicBezTo>
                <a:close/>
                <a:moveTo>
                  <a:pt x="606475" y="1195983"/>
                </a:moveTo>
                <a:cubicBezTo>
                  <a:pt x="620639" y="1195983"/>
                  <a:pt x="632134" y="1207478"/>
                  <a:pt x="632134" y="1221641"/>
                </a:cubicBezTo>
                <a:cubicBezTo>
                  <a:pt x="632134" y="1235807"/>
                  <a:pt x="620639" y="1247301"/>
                  <a:pt x="606475" y="1247301"/>
                </a:cubicBezTo>
                <a:cubicBezTo>
                  <a:pt x="592310" y="1247301"/>
                  <a:pt x="580815" y="1235807"/>
                  <a:pt x="580815" y="1221641"/>
                </a:cubicBezTo>
                <a:cubicBezTo>
                  <a:pt x="580815" y="1207478"/>
                  <a:pt x="592310" y="1195983"/>
                  <a:pt x="606475" y="1195983"/>
                </a:cubicBezTo>
                <a:close/>
                <a:moveTo>
                  <a:pt x="542268" y="1195983"/>
                </a:moveTo>
                <a:cubicBezTo>
                  <a:pt x="556433" y="1195983"/>
                  <a:pt x="567927" y="1207478"/>
                  <a:pt x="567927" y="1221641"/>
                </a:cubicBezTo>
                <a:cubicBezTo>
                  <a:pt x="567927" y="1235807"/>
                  <a:pt x="556433" y="1247301"/>
                  <a:pt x="542268" y="1247301"/>
                </a:cubicBezTo>
                <a:cubicBezTo>
                  <a:pt x="528104" y="1247301"/>
                  <a:pt x="516610" y="1235807"/>
                  <a:pt x="516610" y="1221641"/>
                </a:cubicBezTo>
                <a:cubicBezTo>
                  <a:pt x="516610" y="1207478"/>
                  <a:pt x="528104" y="1195983"/>
                  <a:pt x="542268" y="1195983"/>
                </a:cubicBezTo>
                <a:close/>
                <a:moveTo>
                  <a:pt x="413858" y="1195983"/>
                </a:moveTo>
                <a:cubicBezTo>
                  <a:pt x="428023" y="1195983"/>
                  <a:pt x="439517" y="1207478"/>
                  <a:pt x="439517" y="1221641"/>
                </a:cubicBezTo>
                <a:cubicBezTo>
                  <a:pt x="439517" y="1235807"/>
                  <a:pt x="428023" y="1247301"/>
                  <a:pt x="413858" y="1247301"/>
                </a:cubicBezTo>
                <a:cubicBezTo>
                  <a:pt x="399694" y="1247301"/>
                  <a:pt x="388200" y="1235807"/>
                  <a:pt x="388200" y="1221641"/>
                </a:cubicBezTo>
                <a:cubicBezTo>
                  <a:pt x="388200" y="1207478"/>
                  <a:pt x="399694" y="1195983"/>
                  <a:pt x="413858" y="1195983"/>
                </a:cubicBezTo>
                <a:close/>
                <a:moveTo>
                  <a:pt x="346686" y="1195983"/>
                </a:moveTo>
                <a:cubicBezTo>
                  <a:pt x="360849" y="1195983"/>
                  <a:pt x="372344" y="1207478"/>
                  <a:pt x="372344" y="1221641"/>
                </a:cubicBezTo>
                <a:cubicBezTo>
                  <a:pt x="372344" y="1235807"/>
                  <a:pt x="360849" y="1247301"/>
                  <a:pt x="346686" y="1247301"/>
                </a:cubicBezTo>
                <a:cubicBezTo>
                  <a:pt x="332520" y="1247301"/>
                  <a:pt x="321027" y="1235807"/>
                  <a:pt x="321027" y="1221641"/>
                </a:cubicBezTo>
                <a:cubicBezTo>
                  <a:pt x="321027" y="1207478"/>
                  <a:pt x="332520" y="1195983"/>
                  <a:pt x="346686" y="1195983"/>
                </a:cubicBezTo>
                <a:close/>
                <a:moveTo>
                  <a:pt x="25659" y="1195983"/>
                </a:moveTo>
                <a:cubicBezTo>
                  <a:pt x="39829" y="1195983"/>
                  <a:pt x="51317" y="1207471"/>
                  <a:pt x="51317" y="1221641"/>
                </a:cubicBezTo>
                <a:cubicBezTo>
                  <a:pt x="51317" y="1235813"/>
                  <a:pt x="39829" y="1247301"/>
                  <a:pt x="25659" y="1247301"/>
                </a:cubicBezTo>
                <a:cubicBezTo>
                  <a:pt x="11488" y="1247301"/>
                  <a:pt x="0" y="1235813"/>
                  <a:pt x="0" y="1221641"/>
                </a:cubicBezTo>
                <a:cubicBezTo>
                  <a:pt x="0" y="1207471"/>
                  <a:pt x="11488" y="1195983"/>
                  <a:pt x="25659" y="1195983"/>
                </a:cubicBezTo>
                <a:close/>
                <a:moveTo>
                  <a:pt x="11775107" y="1141531"/>
                </a:moveTo>
                <a:cubicBezTo>
                  <a:pt x="11782225" y="1141531"/>
                  <a:pt x="11787995" y="1147300"/>
                  <a:pt x="11787995" y="1154418"/>
                </a:cubicBezTo>
                <a:cubicBezTo>
                  <a:pt x="11787995" y="1161536"/>
                  <a:pt x="11782225" y="1167305"/>
                  <a:pt x="11775107" y="1167305"/>
                </a:cubicBezTo>
                <a:cubicBezTo>
                  <a:pt x="11767991" y="1167305"/>
                  <a:pt x="11762221" y="1161536"/>
                  <a:pt x="11762221" y="1154418"/>
                </a:cubicBezTo>
                <a:cubicBezTo>
                  <a:pt x="11762221" y="1147300"/>
                  <a:pt x="11767991" y="1141531"/>
                  <a:pt x="11775107" y="1141531"/>
                </a:cubicBezTo>
                <a:close/>
                <a:moveTo>
                  <a:pt x="11646697" y="1141531"/>
                </a:moveTo>
                <a:cubicBezTo>
                  <a:pt x="11653779" y="1141646"/>
                  <a:pt x="11659583" y="1147336"/>
                  <a:pt x="11659583" y="1154418"/>
                </a:cubicBezTo>
                <a:cubicBezTo>
                  <a:pt x="11659583" y="1161500"/>
                  <a:pt x="11653893" y="1167305"/>
                  <a:pt x="11646697" y="1167305"/>
                </a:cubicBezTo>
                <a:cubicBezTo>
                  <a:pt x="11639613" y="1167305"/>
                  <a:pt x="11633809" y="1161617"/>
                  <a:pt x="11633809" y="1154418"/>
                </a:cubicBezTo>
                <a:cubicBezTo>
                  <a:pt x="11633809" y="1147336"/>
                  <a:pt x="11639499" y="1141531"/>
                  <a:pt x="11646697" y="1141531"/>
                </a:cubicBezTo>
                <a:close/>
                <a:moveTo>
                  <a:pt x="11389875" y="1141531"/>
                </a:moveTo>
                <a:cubicBezTo>
                  <a:pt x="11396993" y="1141531"/>
                  <a:pt x="11402763" y="1147300"/>
                  <a:pt x="11402763" y="1154418"/>
                </a:cubicBezTo>
                <a:cubicBezTo>
                  <a:pt x="11402763" y="1161536"/>
                  <a:pt x="11396993" y="1167305"/>
                  <a:pt x="11389875" y="1167305"/>
                </a:cubicBezTo>
                <a:cubicBezTo>
                  <a:pt x="11382759" y="1167305"/>
                  <a:pt x="11376989" y="1161536"/>
                  <a:pt x="11376989" y="1154418"/>
                </a:cubicBezTo>
                <a:cubicBezTo>
                  <a:pt x="11376989" y="1147300"/>
                  <a:pt x="11382759" y="1141531"/>
                  <a:pt x="11389875" y="1141531"/>
                </a:cubicBezTo>
                <a:close/>
                <a:moveTo>
                  <a:pt x="11068848" y="1141531"/>
                </a:moveTo>
                <a:cubicBezTo>
                  <a:pt x="11075966" y="1141531"/>
                  <a:pt x="11081736" y="1147300"/>
                  <a:pt x="11081736" y="1154418"/>
                </a:cubicBezTo>
                <a:cubicBezTo>
                  <a:pt x="11081736" y="1161536"/>
                  <a:pt x="11075966" y="1167305"/>
                  <a:pt x="11068848" y="1167305"/>
                </a:cubicBezTo>
                <a:cubicBezTo>
                  <a:pt x="11061732" y="1167305"/>
                  <a:pt x="11055962" y="1161536"/>
                  <a:pt x="11055962" y="1154418"/>
                </a:cubicBezTo>
                <a:cubicBezTo>
                  <a:pt x="11055962" y="1147300"/>
                  <a:pt x="11061732" y="1141531"/>
                  <a:pt x="11068848" y="1141531"/>
                </a:cubicBezTo>
                <a:close/>
                <a:moveTo>
                  <a:pt x="10811912" y="1141531"/>
                </a:moveTo>
                <a:cubicBezTo>
                  <a:pt x="10819028" y="1141531"/>
                  <a:pt x="10824798" y="1147300"/>
                  <a:pt x="10824798" y="1154418"/>
                </a:cubicBezTo>
                <a:cubicBezTo>
                  <a:pt x="10824798" y="1161536"/>
                  <a:pt x="10819028" y="1167305"/>
                  <a:pt x="10811912" y="1167305"/>
                </a:cubicBezTo>
                <a:cubicBezTo>
                  <a:pt x="10804794" y="1167305"/>
                  <a:pt x="10799024" y="1161536"/>
                  <a:pt x="10799024" y="1154418"/>
                </a:cubicBezTo>
                <a:cubicBezTo>
                  <a:pt x="10799024" y="1147300"/>
                  <a:pt x="10804794" y="1141531"/>
                  <a:pt x="10811912" y="1141531"/>
                </a:cubicBezTo>
                <a:close/>
                <a:moveTo>
                  <a:pt x="10747708" y="1141531"/>
                </a:moveTo>
                <a:cubicBezTo>
                  <a:pt x="10754824" y="1141531"/>
                  <a:pt x="10760593" y="1147300"/>
                  <a:pt x="10760593" y="1154418"/>
                </a:cubicBezTo>
                <a:cubicBezTo>
                  <a:pt x="10760593" y="1161536"/>
                  <a:pt x="10754824" y="1167305"/>
                  <a:pt x="10747708" y="1167305"/>
                </a:cubicBezTo>
                <a:cubicBezTo>
                  <a:pt x="10740589" y="1167305"/>
                  <a:pt x="10734820" y="1161536"/>
                  <a:pt x="10734820" y="1154418"/>
                </a:cubicBezTo>
                <a:cubicBezTo>
                  <a:pt x="10734820" y="1147300"/>
                  <a:pt x="10740589" y="1141531"/>
                  <a:pt x="10747708" y="1141531"/>
                </a:cubicBezTo>
                <a:close/>
                <a:moveTo>
                  <a:pt x="10490885" y="1141531"/>
                </a:moveTo>
                <a:cubicBezTo>
                  <a:pt x="10498004" y="1141531"/>
                  <a:pt x="10503773" y="1147300"/>
                  <a:pt x="10503773" y="1154418"/>
                </a:cubicBezTo>
                <a:cubicBezTo>
                  <a:pt x="10503773" y="1161536"/>
                  <a:pt x="10498004" y="1167305"/>
                  <a:pt x="10490885" y="1167305"/>
                </a:cubicBezTo>
                <a:cubicBezTo>
                  <a:pt x="10483769" y="1167305"/>
                  <a:pt x="10477997" y="1161536"/>
                  <a:pt x="10477997" y="1154418"/>
                </a:cubicBezTo>
                <a:cubicBezTo>
                  <a:pt x="10477997" y="1147300"/>
                  <a:pt x="10483769" y="1141531"/>
                  <a:pt x="10490885" y="1141531"/>
                </a:cubicBezTo>
                <a:close/>
                <a:moveTo>
                  <a:pt x="9912920" y="1141531"/>
                </a:moveTo>
                <a:cubicBezTo>
                  <a:pt x="9920039" y="1141531"/>
                  <a:pt x="9925808" y="1147300"/>
                  <a:pt x="9925808" y="1154418"/>
                </a:cubicBezTo>
                <a:cubicBezTo>
                  <a:pt x="9925808" y="1161536"/>
                  <a:pt x="9920039" y="1167305"/>
                  <a:pt x="9912920" y="1167305"/>
                </a:cubicBezTo>
                <a:cubicBezTo>
                  <a:pt x="9905804" y="1167305"/>
                  <a:pt x="9900035" y="1161536"/>
                  <a:pt x="9900035" y="1154418"/>
                </a:cubicBezTo>
                <a:cubicBezTo>
                  <a:pt x="9900035" y="1147300"/>
                  <a:pt x="9905804" y="1141531"/>
                  <a:pt x="9912920" y="1141531"/>
                </a:cubicBezTo>
                <a:close/>
                <a:moveTo>
                  <a:pt x="9527689" y="1141531"/>
                </a:moveTo>
                <a:cubicBezTo>
                  <a:pt x="9534773" y="1141646"/>
                  <a:pt x="9540577" y="1147336"/>
                  <a:pt x="9540577" y="1154418"/>
                </a:cubicBezTo>
                <a:cubicBezTo>
                  <a:pt x="9540577" y="1161500"/>
                  <a:pt x="9534888" y="1167305"/>
                  <a:pt x="9527689" y="1167305"/>
                </a:cubicBezTo>
                <a:cubicBezTo>
                  <a:pt x="9520608" y="1167305"/>
                  <a:pt x="9514804" y="1161617"/>
                  <a:pt x="9514804" y="1154418"/>
                </a:cubicBezTo>
                <a:cubicBezTo>
                  <a:pt x="9514804" y="1147336"/>
                  <a:pt x="9520493" y="1141531"/>
                  <a:pt x="9527689" y="1141531"/>
                </a:cubicBezTo>
                <a:close/>
                <a:moveTo>
                  <a:pt x="8821315" y="1141531"/>
                </a:moveTo>
                <a:cubicBezTo>
                  <a:pt x="8828434" y="1141531"/>
                  <a:pt x="8834203" y="1147300"/>
                  <a:pt x="8834203" y="1154418"/>
                </a:cubicBezTo>
                <a:cubicBezTo>
                  <a:pt x="8834203" y="1161536"/>
                  <a:pt x="8828434" y="1167305"/>
                  <a:pt x="8821315" y="1167305"/>
                </a:cubicBezTo>
                <a:cubicBezTo>
                  <a:pt x="8814199" y="1167305"/>
                  <a:pt x="8808427" y="1161536"/>
                  <a:pt x="8808427" y="1154418"/>
                </a:cubicBezTo>
                <a:cubicBezTo>
                  <a:pt x="8808427" y="1147300"/>
                  <a:pt x="8814199" y="1141531"/>
                  <a:pt x="8821315" y="1141531"/>
                </a:cubicBezTo>
                <a:close/>
                <a:moveTo>
                  <a:pt x="8692906" y="1141531"/>
                </a:moveTo>
                <a:cubicBezTo>
                  <a:pt x="8699988" y="1141646"/>
                  <a:pt x="8705792" y="1147336"/>
                  <a:pt x="8705792" y="1154418"/>
                </a:cubicBezTo>
                <a:cubicBezTo>
                  <a:pt x="8705792" y="1161500"/>
                  <a:pt x="8700103" y="1167305"/>
                  <a:pt x="8692906" y="1167305"/>
                </a:cubicBezTo>
                <a:cubicBezTo>
                  <a:pt x="8685823" y="1167305"/>
                  <a:pt x="8680018" y="1161617"/>
                  <a:pt x="8680018" y="1154418"/>
                </a:cubicBezTo>
                <a:cubicBezTo>
                  <a:pt x="8680018" y="1147336"/>
                  <a:pt x="8685708" y="1141531"/>
                  <a:pt x="8692906" y="1141531"/>
                </a:cubicBezTo>
                <a:close/>
                <a:moveTo>
                  <a:pt x="8307675" y="1141531"/>
                </a:moveTo>
                <a:cubicBezTo>
                  <a:pt x="8314791" y="1141531"/>
                  <a:pt x="8320560" y="1147300"/>
                  <a:pt x="8320560" y="1154418"/>
                </a:cubicBezTo>
                <a:cubicBezTo>
                  <a:pt x="8320560" y="1161536"/>
                  <a:pt x="8314791" y="1167305"/>
                  <a:pt x="8307675" y="1167305"/>
                </a:cubicBezTo>
                <a:cubicBezTo>
                  <a:pt x="8300556" y="1167305"/>
                  <a:pt x="8294787" y="1161536"/>
                  <a:pt x="8294787" y="1154418"/>
                </a:cubicBezTo>
                <a:cubicBezTo>
                  <a:pt x="8294787" y="1147300"/>
                  <a:pt x="8300556" y="1141531"/>
                  <a:pt x="8307675" y="1141531"/>
                </a:cubicBezTo>
                <a:close/>
                <a:moveTo>
                  <a:pt x="7280274" y="1141531"/>
                </a:moveTo>
                <a:cubicBezTo>
                  <a:pt x="7287355" y="1141646"/>
                  <a:pt x="7293160" y="1147336"/>
                  <a:pt x="7293160" y="1154418"/>
                </a:cubicBezTo>
                <a:cubicBezTo>
                  <a:pt x="7293160" y="1161500"/>
                  <a:pt x="7287470" y="1167305"/>
                  <a:pt x="7280274" y="1167305"/>
                </a:cubicBezTo>
                <a:cubicBezTo>
                  <a:pt x="7273190" y="1167305"/>
                  <a:pt x="7267386" y="1161617"/>
                  <a:pt x="7267386" y="1154418"/>
                </a:cubicBezTo>
                <a:cubicBezTo>
                  <a:pt x="7267386" y="1147336"/>
                  <a:pt x="7273075" y="1141531"/>
                  <a:pt x="7280274" y="1141531"/>
                </a:cubicBezTo>
                <a:close/>
                <a:moveTo>
                  <a:pt x="7087658" y="1141531"/>
                </a:moveTo>
                <a:cubicBezTo>
                  <a:pt x="7094777" y="1141531"/>
                  <a:pt x="7100544" y="1147300"/>
                  <a:pt x="7100544" y="1154418"/>
                </a:cubicBezTo>
                <a:cubicBezTo>
                  <a:pt x="7100544" y="1161536"/>
                  <a:pt x="7094777" y="1167305"/>
                  <a:pt x="7087658" y="1167305"/>
                </a:cubicBezTo>
                <a:cubicBezTo>
                  <a:pt x="7080540" y="1167305"/>
                  <a:pt x="7074770" y="1161536"/>
                  <a:pt x="7074770" y="1154418"/>
                </a:cubicBezTo>
                <a:cubicBezTo>
                  <a:pt x="7074770" y="1147300"/>
                  <a:pt x="7080540" y="1141531"/>
                  <a:pt x="7087658" y="1141531"/>
                </a:cubicBezTo>
                <a:close/>
                <a:moveTo>
                  <a:pt x="6766631" y="1141531"/>
                </a:moveTo>
                <a:cubicBezTo>
                  <a:pt x="6773750" y="1141531"/>
                  <a:pt x="6779519" y="1147300"/>
                  <a:pt x="6779519" y="1154418"/>
                </a:cubicBezTo>
                <a:cubicBezTo>
                  <a:pt x="6779519" y="1161536"/>
                  <a:pt x="6773750" y="1167305"/>
                  <a:pt x="6766631" y="1167305"/>
                </a:cubicBezTo>
                <a:cubicBezTo>
                  <a:pt x="6759513" y="1167305"/>
                  <a:pt x="6753743" y="1161536"/>
                  <a:pt x="6753743" y="1154418"/>
                </a:cubicBezTo>
                <a:cubicBezTo>
                  <a:pt x="6753743" y="1147300"/>
                  <a:pt x="6759513" y="1141531"/>
                  <a:pt x="6766631" y="1141531"/>
                </a:cubicBezTo>
                <a:close/>
                <a:moveTo>
                  <a:pt x="6702427" y="1141531"/>
                </a:moveTo>
                <a:cubicBezTo>
                  <a:pt x="6709543" y="1141531"/>
                  <a:pt x="6715312" y="1147300"/>
                  <a:pt x="6715312" y="1154418"/>
                </a:cubicBezTo>
                <a:cubicBezTo>
                  <a:pt x="6715312" y="1161536"/>
                  <a:pt x="6709543" y="1167305"/>
                  <a:pt x="6702427" y="1167305"/>
                </a:cubicBezTo>
                <a:cubicBezTo>
                  <a:pt x="6695308" y="1167305"/>
                  <a:pt x="6689539" y="1161536"/>
                  <a:pt x="6689539" y="1154418"/>
                </a:cubicBezTo>
                <a:cubicBezTo>
                  <a:pt x="6689539" y="1147300"/>
                  <a:pt x="6695308" y="1141531"/>
                  <a:pt x="6702427" y="1141531"/>
                </a:cubicBezTo>
                <a:close/>
                <a:moveTo>
                  <a:pt x="6573900" y="1141531"/>
                </a:moveTo>
                <a:cubicBezTo>
                  <a:pt x="6581099" y="1141646"/>
                  <a:pt x="6586788" y="1147336"/>
                  <a:pt x="6586788" y="1154418"/>
                </a:cubicBezTo>
                <a:cubicBezTo>
                  <a:pt x="6586788" y="1161500"/>
                  <a:pt x="6581099" y="1167305"/>
                  <a:pt x="6573900" y="1167305"/>
                </a:cubicBezTo>
                <a:cubicBezTo>
                  <a:pt x="6566819" y="1167305"/>
                  <a:pt x="6561013" y="1161617"/>
                  <a:pt x="6561013" y="1154418"/>
                </a:cubicBezTo>
                <a:cubicBezTo>
                  <a:pt x="6561013" y="1147336"/>
                  <a:pt x="6566702" y="1141531"/>
                  <a:pt x="6573900" y="1141531"/>
                </a:cubicBezTo>
                <a:close/>
                <a:moveTo>
                  <a:pt x="6064505" y="1141531"/>
                </a:moveTo>
                <a:cubicBezTo>
                  <a:pt x="6071623" y="1141531"/>
                  <a:pt x="6077390" y="1147300"/>
                  <a:pt x="6077390" y="1154418"/>
                </a:cubicBezTo>
                <a:cubicBezTo>
                  <a:pt x="6077390" y="1161536"/>
                  <a:pt x="6071621" y="1167305"/>
                  <a:pt x="6064505" y="1167305"/>
                </a:cubicBezTo>
                <a:cubicBezTo>
                  <a:pt x="6057386" y="1167305"/>
                  <a:pt x="6051617" y="1161536"/>
                  <a:pt x="6051617" y="1154418"/>
                </a:cubicBezTo>
                <a:cubicBezTo>
                  <a:pt x="6051617" y="1147300"/>
                  <a:pt x="6057386" y="1141531"/>
                  <a:pt x="6064505" y="1141531"/>
                </a:cubicBezTo>
                <a:close/>
                <a:moveTo>
                  <a:pt x="5936092" y="1141531"/>
                </a:moveTo>
                <a:cubicBezTo>
                  <a:pt x="5943173" y="1141646"/>
                  <a:pt x="5948981" y="1147336"/>
                  <a:pt x="5948981" y="1154418"/>
                </a:cubicBezTo>
                <a:cubicBezTo>
                  <a:pt x="5948981" y="1161500"/>
                  <a:pt x="5943292" y="1167305"/>
                  <a:pt x="5936092" y="1167305"/>
                </a:cubicBezTo>
                <a:cubicBezTo>
                  <a:pt x="5929009" y="1167305"/>
                  <a:pt x="5923204" y="1161617"/>
                  <a:pt x="5923204" y="1154418"/>
                </a:cubicBezTo>
                <a:cubicBezTo>
                  <a:pt x="5923204" y="1147336"/>
                  <a:pt x="5928894" y="1141531"/>
                  <a:pt x="5936092" y="1141531"/>
                </a:cubicBezTo>
                <a:close/>
                <a:moveTo>
                  <a:pt x="5679272" y="1141531"/>
                </a:moveTo>
                <a:cubicBezTo>
                  <a:pt x="5686389" y="1141531"/>
                  <a:pt x="5692160" y="1147300"/>
                  <a:pt x="5692160" y="1154418"/>
                </a:cubicBezTo>
                <a:cubicBezTo>
                  <a:pt x="5692160" y="1161536"/>
                  <a:pt x="5686389" y="1167305"/>
                  <a:pt x="5679272" y="1167305"/>
                </a:cubicBezTo>
                <a:cubicBezTo>
                  <a:pt x="5672154" y="1167305"/>
                  <a:pt x="5666385" y="1161536"/>
                  <a:pt x="5666385" y="1154418"/>
                </a:cubicBezTo>
                <a:cubicBezTo>
                  <a:pt x="5666385" y="1147300"/>
                  <a:pt x="5672154" y="1141531"/>
                  <a:pt x="5679272" y="1141531"/>
                </a:cubicBezTo>
                <a:close/>
                <a:moveTo>
                  <a:pt x="5358245" y="1141531"/>
                </a:moveTo>
                <a:cubicBezTo>
                  <a:pt x="5365362" y="1141531"/>
                  <a:pt x="5371133" y="1147300"/>
                  <a:pt x="5371133" y="1154418"/>
                </a:cubicBezTo>
                <a:cubicBezTo>
                  <a:pt x="5371133" y="1161536"/>
                  <a:pt x="5365362" y="1167305"/>
                  <a:pt x="5358245" y="1167305"/>
                </a:cubicBezTo>
                <a:cubicBezTo>
                  <a:pt x="5351129" y="1167305"/>
                  <a:pt x="5345357" y="1161536"/>
                  <a:pt x="5345357" y="1154418"/>
                </a:cubicBezTo>
                <a:cubicBezTo>
                  <a:pt x="5345357" y="1147300"/>
                  <a:pt x="5351129" y="1141531"/>
                  <a:pt x="5358245" y="1141531"/>
                </a:cubicBezTo>
                <a:close/>
                <a:moveTo>
                  <a:pt x="5101308" y="1141531"/>
                </a:moveTo>
                <a:cubicBezTo>
                  <a:pt x="5108427" y="1141531"/>
                  <a:pt x="5114194" y="1147300"/>
                  <a:pt x="5114194" y="1154418"/>
                </a:cubicBezTo>
                <a:cubicBezTo>
                  <a:pt x="5114194" y="1161536"/>
                  <a:pt x="5108426" y="1167305"/>
                  <a:pt x="5101308" y="1167305"/>
                </a:cubicBezTo>
                <a:cubicBezTo>
                  <a:pt x="5094190" y="1167305"/>
                  <a:pt x="5088421" y="1161536"/>
                  <a:pt x="5088421" y="1154418"/>
                </a:cubicBezTo>
                <a:cubicBezTo>
                  <a:pt x="5088421" y="1147300"/>
                  <a:pt x="5094191" y="1141531"/>
                  <a:pt x="5101308" y="1141531"/>
                </a:cubicBezTo>
                <a:close/>
                <a:moveTo>
                  <a:pt x="5037104" y="1141531"/>
                </a:moveTo>
                <a:cubicBezTo>
                  <a:pt x="5044220" y="1141531"/>
                  <a:pt x="5049991" y="1147300"/>
                  <a:pt x="5049991" y="1154418"/>
                </a:cubicBezTo>
                <a:cubicBezTo>
                  <a:pt x="5049991" y="1161536"/>
                  <a:pt x="5044220" y="1167305"/>
                  <a:pt x="5037104" y="1167305"/>
                </a:cubicBezTo>
                <a:cubicBezTo>
                  <a:pt x="5029986" y="1167305"/>
                  <a:pt x="5024216" y="1161536"/>
                  <a:pt x="5024216" y="1154418"/>
                </a:cubicBezTo>
                <a:cubicBezTo>
                  <a:pt x="5024216" y="1147300"/>
                  <a:pt x="5029986" y="1141531"/>
                  <a:pt x="5037104" y="1141531"/>
                </a:cubicBezTo>
                <a:close/>
                <a:moveTo>
                  <a:pt x="4780282" y="1141531"/>
                </a:moveTo>
                <a:cubicBezTo>
                  <a:pt x="4787399" y="1141531"/>
                  <a:pt x="4793170" y="1147300"/>
                  <a:pt x="4793170" y="1154418"/>
                </a:cubicBezTo>
                <a:cubicBezTo>
                  <a:pt x="4793170" y="1161536"/>
                  <a:pt x="4787399" y="1167305"/>
                  <a:pt x="4780282" y="1167305"/>
                </a:cubicBezTo>
                <a:cubicBezTo>
                  <a:pt x="4773164" y="1167305"/>
                  <a:pt x="4767394" y="1161536"/>
                  <a:pt x="4767394" y="1154418"/>
                </a:cubicBezTo>
                <a:cubicBezTo>
                  <a:pt x="4767394" y="1147300"/>
                  <a:pt x="4773164" y="1141531"/>
                  <a:pt x="4780282" y="1141531"/>
                </a:cubicBezTo>
                <a:close/>
                <a:moveTo>
                  <a:pt x="4202317" y="1141531"/>
                </a:moveTo>
                <a:cubicBezTo>
                  <a:pt x="4209435" y="1141531"/>
                  <a:pt x="4215205" y="1147300"/>
                  <a:pt x="4215205" y="1154418"/>
                </a:cubicBezTo>
                <a:cubicBezTo>
                  <a:pt x="4215205" y="1161536"/>
                  <a:pt x="4209435" y="1167305"/>
                  <a:pt x="4202317" y="1167305"/>
                </a:cubicBezTo>
                <a:cubicBezTo>
                  <a:pt x="4195200" y="1167305"/>
                  <a:pt x="4189431" y="1161536"/>
                  <a:pt x="4189431" y="1154418"/>
                </a:cubicBezTo>
                <a:cubicBezTo>
                  <a:pt x="4189431" y="1147300"/>
                  <a:pt x="4195201" y="1141531"/>
                  <a:pt x="4202317" y="1141531"/>
                </a:cubicBezTo>
                <a:close/>
                <a:moveTo>
                  <a:pt x="3817086" y="1141531"/>
                </a:moveTo>
                <a:cubicBezTo>
                  <a:pt x="3824168" y="1141646"/>
                  <a:pt x="3829973" y="1147336"/>
                  <a:pt x="3829973" y="1154418"/>
                </a:cubicBezTo>
                <a:cubicBezTo>
                  <a:pt x="3829973" y="1161500"/>
                  <a:pt x="3824286" y="1167305"/>
                  <a:pt x="3817086" y="1167305"/>
                </a:cubicBezTo>
                <a:cubicBezTo>
                  <a:pt x="3810004" y="1167305"/>
                  <a:pt x="3804199" y="1161617"/>
                  <a:pt x="3804199" y="1154418"/>
                </a:cubicBezTo>
                <a:cubicBezTo>
                  <a:pt x="3804199" y="1147336"/>
                  <a:pt x="3809887" y="1141531"/>
                  <a:pt x="3817086" y="1141531"/>
                </a:cubicBezTo>
                <a:close/>
                <a:moveTo>
                  <a:pt x="3110712" y="1141531"/>
                </a:moveTo>
                <a:cubicBezTo>
                  <a:pt x="3117829" y="1141531"/>
                  <a:pt x="3123600" y="1147300"/>
                  <a:pt x="3123600" y="1154418"/>
                </a:cubicBezTo>
                <a:cubicBezTo>
                  <a:pt x="3123600" y="1161536"/>
                  <a:pt x="3117829" y="1167305"/>
                  <a:pt x="3110712" y="1167305"/>
                </a:cubicBezTo>
                <a:cubicBezTo>
                  <a:pt x="3103595" y="1167305"/>
                  <a:pt x="3097824" y="1161536"/>
                  <a:pt x="3097824" y="1154418"/>
                </a:cubicBezTo>
                <a:cubicBezTo>
                  <a:pt x="3097824" y="1147300"/>
                  <a:pt x="3103595" y="1141531"/>
                  <a:pt x="3110712" y="1141531"/>
                </a:cubicBezTo>
                <a:close/>
                <a:moveTo>
                  <a:pt x="2982301" y="1141531"/>
                </a:moveTo>
                <a:cubicBezTo>
                  <a:pt x="2989384" y="1141646"/>
                  <a:pt x="2995190" y="1147336"/>
                  <a:pt x="2995190" y="1154418"/>
                </a:cubicBezTo>
                <a:cubicBezTo>
                  <a:pt x="2995190" y="1161500"/>
                  <a:pt x="2989500" y="1167305"/>
                  <a:pt x="2982301" y="1167305"/>
                </a:cubicBezTo>
                <a:cubicBezTo>
                  <a:pt x="2975219" y="1167305"/>
                  <a:pt x="2969414" y="1161617"/>
                  <a:pt x="2969414" y="1154418"/>
                </a:cubicBezTo>
                <a:cubicBezTo>
                  <a:pt x="2969414" y="1147336"/>
                  <a:pt x="2975103" y="1141531"/>
                  <a:pt x="2982301" y="1141531"/>
                </a:cubicBezTo>
                <a:close/>
                <a:moveTo>
                  <a:pt x="2597069" y="1141531"/>
                </a:moveTo>
                <a:cubicBezTo>
                  <a:pt x="2604187" y="1141531"/>
                  <a:pt x="2609957" y="1147300"/>
                  <a:pt x="2609957" y="1154418"/>
                </a:cubicBezTo>
                <a:cubicBezTo>
                  <a:pt x="2609957" y="1161536"/>
                  <a:pt x="2604187" y="1167305"/>
                  <a:pt x="2597069" y="1167305"/>
                </a:cubicBezTo>
                <a:cubicBezTo>
                  <a:pt x="2589952" y="1167305"/>
                  <a:pt x="2584182" y="1161536"/>
                  <a:pt x="2584182" y="1154418"/>
                </a:cubicBezTo>
                <a:cubicBezTo>
                  <a:pt x="2584182" y="1147300"/>
                  <a:pt x="2589952" y="1141531"/>
                  <a:pt x="2597069" y="1141531"/>
                </a:cubicBezTo>
                <a:close/>
                <a:moveTo>
                  <a:pt x="1569669" y="1141531"/>
                </a:moveTo>
                <a:cubicBezTo>
                  <a:pt x="1576752" y="1141646"/>
                  <a:pt x="1582557" y="1147336"/>
                  <a:pt x="1582557" y="1154418"/>
                </a:cubicBezTo>
                <a:cubicBezTo>
                  <a:pt x="1582557" y="1161500"/>
                  <a:pt x="1576867" y="1167305"/>
                  <a:pt x="1569669" y="1167305"/>
                </a:cubicBezTo>
                <a:cubicBezTo>
                  <a:pt x="1562587" y="1167305"/>
                  <a:pt x="1556782" y="1161617"/>
                  <a:pt x="1556782" y="1154418"/>
                </a:cubicBezTo>
                <a:cubicBezTo>
                  <a:pt x="1556782" y="1147336"/>
                  <a:pt x="1562471" y="1141531"/>
                  <a:pt x="1569669" y="1141531"/>
                </a:cubicBezTo>
                <a:close/>
                <a:moveTo>
                  <a:pt x="1377055" y="1141531"/>
                </a:moveTo>
                <a:cubicBezTo>
                  <a:pt x="1384171" y="1141531"/>
                  <a:pt x="1389941" y="1147300"/>
                  <a:pt x="1389941" y="1154418"/>
                </a:cubicBezTo>
                <a:cubicBezTo>
                  <a:pt x="1389941" y="1161536"/>
                  <a:pt x="1384171" y="1167305"/>
                  <a:pt x="1377055" y="1167305"/>
                </a:cubicBezTo>
                <a:cubicBezTo>
                  <a:pt x="1369937" y="1167305"/>
                  <a:pt x="1364167" y="1161536"/>
                  <a:pt x="1364167" y="1154418"/>
                </a:cubicBezTo>
                <a:cubicBezTo>
                  <a:pt x="1364167" y="1147300"/>
                  <a:pt x="1369937" y="1141531"/>
                  <a:pt x="1377055" y="1141531"/>
                </a:cubicBezTo>
                <a:close/>
                <a:moveTo>
                  <a:pt x="1056027" y="1141531"/>
                </a:moveTo>
                <a:cubicBezTo>
                  <a:pt x="1063146" y="1141531"/>
                  <a:pt x="1068914" y="1147300"/>
                  <a:pt x="1068914" y="1154418"/>
                </a:cubicBezTo>
                <a:cubicBezTo>
                  <a:pt x="1068914" y="1161536"/>
                  <a:pt x="1063146" y="1167305"/>
                  <a:pt x="1056027" y="1167305"/>
                </a:cubicBezTo>
                <a:cubicBezTo>
                  <a:pt x="1048910" y="1167305"/>
                  <a:pt x="1043139" y="1161536"/>
                  <a:pt x="1043139" y="1154418"/>
                </a:cubicBezTo>
                <a:cubicBezTo>
                  <a:pt x="1043139" y="1147300"/>
                  <a:pt x="1048910" y="1141531"/>
                  <a:pt x="1056027" y="1141531"/>
                </a:cubicBezTo>
                <a:close/>
                <a:moveTo>
                  <a:pt x="991824" y="1141531"/>
                </a:moveTo>
                <a:cubicBezTo>
                  <a:pt x="998940" y="1141531"/>
                  <a:pt x="1004709" y="1147300"/>
                  <a:pt x="1004709" y="1154418"/>
                </a:cubicBezTo>
                <a:cubicBezTo>
                  <a:pt x="1004709" y="1161536"/>
                  <a:pt x="998940" y="1167305"/>
                  <a:pt x="991824" y="1167305"/>
                </a:cubicBezTo>
                <a:cubicBezTo>
                  <a:pt x="984705" y="1167305"/>
                  <a:pt x="978935" y="1161536"/>
                  <a:pt x="978935" y="1154418"/>
                </a:cubicBezTo>
                <a:cubicBezTo>
                  <a:pt x="978935" y="1147300"/>
                  <a:pt x="984705" y="1141531"/>
                  <a:pt x="991824" y="1141531"/>
                </a:cubicBezTo>
                <a:close/>
                <a:moveTo>
                  <a:pt x="863296" y="1141531"/>
                </a:moveTo>
                <a:cubicBezTo>
                  <a:pt x="870496" y="1141646"/>
                  <a:pt x="876184" y="1147336"/>
                  <a:pt x="876184" y="1154418"/>
                </a:cubicBezTo>
                <a:cubicBezTo>
                  <a:pt x="876184" y="1161500"/>
                  <a:pt x="870496" y="1167305"/>
                  <a:pt x="863296" y="1167305"/>
                </a:cubicBezTo>
                <a:cubicBezTo>
                  <a:pt x="856215" y="1167305"/>
                  <a:pt x="850407" y="1161617"/>
                  <a:pt x="850407" y="1154418"/>
                </a:cubicBezTo>
                <a:cubicBezTo>
                  <a:pt x="850407" y="1147336"/>
                  <a:pt x="856098" y="1141531"/>
                  <a:pt x="863296" y="1141531"/>
                </a:cubicBezTo>
                <a:close/>
                <a:moveTo>
                  <a:pt x="346686" y="1141531"/>
                </a:moveTo>
                <a:cubicBezTo>
                  <a:pt x="353804" y="1141531"/>
                  <a:pt x="359572" y="1147300"/>
                  <a:pt x="359572" y="1154418"/>
                </a:cubicBezTo>
                <a:cubicBezTo>
                  <a:pt x="359572" y="1161536"/>
                  <a:pt x="353802" y="1167305"/>
                  <a:pt x="346686" y="1167305"/>
                </a:cubicBezTo>
                <a:cubicBezTo>
                  <a:pt x="339567" y="1167305"/>
                  <a:pt x="333799" y="1161536"/>
                  <a:pt x="333799" y="1154418"/>
                </a:cubicBezTo>
                <a:cubicBezTo>
                  <a:pt x="333799" y="1147300"/>
                  <a:pt x="339567" y="1141531"/>
                  <a:pt x="346686" y="1141531"/>
                </a:cubicBezTo>
                <a:close/>
                <a:moveTo>
                  <a:pt x="218274" y="1141531"/>
                </a:moveTo>
                <a:cubicBezTo>
                  <a:pt x="225357" y="1141646"/>
                  <a:pt x="231162" y="1147336"/>
                  <a:pt x="231162" y="1154418"/>
                </a:cubicBezTo>
                <a:cubicBezTo>
                  <a:pt x="231162" y="1161500"/>
                  <a:pt x="225473" y="1167305"/>
                  <a:pt x="218274" y="1167305"/>
                </a:cubicBezTo>
                <a:cubicBezTo>
                  <a:pt x="211191" y="1167305"/>
                  <a:pt x="205386" y="1161617"/>
                  <a:pt x="205386" y="1154418"/>
                </a:cubicBezTo>
                <a:cubicBezTo>
                  <a:pt x="205386" y="1147336"/>
                  <a:pt x="211076" y="1141531"/>
                  <a:pt x="218274" y="1141531"/>
                </a:cubicBezTo>
                <a:close/>
                <a:moveTo>
                  <a:pt x="12034897" y="1128760"/>
                </a:moveTo>
                <a:cubicBezTo>
                  <a:pt x="12049061" y="1128760"/>
                  <a:pt x="12060557" y="1140253"/>
                  <a:pt x="12060557" y="1154418"/>
                </a:cubicBezTo>
                <a:cubicBezTo>
                  <a:pt x="12060557" y="1168583"/>
                  <a:pt x="12049061" y="1180077"/>
                  <a:pt x="12034897" y="1180077"/>
                </a:cubicBezTo>
                <a:cubicBezTo>
                  <a:pt x="12020731" y="1180077"/>
                  <a:pt x="12009237" y="1168583"/>
                  <a:pt x="12009237" y="1154418"/>
                </a:cubicBezTo>
                <a:cubicBezTo>
                  <a:pt x="12009237" y="1140253"/>
                  <a:pt x="12020731" y="1128760"/>
                  <a:pt x="12034897" y="1128760"/>
                </a:cubicBezTo>
                <a:close/>
                <a:moveTo>
                  <a:pt x="11970691" y="1128760"/>
                </a:moveTo>
                <a:cubicBezTo>
                  <a:pt x="11984855" y="1128760"/>
                  <a:pt x="11996349" y="1140253"/>
                  <a:pt x="11996349" y="1154418"/>
                </a:cubicBezTo>
                <a:cubicBezTo>
                  <a:pt x="11996349" y="1168583"/>
                  <a:pt x="11984855" y="1180077"/>
                  <a:pt x="11970691" y="1180077"/>
                </a:cubicBezTo>
                <a:cubicBezTo>
                  <a:pt x="11956525" y="1180077"/>
                  <a:pt x="11945033" y="1168583"/>
                  <a:pt x="11945033" y="1154418"/>
                </a:cubicBezTo>
                <a:cubicBezTo>
                  <a:pt x="11945033" y="1140253"/>
                  <a:pt x="11956525" y="1128760"/>
                  <a:pt x="11970691" y="1128760"/>
                </a:cubicBezTo>
                <a:close/>
                <a:moveTo>
                  <a:pt x="11842279" y="1128760"/>
                </a:moveTo>
                <a:cubicBezTo>
                  <a:pt x="11856445" y="1128760"/>
                  <a:pt x="11867941" y="1140253"/>
                  <a:pt x="11867941" y="1154418"/>
                </a:cubicBezTo>
                <a:cubicBezTo>
                  <a:pt x="11867941" y="1168583"/>
                  <a:pt x="11856445" y="1180077"/>
                  <a:pt x="11842279" y="1180077"/>
                </a:cubicBezTo>
                <a:cubicBezTo>
                  <a:pt x="11828117" y="1180077"/>
                  <a:pt x="11816621" y="1168583"/>
                  <a:pt x="11816621" y="1154418"/>
                </a:cubicBezTo>
                <a:cubicBezTo>
                  <a:pt x="11816621" y="1140253"/>
                  <a:pt x="11828117" y="1128760"/>
                  <a:pt x="11842279" y="1128760"/>
                </a:cubicBezTo>
                <a:close/>
                <a:moveTo>
                  <a:pt x="11454081" y="1128760"/>
                </a:moveTo>
                <a:cubicBezTo>
                  <a:pt x="11468253" y="1128760"/>
                  <a:pt x="11479739" y="1140247"/>
                  <a:pt x="11479739" y="1154418"/>
                </a:cubicBezTo>
                <a:cubicBezTo>
                  <a:pt x="11479739" y="1168589"/>
                  <a:pt x="11468253" y="1180077"/>
                  <a:pt x="11454081" y="1180077"/>
                </a:cubicBezTo>
                <a:cubicBezTo>
                  <a:pt x="11439909" y="1180077"/>
                  <a:pt x="11428421" y="1168589"/>
                  <a:pt x="11428421" y="1154418"/>
                </a:cubicBezTo>
                <a:cubicBezTo>
                  <a:pt x="11428421" y="1140247"/>
                  <a:pt x="11439909" y="1128760"/>
                  <a:pt x="11454081" y="1128760"/>
                </a:cubicBezTo>
                <a:close/>
                <a:moveTo>
                  <a:pt x="11325670" y="1128760"/>
                </a:moveTo>
                <a:cubicBezTo>
                  <a:pt x="11339835" y="1128760"/>
                  <a:pt x="11351329" y="1140253"/>
                  <a:pt x="11351329" y="1154418"/>
                </a:cubicBezTo>
                <a:cubicBezTo>
                  <a:pt x="11351329" y="1168583"/>
                  <a:pt x="11339835" y="1180077"/>
                  <a:pt x="11325670" y="1180077"/>
                </a:cubicBezTo>
                <a:cubicBezTo>
                  <a:pt x="11311505" y="1180077"/>
                  <a:pt x="11300012" y="1168583"/>
                  <a:pt x="11300012" y="1154418"/>
                </a:cubicBezTo>
                <a:cubicBezTo>
                  <a:pt x="11300012" y="1140253"/>
                  <a:pt x="11311505" y="1128760"/>
                  <a:pt x="11325670" y="1128760"/>
                </a:cubicBezTo>
                <a:close/>
                <a:moveTo>
                  <a:pt x="11197259" y="1128760"/>
                </a:moveTo>
                <a:cubicBezTo>
                  <a:pt x="11211424" y="1128760"/>
                  <a:pt x="11222917" y="1140253"/>
                  <a:pt x="11222917" y="1154418"/>
                </a:cubicBezTo>
                <a:cubicBezTo>
                  <a:pt x="11222917" y="1168583"/>
                  <a:pt x="11211424" y="1180077"/>
                  <a:pt x="11197259" y="1180077"/>
                </a:cubicBezTo>
                <a:cubicBezTo>
                  <a:pt x="11183094" y="1180077"/>
                  <a:pt x="11171601" y="1168583"/>
                  <a:pt x="11171601" y="1154418"/>
                </a:cubicBezTo>
                <a:cubicBezTo>
                  <a:pt x="11171601" y="1140253"/>
                  <a:pt x="11183094" y="1128760"/>
                  <a:pt x="11197259" y="1128760"/>
                </a:cubicBezTo>
                <a:close/>
                <a:moveTo>
                  <a:pt x="11133055" y="1128760"/>
                </a:moveTo>
                <a:cubicBezTo>
                  <a:pt x="11147225" y="1128760"/>
                  <a:pt x="11158713" y="1140247"/>
                  <a:pt x="11158713" y="1154418"/>
                </a:cubicBezTo>
                <a:cubicBezTo>
                  <a:pt x="11158713" y="1168589"/>
                  <a:pt x="11147225" y="1180077"/>
                  <a:pt x="11133055" y="1180077"/>
                </a:cubicBezTo>
                <a:cubicBezTo>
                  <a:pt x="11118884" y="1180077"/>
                  <a:pt x="11107396" y="1168589"/>
                  <a:pt x="11107396" y="1154418"/>
                </a:cubicBezTo>
                <a:cubicBezTo>
                  <a:pt x="11107396" y="1140247"/>
                  <a:pt x="11118884" y="1128760"/>
                  <a:pt x="11133055" y="1128760"/>
                </a:cubicBezTo>
                <a:close/>
                <a:moveTo>
                  <a:pt x="10940321" y="1128760"/>
                </a:moveTo>
                <a:cubicBezTo>
                  <a:pt x="10954604" y="1128760"/>
                  <a:pt x="10965982" y="1140253"/>
                  <a:pt x="10965982" y="1154418"/>
                </a:cubicBezTo>
                <a:cubicBezTo>
                  <a:pt x="10965982" y="1168583"/>
                  <a:pt x="10954486" y="1180077"/>
                  <a:pt x="10940321" y="1180077"/>
                </a:cubicBezTo>
                <a:cubicBezTo>
                  <a:pt x="10926156" y="1180077"/>
                  <a:pt x="10914663" y="1168583"/>
                  <a:pt x="10914663" y="1154418"/>
                </a:cubicBezTo>
                <a:cubicBezTo>
                  <a:pt x="10914663" y="1140253"/>
                  <a:pt x="10926156" y="1128760"/>
                  <a:pt x="10940321" y="1128760"/>
                </a:cubicBezTo>
                <a:close/>
                <a:moveTo>
                  <a:pt x="10683501" y="1128760"/>
                </a:moveTo>
                <a:cubicBezTo>
                  <a:pt x="10697666" y="1128760"/>
                  <a:pt x="10709159" y="1140253"/>
                  <a:pt x="10709159" y="1154418"/>
                </a:cubicBezTo>
                <a:cubicBezTo>
                  <a:pt x="10709159" y="1168583"/>
                  <a:pt x="10697666" y="1180077"/>
                  <a:pt x="10683501" y="1180077"/>
                </a:cubicBezTo>
                <a:cubicBezTo>
                  <a:pt x="10669336" y="1180077"/>
                  <a:pt x="10657843" y="1168583"/>
                  <a:pt x="10657843" y="1154418"/>
                </a:cubicBezTo>
                <a:cubicBezTo>
                  <a:pt x="10657843" y="1140253"/>
                  <a:pt x="10669336" y="1128760"/>
                  <a:pt x="10683501" y="1128760"/>
                </a:cubicBezTo>
                <a:close/>
                <a:moveTo>
                  <a:pt x="10619297" y="1128760"/>
                </a:moveTo>
                <a:cubicBezTo>
                  <a:pt x="10633462" y="1128760"/>
                  <a:pt x="10644955" y="1140253"/>
                  <a:pt x="10644955" y="1154418"/>
                </a:cubicBezTo>
                <a:cubicBezTo>
                  <a:pt x="10644955" y="1168583"/>
                  <a:pt x="10633462" y="1180077"/>
                  <a:pt x="10619297" y="1180077"/>
                </a:cubicBezTo>
                <a:cubicBezTo>
                  <a:pt x="10605132" y="1180077"/>
                  <a:pt x="10593639" y="1168583"/>
                  <a:pt x="10593639" y="1154418"/>
                </a:cubicBezTo>
                <a:cubicBezTo>
                  <a:pt x="10593639" y="1140253"/>
                  <a:pt x="10605132" y="1128760"/>
                  <a:pt x="10619297" y="1128760"/>
                </a:cubicBezTo>
                <a:close/>
                <a:moveTo>
                  <a:pt x="10555092" y="1128760"/>
                </a:moveTo>
                <a:cubicBezTo>
                  <a:pt x="10569255" y="1128760"/>
                  <a:pt x="10580751" y="1140253"/>
                  <a:pt x="10580751" y="1154418"/>
                </a:cubicBezTo>
                <a:cubicBezTo>
                  <a:pt x="10580751" y="1168583"/>
                  <a:pt x="10569255" y="1180077"/>
                  <a:pt x="10555092" y="1180077"/>
                </a:cubicBezTo>
                <a:cubicBezTo>
                  <a:pt x="10540927" y="1180077"/>
                  <a:pt x="10529432" y="1168583"/>
                  <a:pt x="10529432" y="1154418"/>
                </a:cubicBezTo>
                <a:cubicBezTo>
                  <a:pt x="10529432" y="1140253"/>
                  <a:pt x="10540927" y="1128760"/>
                  <a:pt x="10555092" y="1128760"/>
                </a:cubicBezTo>
                <a:close/>
                <a:moveTo>
                  <a:pt x="10362474" y="1128760"/>
                </a:moveTo>
                <a:cubicBezTo>
                  <a:pt x="10376647" y="1128760"/>
                  <a:pt x="10388135" y="1140247"/>
                  <a:pt x="10388135" y="1154418"/>
                </a:cubicBezTo>
                <a:cubicBezTo>
                  <a:pt x="10388135" y="1168589"/>
                  <a:pt x="10376647" y="1180077"/>
                  <a:pt x="10362474" y="1180077"/>
                </a:cubicBezTo>
                <a:cubicBezTo>
                  <a:pt x="10348304" y="1180077"/>
                  <a:pt x="10336816" y="1168589"/>
                  <a:pt x="10336816" y="1154418"/>
                </a:cubicBezTo>
                <a:cubicBezTo>
                  <a:pt x="10336816" y="1140247"/>
                  <a:pt x="10348304" y="1128760"/>
                  <a:pt x="10362474" y="1128760"/>
                </a:cubicBezTo>
                <a:close/>
                <a:moveTo>
                  <a:pt x="10298270" y="1128760"/>
                </a:moveTo>
                <a:cubicBezTo>
                  <a:pt x="10312435" y="1128760"/>
                  <a:pt x="10323928" y="1140253"/>
                  <a:pt x="10323928" y="1154418"/>
                </a:cubicBezTo>
                <a:cubicBezTo>
                  <a:pt x="10323928" y="1168583"/>
                  <a:pt x="10312435" y="1180077"/>
                  <a:pt x="10298270" y="1180077"/>
                </a:cubicBezTo>
                <a:cubicBezTo>
                  <a:pt x="10284105" y="1180077"/>
                  <a:pt x="10272611" y="1168583"/>
                  <a:pt x="10272611" y="1154418"/>
                </a:cubicBezTo>
                <a:cubicBezTo>
                  <a:pt x="10272611" y="1140253"/>
                  <a:pt x="10284105" y="1128760"/>
                  <a:pt x="10298270" y="1128760"/>
                </a:cubicBezTo>
                <a:close/>
                <a:moveTo>
                  <a:pt x="10234065" y="1128760"/>
                </a:moveTo>
                <a:cubicBezTo>
                  <a:pt x="10248228" y="1128760"/>
                  <a:pt x="10259723" y="1140253"/>
                  <a:pt x="10259723" y="1154418"/>
                </a:cubicBezTo>
                <a:cubicBezTo>
                  <a:pt x="10259723" y="1168583"/>
                  <a:pt x="10248228" y="1180077"/>
                  <a:pt x="10234065" y="1180077"/>
                </a:cubicBezTo>
                <a:cubicBezTo>
                  <a:pt x="10219900" y="1180077"/>
                  <a:pt x="10208404" y="1168583"/>
                  <a:pt x="10208404" y="1154418"/>
                </a:cubicBezTo>
                <a:cubicBezTo>
                  <a:pt x="10208404" y="1140253"/>
                  <a:pt x="10219900" y="1128760"/>
                  <a:pt x="10234065" y="1128760"/>
                </a:cubicBezTo>
                <a:close/>
                <a:moveTo>
                  <a:pt x="10105654" y="1128760"/>
                </a:moveTo>
                <a:cubicBezTo>
                  <a:pt x="10119819" y="1128760"/>
                  <a:pt x="10131312" y="1140253"/>
                  <a:pt x="10131312" y="1154418"/>
                </a:cubicBezTo>
                <a:cubicBezTo>
                  <a:pt x="10131312" y="1168583"/>
                  <a:pt x="10119819" y="1180077"/>
                  <a:pt x="10105654" y="1180077"/>
                </a:cubicBezTo>
                <a:cubicBezTo>
                  <a:pt x="10091489" y="1180077"/>
                  <a:pt x="10079996" y="1168583"/>
                  <a:pt x="10079996" y="1154418"/>
                </a:cubicBezTo>
                <a:cubicBezTo>
                  <a:pt x="10079996" y="1140253"/>
                  <a:pt x="10091489" y="1128760"/>
                  <a:pt x="10105654" y="1128760"/>
                </a:cubicBezTo>
                <a:close/>
                <a:moveTo>
                  <a:pt x="9720307" y="1128760"/>
                </a:moveTo>
                <a:cubicBezTo>
                  <a:pt x="9734470" y="1128760"/>
                  <a:pt x="9745965" y="1140253"/>
                  <a:pt x="9745965" y="1154418"/>
                </a:cubicBezTo>
                <a:cubicBezTo>
                  <a:pt x="9745965" y="1168583"/>
                  <a:pt x="9734470" y="1180077"/>
                  <a:pt x="9720307" y="1180077"/>
                </a:cubicBezTo>
                <a:cubicBezTo>
                  <a:pt x="9706142" y="1180077"/>
                  <a:pt x="9694646" y="1168583"/>
                  <a:pt x="9694646" y="1154418"/>
                </a:cubicBezTo>
                <a:cubicBezTo>
                  <a:pt x="9694646" y="1140253"/>
                  <a:pt x="9706142" y="1128760"/>
                  <a:pt x="9720307" y="1128760"/>
                </a:cubicBezTo>
                <a:close/>
                <a:moveTo>
                  <a:pt x="9463485" y="1128760"/>
                </a:moveTo>
                <a:cubicBezTo>
                  <a:pt x="9477650" y="1128760"/>
                  <a:pt x="9489143" y="1140253"/>
                  <a:pt x="9489143" y="1154418"/>
                </a:cubicBezTo>
                <a:cubicBezTo>
                  <a:pt x="9489143" y="1168583"/>
                  <a:pt x="9477650" y="1180077"/>
                  <a:pt x="9463485" y="1180077"/>
                </a:cubicBezTo>
                <a:cubicBezTo>
                  <a:pt x="9449320" y="1180077"/>
                  <a:pt x="9437826" y="1168583"/>
                  <a:pt x="9437826" y="1154418"/>
                </a:cubicBezTo>
                <a:cubicBezTo>
                  <a:pt x="9437826" y="1140253"/>
                  <a:pt x="9449320" y="1128760"/>
                  <a:pt x="9463485" y="1128760"/>
                </a:cubicBezTo>
                <a:close/>
                <a:moveTo>
                  <a:pt x="9335073" y="1128760"/>
                </a:moveTo>
                <a:cubicBezTo>
                  <a:pt x="9349246" y="1128760"/>
                  <a:pt x="9360734" y="1140247"/>
                  <a:pt x="9360734" y="1154418"/>
                </a:cubicBezTo>
                <a:cubicBezTo>
                  <a:pt x="9360734" y="1168589"/>
                  <a:pt x="9349246" y="1180077"/>
                  <a:pt x="9335073" y="1180077"/>
                </a:cubicBezTo>
                <a:cubicBezTo>
                  <a:pt x="9320903" y="1180077"/>
                  <a:pt x="9309415" y="1168589"/>
                  <a:pt x="9309415" y="1154418"/>
                </a:cubicBezTo>
                <a:cubicBezTo>
                  <a:pt x="9309415" y="1140247"/>
                  <a:pt x="9320903" y="1128760"/>
                  <a:pt x="9335073" y="1128760"/>
                </a:cubicBezTo>
                <a:close/>
                <a:moveTo>
                  <a:pt x="9078253" y="1128760"/>
                </a:moveTo>
                <a:cubicBezTo>
                  <a:pt x="9092418" y="1128760"/>
                  <a:pt x="9103911" y="1140253"/>
                  <a:pt x="9103911" y="1154418"/>
                </a:cubicBezTo>
                <a:cubicBezTo>
                  <a:pt x="9103911" y="1168583"/>
                  <a:pt x="9092418" y="1180077"/>
                  <a:pt x="9078253" y="1180077"/>
                </a:cubicBezTo>
                <a:cubicBezTo>
                  <a:pt x="9064088" y="1180077"/>
                  <a:pt x="9052595" y="1168583"/>
                  <a:pt x="9052595" y="1154418"/>
                </a:cubicBezTo>
                <a:cubicBezTo>
                  <a:pt x="9052595" y="1140253"/>
                  <a:pt x="9064088" y="1128760"/>
                  <a:pt x="9078253" y="1128760"/>
                </a:cubicBezTo>
                <a:close/>
                <a:moveTo>
                  <a:pt x="9014049" y="1128760"/>
                </a:moveTo>
                <a:cubicBezTo>
                  <a:pt x="9028214" y="1128760"/>
                  <a:pt x="9039707" y="1140253"/>
                  <a:pt x="9039707" y="1154418"/>
                </a:cubicBezTo>
                <a:cubicBezTo>
                  <a:pt x="9039707" y="1168583"/>
                  <a:pt x="9028214" y="1180077"/>
                  <a:pt x="9014049" y="1180077"/>
                </a:cubicBezTo>
                <a:cubicBezTo>
                  <a:pt x="8999884" y="1180077"/>
                  <a:pt x="8988388" y="1168583"/>
                  <a:pt x="8988388" y="1154418"/>
                </a:cubicBezTo>
                <a:cubicBezTo>
                  <a:pt x="8988388" y="1140253"/>
                  <a:pt x="8999884" y="1128760"/>
                  <a:pt x="9014049" y="1128760"/>
                </a:cubicBezTo>
                <a:close/>
                <a:moveTo>
                  <a:pt x="8564495" y="1128760"/>
                </a:moveTo>
                <a:cubicBezTo>
                  <a:pt x="8578665" y="1128760"/>
                  <a:pt x="8590153" y="1140247"/>
                  <a:pt x="8590153" y="1154418"/>
                </a:cubicBezTo>
                <a:cubicBezTo>
                  <a:pt x="8590153" y="1168589"/>
                  <a:pt x="8578665" y="1180077"/>
                  <a:pt x="8564495" y="1180077"/>
                </a:cubicBezTo>
                <a:cubicBezTo>
                  <a:pt x="8550325" y="1180077"/>
                  <a:pt x="8538837" y="1168589"/>
                  <a:pt x="8538837" y="1154418"/>
                </a:cubicBezTo>
                <a:cubicBezTo>
                  <a:pt x="8538837" y="1140247"/>
                  <a:pt x="8550325" y="1128760"/>
                  <a:pt x="8564495" y="1128760"/>
                </a:cubicBezTo>
                <a:close/>
                <a:moveTo>
                  <a:pt x="8500288" y="1128760"/>
                </a:moveTo>
                <a:cubicBezTo>
                  <a:pt x="8514453" y="1128760"/>
                  <a:pt x="8525949" y="1140253"/>
                  <a:pt x="8525949" y="1154418"/>
                </a:cubicBezTo>
                <a:cubicBezTo>
                  <a:pt x="8525949" y="1168583"/>
                  <a:pt x="8514453" y="1180077"/>
                  <a:pt x="8500288" y="1180077"/>
                </a:cubicBezTo>
                <a:cubicBezTo>
                  <a:pt x="8486126" y="1180077"/>
                  <a:pt x="8474630" y="1168583"/>
                  <a:pt x="8474630" y="1154418"/>
                </a:cubicBezTo>
                <a:cubicBezTo>
                  <a:pt x="8474630" y="1140253"/>
                  <a:pt x="8486126" y="1128760"/>
                  <a:pt x="8500288" y="1128760"/>
                </a:cubicBezTo>
                <a:close/>
                <a:moveTo>
                  <a:pt x="8050852" y="1128760"/>
                </a:moveTo>
                <a:cubicBezTo>
                  <a:pt x="8065017" y="1128760"/>
                  <a:pt x="8076510" y="1140253"/>
                  <a:pt x="8076510" y="1154418"/>
                </a:cubicBezTo>
                <a:cubicBezTo>
                  <a:pt x="8076510" y="1168583"/>
                  <a:pt x="8065017" y="1180077"/>
                  <a:pt x="8050852" y="1180077"/>
                </a:cubicBezTo>
                <a:cubicBezTo>
                  <a:pt x="8036687" y="1180077"/>
                  <a:pt x="8025194" y="1168583"/>
                  <a:pt x="8025194" y="1154418"/>
                </a:cubicBezTo>
                <a:cubicBezTo>
                  <a:pt x="8025194" y="1140253"/>
                  <a:pt x="8036687" y="1128760"/>
                  <a:pt x="8050852" y="1128760"/>
                </a:cubicBezTo>
                <a:close/>
                <a:moveTo>
                  <a:pt x="7986648" y="1128760"/>
                </a:moveTo>
                <a:cubicBezTo>
                  <a:pt x="8000813" y="1128760"/>
                  <a:pt x="8012306" y="1140253"/>
                  <a:pt x="8012306" y="1154418"/>
                </a:cubicBezTo>
                <a:cubicBezTo>
                  <a:pt x="8012306" y="1168583"/>
                  <a:pt x="8000813" y="1180077"/>
                  <a:pt x="7986648" y="1180077"/>
                </a:cubicBezTo>
                <a:cubicBezTo>
                  <a:pt x="7972483" y="1180077"/>
                  <a:pt x="7960990" y="1168583"/>
                  <a:pt x="7960990" y="1154418"/>
                </a:cubicBezTo>
                <a:cubicBezTo>
                  <a:pt x="7960990" y="1140253"/>
                  <a:pt x="7972483" y="1128760"/>
                  <a:pt x="7986648" y="1128760"/>
                </a:cubicBezTo>
                <a:close/>
                <a:moveTo>
                  <a:pt x="7858237" y="1128760"/>
                </a:moveTo>
                <a:cubicBezTo>
                  <a:pt x="7872407" y="1128760"/>
                  <a:pt x="7883895" y="1140247"/>
                  <a:pt x="7883895" y="1154418"/>
                </a:cubicBezTo>
                <a:cubicBezTo>
                  <a:pt x="7883895" y="1168589"/>
                  <a:pt x="7872407" y="1180077"/>
                  <a:pt x="7858237" y="1180077"/>
                </a:cubicBezTo>
                <a:cubicBezTo>
                  <a:pt x="7844066" y="1180077"/>
                  <a:pt x="7832578" y="1168589"/>
                  <a:pt x="7832578" y="1154418"/>
                </a:cubicBezTo>
                <a:cubicBezTo>
                  <a:pt x="7832578" y="1140247"/>
                  <a:pt x="7844066" y="1128760"/>
                  <a:pt x="7858237" y="1128760"/>
                </a:cubicBezTo>
                <a:close/>
                <a:moveTo>
                  <a:pt x="7794032" y="1128760"/>
                </a:moveTo>
                <a:cubicBezTo>
                  <a:pt x="7808203" y="1128760"/>
                  <a:pt x="7819690" y="1140247"/>
                  <a:pt x="7819690" y="1154418"/>
                </a:cubicBezTo>
                <a:cubicBezTo>
                  <a:pt x="7819690" y="1168589"/>
                  <a:pt x="7808203" y="1180077"/>
                  <a:pt x="7794032" y="1180077"/>
                </a:cubicBezTo>
                <a:cubicBezTo>
                  <a:pt x="7779862" y="1180077"/>
                  <a:pt x="7768371" y="1168589"/>
                  <a:pt x="7768371" y="1154418"/>
                </a:cubicBezTo>
                <a:cubicBezTo>
                  <a:pt x="7768371" y="1140247"/>
                  <a:pt x="7779862" y="1128760"/>
                  <a:pt x="7794032" y="1128760"/>
                </a:cubicBezTo>
                <a:close/>
                <a:moveTo>
                  <a:pt x="7729825" y="1128760"/>
                </a:moveTo>
                <a:cubicBezTo>
                  <a:pt x="7743990" y="1128760"/>
                  <a:pt x="7755486" y="1140253"/>
                  <a:pt x="7755486" y="1154418"/>
                </a:cubicBezTo>
                <a:cubicBezTo>
                  <a:pt x="7755486" y="1168583"/>
                  <a:pt x="7743990" y="1180077"/>
                  <a:pt x="7729825" y="1180077"/>
                </a:cubicBezTo>
                <a:cubicBezTo>
                  <a:pt x="7715660" y="1180077"/>
                  <a:pt x="7704167" y="1168583"/>
                  <a:pt x="7704167" y="1154418"/>
                </a:cubicBezTo>
                <a:cubicBezTo>
                  <a:pt x="7704167" y="1140253"/>
                  <a:pt x="7715660" y="1128760"/>
                  <a:pt x="7729825" y="1128760"/>
                </a:cubicBezTo>
                <a:close/>
                <a:moveTo>
                  <a:pt x="7665621" y="1128760"/>
                </a:moveTo>
                <a:cubicBezTo>
                  <a:pt x="7679786" y="1128760"/>
                  <a:pt x="7691279" y="1140253"/>
                  <a:pt x="7691279" y="1154418"/>
                </a:cubicBezTo>
                <a:cubicBezTo>
                  <a:pt x="7691279" y="1168583"/>
                  <a:pt x="7679786" y="1180077"/>
                  <a:pt x="7665621" y="1180077"/>
                </a:cubicBezTo>
                <a:cubicBezTo>
                  <a:pt x="7651456" y="1180077"/>
                  <a:pt x="7639963" y="1168583"/>
                  <a:pt x="7639963" y="1154418"/>
                </a:cubicBezTo>
                <a:cubicBezTo>
                  <a:pt x="7639963" y="1140253"/>
                  <a:pt x="7651456" y="1128760"/>
                  <a:pt x="7665621" y="1128760"/>
                </a:cubicBezTo>
                <a:close/>
                <a:moveTo>
                  <a:pt x="7601299" y="1128760"/>
                </a:moveTo>
                <a:cubicBezTo>
                  <a:pt x="7615464" y="1128760"/>
                  <a:pt x="7626959" y="1140253"/>
                  <a:pt x="7626959" y="1154418"/>
                </a:cubicBezTo>
                <a:cubicBezTo>
                  <a:pt x="7626959" y="1168583"/>
                  <a:pt x="7615464" y="1180077"/>
                  <a:pt x="7601299" y="1180077"/>
                </a:cubicBezTo>
                <a:cubicBezTo>
                  <a:pt x="7587134" y="1180077"/>
                  <a:pt x="7575640" y="1168583"/>
                  <a:pt x="7575640" y="1154418"/>
                </a:cubicBezTo>
                <a:cubicBezTo>
                  <a:pt x="7575640" y="1140253"/>
                  <a:pt x="7587134" y="1128760"/>
                  <a:pt x="7601299" y="1128760"/>
                </a:cubicBezTo>
                <a:close/>
                <a:moveTo>
                  <a:pt x="7537094" y="1128760"/>
                </a:moveTo>
                <a:cubicBezTo>
                  <a:pt x="7551259" y="1128760"/>
                  <a:pt x="7562752" y="1140253"/>
                  <a:pt x="7562752" y="1154418"/>
                </a:cubicBezTo>
                <a:cubicBezTo>
                  <a:pt x="7562752" y="1168583"/>
                  <a:pt x="7551259" y="1180077"/>
                  <a:pt x="7537094" y="1180077"/>
                </a:cubicBezTo>
                <a:cubicBezTo>
                  <a:pt x="7522929" y="1180077"/>
                  <a:pt x="7511436" y="1168583"/>
                  <a:pt x="7511436" y="1154418"/>
                </a:cubicBezTo>
                <a:cubicBezTo>
                  <a:pt x="7511436" y="1140253"/>
                  <a:pt x="7522929" y="1128760"/>
                  <a:pt x="7537094" y="1128760"/>
                </a:cubicBezTo>
                <a:close/>
                <a:moveTo>
                  <a:pt x="7472890" y="1128760"/>
                </a:moveTo>
                <a:cubicBezTo>
                  <a:pt x="7487060" y="1128760"/>
                  <a:pt x="7498548" y="1140247"/>
                  <a:pt x="7498548" y="1154418"/>
                </a:cubicBezTo>
                <a:cubicBezTo>
                  <a:pt x="7498548" y="1168589"/>
                  <a:pt x="7487060" y="1180077"/>
                  <a:pt x="7472890" y="1180077"/>
                </a:cubicBezTo>
                <a:cubicBezTo>
                  <a:pt x="7458717" y="1180077"/>
                  <a:pt x="7447229" y="1168589"/>
                  <a:pt x="7447229" y="1154418"/>
                </a:cubicBezTo>
                <a:cubicBezTo>
                  <a:pt x="7447229" y="1140247"/>
                  <a:pt x="7458717" y="1128760"/>
                  <a:pt x="7472890" y="1128760"/>
                </a:cubicBezTo>
                <a:close/>
                <a:moveTo>
                  <a:pt x="7216067" y="1128760"/>
                </a:moveTo>
                <a:cubicBezTo>
                  <a:pt x="7230232" y="1128760"/>
                  <a:pt x="7241725" y="1140253"/>
                  <a:pt x="7241725" y="1154418"/>
                </a:cubicBezTo>
                <a:cubicBezTo>
                  <a:pt x="7241725" y="1168583"/>
                  <a:pt x="7230232" y="1180077"/>
                  <a:pt x="7216067" y="1180077"/>
                </a:cubicBezTo>
                <a:cubicBezTo>
                  <a:pt x="7201902" y="1180077"/>
                  <a:pt x="7190409" y="1168583"/>
                  <a:pt x="7190409" y="1154418"/>
                </a:cubicBezTo>
                <a:cubicBezTo>
                  <a:pt x="7190409" y="1140253"/>
                  <a:pt x="7201902" y="1128760"/>
                  <a:pt x="7216067" y="1128760"/>
                </a:cubicBezTo>
                <a:close/>
                <a:moveTo>
                  <a:pt x="7151863" y="1128760"/>
                </a:moveTo>
                <a:cubicBezTo>
                  <a:pt x="7166033" y="1128760"/>
                  <a:pt x="7177521" y="1140247"/>
                  <a:pt x="7177521" y="1154418"/>
                </a:cubicBezTo>
                <a:cubicBezTo>
                  <a:pt x="7177521" y="1168589"/>
                  <a:pt x="7166033" y="1180077"/>
                  <a:pt x="7151863" y="1180077"/>
                </a:cubicBezTo>
                <a:cubicBezTo>
                  <a:pt x="7137692" y="1180077"/>
                  <a:pt x="7126205" y="1168589"/>
                  <a:pt x="7126205" y="1154418"/>
                </a:cubicBezTo>
                <a:cubicBezTo>
                  <a:pt x="7126205" y="1140247"/>
                  <a:pt x="7137692" y="1128760"/>
                  <a:pt x="7151863" y="1128760"/>
                </a:cubicBezTo>
                <a:close/>
                <a:moveTo>
                  <a:pt x="6895043" y="1128760"/>
                </a:moveTo>
                <a:cubicBezTo>
                  <a:pt x="6909208" y="1128760"/>
                  <a:pt x="6920701" y="1140253"/>
                  <a:pt x="6920701" y="1154418"/>
                </a:cubicBezTo>
                <a:cubicBezTo>
                  <a:pt x="6920701" y="1168583"/>
                  <a:pt x="6909208" y="1180077"/>
                  <a:pt x="6895043" y="1180077"/>
                </a:cubicBezTo>
                <a:cubicBezTo>
                  <a:pt x="6880878" y="1180077"/>
                  <a:pt x="6869382" y="1168583"/>
                  <a:pt x="6869382" y="1154418"/>
                </a:cubicBezTo>
                <a:cubicBezTo>
                  <a:pt x="6869382" y="1140253"/>
                  <a:pt x="6880878" y="1128760"/>
                  <a:pt x="6895043" y="1128760"/>
                </a:cubicBezTo>
                <a:close/>
                <a:moveTo>
                  <a:pt x="6638220" y="1128760"/>
                </a:moveTo>
                <a:cubicBezTo>
                  <a:pt x="6652385" y="1128760"/>
                  <a:pt x="6663881" y="1140253"/>
                  <a:pt x="6663881" y="1154418"/>
                </a:cubicBezTo>
                <a:cubicBezTo>
                  <a:pt x="6663881" y="1168583"/>
                  <a:pt x="6652385" y="1180077"/>
                  <a:pt x="6638220" y="1180077"/>
                </a:cubicBezTo>
                <a:cubicBezTo>
                  <a:pt x="6624055" y="1180077"/>
                  <a:pt x="6612562" y="1168583"/>
                  <a:pt x="6612562" y="1154418"/>
                </a:cubicBezTo>
                <a:cubicBezTo>
                  <a:pt x="6612562" y="1140253"/>
                  <a:pt x="6624055" y="1128760"/>
                  <a:pt x="6638220" y="1128760"/>
                </a:cubicBezTo>
                <a:close/>
                <a:moveTo>
                  <a:pt x="6317078" y="1128760"/>
                </a:moveTo>
                <a:cubicBezTo>
                  <a:pt x="6331243" y="1128760"/>
                  <a:pt x="6342736" y="1140253"/>
                  <a:pt x="6342736" y="1154418"/>
                </a:cubicBezTo>
                <a:cubicBezTo>
                  <a:pt x="6342736" y="1168583"/>
                  <a:pt x="6331243" y="1180077"/>
                  <a:pt x="6317078" y="1180077"/>
                </a:cubicBezTo>
                <a:cubicBezTo>
                  <a:pt x="6302913" y="1180077"/>
                  <a:pt x="6291420" y="1168583"/>
                  <a:pt x="6291420" y="1154418"/>
                </a:cubicBezTo>
                <a:cubicBezTo>
                  <a:pt x="6291420" y="1140253"/>
                  <a:pt x="6302913" y="1128760"/>
                  <a:pt x="6317078" y="1128760"/>
                </a:cubicBezTo>
                <a:close/>
                <a:moveTo>
                  <a:pt x="6252873" y="1128760"/>
                </a:moveTo>
                <a:cubicBezTo>
                  <a:pt x="6267036" y="1128760"/>
                  <a:pt x="6278532" y="1140253"/>
                  <a:pt x="6278532" y="1154418"/>
                </a:cubicBezTo>
                <a:cubicBezTo>
                  <a:pt x="6278532" y="1168583"/>
                  <a:pt x="6267036" y="1180077"/>
                  <a:pt x="6252873" y="1180077"/>
                </a:cubicBezTo>
                <a:cubicBezTo>
                  <a:pt x="6238708" y="1180077"/>
                  <a:pt x="6227213" y="1168583"/>
                  <a:pt x="6227213" y="1154418"/>
                </a:cubicBezTo>
                <a:cubicBezTo>
                  <a:pt x="6227213" y="1140253"/>
                  <a:pt x="6238708" y="1128760"/>
                  <a:pt x="6252873" y="1128760"/>
                </a:cubicBezTo>
                <a:close/>
                <a:moveTo>
                  <a:pt x="6124462" y="1128760"/>
                </a:moveTo>
                <a:cubicBezTo>
                  <a:pt x="6138627" y="1128760"/>
                  <a:pt x="6150123" y="1140253"/>
                  <a:pt x="6150123" y="1154418"/>
                </a:cubicBezTo>
                <a:cubicBezTo>
                  <a:pt x="6150123" y="1168583"/>
                  <a:pt x="6138627" y="1180077"/>
                  <a:pt x="6124462" y="1180077"/>
                </a:cubicBezTo>
                <a:cubicBezTo>
                  <a:pt x="6110297" y="1180077"/>
                  <a:pt x="6098804" y="1168583"/>
                  <a:pt x="6098804" y="1154418"/>
                </a:cubicBezTo>
                <a:cubicBezTo>
                  <a:pt x="6098804" y="1140253"/>
                  <a:pt x="6110297" y="1128760"/>
                  <a:pt x="6124462" y="1128760"/>
                </a:cubicBezTo>
                <a:close/>
                <a:moveTo>
                  <a:pt x="5743477" y="1128760"/>
                </a:moveTo>
                <a:cubicBezTo>
                  <a:pt x="5757648" y="1128760"/>
                  <a:pt x="5769136" y="1140247"/>
                  <a:pt x="5769136" y="1154418"/>
                </a:cubicBezTo>
                <a:cubicBezTo>
                  <a:pt x="5769136" y="1168589"/>
                  <a:pt x="5757648" y="1180077"/>
                  <a:pt x="5743477" y="1180077"/>
                </a:cubicBezTo>
                <a:cubicBezTo>
                  <a:pt x="5729307" y="1180077"/>
                  <a:pt x="5717818" y="1168589"/>
                  <a:pt x="5717818" y="1154418"/>
                </a:cubicBezTo>
                <a:cubicBezTo>
                  <a:pt x="5717818" y="1140247"/>
                  <a:pt x="5729307" y="1128760"/>
                  <a:pt x="5743477" y="1128760"/>
                </a:cubicBezTo>
                <a:close/>
                <a:moveTo>
                  <a:pt x="5615066" y="1128760"/>
                </a:moveTo>
                <a:cubicBezTo>
                  <a:pt x="5629231" y="1128760"/>
                  <a:pt x="5640726" y="1140253"/>
                  <a:pt x="5640726" y="1154418"/>
                </a:cubicBezTo>
                <a:cubicBezTo>
                  <a:pt x="5640726" y="1168583"/>
                  <a:pt x="5629231" y="1180077"/>
                  <a:pt x="5615066" y="1180077"/>
                </a:cubicBezTo>
                <a:cubicBezTo>
                  <a:pt x="5600901" y="1180077"/>
                  <a:pt x="5589407" y="1168583"/>
                  <a:pt x="5589407" y="1154418"/>
                </a:cubicBezTo>
                <a:cubicBezTo>
                  <a:pt x="5589407" y="1140253"/>
                  <a:pt x="5600901" y="1128760"/>
                  <a:pt x="5615066" y="1128760"/>
                </a:cubicBezTo>
                <a:close/>
                <a:moveTo>
                  <a:pt x="5486655" y="1128760"/>
                </a:moveTo>
                <a:cubicBezTo>
                  <a:pt x="5500819" y="1128760"/>
                  <a:pt x="5512316" y="1140253"/>
                  <a:pt x="5512316" y="1154418"/>
                </a:cubicBezTo>
                <a:cubicBezTo>
                  <a:pt x="5512316" y="1168583"/>
                  <a:pt x="5500819" y="1180077"/>
                  <a:pt x="5486655" y="1180077"/>
                </a:cubicBezTo>
                <a:cubicBezTo>
                  <a:pt x="5472491" y="1180077"/>
                  <a:pt x="5460997" y="1168583"/>
                  <a:pt x="5460997" y="1154418"/>
                </a:cubicBezTo>
                <a:cubicBezTo>
                  <a:pt x="5460997" y="1140253"/>
                  <a:pt x="5472491" y="1128760"/>
                  <a:pt x="5486655" y="1128760"/>
                </a:cubicBezTo>
                <a:close/>
                <a:moveTo>
                  <a:pt x="5422451" y="1128760"/>
                </a:moveTo>
                <a:cubicBezTo>
                  <a:pt x="5436621" y="1128760"/>
                  <a:pt x="5448109" y="1140247"/>
                  <a:pt x="5448109" y="1154418"/>
                </a:cubicBezTo>
                <a:cubicBezTo>
                  <a:pt x="5448109" y="1168589"/>
                  <a:pt x="5436621" y="1180077"/>
                  <a:pt x="5422451" y="1180077"/>
                </a:cubicBezTo>
                <a:cubicBezTo>
                  <a:pt x="5408280" y="1180077"/>
                  <a:pt x="5396791" y="1168589"/>
                  <a:pt x="5396791" y="1154418"/>
                </a:cubicBezTo>
                <a:cubicBezTo>
                  <a:pt x="5396791" y="1140247"/>
                  <a:pt x="5408280" y="1128760"/>
                  <a:pt x="5422451" y="1128760"/>
                </a:cubicBezTo>
                <a:close/>
                <a:moveTo>
                  <a:pt x="5229719" y="1128760"/>
                </a:moveTo>
                <a:cubicBezTo>
                  <a:pt x="5243999" y="1128760"/>
                  <a:pt x="5255377" y="1140253"/>
                  <a:pt x="5255377" y="1154418"/>
                </a:cubicBezTo>
                <a:cubicBezTo>
                  <a:pt x="5255377" y="1168583"/>
                  <a:pt x="5243883" y="1180077"/>
                  <a:pt x="5229719" y="1180077"/>
                </a:cubicBezTo>
                <a:cubicBezTo>
                  <a:pt x="5215554" y="1180077"/>
                  <a:pt x="5204058" y="1168583"/>
                  <a:pt x="5204058" y="1154418"/>
                </a:cubicBezTo>
                <a:cubicBezTo>
                  <a:pt x="5204058" y="1140253"/>
                  <a:pt x="5215554" y="1128760"/>
                  <a:pt x="5229719" y="1128760"/>
                </a:cubicBezTo>
                <a:close/>
                <a:moveTo>
                  <a:pt x="4972896" y="1128760"/>
                </a:moveTo>
                <a:cubicBezTo>
                  <a:pt x="4987063" y="1128760"/>
                  <a:pt x="4998557" y="1140253"/>
                  <a:pt x="4998557" y="1154418"/>
                </a:cubicBezTo>
                <a:cubicBezTo>
                  <a:pt x="4998557" y="1168583"/>
                  <a:pt x="4987063" y="1180077"/>
                  <a:pt x="4972896" y="1180077"/>
                </a:cubicBezTo>
                <a:cubicBezTo>
                  <a:pt x="4958732" y="1180077"/>
                  <a:pt x="4947240" y="1168583"/>
                  <a:pt x="4947240" y="1154418"/>
                </a:cubicBezTo>
                <a:cubicBezTo>
                  <a:pt x="4947240" y="1140253"/>
                  <a:pt x="4958732" y="1128760"/>
                  <a:pt x="4972896" y="1128760"/>
                </a:cubicBezTo>
                <a:close/>
                <a:moveTo>
                  <a:pt x="4908693" y="1128760"/>
                </a:moveTo>
                <a:cubicBezTo>
                  <a:pt x="4922857" y="1128760"/>
                  <a:pt x="4934352" y="1140253"/>
                  <a:pt x="4934352" y="1154418"/>
                </a:cubicBezTo>
                <a:cubicBezTo>
                  <a:pt x="4934352" y="1168583"/>
                  <a:pt x="4922857" y="1180077"/>
                  <a:pt x="4908693" y="1180077"/>
                </a:cubicBezTo>
                <a:cubicBezTo>
                  <a:pt x="4894527" y="1180077"/>
                  <a:pt x="4883033" y="1168583"/>
                  <a:pt x="4883033" y="1154418"/>
                </a:cubicBezTo>
                <a:cubicBezTo>
                  <a:pt x="4883033" y="1140253"/>
                  <a:pt x="4894527" y="1128760"/>
                  <a:pt x="4908693" y="1128760"/>
                </a:cubicBezTo>
                <a:close/>
                <a:moveTo>
                  <a:pt x="4844487" y="1128760"/>
                </a:moveTo>
                <a:cubicBezTo>
                  <a:pt x="4858650" y="1128760"/>
                  <a:pt x="4870146" y="1140253"/>
                  <a:pt x="4870146" y="1154418"/>
                </a:cubicBezTo>
                <a:cubicBezTo>
                  <a:pt x="4870146" y="1168583"/>
                  <a:pt x="4858650" y="1180077"/>
                  <a:pt x="4844487" y="1180077"/>
                </a:cubicBezTo>
                <a:cubicBezTo>
                  <a:pt x="4830322" y="1180077"/>
                  <a:pt x="4818828" y="1168583"/>
                  <a:pt x="4818828" y="1154418"/>
                </a:cubicBezTo>
                <a:cubicBezTo>
                  <a:pt x="4818828" y="1140253"/>
                  <a:pt x="4830322" y="1128760"/>
                  <a:pt x="4844487" y="1128760"/>
                </a:cubicBezTo>
                <a:close/>
                <a:moveTo>
                  <a:pt x="4651872" y="1128760"/>
                </a:moveTo>
                <a:cubicBezTo>
                  <a:pt x="4666042" y="1128760"/>
                  <a:pt x="4677531" y="1140247"/>
                  <a:pt x="4677531" y="1154418"/>
                </a:cubicBezTo>
                <a:cubicBezTo>
                  <a:pt x="4677531" y="1168589"/>
                  <a:pt x="4666042" y="1180077"/>
                  <a:pt x="4651872" y="1180077"/>
                </a:cubicBezTo>
                <a:cubicBezTo>
                  <a:pt x="4637700" y="1180077"/>
                  <a:pt x="4626213" y="1168589"/>
                  <a:pt x="4626213" y="1154418"/>
                </a:cubicBezTo>
                <a:cubicBezTo>
                  <a:pt x="4626213" y="1140247"/>
                  <a:pt x="4637700" y="1128760"/>
                  <a:pt x="4651872" y="1128760"/>
                </a:cubicBezTo>
                <a:close/>
                <a:moveTo>
                  <a:pt x="4587666" y="1128760"/>
                </a:moveTo>
                <a:cubicBezTo>
                  <a:pt x="4601830" y="1128760"/>
                  <a:pt x="4613324" y="1140253"/>
                  <a:pt x="4613324" y="1154418"/>
                </a:cubicBezTo>
                <a:cubicBezTo>
                  <a:pt x="4613324" y="1168583"/>
                  <a:pt x="4601830" y="1180077"/>
                  <a:pt x="4587666" y="1180077"/>
                </a:cubicBezTo>
                <a:cubicBezTo>
                  <a:pt x="4573501" y="1180077"/>
                  <a:pt x="4562007" y="1168583"/>
                  <a:pt x="4562007" y="1154418"/>
                </a:cubicBezTo>
                <a:cubicBezTo>
                  <a:pt x="4562007" y="1140253"/>
                  <a:pt x="4573501" y="1128760"/>
                  <a:pt x="4587666" y="1128760"/>
                </a:cubicBezTo>
                <a:close/>
                <a:moveTo>
                  <a:pt x="4523461" y="1128760"/>
                </a:moveTo>
                <a:cubicBezTo>
                  <a:pt x="4537626" y="1128760"/>
                  <a:pt x="4549121" y="1140253"/>
                  <a:pt x="4549121" y="1154418"/>
                </a:cubicBezTo>
                <a:cubicBezTo>
                  <a:pt x="4549121" y="1168583"/>
                  <a:pt x="4537626" y="1180077"/>
                  <a:pt x="4523461" y="1180077"/>
                </a:cubicBezTo>
                <a:cubicBezTo>
                  <a:pt x="4509296" y="1180077"/>
                  <a:pt x="4497802" y="1168583"/>
                  <a:pt x="4497802" y="1154418"/>
                </a:cubicBezTo>
                <a:cubicBezTo>
                  <a:pt x="4497802" y="1140253"/>
                  <a:pt x="4509296" y="1128760"/>
                  <a:pt x="4523461" y="1128760"/>
                </a:cubicBezTo>
                <a:close/>
                <a:moveTo>
                  <a:pt x="4395050" y="1128760"/>
                </a:moveTo>
                <a:cubicBezTo>
                  <a:pt x="4409214" y="1128760"/>
                  <a:pt x="4420710" y="1140253"/>
                  <a:pt x="4420710" y="1154418"/>
                </a:cubicBezTo>
                <a:cubicBezTo>
                  <a:pt x="4420710" y="1168583"/>
                  <a:pt x="4409214" y="1180077"/>
                  <a:pt x="4395050" y="1180077"/>
                </a:cubicBezTo>
                <a:cubicBezTo>
                  <a:pt x="4380886" y="1180077"/>
                  <a:pt x="4369391" y="1168583"/>
                  <a:pt x="4369391" y="1154418"/>
                </a:cubicBezTo>
                <a:cubicBezTo>
                  <a:pt x="4369391" y="1140253"/>
                  <a:pt x="4380886" y="1128760"/>
                  <a:pt x="4395050" y="1128760"/>
                </a:cubicBezTo>
                <a:close/>
                <a:moveTo>
                  <a:pt x="4009702" y="1128760"/>
                </a:moveTo>
                <a:cubicBezTo>
                  <a:pt x="4023866" y="1128760"/>
                  <a:pt x="4035362" y="1140253"/>
                  <a:pt x="4035362" y="1154418"/>
                </a:cubicBezTo>
                <a:cubicBezTo>
                  <a:pt x="4035362" y="1168583"/>
                  <a:pt x="4023866" y="1180077"/>
                  <a:pt x="4009702" y="1180077"/>
                </a:cubicBezTo>
                <a:cubicBezTo>
                  <a:pt x="3995538" y="1180077"/>
                  <a:pt x="3984043" y="1168583"/>
                  <a:pt x="3984043" y="1154418"/>
                </a:cubicBezTo>
                <a:cubicBezTo>
                  <a:pt x="3984043" y="1140253"/>
                  <a:pt x="3995538" y="1128760"/>
                  <a:pt x="4009702" y="1128760"/>
                </a:cubicBezTo>
                <a:close/>
                <a:moveTo>
                  <a:pt x="3752882" y="1128760"/>
                </a:moveTo>
                <a:cubicBezTo>
                  <a:pt x="3767045" y="1128760"/>
                  <a:pt x="3778539" y="1140253"/>
                  <a:pt x="3778539" y="1154418"/>
                </a:cubicBezTo>
                <a:cubicBezTo>
                  <a:pt x="3778539" y="1168583"/>
                  <a:pt x="3767045" y="1180077"/>
                  <a:pt x="3752882" y="1180077"/>
                </a:cubicBezTo>
                <a:cubicBezTo>
                  <a:pt x="3738717" y="1180077"/>
                  <a:pt x="3727221" y="1168583"/>
                  <a:pt x="3727221" y="1154418"/>
                </a:cubicBezTo>
                <a:cubicBezTo>
                  <a:pt x="3727221" y="1140253"/>
                  <a:pt x="3738717" y="1128760"/>
                  <a:pt x="3752882" y="1128760"/>
                </a:cubicBezTo>
                <a:close/>
                <a:moveTo>
                  <a:pt x="3624472" y="1128760"/>
                </a:moveTo>
                <a:cubicBezTo>
                  <a:pt x="3638640" y="1128760"/>
                  <a:pt x="3650129" y="1140247"/>
                  <a:pt x="3650129" y="1154418"/>
                </a:cubicBezTo>
                <a:cubicBezTo>
                  <a:pt x="3650129" y="1168589"/>
                  <a:pt x="3638640" y="1180077"/>
                  <a:pt x="3624472" y="1180077"/>
                </a:cubicBezTo>
                <a:cubicBezTo>
                  <a:pt x="3610300" y="1180077"/>
                  <a:pt x="3598810" y="1168589"/>
                  <a:pt x="3598810" y="1154418"/>
                </a:cubicBezTo>
                <a:cubicBezTo>
                  <a:pt x="3598810" y="1140247"/>
                  <a:pt x="3610300" y="1128760"/>
                  <a:pt x="3624472" y="1128760"/>
                </a:cubicBezTo>
                <a:close/>
                <a:moveTo>
                  <a:pt x="3367649" y="1128760"/>
                </a:moveTo>
                <a:cubicBezTo>
                  <a:pt x="3381813" y="1128760"/>
                  <a:pt x="3393308" y="1140253"/>
                  <a:pt x="3393308" y="1154418"/>
                </a:cubicBezTo>
                <a:cubicBezTo>
                  <a:pt x="3393308" y="1168583"/>
                  <a:pt x="3381813" y="1180077"/>
                  <a:pt x="3367649" y="1180077"/>
                </a:cubicBezTo>
                <a:cubicBezTo>
                  <a:pt x="3353484" y="1180077"/>
                  <a:pt x="3341990" y="1168583"/>
                  <a:pt x="3341990" y="1154418"/>
                </a:cubicBezTo>
                <a:cubicBezTo>
                  <a:pt x="3341990" y="1140253"/>
                  <a:pt x="3353484" y="1128760"/>
                  <a:pt x="3367649" y="1128760"/>
                </a:cubicBezTo>
                <a:close/>
                <a:moveTo>
                  <a:pt x="3303444" y="1128760"/>
                </a:moveTo>
                <a:cubicBezTo>
                  <a:pt x="3317609" y="1128760"/>
                  <a:pt x="3329102" y="1140253"/>
                  <a:pt x="3329102" y="1154418"/>
                </a:cubicBezTo>
                <a:cubicBezTo>
                  <a:pt x="3329102" y="1168583"/>
                  <a:pt x="3317609" y="1180077"/>
                  <a:pt x="3303444" y="1180077"/>
                </a:cubicBezTo>
                <a:cubicBezTo>
                  <a:pt x="3289279" y="1180077"/>
                  <a:pt x="3277785" y="1168583"/>
                  <a:pt x="3277785" y="1154418"/>
                </a:cubicBezTo>
                <a:cubicBezTo>
                  <a:pt x="3277785" y="1140253"/>
                  <a:pt x="3289279" y="1128760"/>
                  <a:pt x="3303444" y="1128760"/>
                </a:cubicBezTo>
                <a:close/>
                <a:moveTo>
                  <a:pt x="2853890" y="1128760"/>
                </a:moveTo>
                <a:cubicBezTo>
                  <a:pt x="2868062" y="1128760"/>
                  <a:pt x="2879550" y="1140247"/>
                  <a:pt x="2879550" y="1154418"/>
                </a:cubicBezTo>
                <a:cubicBezTo>
                  <a:pt x="2879550" y="1168589"/>
                  <a:pt x="2868062" y="1180077"/>
                  <a:pt x="2853890" y="1180077"/>
                </a:cubicBezTo>
                <a:cubicBezTo>
                  <a:pt x="2839720" y="1180077"/>
                  <a:pt x="2828231" y="1168589"/>
                  <a:pt x="2828231" y="1154418"/>
                </a:cubicBezTo>
                <a:cubicBezTo>
                  <a:pt x="2828231" y="1140247"/>
                  <a:pt x="2839720" y="1128760"/>
                  <a:pt x="2853890" y="1128760"/>
                </a:cubicBezTo>
                <a:close/>
                <a:moveTo>
                  <a:pt x="2789686" y="1128760"/>
                </a:moveTo>
                <a:cubicBezTo>
                  <a:pt x="2803850" y="1128760"/>
                  <a:pt x="2815344" y="1140253"/>
                  <a:pt x="2815344" y="1154418"/>
                </a:cubicBezTo>
                <a:cubicBezTo>
                  <a:pt x="2815344" y="1168583"/>
                  <a:pt x="2803850" y="1180077"/>
                  <a:pt x="2789686" y="1180077"/>
                </a:cubicBezTo>
                <a:cubicBezTo>
                  <a:pt x="2775521" y="1180077"/>
                  <a:pt x="2764027" y="1168583"/>
                  <a:pt x="2764027" y="1154418"/>
                </a:cubicBezTo>
                <a:cubicBezTo>
                  <a:pt x="2764027" y="1140253"/>
                  <a:pt x="2775521" y="1128760"/>
                  <a:pt x="2789686" y="1128760"/>
                </a:cubicBezTo>
                <a:close/>
                <a:moveTo>
                  <a:pt x="2340249" y="1128760"/>
                </a:moveTo>
                <a:cubicBezTo>
                  <a:pt x="2354413" y="1128760"/>
                  <a:pt x="2365908" y="1140253"/>
                  <a:pt x="2365908" y="1154418"/>
                </a:cubicBezTo>
                <a:cubicBezTo>
                  <a:pt x="2365908" y="1168583"/>
                  <a:pt x="2354413" y="1180077"/>
                  <a:pt x="2340249" y="1180077"/>
                </a:cubicBezTo>
                <a:cubicBezTo>
                  <a:pt x="2326084" y="1180077"/>
                  <a:pt x="2314590" y="1168583"/>
                  <a:pt x="2314590" y="1154418"/>
                </a:cubicBezTo>
                <a:cubicBezTo>
                  <a:pt x="2314590" y="1140253"/>
                  <a:pt x="2326084" y="1128760"/>
                  <a:pt x="2340249" y="1128760"/>
                </a:cubicBezTo>
                <a:close/>
                <a:moveTo>
                  <a:pt x="2276044" y="1128760"/>
                </a:moveTo>
                <a:cubicBezTo>
                  <a:pt x="2290208" y="1128760"/>
                  <a:pt x="2301702" y="1140253"/>
                  <a:pt x="2301702" y="1154418"/>
                </a:cubicBezTo>
                <a:cubicBezTo>
                  <a:pt x="2301702" y="1168583"/>
                  <a:pt x="2290208" y="1180077"/>
                  <a:pt x="2276044" y="1180077"/>
                </a:cubicBezTo>
                <a:cubicBezTo>
                  <a:pt x="2261879" y="1180077"/>
                  <a:pt x="2250385" y="1168583"/>
                  <a:pt x="2250385" y="1154418"/>
                </a:cubicBezTo>
                <a:cubicBezTo>
                  <a:pt x="2250385" y="1140253"/>
                  <a:pt x="2261879" y="1128760"/>
                  <a:pt x="2276044" y="1128760"/>
                </a:cubicBezTo>
                <a:close/>
                <a:moveTo>
                  <a:pt x="2147633" y="1128760"/>
                </a:moveTo>
                <a:cubicBezTo>
                  <a:pt x="2161804" y="1128760"/>
                  <a:pt x="2173293" y="1140247"/>
                  <a:pt x="2173293" y="1154418"/>
                </a:cubicBezTo>
                <a:cubicBezTo>
                  <a:pt x="2173293" y="1168589"/>
                  <a:pt x="2161804" y="1180077"/>
                  <a:pt x="2147633" y="1180077"/>
                </a:cubicBezTo>
                <a:cubicBezTo>
                  <a:pt x="2133462" y="1180077"/>
                  <a:pt x="2121975" y="1168589"/>
                  <a:pt x="2121975" y="1154418"/>
                </a:cubicBezTo>
                <a:cubicBezTo>
                  <a:pt x="2121975" y="1140247"/>
                  <a:pt x="2133462" y="1128760"/>
                  <a:pt x="2147633" y="1128760"/>
                </a:cubicBezTo>
                <a:close/>
                <a:moveTo>
                  <a:pt x="2083427" y="1128760"/>
                </a:moveTo>
                <a:cubicBezTo>
                  <a:pt x="2097599" y="1128760"/>
                  <a:pt x="2109087" y="1140247"/>
                  <a:pt x="2109087" y="1154418"/>
                </a:cubicBezTo>
                <a:cubicBezTo>
                  <a:pt x="2109087" y="1168589"/>
                  <a:pt x="2097599" y="1180077"/>
                  <a:pt x="2083427" y="1180077"/>
                </a:cubicBezTo>
                <a:cubicBezTo>
                  <a:pt x="2069257" y="1180077"/>
                  <a:pt x="2057768" y="1168589"/>
                  <a:pt x="2057768" y="1154418"/>
                </a:cubicBezTo>
                <a:cubicBezTo>
                  <a:pt x="2057768" y="1140247"/>
                  <a:pt x="2069257" y="1128760"/>
                  <a:pt x="2083427" y="1128760"/>
                </a:cubicBezTo>
                <a:close/>
                <a:moveTo>
                  <a:pt x="2019222" y="1128760"/>
                </a:moveTo>
                <a:cubicBezTo>
                  <a:pt x="2033387" y="1128760"/>
                  <a:pt x="2044880" y="1140253"/>
                  <a:pt x="2044880" y="1154418"/>
                </a:cubicBezTo>
                <a:cubicBezTo>
                  <a:pt x="2044880" y="1168583"/>
                  <a:pt x="2033387" y="1180077"/>
                  <a:pt x="2019222" y="1180077"/>
                </a:cubicBezTo>
                <a:cubicBezTo>
                  <a:pt x="2005058" y="1180077"/>
                  <a:pt x="1993563" y="1168583"/>
                  <a:pt x="1993563" y="1154418"/>
                </a:cubicBezTo>
                <a:cubicBezTo>
                  <a:pt x="1993563" y="1140253"/>
                  <a:pt x="2005058" y="1128760"/>
                  <a:pt x="2019222" y="1128760"/>
                </a:cubicBezTo>
                <a:close/>
                <a:moveTo>
                  <a:pt x="1955016" y="1128760"/>
                </a:moveTo>
                <a:cubicBezTo>
                  <a:pt x="1969181" y="1128760"/>
                  <a:pt x="1980676" y="1140253"/>
                  <a:pt x="1980676" y="1154418"/>
                </a:cubicBezTo>
                <a:cubicBezTo>
                  <a:pt x="1980676" y="1168583"/>
                  <a:pt x="1969181" y="1180077"/>
                  <a:pt x="1955016" y="1180077"/>
                </a:cubicBezTo>
                <a:cubicBezTo>
                  <a:pt x="1940851" y="1180077"/>
                  <a:pt x="1929358" y="1168583"/>
                  <a:pt x="1929358" y="1154418"/>
                </a:cubicBezTo>
                <a:cubicBezTo>
                  <a:pt x="1929358" y="1140253"/>
                  <a:pt x="1940851" y="1128760"/>
                  <a:pt x="1955016" y="1128760"/>
                </a:cubicBezTo>
                <a:close/>
                <a:moveTo>
                  <a:pt x="1890696" y="1128760"/>
                </a:moveTo>
                <a:cubicBezTo>
                  <a:pt x="1904860" y="1128760"/>
                  <a:pt x="1916355" y="1140253"/>
                  <a:pt x="1916355" y="1154418"/>
                </a:cubicBezTo>
                <a:cubicBezTo>
                  <a:pt x="1916355" y="1168583"/>
                  <a:pt x="1904860" y="1180077"/>
                  <a:pt x="1890696" y="1180077"/>
                </a:cubicBezTo>
                <a:cubicBezTo>
                  <a:pt x="1876531" y="1180077"/>
                  <a:pt x="1865037" y="1168583"/>
                  <a:pt x="1865037" y="1154418"/>
                </a:cubicBezTo>
                <a:cubicBezTo>
                  <a:pt x="1865037" y="1140253"/>
                  <a:pt x="1876531" y="1128760"/>
                  <a:pt x="1890696" y="1128760"/>
                </a:cubicBezTo>
                <a:close/>
                <a:moveTo>
                  <a:pt x="1826490" y="1128760"/>
                </a:moveTo>
                <a:cubicBezTo>
                  <a:pt x="1840654" y="1128760"/>
                  <a:pt x="1852149" y="1140253"/>
                  <a:pt x="1852149" y="1154418"/>
                </a:cubicBezTo>
                <a:cubicBezTo>
                  <a:pt x="1852149" y="1168583"/>
                  <a:pt x="1840654" y="1180077"/>
                  <a:pt x="1826490" y="1180077"/>
                </a:cubicBezTo>
                <a:cubicBezTo>
                  <a:pt x="1812325" y="1180077"/>
                  <a:pt x="1800830" y="1168583"/>
                  <a:pt x="1800830" y="1154418"/>
                </a:cubicBezTo>
                <a:cubicBezTo>
                  <a:pt x="1800830" y="1140253"/>
                  <a:pt x="1812325" y="1128760"/>
                  <a:pt x="1826490" y="1128760"/>
                </a:cubicBezTo>
                <a:close/>
                <a:moveTo>
                  <a:pt x="1762285" y="1128760"/>
                </a:moveTo>
                <a:cubicBezTo>
                  <a:pt x="1776456" y="1128760"/>
                  <a:pt x="1787944" y="1140247"/>
                  <a:pt x="1787944" y="1154418"/>
                </a:cubicBezTo>
                <a:cubicBezTo>
                  <a:pt x="1787944" y="1168589"/>
                  <a:pt x="1776456" y="1180077"/>
                  <a:pt x="1762285" y="1180077"/>
                </a:cubicBezTo>
                <a:cubicBezTo>
                  <a:pt x="1748114" y="1180077"/>
                  <a:pt x="1736626" y="1168589"/>
                  <a:pt x="1736626" y="1154418"/>
                </a:cubicBezTo>
                <a:cubicBezTo>
                  <a:pt x="1736626" y="1140247"/>
                  <a:pt x="1748114" y="1128760"/>
                  <a:pt x="1762285" y="1128760"/>
                </a:cubicBezTo>
                <a:close/>
                <a:moveTo>
                  <a:pt x="1505464" y="1128760"/>
                </a:moveTo>
                <a:cubicBezTo>
                  <a:pt x="1519629" y="1128760"/>
                  <a:pt x="1531123" y="1140253"/>
                  <a:pt x="1531123" y="1154418"/>
                </a:cubicBezTo>
                <a:cubicBezTo>
                  <a:pt x="1531123" y="1168583"/>
                  <a:pt x="1519629" y="1180077"/>
                  <a:pt x="1505464" y="1180077"/>
                </a:cubicBezTo>
                <a:cubicBezTo>
                  <a:pt x="1491299" y="1180077"/>
                  <a:pt x="1479806" y="1168583"/>
                  <a:pt x="1479806" y="1154418"/>
                </a:cubicBezTo>
                <a:cubicBezTo>
                  <a:pt x="1479806" y="1140253"/>
                  <a:pt x="1491299" y="1128760"/>
                  <a:pt x="1505464" y="1128760"/>
                </a:cubicBezTo>
                <a:close/>
                <a:moveTo>
                  <a:pt x="1441258" y="1128760"/>
                </a:moveTo>
                <a:cubicBezTo>
                  <a:pt x="1455430" y="1128760"/>
                  <a:pt x="1466917" y="1140247"/>
                  <a:pt x="1466917" y="1154418"/>
                </a:cubicBezTo>
                <a:cubicBezTo>
                  <a:pt x="1466917" y="1168589"/>
                  <a:pt x="1455430" y="1180077"/>
                  <a:pt x="1441258" y="1180077"/>
                </a:cubicBezTo>
                <a:cubicBezTo>
                  <a:pt x="1427087" y="1180077"/>
                  <a:pt x="1415599" y="1168589"/>
                  <a:pt x="1415599" y="1154418"/>
                </a:cubicBezTo>
                <a:cubicBezTo>
                  <a:pt x="1415599" y="1140247"/>
                  <a:pt x="1427087" y="1128760"/>
                  <a:pt x="1441258" y="1128760"/>
                </a:cubicBezTo>
                <a:close/>
                <a:moveTo>
                  <a:pt x="1184437" y="1128760"/>
                </a:moveTo>
                <a:cubicBezTo>
                  <a:pt x="1198602" y="1128760"/>
                  <a:pt x="1210096" y="1140253"/>
                  <a:pt x="1210096" y="1154418"/>
                </a:cubicBezTo>
                <a:cubicBezTo>
                  <a:pt x="1210096" y="1168583"/>
                  <a:pt x="1198602" y="1180077"/>
                  <a:pt x="1184437" y="1180077"/>
                </a:cubicBezTo>
                <a:cubicBezTo>
                  <a:pt x="1170273" y="1180077"/>
                  <a:pt x="1158780" y="1168583"/>
                  <a:pt x="1158780" y="1154418"/>
                </a:cubicBezTo>
                <a:cubicBezTo>
                  <a:pt x="1158780" y="1140253"/>
                  <a:pt x="1170273" y="1128760"/>
                  <a:pt x="1184437" y="1128760"/>
                </a:cubicBezTo>
                <a:close/>
                <a:moveTo>
                  <a:pt x="927616" y="1128760"/>
                </a:moveTo>
                <a:cubicBezTo>
                  <a:pt x="941781" y="1128760"/>
                  <a:pt x="953275" y="1140253"/>
                  <a:pt x="953275" y="1154418"/>
                </a:cubicBezTo>
                <a:cubicBezTo>
                  <a:pt x="953275" y="1168583"/>
                  <a:pt x="941781" y="1180077"/>
                  <a:pt x="927616" y="1180077"/>
                </a:cubicBezTo>
                <a:cubicBezTo>
                  <a:pt x="913452" y="1180077"/>
                  <a:pt x="901957" y="1168583"/>
                  <a:pt x="901957" y="1154418"/>
                </a:cubicBezTo>
                <a:cubicBezTo>
                  <a:pt x="901957" y="1140253"/>
                  <a:pt x="913452" y="1128760"/>
                  <a:pt x="927616" y="1128760"/>
                </a:cubicBezTo>
                <a:close/>
                <a:moveTo>
                  <a:pt x="606475" y="1128760"/>
                </a:moveTo>
                <a:cubicBezTo>
                  <a:pt x="620639" y="1128760"/>
                  <a:pt x="632134" y="1140253"/>
                  <a:pt x="632134" y="1154418"/>
                </a:cubicBezTo>
                <a:cubicBezTo>
                  <a:pt x="632134" y="1168583"/>
                  <a:pt x="620639" y="1180077"/>
                  <a:pt x="606475" y="1180077"/>
                </a:cubicBezTo>
                <a:cubicBezTo>
                  <a:pt x="592310" y="1180077"/>
                  <a:pt x="580815" y="1168583"/>
                  <a:pt x="580815" y="1154418"/>
                </a:cubicBezTo>
                <a:cubicBezTo>
                  <a:pt x="580815" y="1140253"/>
                  <a:pt x="592310" y="1128760"/>
                  <a:pt x="606475" y="1128760"/>
                </a:cubicBezTo>
                <a:close/>
                <a:moveTo>
                  <a:pt x="542268" y="1128760"/>
                </a:moveTo>
                <a:cubicBezTo>
                  <a:pt x="556433" y="1128760"/>
                  <a:pt x="567927" y="1140253"/>
                  <a:pt x="567927" y="1154418"/>
                </a:cubicBezTo>
                <a:cubicBezTo>
                  <a:pt x="567927" y="1168583"/>
                  <a:pt x="556433" y="1180077"/>
                  <a:pt x="542268" y="1180077"/>
                </a:cubicBezTo>
                <a:cubicBezTo>
                  <a:pt x="528104" y="1180077"/>
                  <a:pt x="516610" y="1168583"/>
                  <a:pt x="516610" y="1154418"/>
                </a:cubicBezTo>
                <a:cubicBezTo>
                  <a:pt x="516610" y="1140253"/>
                  <a:pt x="528104" y="1128760"/>
                  <a:pt x="542268" y="1128760"/>
                </a:cubicBezTo>
                <a:close/>
                <a:moveTo>
                  <a:pt x="413858" y="1128760"/>
                </a:moveTo>
                <a:cubicBezTo>
                  <a:pt x="428023" y="1128760"/>
                  <a:pt x="439517" y="1140253"/>
                  <a:pt x="439517" y="1154418"/>
                </a:cubicBezTo>
                <a:cubicBezTo>
                  <a:pt x="439517" y="1168583"/>
                  <a:pt x="428023" y="1180077"/>
                  <a:pt x="413858" y="1180077"/>
                </a:cubicBezTo>
                <a:cubicBezTo>
                  <a:pt x="399694" y="1180077"/>
                  <a:pt x="388200" y="1168583"/>
                  <a:pt x="388200" y="1154418"/>
                </a:cubicBezTo>
                <a:cubicBezTo>
                  <a:pt x="388200" y="1140253"/>
                  <a:pt x="399694" y="1128760"/>
                  <a:pt x="413858" y="1128760"/>
                </a:cubicBezTo>
                <a:close/>
                <a:moveTo>
                  <a:pt x="25659" y="1128760"/>
                </a:moveTo>
                <a:cubicBezTo>
                  <a:pt x="39829" y="1128760"/>
                  <a:pt x="51317" y="1140247"/>
                  <a:pt x="51317" y="1154418"/>
                </a:cubicBezTo>
                <a:cubicBezTo>
                  <a:pt x="51317" y="1168589"/>
                  <a:pt x="39829" y="1180077"/>
                  <a:pt x="25659" y="1180077"/>
                </a:cubicBezTo>
                <a:cubicBezTo>
                  <a:pt x="11488" y="1180077"/>
                  <a:pt x="0" y="1168589"/>
                  <a:pt x="0" y="1154418"/>
                </a:cubicBezTo>
                <a:cubicBezTo>
                  <a:pt x="0" y="1140247"/>
                  <a:pt x="11488" y="1128760"/>
                  <a:pt x="25659" y="1128760"/>
                </a:cubicBezTo>
                <a:close/>
                <a:moveTo>
                  <a:pt x="11775107" y="1074423"/>
                </a:moveTo>
                <a:cubicBezTo>
                  <a:pt x="11782225" y="1074423"/>
                  <a:pt x="11787995" y="1080193"/>
                  <a:pt x="11787995" y="1087310"/>
                </a:cubicBezTo>
                <a:cubicBezTo>
                  <a:pt x="11787995" y="1094428"/>
                  <a:pt x="11782225" y="1100198"/>
                  <a:pt x="11775107" y="1100198"/>
                </a:cubicBezTo>
                <a:cubicBezTo>
                  <a:pt x="11767991" y="1100198"/>
                  <a:pt x="11762221" y="1094428"/>
                  <a:pt x="11762221" y="1087310"/>
                </a:cubicBezTo>
                <a:cubicBezTo>
                  <a:pt x="11762221" y="1080193"/>
                  <a:pt x="11767991" y="1074423"/>
                  <a:pt x="11775107" y="1074423"/>
                </a:cubicBezTo>
                <a:close/>
                <a:moveTo>
                  <a:pt x="11646697" y="1074423"/>
                </a:moveTo>
                <a:cubicBezTo>
                  <a:pt x="11653779" y="1074539"/>
                  <a:pt x="11659583" y="1080227"/>
                  <a:pt x="11659583" y="1087310"/>
                </a:cubicBezTo>
                <a:cubicBezTo>
                  <a:pt x="11659583" y="1094393"/>
                  <a:pt x="11653893" y="1100198"/>
                  <a:pt x="11646697" y="1100198"/>
                </a:cubicBezTo>
                <a:cubicBezTo>
                  <a:pt x="11639613" y="1100198"/>
                  <a:pt x="11633809" y="1094508"/>
                  <a:pt x="11633809" y="1087310"/>
                </a:cubicBezTo>
                <a:cubicBezTo>
                  <a:pt x="11633809" y="1080227"/>
                  <a:pt x="11639499" y="1074423"/>
                  <a:pt x="11646697" y="1074423"/>
                </a:cubicBezTo>
                <a:close/>
                <a:moveTo>
                  <a:pt x="11389875" y="1074423"/>
                </a:moveTo>
                <a:cubicBezTo>
                  <a:pt x="11396993" y="1074423"/>
                  <a:pt x="11402763" y="1080193"/>
                  <a:pt x="11402763" y="1087310"/>
                </a:cubicBezTo>
                <a:cubicBezTo>
                  <a:pt x="11402763" y="1094428"/>
                  <a:pt x="11396993" y="1100198"/>
                  <a:pt x="11389875" y="1100198"/>
                </a:cubicBezTo>
                <a:cubicBezTo>
                  <a:pt x="11382759" y="1100198"/>
                  <a:pt x="11376989" y="1094428"/>
                  <a:pt x="11376989" y="1087310"/>
                </a:cubicBezTo>
                <a:cubicBezTo>
                  <a:pt x="11376989" y="1080193"/>
                  <a:pt x="11382759" y="1074423"/>
                  <a:pt x="11389875" y="1074423"/>
                </a:cubicBezTo>
                <a:close/>
                <a:moveTo>
                  <a:pt x="11068848" y="1074423"/>
                </a:moveTo>
                <a:cubicBezTo>
                  <a:pt x="11075966" y="1074423"/>
                  <a:pt x="11081736" y="1080193"/>
                  <a:pt x="11081736" y="1087310"/>
                </a:cubicBezTo>
                <a:cubicBezTo>
                  <a:pt x="11081736" y="1094428"/>
                  <a:pt x="11075966" y="1100198"/>
                  <a:pt x="11068848" y="1100198"/>
                </a:cubicBezTo>
                <a:cubicBezTo>
                  <a:pt x="11061732" y="1100198"/>
                  <a:pt x="11055962" y="1094428"/>
                  <a:pt x="11055962" y="1087310"/>
                </a:cubicBezTo>
                <a:cubicBezTo>
                  <a:pt x="11055962" y="1080193"/>
                  <a:pt x="11061732" y="1074423"/>
                  <a:pt x="11068848" y="1074423"/>
                </a:cubicBezTo>
                <a:close/>
                <a:moveTo>
                  <a:pt x="10811912" y="1074423"/>
                </a:moveTo>
                <a:cubicBezTo>
                  <a:pt x="10819028" y="1074423"/>
                  <a:pt x="10824798" y="1080193"/>
                  <a:pt x="10824798" y="1087310"/>
                </a:cubicBezTo>
                <a:cubicBezTo>
                  <a:pt x="10824798" y="1094428"/>
                  <a:pt x="10819028" y="1100198"/>
                  <a:pt x="10811912" y="1100198"/>
                </a:cubicBezTo>
                <a:cubicBezTo>
                  <a:pt x="10804794" y="1100198"/>
                  <a:pt x="10799024" y="1094428"/>
                  <a:pt x="10799024" y="1087310"/>
                </a:cubicBezTo>
                <a:cubicBezTo>
                  <a:pt x="10799024" y="1080193"/>
                  <a:pt x="10804794" y="1074423"/>
                  <a:pt x="10811912" y="1074423"/>
                </a:cubicBezTo>
                <a:close/>
                <a:moveTo>
                  <a:pt x="10747708" y="1074423"/>
                </a:moveTo>
                <a:cubicBezTo>
                  <a:pt x="10754824" y="1074423"/>
                  <a:pt x="10760593" y="1080193"/>
                  <a:pt x="10760593" y="1087310"/>
                </a:cubicBezTo>
                <a:cubicBezTo>
                  <a:pt x="10760593" y="1094428"/>
                  <a:pt x="10754824" y="1100198"/>
                  <a:pt x="10747708" y="1100198"/>
                </a:cubicBezTo>
                <a:cubicBezTo>
                  <a:pt x="10740589" y="1100198"/>
                  <a:pt x="10734820" y="1094428"/>
                  <a:pt x="10734820" y="1087310"/>
                </a:cubicBezTo>
                <a:cubicBezTo>
                  <a:pt x="10734820" y="1080193"/>
                  <a:pt x="10740589" y="1074423"/>
                  <a:pt x="10747708" y="1074423"/>
                </a:cubicBezTo>
                <a:close/>
                <a:moveTo>
                  <a:pt x="10490885" y="1074423"/>
                </a:moveTo>
                <a:cubicBezTo>
                  <a:pt x="10498004" y="1074423"/>
                  <a:pt x="10503773" y="1080193"/>
                  <a:pt x="10503773" y="1087310"/>
                </a:cubicBezTo>
                <a:cubicBezTo>
                  <a:pt x="10503773" y="1094428"/>
                  <a:pt x="10498004" y="1100198"/>
                  <a:pt x="10490885" y="1100198"/>
                </a:cubicBezTo>
                <a:cubicBezTo>
                  <a:pt x="10483769" y="1100198"/>
                  <a:pt x="10477997" y="1094428"/>
                  <a:pt x="10477997" y="1087310"/>
                </a:cubicBezTo>
                <a:cubicBezTo>
                  <a:pt x="10477997" y="1080193"/>
                  <a:pt x="10483769" y="1074423"/>
                  <a:pt x="10490885" y="1074423"/>
                </a:cubicBezTo>
                <a:close/>
                <a:moveTo>
                  <a:pt x="9527689" y="1074423"/>
                </a:moveTo>
                <a:cubicBezTo>
                  <a:pt x="9534773" y="1074539"/>
                  <a:pt x="9540577" y="1080227"/>
                  <a:pt x="9540577" y="1087310"/>
                </a:cubicBezTo>
                <a:cubicBezTo>
                  <a:pt x="9540577" y="1094393"/>
                  <a:pt x="9534888" y="1100198"/>
                  <a:pt x="9527689" y="1100198"/>
                </a:cubicBezTo>
                <a:cubicBezTo>
                  <a:pt x="9520608" y="1100198"/>
                  <a:pt x="9514804" y="1094508"/>
                  <a:pt x="9514804" y="1087310"/>
                </a:cubicBezTo>
                <a:cubicBezTo>
                  <a:pt x="9514804" y="1080227"/>
                  <a:pt x="9520493" y="1074423"/>
                  <a:pt x="9527689" y="1074423"/>
                </a:cubicBezTo>
                <a:close/>
                <a:moveTo>
                  <a:pt x="8821315" y="1074423"/>
                </a:moveTo>
                <a:cubicBezTo>
                  <a:pt x="8828434" y="1074423"/>
                  <a:pt x="8834203" y="1080193"/>
                  <a:pt x="8834203" y="1087310"/>
                </a:cubicBezTo>
                <a:cubicBezTo>
                  <a:pt x="8834203" y="1094428"/>
                  <a:pt x="8828434" y="1100198"/>
                  <a:pt x="8821315" y="1100198"/>
                </a:cubicBezTo>
                <a:cubicBezTo>
                  <a:pt x="8814199" y="1100198"/>
                  <a:pt x="8808427" y="1094428"/>
                  <a:pt x="8808427" y="1087310"/>
                </a:cubicBezTo>
                <a:cubicBezTo>
                  <a:pt x="8808427" y="1080193"/>
                  <a:pt x="8814199" y="1074423"/>
                  <a:pt x="8821315" y="1074423"/>
                </a:cubicBezTo>
                <a:close/>
                <a:moveTo>
                  <a:pt x="8692906" y="1074423"/>
                </a:moveTo>
                <a:cubicBezTo>
                  <a:pt x="8699988" y="1074539"/>
                  <a:pt x="8705792" y="1080227"/>
                  <a:pt x="8705792" y="1087310"/>
                </a:cubicBezTo>
                <a:cubicBezTo>
                  <a:pt x="8705792" y="1094393"/>
                  <a:pt x="8700103" y="1100198"/>
                  <a:pt x="8692906" y="1100198"/>
                </a:cubicBezTo>
                <a:cubicBezTo>
                  <a:pt x="8685823" y="1100198"/>
                  <a:pt x="8680018" y="1094508"/>
                  <a:pt x="8680018" y="1087310"/>
                </a:cubicBezTo>
                <a:cubicBezTo>
                  <a:pt x="8680018" y="1080227"/>
                  <a:pt x="8685708" y="1074423"/>
                  <a:pt x="8692906" y="1074423"/>
                </a:cubicBezTo>
                <a:close/>
                <a:moveTo>
                  <a:pt x="7087658" y="1074423"/>
                </a:moveTo>
                <a:cubicBezTo>
                  <a:pt x="7094777" y="1074423"/>
                  <a:pt x="7100544" y="1080193"/>
                  <a:pt x="7100544" y="1087310"/>
                </a:cubicBezTo>
                <a:cubicBezTo>
                  <a:pt x="7100544" y="1094428"/>
                  <a:pt x="7094777" y="1100198"/>
                  <a:pt x="7087658" y="1100198"/>
                </a:cubicBezTo>
                <a:cubicBezTo>
                  <a:pt x="7080540" y="1100198"/>
                  <a:pt x="7074770" y="1094428"/>
                  <a:pt x="7074770" y="1087310"/>
                </a:cubicBezTo>
                <a:cubicBezTo>
                  <a:pt x="7074770" y="1080193"/>
                  <a:pt x="7080540" y="1074423"/>
                  <a:pt x="7087658" y="1074423"/>
                </a:cubicBezTo>
                <a:close/>
                <a:moveTo>
                  <a:pt x="6766631" y="1074423"/>
                </a:moveTo>
                <a:cubicBezTo>
                  <a:pt x="6773750" y="1074423"/>
                  <a:pt x="6779519" y="1080193"/>
                  <a:pt x="6779519" y="1087310"/>
                </a:cubicBezTo>
                <a:cubicBezTo>
                  <a:pt x="6779519" y="1094428"/>
                  <a:pt x="6773750" y="1100198"/>
                  <a:pt x="6766631" y="1100198"/>
                </a:cubicBezTo>
                <a:cubicBezTo>
                  <a:pt x="6759513" y="1100198"/>
                  <a:pt x="6753743" y="1094428"/>
                  <a:pt x="6753743" y="1087310"/>
                </a:cubicBezTo>
                <a:cubicBezTo>
                  <a:pt x="6753743" y="1080193"/>
                  <a:pt x="6759513" y="1074423"/>
                  <a:pt x="6766631" y="1074423"/>
                </a:cubicBezTo>
                <a:close/>
                <a:moveTo>
                  <a:pt x="6702427" y="1074423"/>
                </a:moveTo>
                <a:cubicBezTo>
                  <a:pt x="6709543" y="1074423"/>
                  <a:pt x="6715312" y="1080193"/>
                  <a:pt x="6715312" y="1087310"/>
                </a:cubicBezTo>
                <a:cubicBezTo>
                  <a:pt x="6715312" y="1094428"/>
                  <a:pt x="6709543" y="1100198"/>
                  <a:pt x="6702427" y="1100198"/>
                </a:cubicBezTo>
                <a:cubicBezTo>
                  <a:pt x="6695308" y="1100198"/>
                  <a:pt x="6689539" y="1094428"/>
                  <a:pt x="6689539" y="1087310"/>
                </a:cubicBezTo>
                <a:cubicBezTo>
                  <a:pt x="6689539" y="1080193"/>
                  <a:pt x="6695308" y="1074423"/>
                  <a:pt x="6702427" y="1074423"/>
                </a:cubicBezTo>
                <a:close/>
                <a:moveTo>
                  <a:pt x="6573900" y="1074423"/>
                </a:moveTo>
                <a:cubicBezTo>
                  <a:pt x="6581099" y="1074539"/>
                  <a:pt x="6586788" y="1080227"/>
                  <a:pt x="6586788" y="1087310"/>
                </a:cubicBezTo>
                <a:cubicBezTo>
                  <a:pt x="6586788" y="1094393"/>
                  <a:pt x="6581099" y="1100198"/>
                  <a:pt x="6573900" y="1100198"/>
                </a:cubicBezTo>
                <a:cubicBezTo>
                  <a:pt x="6566819" y="1100198"/>
                  <a:pt x="6561013" y="1094508"/>
                  <a:pt x="6561013" y="1087310"/>
                </a:cubicBezTo>
                <a:cubicBezTo>
                  <a:pt x="6561013" y="1080227"/>
                  <a:pt x="6566702" y="1074423"/>
                  <a:pt x="6573900" y="1074423"/>
                </a:cubicBezTo>
                <a:close/>
                <a:moveTo>
                  <a:pt x="6064505" y="1074423"/>
                </a:moveTo>
                <a:cubicBezTo>
                  <a:pt x="6071623" y="1074423"/>
                  <a:pt x="6077390" y="1080193"/>
                  <a:pt x="6077390" y="1087310"/>
                </a:cubicBezTo>
                <a:cubicBezTo>
                  <a:pt x="6077390" y="1094428"/>
                  <a:pt x="6071621" y="1100198"/>
                  <a:pt x="6064505" y="1100198"/>
                </a:cubicBezTo>
                <a:cubicBezTo>
                  <a:pt x="6057386" y="1100198"/>
                  <a:pt x="6051617" y="1094428"/>
                  <a:pt x="6051617" y="1087310"/>
                </a:cubicBezTo>
                <a:cubicBezTo>
                  <a:pt x="6051617" y="1080193"/>
                  <a:pt x="6057386" y="1074423"/>
                  <a:pt x="6064505" y="1074423"/>
                </a:cubicBezTo>
                <a:close/>
                <a:moveTo>
                  <a:pt x="5936092" y="1074423"/>
                </a:moveTo>
                <a:cubicBezTo>
                  <a:pt x="5943173" y="1074539"/>
                  <a:pt x="5948981" y="1080227"/>
                  <a:pt x="5948981" y="1087310"/>
                </a:cubicBezTo>
                <a:cubicBezTo>
                  <a:pt x="5948981" y="1094393"/>
                  <a:pt x="5943292" y="1100198"/>
                  <a:pt x="5936092" y="1100198"/>
                </a:cubicBezTo>
                <a:cubicBezTo>
                  <a:pt x="5929009" y="1100198"/>
                  <a:pt x="5923204" y="1094508"/>
                  <a:pt x="5923204" y="1087310"/>
                </a:cubicBezTo>
                <a:cubicBezTo>
                  <a:pt x="5923204" y="1080227"/>
                  <a:pt x="5928894" y="1074423"/>
                  <a:pt x="5936092" y="1074423"/>
                </a:cubicBezTo>
                <a:close/>
                <a:moveTo>
                  <a:pt x="5679272" y="1074423"/>
                </a:moveTo>
                <a:cubicBezTo>
                  <a:pt x="5686389" y="1074423"/>
                  <a:pt x="5692160" y="1080193"/>
                  <a:pt x="5692160" y="1087310"/>
                </a:cubicBezTo>
                <a:cubicBezTo>
                  <a:pt x="5692160" y="1094428"/>
                  <a:pt x="5686389" y="1100198"/>
                  <a:pt x="5679272" y="1100198"/>
                </a:cubicBezTo>
                <a:cubicBezTo>
                  <a:pt x="5672154" y="1100198"/>
                  <a:pt x="5666385" y="1094428"/>
                  <a:pt x="5666385" y="1087310"/>
                </a:cubicBezTo>
                <a:cubicBezTo>
                  <a:pt x="5666385" y="1080193"/>
                  <a:pt x="5672154" y="1074423"/>
                  <a:pt x="5679272" y="1074423"/>
                </a:cubicBezTo>
                <a:close/>
                <a:moveTo>
                  <a:pt x="5358245" y="1074423"/>
                </a:moveTo>
                <a:cubicBezTo>
                  <a:pt x="5365362" y="1074423"/>
                  <a:pt x="5371133" y="1080193"/>
                  <a:pt x="5371133" y="1087310"/>
                </a:cubicBezTo>
                <a:cubicBezTo>
                  <a:pt x="5371133" y="1094428"/>
                  <a:pt x="5365362" y="1100198"/>
                  <a:pt x="5358245" y="1100198"/>
                </a:cubicBezTo>
                <a:cubicBezTo>
                  <a:pt x="5351129" y="1100198"/>
                  <a:pt x="5345357" y="1094428"/>
                  <a:pt x="5345357" y="1087310"/>
                </a:cubicBezTo>
                <a:cubicBezTo>
                  <a:pt x="5345357" y="1080193"/>
                  <a:pt x="5351129" y="1074423"/>
                  <a:pt x="5358245" y="1074423"/>
                </a:cubicBezTo>
                <a:close/>
                <a:moveTo>
                  <a:pt x="5101308" y="1074423"/>
                </a:moveTo>
                <a:cubicBezTo>
                  <a:pt x="5108427" y="1074423"/>
                  <a:pt x="5114194" y="1080193"/>
                  <a:pt x="5114194" y="1087310"/>
                </a:cubicBezTo>
                <a:cubicBezTo>
                  <a:pt x="5114194" y="1094428"/>
                  <a:pt x="5108426" y="1100198"/>
                  <a:pt x="5101308" y="1100198"/>
                </a:cubicBezTo>
                <a:cubicBezTo>
                  <a:pt x="5094190" y="1100198"/>
                  <a:pt x="5088421" y="1094428"/>
                  <a:pt x="5088421" y="1087310"/>
                </a:cubicBezTo>
                <a:cubicBezTo>
                  <a:pt x="5088421" y="1080193"/>
                  <a:pt x="5094191" y="1074423"/>
                  <a:pt x="5101308" y="1074423"/>
                </a:cubicBezTo>
                <a:close/>
                <a:moveTo>
                  <a:pt x="5037104" y="1074423"/>
                </a:moveTo>
                <a:cubicBezTo>
                  <a:pt x="5044220" y="1074423"/>
                  <a:pt x="5049991" y="1080193"/>
                  <a:pt x="5049991" y="1087310"/>
                </a:cubicBezTo>
                <a:cubicBezTo>
                  <a:pt x="5049991" y="1094428"/>
                  <a:pt x="5044220" y="1100198"/>
                  <a:pt x="5037104" y="1100198"/>
                </a:cubicBezTo>
                <a:cubicBezTo>
                  <a:pt x="5029986" y="1100198"/>
                  <a:pt x="5024216" y="1094428"/>
                  <a:pt x="5024216" y="1087310"/>
                </a:cubicBezTo>
                <a:cubicBezTo>
                  <a:pt x="5024216" y="1080193"/>
                  <a:pt x="5029986" y="1074423"/>
                  <a:pt x="5037104" y="1074423"/>
                </a:cubicBezTo>
                <a:close/>
                <a:moveTo>
                  <a:pt x="4780282" y="1074423"/>
                </a:moveTo>
                <a:cubicBezTo>
                  <a:pt x="4787399" y="1074423"/>
                  <a:pt x="4793170" y="1080193"/>
                  <a:pt x="4793170" y="1087310"/>
                </a:cubicBezTo>
                <a:cubicBezTo>
                  <a:pt x="4793170" y="1094428"/>
                  <a:pt x="4787399" y="1100198"/>
                  <a:pt x="4780282" y="1100198"/>
                </a:cubicBezTo>
                <a:cubicBezTo>
                  <a:pt x="4773164" y="1100198"/>
                  <a:pt x="4767394" y="1094428"/>
                  <a:pt x="4767394" y="1087310"/>
                </a:cubicBezTo>
                <a:cubicBezTo>
                  <a:pt x="4767394" y="1080193"/>
                  <a:pt x="4773164" y="1074423"/>
                  <a:pt x="4780282" y="1074423"/>
                </a:cubicBezTo>
                <a:close/>
                <a:moveTo>
                  <a:pt x="3817086" y="1074423"/>
                </a:moveTo>
                <a:cubicBezTo>
                  <a:pt x="3824168" y="1074539"/>
                  <a:pt x="3829973" y="1080227"/>
                  <a:pt x="3829973" y="1087310"/>
                </a:cubicBezTo>
                <a:cubicBezTo>
                  <a:pt x="3829973" y="1094393"/>
                  <a:pt x="3824286" y="1100198"/>
                  <a:pt x="3817086" y="1100198"/>
                </a:cubicBezTo>
                <a:cubicBezTo>
                  <a:pt x="3810004" y="1100198"/>
                  <a:pt x="3804199" y="1094508"/>
                  <a:pt x="3804199" y="1087310"/>
                </a:cubicBezTo>
                <a:cubicBezTo>
                  <a:pt x="3804199" y="1080227"/>
                  <a:pt x="3809887" y="1074423"/>
                  <a:pt x="3817086" y="1074423"/>
                </a:cubicBezTo>
                <a:close/>
                <a:moveTo>
                  <a:pt x="3110712" y="1074423"/>
                </a:moveTo>
                <a:cubicBezTo>
                  <a:pt x="3117829" y="1074423"/>
                  <a:pt x="3123600" y="1080193"/>
                  <a:pt x="3123600" y="1087310"/>
                </a:cubicBezTo>
                <a:cubicBezTo>
                  <a:pt x="3123600" y="1094428"/>
                  <a:pt x="3117829" y="1100198"/>
                  <a:pt x="3110712" y="1100198"/>
                </a:cubicBezTo>
                <a:cubicBezTo>
                  <a:pt x="3103595" y="1100198"/>
                  <a:pt x="3097824" y="1094428"/>
                  <a:pt x="3097824" y="1087310"/>
                </a:cubicBezTo>
                <a:cubicBezTo>
                  <a:pt x="3097824" y="1080193"/>
                  <a:pt x="3103595" y="1074423"/>
                  <a:pt x="3110712" y="1074423"/>
                </a:cubicBezTo>
                <a:close/>
                <a:moveTo>
                  <a:pt x="2982301" y="1074423"/>
                </a:moveTo>
                <a:cubicBezTo>
                  <a:pt x="2989384" y="1074539"/>
                  <a:pt x="2995190" y="1080227"/>
                  <a:pt x="2995190" y="1087310"/>
                </a:cubicBezTo>
                <a:cubicBezTo>
                  <a:pt x="2995190" y="1094393"/>
                  <a:pt x="2989500" y="1100198"/>
                  <a:pt x="2982301" y="1100198"/>
                </a:cubicBezTo>
                <a:cubicBezTo>
                  <a:pt x="2975219" y="1100198"/>
                  <a:pt x="2969414" y="1094508"/>
                  <a:pt x="2969414" y="1087310"/>
                </a:cubicBezTo>
                <a:cubicBezTo>
                  <a:pt x="2969414" y="1080227"/>
                  <a:pt x="2975103" y="1074423"/>
                  <a:pt x="2982301" y="1074423"/>
                </a:cubicBezTo>
                <a:close/>
                <a:moveTo>
                  <a:pt x="1377055" y="1074423"/>
                </a:moveTo>
                <a:cubicBezTo>
                  <a:pt x="1384171" y="1074423"/>
                  <a:pt x="1389941" y="1080193"/>
                  <a:pt x="1389941" y="1087310"/>
                </a:cubicBezTo>
                <a:cubicBezTo>
                  <a:pt x="1389941" y="1094428"/>
                  <a:pt x="1384171" y="1100198"/>
                  <a:pt x="1377055" y="1100198"/>
                </a:cubicBezTo>
                <a:cubicBezTo>
                  <a:pt x="1369937" y="1100198"/>
                  <a:pt x="1364167" y="1094428"/>
                  <a:pt x="1364167" y="1087310"/>
                </a:cubicBezTo>
                <a:cubicBezTo>
                  <a:pt x="1364167" y="1080193"/>
                  <a:pt x="1369937" y="1074423"/>
                  <a:pt x="1377055" y="1074423"/>
                </a:cubicBezTo>
                <a:close/>
                <a:moveTo>
                  <a:pt x="1056027" y="1074423"/>
                </a:moveTo>
                <a:cubicBezTo>
                  <a:pt x="1063146" y="1074423"/>
                  <a:pt x="1068914" y="1080193"/>
                  <a:pt x="1068914" y="1087310"/>
                </a:cubicBezTo>
                <a:cubicBezTo>
                  <a:pt x="1068914" y="1094428"/>
                  <a:pt x="1063146" y="1100198"/>
                  <a:pt x="1056027" y="1100198"/>
                </a:cubicBezTo>
                <a:cubicBezTo>
                  <a:pt x="1048910" y="1100198"/>
                  <a:pt x="1043139" y="1094428"/>
                  <a:pt x="1043139" y="1087310"/>
                </a:cubicBezTo>
                <a:cubicBezTo>
                  <a:pt x="1043139" y="1080193"/>
                  <a:pt x="1048910" y="1074423"/>
                  <a:pt x="1056027" y="1074423"/>
                </a:cubicBezTo>
                <a:close/>
                <a:moveTo>
                  <a:pt x="991824" y="1074423"/>
                </a:moveTo>
                <a:cubicBezTo>
                  <a:pt x="998940" y="1074423"/>
                  <a:pt x="1004709" y="1080193"/>
                  <a:pt x="1004709" y="1087310"/>
                </a:cubicBezTo>
                <a:cubicBezTo>
                  <a:pt x="1004709" y="1094428"/>
                  <a:pt x="998940" y="1100198"/>
                  <a:pt x="991824" y="1100198"/>
                </a:cubicBezTo>
                <a:cubicBezTo>
                  <a:pt x="984705" y="1100198"/>
                  <a:pt x="978935" y="1094428"/>
                  <a:pt x="978935" y="1087310"/>
                </a:cubicBezTo>
                <a:cubicBezTo>
                  <a:pt x="978935" y="1080193"/>
                  <a:pt x="984705" y="1074423"/>
                  <a:pt x="991824" y="1074423"/>
                </a:cubicBezTo>
                <a:close/>
                <a:moveTo>
                  <a:pt x="863296" y="1074423"/>
                </a:moveTo>
                <a:cubicBezTo>
                  <a:pt x="870496" y="1074539"/>
                  <a:pt x="876184" y="1080227"/>
                  <a:pt x="876184" y="1087310"/>
                </a:cubicBezTo>
                <a:cubicBezTo>
                  <a:pt x="876184" y="1094393"/>
                  <a:pt x="870496" y="1100198"/>
                  <a:pt x="863296" y="1100198"/>
                </a:cubicBezTo>
                <a:cubicBezTo>
                  <a:pt x="856215" y="1100198"/>
                  <a:pt x="850407" y="1094508"/>
                  <a:pt x="850407" y="1087310"/>
                </a:cubicBezTo>
                <a:cubicBezTo>
                  <a:pt x="850407" y="1080227"/>
                  <a:pt x="856098" y="1074423"/>
                  <a:pt x="863296" y="1074423"/>
                </a:cubicBezTo>
                <a:close/>
                <a:moveTo>
                  <a:pt x="346686" y="1074423"/>
                </a:moveTo>
                <a:cubicBezTo>
                  <a:pt x="353804" y="1074423"/>
                  <a:pt x="359572" y="1080193"/>
                  <a:pt x="359572" y="1087310"/>
                </a:cubicBezTo>
                <a:cubicBezTo>
                  <a:pt x="359572" y="1094428"/>
                  <a:pt x="353802" y="1100198"/>
                  <a:pt x="346686" y="1100198"/>
                </a:cubicBezTo>
                <a:cubicBezTo>
                  <a:pt x="339567" y="1100198"/>
                  <a:pt x="333799" y="1094428"/>
                  <a:pt x="333799" y="1087310"/>
                </a:cubicBezTo>
                <a:cubicBezTo>
                  <a:pt x="333799" y="1080193"/>
                  <a:pt x="339567" y="1074423"/>
                  <a:pt x="346686" y="1074423"/>
                </a:cubicBezTo>
                <a:close/>
                <a:moveTo>
                  <a:pt x="218274" y="1074423"/>
                </a:moveTo>
                <a:cubicBezTo>
                  <a:pt x="225357" y="1074539"/>
                  <a:pt x="231162" y="1080227"/>
                  <a:pt x="231162" y="1087310"/>
                </a:cubicBezTo>
                <a:cubicBezTo>
                  <a:pt x="231162" y="1094393"/>
                  <a:pt x="225473" y="1100198"/>
                  <a:pt x="218274" y="1100198"/>
                </a:cubicBezTo>
                <a:cubicBezTo>
                  <a:pt x="211191" y="1100198"/>
                  <a:pt x="205386" y="1094508"/>
                  <a:pt x="205386" y="1087310"/>
                </a:cubicBezTo>
                <a:cubicBezTo>
                  <a:pt x="205386" y="1080227"/>
                  <a:pt x="211076" y="1074423"/>
                  <a:pt x="218274" y="1074423"/>
                </a:cubicBezTo>
                <a:close/>
                <a:moveTo>
                  <a:pt x="12034897" y="1061651"/>
                </a:moveTo>
                <a:cubicBezTo>
                  <a:pt x="12049061" y="1061651"/>
                  <a:pt x="12060557" y="1073146"/>
                  <a:pt x="12060557" y="1087310"/>
                </a:cubicBezTo>
                <a:cubicBezTo>
                  <a:pt x="12060557" y="1101475"/>
                  <a:pt x="12049061" y="1112969"/>
                  <a:pt x="12034897" y="1112969"/>
                </a:cubicBezTo>
                <a:cubicBezTo>
                  <a:pt x="12020731" y="1112969"/>
                  <a:pt x="12009237" y="1101475"/>
                  <a:pt x="12009237" y="1087310"/>
                </a:cubicBezTo>
                <a:cubicBezTo>
                  <a:pt x="12009237" y="1073146"/>
                  <a:pt x="12020731" y="1061651"/>
                  <a:pt x="12034897" y="1061651"/>
                </a:cubicBezTo>
                <a:close/>
                <a:moveTo>
                  <a:pt x="11970691" y="1061651"/>
                </a:moveTo>
                <a:cubicBezTo>
                  <a:pt x="11984855" y="1061651"/>
                  <a:pt x="11996349" y="1073146"/>
                  <a:pt x="11996349" y="1087310"/>
                </a:cubicBezTo>
                <a:cubicBezTo>
                  <a:pt x="11996349" y="1101475"/>
                  <a:pt x="11984855" y="1112969"/>
                  <a:pt x="11970691" y="1112969"/>
                </a:cubicBezTo>
                <a:cubicBezTo>
                  <a:pt x="11956525" y="1112969"/>
                  <a:pt x="11945033" y="1101475"/>
                  <a:pt x="11945033" y="1087310"/>
                </a:cubicBezTo>
                <a:cubicBezTo>
                  <a:pt x="11945033" y="1073146"/>
                  <a:pt x="11956525" y="1061651"/>
                  <a:pt x="11970691" y="1061651"/>
                </a:cubicBezTo>
                <a:close/>
                <a:moveTo>
                  <a:pt x="11842279" y="1061651"/>
                </a:moveTo>
                <a:cubicBezTo>
                  <a:pt x="11856445" y="1061651"/>
                  <a:pt x="11867941" y="1073146"/>
                  <a:pt x="11867941" y="1087310"/>
                </a:cubicBezTo>
                <a:cubicBezTo>
                  <a:pt x="11867941" y="1101475"/>
                  <a:pt x="11856445" y="1112969"/>
                  <a:pt x="11842279" y="1112969"/>
                </a:cubicBezTo>
                <a:cubicBezTo>
                  <a:pt x="11828117" y="1112969"/>
                  <a:pt x="11816621" y="1101475"/>
                  <a:pt x="11816621" y="1087310"/>
                </a:cubicBezTo>
                <a:cubicBezTo>
                  <a:pt x="11816621" y="1073146"/>
                  <a:pt x="11828117" y="1061651"/>
                  <a:pt x="11842279" y="1061651"/>
                </a:cubicBezTo>
                <a:close/>
                <a:moveTo>
                  <a:pt x="11454081" y="1061651"/>
                </a:moveTo>
                <a:cubicBezTo>
                  <a:pt x="11468253" y="1061651"/>
                  <a:pt x="11479739" y="1073140"/>
                  <a:pt x="11479739" y="1087310"/>
                </a:cubicBezTo>
                <a:cubicBezTo>
                  <a:pt x="11479739" y="1101482"/>
                  <a:pt x="11468253" y="1112969"/>
                  <a:pt x="11454081" y="1112969"/>
                </a:cubicBezTo>
                <a:cubicBezTo>
                  <a:pt x="11439909" y="1112969"/>
                  <a:pt x="11428421" y="1101482"/>
                  <a:pt x="11428421" y="1087310"/>
                </a:cubicBezTo>
                <a:cubicBezTo>
                  <a:pt x="11428421" y="1073140"/>
                  <a:pt x="11439909" y="1061651"/>
                  <a:pt x="11454081" y="1061651"/>
                </a:cubicBezTo>
                <a:close/>
                <a:moveTo>
                  <a:pt x="11325670" y="1061651"/>
                </a:moveTo>
                <a:cubicBezTo>
                  <a:pt x="11339835" y="1061651"/>
                  <a:pt x="11351329" y="1073146"/>
                  <a:pt x="11351329" y="1087310"/>
                </a:cubicBezTo>
                <a:cubicBezTo>
                  <a:pt x="11351329" y="1101475"/>
                  <a:pt x="11339835" y="1112969"/>
                  <a:pt x="11325670" y="1112969"/>
                </a:cubicBezTo>
                <a:cubicBezTo>
                  <a:pt x="11311505" y="1112969"/>
                  <a:pt x="11300012" y="1101475"/>
                  <a:pt x="11300012" y="1087310"/>
                </a:cubicBezTo>
                <a:cubicBezTo>
                  <a:pt x="11300012" y="1073146"/>
                  <a:pt x="11311505" y="1061651"/>
                  <a:pt x="11325670" y="1061651"/>
                </a:cubicBezTo>
                <a:close/>
                <a:moveTo>
                  <a:pt x="11197259" y="1061651"/>
                </a:moveTo>
                <a:cubicBezTo>
                  <a:pt x="11211424" y="1061651"/>
                  <a:pt x="11222917" y="1073146"/>
                  <a:pt x="11222917" y="1087310"/>
                </a:cubicBezTo>
                <a:cubicBezTo>
                  <a:pt x="11222917" y="1101475"/>
                  <a:pt x="11211424" y="1112969"/>
                  <a:pt x="11197259" y="1112969"/>
                </a:cubicBezTo>
                <a:cubicBezTo>
                  <a:pt x="11183094" y="1112969"/>
                  <a:pt x="11171601" y="1101475"/>
                  <a:pt x="11171601" y="1087310"/>
                </a:cubicBezTo>
                <a:cubicBezTo>
                  <a:pt x="11171601" y="1073146"/>
                  <a:pt x="11183094" y="1061651"/>
                  <a:pt x="11197259" y="1061651"/>
                </a:cubicBezTo>
                <a:close/>
                <a:moveTo>
                  <a:pt x="11133055" y="1061651"/>
                </a:moveTo>
                <a:cubicBezTo>
                  <a:pt x="11147225" y="1061651"/>
                  <a:pt x="11158713" y="1073140"/>
                  <a:pt x="11158713" y="1087310"/>
                </a:cubicBezTo>
                <a:cubicBezTo>
                  <a:pt x="11158713" y="1101482"/>
                  <a:pt x="11147225" y="1112969"/>
                  <a:pt x="11133055" y="1112969"/>
                </a:cubicBezTo>
                <a:cubicBezTo>
                  <a:pt x="11118884" y="1112969"/>
                  <a:pt x="11107396" y="1101482"/>
                  <a:pt x="11107396" y="1087310"/>
                </a:cubicBezTo>
                <a:cubicBezTo>
                  <a:pt x="11107396" y="1073140"/>
                  <a:pt x="11118884" y="1061651"/>
                  <a:pt x="11133055" y="1061651"/>
                </a:cubicBezTo>
                <a:close/>
                <a:moveTo>
                  <a:pt x="10940321" y="1061651"/>
                </a:moveTo>
                <a:cubicBezTo>
                  <a:pt x="10954604" y="1061651"/>
                  <a:pt x="10965982" y="1073146"/>
                  <a:pt x="10965982" y="1087310"/>
                </a:cubicBezTo>
                <a:cubicBezTo>
                  <a:pt x="10965982" y="1101475"/>
                  <a:pt x="10954486" y="1112969"/>
                  <a:pt x="10940321" y="1112969"/>
                </a:cubicBezTo>
                <a:cubicBezTo>
                  <a:pt x="10926156" y="1112969"/>
                  <a:pt x="10914663" y="1101475"/>
                  <a:pt x="10914663" y="1087310"/>
                </a:cubicBezTo>
                <a:cubicBezTo>
                  <a:pt x="10914663" y="1073146"/>
                  <a:pt x="10926156" y="1061651"/>
                  <a:pt x="10940321" y="1061651"/>
                </a:cubicBezTo>
                <a:close/>
                <a:moveTo>
                  <a:pt x="10683501" y="1061651"/>
                </a:moveTo>
                <a:cubicBezTo>
                  <a:pt x="10697666" y="1061651"/>
                  <a:pt x="10709159" y="1073146"/>
                  <a:pt x="10709159" y="1087310"/>
                </a:cubicBezTo>
                <a:cubicBezTo>
                  <a:pt x="10709159" y="1101475"/>
                  <a:pt x="10697666" y="1112969"/>
                  <a:pt x="10683501" y="1112969"/>
                </a:cubicBezTo>
                <a:cubicBezTo>
                  <a:pt x="10669336" y="1112969"/>
                  <a:pt x="10657843" y="1101475"/>
                  <a:pt x="10657843" y="1087310"/>
                </a:cubicBezTo>
                <a:cubicBezTo>
                  <a:pt x="10657843" y="1073146"/>
                  <a:pt x="10669336" y="1061651"/>
                  <a:pt x="10683501" y="1061651"/>
                </a:cubicBezTo>
                <a:close/>
                <a:moveTo>
                  <a:pt x="10619297" y="1061651"/>
                </a:moveTo>
                <a:cubicBezTo>
                  <a:pt x="10633462" y="1061651"/>
                  <a:pt x="10644955" y="1073146"/>
                  <a:pt x="10644955" y="1087310"/>
                </a:cubicBezTo>
                <a:cubicBezTo>
                  <a:pt x="10644955" y="1101475"/>
                  <a:pt x="10633462" y="1112969"/>
                  <a:pt x="10619297" y="1112969"/>
                </a:cubicBezTo>
                <a:cubicBezTo>
                  <a:pt x="10605132" y="1112969"/>
                  <a:pt x="10593639" y="1101475"/>
                  <a:pt x="10593639" y="1087310"/>
                </a:cubicBezTo>
                <a:cubicBezTo>
                  <a:pt x="10593639" y="1073146"/>
                  <a:pt x="10605132" y="1061651"/>
                  <a:pt x="10619297" y="1061651"/>
                </a:cubicBezTo>
                <a:close/>
                <a:moveTo>
                  <a:pt x="10555092" y="1061651"/>
                </a:moveTo>
                <a:cubicBezTo>
                  <a:pt x="10569255" y="1061651"/>
                  <a:pt x="10580751" y="1073146"/>
                  <a:pt x="10580751" y="1087310"/>
                </a:cubicBezTo>
                <a:cubicBezTo>
                  <a:pt x="10580751" y="1101475"/>
                  <a:pt x="10569255" y="1112969"/>
                  <a:pt x="10555092" y="1112969"/>
                </a:cubicBezTo>
                <a:cubicBezTo>
                  <a:pt x="10540927" y="1112969"/>
                  <a:pt x="10529432" y="1101475"/>
                  <a:pt x="10529432" y="1087310"/>
                </a:cubicBezTo>
                <a:cubicBezTo>
                  <a:pt x="10529432" y="1073146"/>
                  <a:pt x="10540927" y="1061651"/>
                  <a:pt x="10555092" y="1061651"/>
                </a:cubicBezTo>
                <a:close/>
                <a:moveTo>
                  <a:pt x="10362474" y="1061651"/>
                </a:moveTo>
                <a:cubicBezTo>
                  <a:pt x="10376647" y="1061651"/>
                  <a:pt x="10388135" y="1073140"/>
                  <a:pt x="10388135" y="1087310"/>
                </a:cubicBezTo>
                <a:cubicBezTo>
                  <a:pt x="10388135" y="1101482"/>
                  <a:pt x="10376647" y="1112969"/>
                  <a:pt x="10362474" y="1112969"/>
                </a:cubicBezTo>
                <a:cubicBezTo>
                  <a:pt x="10348304" y="1112969"/>
                  <a:pt x="10336816" y="1101482"/>
                  <a:pt x="10336816" y="1087310"/>
                </a:cubicBezTo>
                <a:cubicBezTo>
                  <a:pt x="10336816" y="1073140"/>
                  <a:pt x="10348304" y="1061651"/>
                  <a:pt x="10362474" y="1061651"/>
                </a:cubicBezTo>
                <a:close/>
                <a:moveTo>
                  <a:pt x="10298270" y="1061651"/>
                </a:moveTo>
                <a:cubicBezTo>
                  <a:pt x="10312435" y="1061651"/>
                  <a:pt x="10323928" y="1073146"/>
                  <a:pt x="10323928" y="1087310"/>
                </a:cubicBezTo>
                <a:cubicBezTo>
                  <a:pt x="10323928" y="1101475"/>
                  <a:pt x="10312435" y="1112969"/>
                  <a:pt x="10298270" y="1112969"/>
                </a:cubicBezTo>
                <a:cubicBezTo>
                  <a:pt x="10284105" y="1112969"/>
                  <a:pt x="10272611" y="1101475"/>
                  <a:pt x="10272611" y="1087310"/>
                </a:cubicBezTo>
                <a:cubicBezTo>
                  <a:pt x="10272611" y="1073146"/>
                  <a:pt x="10284105" y="1061651"/>
                  <a:pt x="10298270" y="1061651"/>
                </a:cubicBezTo>
                <a:close/>
                <a:moveTo>
                  <a:pt x="10234065" y="1061651"/>
                </a:moveTo>
                <a:cubicBezTo>
                  <a:pt x="10248228" y="1061651"/>
                  <a:pt x="10259723" y="1073146"/>
                  <a:pt x="10259723" y="1087310"/>
                </a:cubicBezTo>
                <a:cubicBezTo>
                  <a:pt x="10259723" y="1101475"/>
                  <a:pt x="10248228" y="1112969"/>
                  <a:pt x="10234065" y="1112969"/>
                </a:cubicBezTo>
                <a:cubicBezTo>
                  <a:pt x="10219900" y="1112969"/>
                  <a:pt x="10208404" y="1101475"/>
                  <a:pt x="10208404" y="1087310"/>
                </a:cubicBezTo>
                <a:cubicBezTo>
                  <a:pt x="10208404" y="1073146"/>
                  <a:pt x="10219900" y="1061651"/>
                  <a:pt x="10234065" y="1061651"/>
                </a:cubicBezTo>
                <a:close/>
                <a:moveTo>
                  <a:pt x="10105654" y="1061651"/>
                </a:moveTo>
                <a:cubicBezTo>
                  <a:pt x="10119819" y="1061651"/>
                  <a:pt x="10131312" y="1073146"/>
                  <a:pt x="10131312" y="1087310"/>
                </a:cubicBezTo>
                <a:cubicBezTo>
                  <a:pt x="10131312" y="1101475"/>
                  <a:pt x="10119819" y="1112969"/>
                  <a:pt x="10105654" y="1112969"/>
                </a:cubicBezTo>
                <a:cubicBezTo>
                  <a:pt x="10091489" y="1112969"/>
                  <a:pt x="10079996" y="1101475"/>
                  <a:pt x="10079996" y="1087310"/>
                </a:cubicBezTo>
                <a:cubicBezTo>
                  <a:pt x="10079996" y="1073146"/>
                  <a:pt x="10091489" y="1061651"/>
                  <a:pt x="10105654" y="1061651"/>
                </a:cubicBezTo>
                <a:close/>
                <a:moveTo>
                  <a:pt x="9720307" y="1061651"/>
                </a:moveTo>
                <a:cubicBezTo>
                  <a:pt x="9734470" y="1061651"/>
                  <a:pt x="9745965" y="1073146"/>
                  <a:pt x="9745965" y="1087310"/>
                </a:cubicBezTo>
                <a:cubicBezTo>
                  <a:pt x="9745965" y="1101475"/>
                  <a:pt x="9734470" y="1112969"/>
                  <a:pt x="9720307" y="1112969"/>
                </a:cubicBezTo>
                <a:cubicBezTo>
                  <a:pt x="9706142" y="1112969"/>
                  <a:pt x="9694646" y="1101475"/>
                  <a:pt x="9694646" y="1087310"/>
                </a:cubicBezTo>
                <a:cubicBezTo>
                  <a:pt x="9694646" y="1073146"/>
                  <a:pt x="9706142" y="1061651"/>
                  <a:pt x="9720307" y="1061651"/>
                </a:cubicBezTo>
                <a:close/>
                <a:moveTo>
                  <a:pt x="9463485" y="1061651"/>
                </a:moveTo>
                <a:cubicBezTo>
                  <a:pt x="9477650" y="1061651"/>
                  <a:pt x="9489143" y="1073146"/>
                  <a:pt x="9489143" y="1087310"/>
                </a:cubicBezTo>
                <a:cubicBezTo>
                  <a:pt x="9489143" y="1101475"/>
                  <a:pt x="9477650" y="1112969"/>
                  <a:pt x="9463485" y="1112969"/>
                </a:cubicBezTo>
                <a:cubicBezTo>
                  <a:pt x="9449320" y="1112969"/>
                  <a:pt x="9437826" y="1101475"/>
                  <a:pt x="9437826" y="1087310"/>
                </a:cubicBezTo>
                <a:cubicBezTo>
                  <a:pt x="9437826" y="1073146"/>
                  <a:pt x="9449320" y="1061651"/>
                  <a:pt x="9463485" y="1061651"/>
                </a:cubicBezTo>
                <a:close/>
                <a:moveTo>
                  <a:pt x="9078253" y="1061651"/>
                </a:moveTo>
                <a:cubicBezTo>
                  <a:pt x="9092418" y="1061651"/>
                  <a:pt x="9103911" y="1073146"/>
                  <a:pt x="9103911" y="1087310"/>
                </a:cubicBezTo>
                <a:cubicBezTo>
                  <a:pt x="9103911" y="1101475"/>
                  <a:pt x="9092418" y="1112969"/>
                  <a:pt x="9078253" y="1112969"/>
                </a:cubicBezTo>
                <a:cubicBezTo>
                  <a:pt x="9064088" y="1112969"/>
                  <a:pt x="9052595" y="1101475"/>
                  <a:pt x="9052595" y="1087310"/>
                </a:cubicBezTo>
                <a:cubicBezTo>
                  <a:pt x="9052595" y="1073146"/>
                  <a:pt x="9064088" y="1061651"/>
                  <a:pt x="9078253" y="1061651"/>
                </a:cubicBezTo>
                <a:close/>
                <a:moveTo>
                  <a:pt x="8564495" y="1061651"/>
                </a:moveTo>
                <a:cubicBezTo>
                  <a:pt x="8578665" y="1061651"/>
                  <a:pt x="8590153" y="1073140"/>
                  <a:pt x="8590153" y="1087310"/>
                </a:cubicBezTo>
                <a:cubicBezTo>
                  <a:pt x="8590153" y="1101482"/>
                  <a:pt x="8578665" y="1112969"/>
                  <a:pt x="8564495" y="1112969"/>
                </a:cubicBezTo>
                <a:cubicBezTo>
                  <a:pt x="8550325" y="1112969"/>
                  <a:pt x="8538837" y="1101482"/>
                  <a:pt x="8538837" y="1087310"/>
                </a:cubicBezTo>
                <a:cubicBezTo>
                  <a:pt x="8538837" y="1073140"/>
                  <a:pt x="8550325" y="1061651"/>
                  <a:pt x="8564495" y="1061651"/>
                </a:cubicBezTo>
                <a:close/>
                <a:moveTo>
                  <a:pt x="8050852" y="1061651"/>
                </a:moveTo>
                <a:cubicBezTo>
                  <a:pt x="8065017" y="1061651"/>
                  <a:pt x="8076510" y="1073146"/>
                  <a:pt x="8076510" y="1087310"/>
                </a:cubicBezTo>
                <a:cubicBezTo>
                  <a:pt x="8076510" y="1101475"/>
                  <a:pt x="8065017" y="1112969"/>
                  <a:pt x="8050852" y="1112969"/>
                </a:cubicBezTo>
                <a:cubicBezTo>
                  <a:pt x="8036687" y="1112969"/>
                  <a:pt x="8025194" y="1101475"/>
                  <a:pt x="8025194" y="1087310"/>
                </a:cubicBezTo>
                <a:cubicBezTo>
                  <a:pt x="8025194" y="1073146"/>
                  <a:pt x="8036687" y="1061651"/>
                  <a:pt x="8050852" y="1061651"/>
                </a:cubicBezTo>
                <a:close/>
                <a:moveTo>
                  <a:pt x="7986648" y="1061651"/>
                </a:moveTo>
                <a:cubicBezTo>
                  <a:pt x="8000813" y="1061651"/>
                  <a:pt x="8012306" y="1073146"/>
                  <a:pt x="8012306" y="1087310"/>
                </a:cubicBezTo>
                <a:cubicBezTo>
                  <a:pt x="8012306" y="1101475"/>
                  <a:pt x="8000813" y="1112969"/>
                  <a:pt x="7986648" y="1112969"/>
                </a:cubicBezTo>
                <a:cubicBezTo>
                  <a:pt x="7972483" y="1112969"/>
                  <a:pt x="7960990" y="1101475"/>
                  <a:pt x="7960990" y="1087310"/>
                </a:cubicBezTo>
                <a:cubicBezTo>
                  <a:pt x="7960990" y="1073146"/>
                  <a:pt x="7972483" y="1061651"/>
                  <a:pt x="7986648" y="1061651"/>
                </a:cubicBezTo>
                <a:close/>
                <a:moveTo>
                  <a:pt x="7858237" y="1061651"/>
                </a:moveTo>
                <a:cubicBezTo>
                  <a:pt x="7872407" y="1061651"/>
                  <a:pt x="7883895" y="1073140"/>
                  <a:pt x="7883895" y="1087310"/>
                </a:cubicBezTo>
                <a:cubicBezTo>
                  <a:pt x="7883895" y="1101482"/>
                  <a:pt x="7872407" y="1112969"/>
                  <a:pt x="7858237" y="1112969"/>
                </a:cubicBezTo>
                <a:cubicBezTo>
                  <a:pt x="7844066" y="1112969"/>
                  <a:pt x="7832578" y="1101482"/>
                  <a:pt x="7832578" y="1087310"/>
                </a:cubicBezTo>
                <a:cubicBezTo>
                  <a:pt x="7832578" y="1073140"/>
                  <a:pt x="7844066" y="1061651"/>
                  <a:pt x="7858237" y="1061651"/>
                </a:cubicBezTo>
                <a:close/>
                <a:moveTo>
                  <a:pt x="7794032" y="1061651"/>
                </a:moveTo>
                <a:cubicBezTo>
                  <a:pt x="7808203" y="1061651"/>
                  <a:pt x="7819690" y="1073140"/>
                  <a:pt x="7819690" y="1087310"/>
                </a:cubicBezTo>
                <a:cubicBezTo>
                  <a:pt x="7819690" y="1101482"/>
                  <a:pt x="7808203" y="1112969"/>
                  <a:pt x="7794032" y="1112969"/>
                </a:cubicBezTo>
                <a:cubicBezTo>
                  <a:pt x="7779862" y="1112969"/>
                  <a:pt x="7768371" y="1101482"/>
                  <a:pt x="7768371" y="1087310"/>
                </a:cubicBezTo>
                <a:cubicBezTo>
                  <a:pt x="7768371" y="1073140"/>
                  <a:pt x="7779862" y="1061651"/>
                  <a:pt x="7794032" y="1061651"/>
                </a:cubicBezTo>
                <a:close/>
                <a:moveTo>
                  <a:pt x="7729825" y="1061651"/>
                </a:moveTo>
                <a:cubicBezTo>
                  <a:pt x="7743990" y="1061651"/>
                  <a:pt x="7755486" y="1073146"/>
                  <a:pt x="7755486" y="1087310"/>
                </a:cubicBezTo>
                <a:cubicBezTo>
                  <a:pt x="7755486" y="1101475"/>
                  <a:pt x="7743990" y="1112969"/>
                  <a:pt x="7729825" y="1112969"/>
                </a:cubicBezTo>
                <a:cubicBezTo>
                  <a:pt x="7715660" y="1112969"/>
                  <a:pt x="7704167" y="1101475"/>
                  <a:pt x="7704167" y="1087310"/>
                </a:cubicBezTo>
                <a:cubicBezTo>
                  <a:pt x="7704167" y="1073146"/>
                  <a:pt x="7715660" y="1061651"/>
                  <a:pt x="7729825" y="1061651"/>
                </a:cubicBezTo>
                <a:close/>
                <a:moveTo>
                  <a:pt x="7665621" y="1061651"/>
                </a:moveTo>
                <a:cubicBezTo>
                  <a:pt x="7679786" y="1061651"/>
                  <a:pt x="7691279" y="1073146"/>
                  <a:pt x="7691279" y="1087310"/>
                </a:cubicBezTo>
                <a:cubicBezTo>
                  <a:pt x="7691279" y="1101475"/>
                  <a:pt x="7679786" y="1112969"/>
                  <a:pt x="7665621" y="1112969"/>
                </a:cubicBezTo>
                <a:cubicBezTo>
                  <a:pt x="7651456" y="1112969"/>
                  <a:pt x="7639963" y="1101475"/>
                  <a:pt x="7639963" y="1087310"/>
                </a:cubicBezTo>
                <a:cubicBezTo>
                  <a:pt x="7639963" y="1073146"/>
                  <a:pt x="7651456" y="1061651"/>
                  <a:pt x="7665621" y="1061651"/>
                </a:cubicBezTo>
                <a:close/>
                <a:moveTo>
                  <a:pt x="7601299" y="1061651"/>
                </a:moveTo>
                <a:cubicBezTo>
                  <a:pt x="7615464" y="1061651"/>
                  <a:pt x="7626959" y="1073146"/>
                  <a:pt x="7626959" y="1087310"/>
                </a:cubicBezTo>
                <a:cubicBezTo>
                  <a:pt x="7626959" y="1101475"/>
                  <a:pt x="7615464" y="1112969"/>
                  <a:pt x="7601299" y="1112969"/>
                </a:cubicBezTo>
                <a:cubicBezTo>
                  <a:pt x="7587134" y="1112969"/>
                  <a:pt x="7575640" y="1101475"/>
                  <a:pt x="7575640" y="1087310"/>
                </a:cubicBezTo>
                <a:cubicBezTo>
                  <a:pt x="7575640" y="1073146"/>
                  <a:pt x="7587134" y="1061651"/>
                  <a:pt x="7601299" y="1061651"/>
                </a:cubicBezTo>
                <a:close/>
                <a:moveTo>
                  <a:pt x="7537094" y="1061651"/>
                </a:moveTo>
                <a:cubicBezTo>
                  <a:pt x="7551259" y="1061651"/>
                  <a:pt x="7562752" y="1073146"/>
                  <a:pt x="7562752" y="1087310"/>
                </a:cubicBezTo>
                <a:cubicBezTo>
                  <a:pt x="7562752" y="1101475"/>
                  <a:pt x="7551259" y="1112969"/>
                  <a:pt x="7537094" y="1112969"/>
                </a:cubicBezTo>
                <a:cubicBezTo>
                  <a:pt x="7522929" y="1112969"/>
                  <a:pt x="7511436" y="1101475"/>
                  <a:pt x="7511436" y="1087310"/>
                </a:cubicBezTo>
                <a:cubicBezTo>
                  <a:pt x="7511436" y="1073146"/>
                  <a:pt x="7522929" y="1061651"/>
                  <a:pt x="7537094" y="1061651"/>
                </a:cubicBezTo>
                <a:close/>
                <a:moveTo>
                  <a:pt x="7472890" y="1061651"/>
                </a:moveTo>
                <a:cubicBezTo>
                  <a:pt x="7487060" y="1061651"/>
                  <a:pt x="7498548" y="1073140"/>
                  <a:pt x="7498548" y="1087310"/>
                </a:cubicBezTo>
                <a:cubicBezTo>
                  <a:pt x="7498548" y="1101482"/>
                  <a:pt x="7487060" y="1112969"/>
                  <a:pt x="7472890" y="1112969"/>
                </a:cubicBezTo>
                <a:cubicBezTo>
                  <a:pt x="7458717" y="1112969"/>
                  <a:pt x="7447229" y="1101482"/>
                  <a:pt x="7447229" y="1087310"/>
                </a:cubicBezTo>
                <a:cubicBezTo>
                  <a:pt x="7447229" y="1073140"/>
                  <a:pt x="7458717" y="1061651"/>
                  <a:pt x="7472890" y="1061651"/>
                </a:cubicBezTo>
                <a:close/>
                <a:moveTo>
                  <a:pt x="7216067" y="1061651"/>
                </a:moveTo>
                <a:cubicBezTo>
                  <a:pt x="7230232" y="1061651"/>
                  <a:pt x="7241725" y="1073146"/>
                  <a:pt x="7241725" y="1087310"/>
                </a:cubicBezTo>
                <a:cubicBezTo>
                  <a:pt x="7241725" y="1101475"/>
                  <a:pt x="7230232" y="1112969"/>
                  <a:pt x="7216067" y="1112969"/>
                </a:cubicBezTo>
                <a:cubicBezTo>
                  <a:pt x="7201902" y="1112969"/>
                  <a:pt x="7190409" y="1101475"/>
                  <a:pt x="7190409" y="1087310"/>
                </a:cubicBezTo>
                <a:cubicBezTo>
                  <a:pt x="7190409" y="1073146"/>
                  <a:pt x="7201902" y="1061651"/>
                  <a:pt x="7216067" y="1061651"/>
                </a:cubicBezTo>
                <a:close/>
                <a:moveTo>
                  <a:pt x="7151863" y="1061651"/>
                </a:moveTo>
                <a:cubicBezTo>
                  <a:pt x="7166033" y="1061651"/>
                  <a:pt x="7177521" y="1073140"/>
                  <a:pt x="7177521" y="1087310"/>
                </a:cubicBezTo>
                <a:cubicBezTo>
                  <a:pt x="7177521" y="1101482"/>
                  <a:pt x="7166033" y="1112969"/>
                  <a:pt x="7151863" y="1112969"/>
                </a:cubicBezTo>
                <a:cubicBezTo>
                  <a:pt x="7137692" y="1112969"/>
                  <a:pt x="7126205" y="1101482"/>
                  <a:pt x="7126205" y="1087310"/>
                </a:cubicBezTo>
                <a:cubicBezTo>
                  <a:pt x="7126205" y="1073140"/>
                  <a:pt x="7137692" y="1061651"/>
                  <a:pt x="7151863" y="1061651"/>
                </a:cubicBezTo>
                <a:close/>
                <a:moveTo>
                  <a:pt x="6895043" y="1061651"/>
                </a:moveTo>
                <a:cubicBezTo>
                  <a:pt x="6909208" y="1061651"/>
                  <a:pt x="6920701" y="1073146"/>
                  <a:pt x="6920701" y="1087310"/>
                </a:cubicBezTo>
                <a:cubicBezTo>
                  <a:pt x="6920701" y="1101475"/>
                  <a:pt x="6909208" y="1112969"/>
                  <a:pt x="6895043" y="1112969"/>
                </a:cubicBezTo>
                <a:cubicBezTo>
                  <a:pt x="6880878" y="1112969"/>
                  <a:pt x="6869382" y="1101475"/>
                  <a:pt x="6869382" y="1087310"/>
                </a:cubicBezTo>
                <a:cubicBezTo>
                  <a:pt x="6869382" y="1073146"/>
                  <a:pt x="6880878" y="1061651"/>
                  <a:pt x="6895043" y="1061651"/>
                </a:cubicBezTo>
                <a:close/>
                <a:moveTo>
                  <a:pt x="6638220" y="1061651"/>
                </a:moveTo>
                <a:cubicBezTo>
                  <a:pt x="6652385" y="1061651"/>
                  <a:pt x="6663881" y="1073146"/>
                  <a:pt x="6663881" y="1087310"/>
                </a:cubicBezTo>
                <a:cubicBezTo>
                  <a:pt x="6663881" y="1101475"/>
                  <a:pt x="6652385" y="1112969"/>
                  <a:pt x="6638220" y="1112969"/>
                </a:cubicBezTo>
                <a:cubicBezTo>
                  <a:pt x="6624055" y="1112969"/>
                  <a:pt x="6612562" y="1101475"/>
                  <a:pt x="6612562" y="1087310"/>
                </a:cubicBezTo>
                <a:cubicBezTo>
                  <a:pt x="6612562" y="1073146"/>
                  <a:pt x="6624055" y="1061651"/>
                  <a:pt x="6638220" y="1061651"/>
                </a:cubicBezTo>
                <a:close/>
                <a:moveTo>
                  <a:pt x="6317078" y="1061651"/>
                </a:moveTo>
                <a:cubicBezTo>
                  <a:pt x="6331243" y="1061651"/>
                  <a:pt x="6342736" y="1073146"/>
                  <a:pt x="6342736" y="1087310"/>
                </a:cubicBezTo>
                <a:cubicBezTo>
                  <a:pt x="6342736" y="1101475"/>
                  <a:pt x="6331243" y="1112969"/>
                  <a:pt x="6317078" y="1112969"/>
                </a:cubicBezTo>
                <a:cubicBezTo>
                  <a:pt x="6302913" y="1112969"/>
                  <a:pt x="6291420" y="1101475"/>
                  <a:pt x="6291420" y="1087310"/>
                </a:cubicBezTo>
                <a:cubicBezTo>
                  <a:pt x="6291420" y="1073146"/>
                  <a:pt x="6302913" y="1061651"/>
                  <a:pt x="6317078" y="1061651"/>
                </a:cubicBezTo>
                <a:close/>
                <a:moveTo>
                  <a:pt x="6252873" y="1061651"/>
                </a:moveTo>
                <a:cubicBezTo>
                  <a:pt x="6267036" y="1061651"/>
                  <a:pt x="6278532" y="1073146"/>
                  <a:pt x="6278532" y="1087310"/>
                </a:cubicBezTo>
                <a:cubicBezTo>
                  <a:pt x="6278532" y="1101475"/>
                  <a:pt x="6267036" y="1112969"/>
                  <a:pt x="6252873" y="1112969"/>
                </a:cubicBezTo>
                <a:cubicBezTo>
                  <a:pt x="6238708" y="1112969"/>
                  <a:pt x="6227213" y="1101475"/>
                  <a:pt x="6227213" y="1087310"/>
                </a:cubicBezTo>
                <a:cubicBezTo>
                  <a:pt x="6227213" y="1073146"/>
                  <a:pt x="6238708" y="1061651"/>
                  <a:pt x="6252873" y="1061651"/>
                </a:cubicBezTo>
                <a:close/>
                <a:moveTo>
                  <a:pt x="6124462" y="1061651"/>
                </a:moveTo>
                <a:cubicBezTo>
                  <a:pt x="6138627" y="1061651"/>
                  <a:pt x="6150123" y="1073146"/>
                  <a:pt x="6150123" y="1087310"/>
                </a:cubicBezTo>
                <a:cubicBezTo>
                  <a:pt x="6150123" y="1101475"/>
                  <a:pt x="6138627" y="1112969"/>
                  <a:pt x="6124462" y="1112969"/>
                </a:cubicBezTo>
                <a:cubicBezTo>
                  <a:pt x="6110297" y="1112969"/>
                  <a:pt x="6098804" y="1101475"/>
                  <a:pt x="6098804" y="1087310"/>
                </a:cubicBezTo>
                <a:cubicBezTo>
                  <a:pt x="6098804" y="1073146"/>
                  <a:pt x="6110297" y="1061651"/>
                  <a:pt x="6124462" y="1061651"/>
                </a:cubicBezTo>
                <a:close/>
                <a:moveTo>
                  <a:pt x="5743477" y="1061651"/>
                </a:moveTo>
                <a:cubicBezTo>
                  <a:pt x="5757648" y="1061651"/>
                  <a:pt x="5769136" y="1073140"/>
                  <a:pt x="5769136" y="1087310"/>
                </a:cubicBezTo>
                <a:cubicBezTo>
                  <a:pt x="5769136" y="1101482"/>
                  <a:pt x="5757648" y="1112969"/>
                  <a:pt x="5743477" y="1112969"/>
                </a:cubicBezTo>
                <a:cubicBezTo>
                  <a:pt x="5729307" y="1112969"/>
                  <a:pt x="5717818" y="1101482"/>
                  <a:pt x="5717818" y="1087310"/>
                </a:cubicBezTo>
                <a:cubicBezTo>
                  <a:pt x="5717818" y="1073140"/>
                  <a:pt x="5729307" y="1061651"/>
                  <a:pt x="5743477" y="1061651"/>
                </a:cubicBezTo>
                <a:close/>
                <a:moveTo>
                  <a:pt x="5615066" y="1061651"/>
                </a:moveTo>
                <a:cubicBezTo>
                  <a:pt x="5629231" y="1061651"/>
                  <a:pt x="5640726" y="1073146"/>
                  <a:pt x="5640726" y="1087310"/>
                </a:cubicBezTo>
                <a:cubicBezTo>
                  <a:pt x="5640726" y="1101475"/>
                  <a:pt x="5629231" y="1112969"/>
                  <a:pt x="5615066" y="1112969"/>
                </a:cubicBezTo>
                <a:cubicBezTo>
                  <a:pt x="5600901" y="1112969"/>
                  <a:pt x="5589407" y="1101475"/>
                  <a:pt x="5589407" y="1087310"/>
                </a:cubicBezTo>
                <a:cubicBezTo>
                  <a:pt x="5589407" y="1073146"/>
                  <a:pt x="5600901" y="1061651"/>
                  <a:pt x="5615066" y="1061651"/>
                </a:cubicBezTo>
                <a:close/>
                <a:moveTo>
                  <a:pt x="5486655" y="1061651"/>
                </a:moveTo>
                <a:cubicBezTo>
                  <a:pt x="5500819" y="1061651"/>
                  <a:pt x="5512316" y="1073146"/>
                  <a:pt x="5512316" y="1087310"/>
                </a:cubicBezTo>
                <a:cubicBezTo>
                  <a:pt x="5512316" y="1101475"/>
                  <a:pt x="5500819" y="1112969"/>
                  <a:pt x="5486655" y="1112969"/>
                </a:cubicBezTo>
                <a:cubicBezTo>
                  <a:pt x="5472491" y="1112969"/>
                  <a:pt x="5460997" y="1101475"/>
                  <a:pt x="5460997" y="1087310"/>
                </a:cubicBezTo>
                <a:cubicBezTo>
                  <a:pt x="5460997" y="1073146"/>
                  <a:pt x="5472491" y="1061651"/>
                  <a:pt x="5486655" y="1061651"/>
                </a:cubicBezTo>
                <a:close/>
                <a:moveTo>
                  <a:pt x="5422451" y="1061651"/>
                </a:moveTo>
                <a:cubicBezTo>
                  <a:pt x="5436621" y="1061651"/>
                  <a:pt x="5448109" y="1073140"/>
                  <a:pt x="5448109" y="1087310"/>
                </a:cubicBezTo>
                <a:cubicBezTo>
                  <a:pt x="5448109" y="1101482"/>
                  <a:pt x="5436621" y="1112969"/>
                  <a:pt x="5422451" y="1112969"/>
                </a:cubicBezTo>
                <a:cubicBezTo>
                  <a:pt x="5408280" y="1112969"/>
                  <a:pt x="5396791" y="1101482"/>
                  <a:pt x="5396791" y="1087310"/>
                </a:cubicBezTo>
                <a:cubicBezTo>
                  <a:pt x="5396791" y="1073140"/>
                  <a:pt x="5408280" y="1061651"/>
                  <a:pt x="5422451" y="1061651"/>
                </a:cubicBezTo>
                <a:close/>
                <a:moveTo>
                  <a:pt x="5229719" y="1061651"/>
                </a:moveTo>
                <a:cubicBezTo>
                  <a:pt x="5243999" y="1061651"/>
                  <a:pt x="5255377" y="1073146"/>
                  <a:pt x="5255377" y="1087310"/>
                </a:cubicBezTo>
                <a:cubicBezTo>
                  <a:pt x="5255377" y="1101475"/>
                  <a:pt x="5243883" y="1112969"/>
                  <a:pt x="5229719" y="1112969"/>
                </a:cubicBezTo>
                <a:cubicBezTo>
                  <a:pt x="5215554" y="1112969"/>
                  <a:pt x="5204058" y="1101475"/>
                  <a:pt x="5204058" y="1087310"/>
                </a:cubicBezTo>
                <a:cubicBezTo>
                  <a:pt x="5204058" y="1073146"/>
                  <a:pt x="5215554" y="1061651"/>
                  <a:pt x="5229719" y="1061651"/>
                </a:cubicBezTo>
                <a:close/>
                <a:moveTo>
                  <a:pt x="4972896" y="1061651"/>
                </a:moveTo>
                <a:cubicBezTo>
                  <a:pt x="4987063" y="1061651"/>
                  <a:pt x="4998557" y="1073146"/>
                  <a:pt x="4998557" y="1087310"/>
                </a:cubicBezTo>
                <a:cubicBezTo>
                  <a:pt x="4998557" y="1101475"/>
                  <a:pt x="4987063" y="1112969"/>
                  <a:pt x="4972896" y="1112969"/>
                </a:cubicBezTo>
                <a:cubicBezTo>
                  <a:pt x="4958732" y="1112969"/>
                  <a:pt x="4947240" y="1101475"/>
                  <a:pt x="4947240" y="1087310"/>
                </a:cubicBezTo>
                <a:cubicBezTo>
                  <a:pt x="4947240" y="1073146"/>
                  <a:pt x="4958732" y="1061651"/>
                  <a:pt x="4972896" y="1061651"/>
                </a:cubicBezTo>
                <a:close/>
                <a:moveTo>
                  <a:pt x="4908693" y="1061651"/>
                </a:moveTo>
                <a:cubicBezTo>
                  <a:pt x="4922857" y="1061651"/>
                  <a:pt x="4934352" y="1073146"/>
                  <a:pt x="4934352" y="1087310"/>
                </a:cubicBezTo>
                <a:cubicBezTo>
                  <a:pt x="4934352" y="1101475"/>
                  <a:pt x="4922857" y="1112969"/>
                  <a:pt x="4908693" y="1112969"/>
                </a:cubicBezTo>
                <a:cubicBezTo>
                  <a:pt x="4894527" y="1112969"/>
                  <a:pt x="4883033" y="1101475"/>
                  <a:pt x="4883033" y="1087310"/>
                </a:cubicBezTo>
                <a:cubicBezTo>
                  <a:pt x="4883033" y="1073146"/>
                  <a:pt x="4894527" y="1061651"/>
                  <a:pt x="4908693" y="1061651"/>
                </a:cubicBezTo>
                <a:close/>
                <a:moveTo>
                  <a:pt x="4844487" y="1061651"/>
                </a:moveTo>
                <a:cubicBezTo>
                  <a:pt x="4858650" y="1061651"/>
                  <a:pt x="4870146" y="1073146"/>
                  <a:pt x="4870146" y="1087310"/>
                </a:cubicBezTo>
                <a:cubicBezTo>
                  <a:pt x="4870146" y="1101475"/>
                  <a:pt x="4858650" y="1112969"/>
                  <a:pt x="4844487" y="1112969"/>
                </a:cubicBezTo>
                <a:cubicBezTo>
                  <a:pt x="4830322" y="1112969"/>
                  <a:pt x="4818828" y="1101475"/>
                  <a:pt x="4818828" y="1087310"/>
                </a:cubicBezTo>
                <a:cubicBezTo>
                  <a:pt x="4818828" y="1073146"/>
                  <a:pt x="4830322" y="1061651"/>
                  <a:pt x="4844487" y="1061651"/>
                </a:cubicBezTo>
                <a:close/>
                <a:moveTo>
                  <a:pt x="4651872" y="1061651"/>
                </a:moveTo>
                <a:cubicBezTo>
                  <a:pt x="4666042" y="1061651"/>
                  <a:pt x="4677531" y="1073140"/>
                  <a:pt x="4677531" y="1087310"/>
                </a:cubicBezTo>
                <a:cubicBezTo>
                  <a:pt x="4677531" y="1101482"/>
                  <a:pt x="4666042" y="1112969"/>
                  <a:pt x="4651872" y="1112969"/>
                </a:cubicBezTo>
                <a:cubicBezTo>
                  <a:pt x="4637700" y="1112969"/>
                  <a:pt x="4626213" y="1101482"/>
                  <a:pt x="4626213" y="1087310"/>
                </a:cubicBezTo>
                <a:cubicBezTo>
                  <a:pt x="4626213" y="1073140"/>
                  <a:pt x="4637700" y="1061651"/>
                  <a:pt x="4651872" y="1061651"/>
                </a:cubicBezTo>
                <a:close/>
                <a:moveTo>
                  <a:pt x="4587666" y="1061651"/>
                </a:moveTo>
                <a:cubicBezTo>
                  <a:pt x="4601830" y="1061651"/>
                  <a:pt x="4613324" y="1073146"/>
                  <a:pt x="4613324" y="1087310"/>
                </a:cubicBezTo>
                <a:cubicBezTo>
                  <a:pt x="4613324" y="1101475"/>
                  <a:pt x="4601830" y="1112969"/>
                  <a:pt x="4587666" y="1112969"/>
                </a:cubicBezTo>
                <a:cubicBezTo>
                  <a:pt x="4573501" y="1112969"/>
                  <a:pt x="4562007" y="1101475"/>
                  <a:pt x="4562007" y="1087310"/>
                </a:cubicBezTo>
                <a:cubicBezTo>
                  <a:pt x="4562007" y="1073146"/>
                  <a:pt x="4573501" y="1061651"/>
                  <a:pt x="4587666" y="1061651"/>
                </a:cubicBezTo>
                <a:close/>
                <a:moveTo>
                  <a:pt x="4523461" y="1061651"/>
                </a:moveTo>
                <a:cubicBezTo>
                  <a:pt x="4537626" y="1061651"/>
                  <a:pt x="4549121" y="1073146"/>
                  <a:pt x="4549121" y="1087310"/>
                </a:cubicBezTo>
                <a:cubicBezTo>
                  <a:pt x="4549121" y="1101475"/>
                  <a:pt x="4537626" y="1112969"/>
                  <a:pt x="4523461" y="1112969"/>
                </a:cubicBezTo>
                <a:cubicBezTo>
                  <a:pt x="4509296" y="1112969"/>
                  <a:pt x="4497802" y="1101475"/>
                  <a:pt x="4497802" y="1087310"/>
                </a:cubicBezTo>
                <a:cubicBezTo>
                  <a:pt x="4497802" y="1073146"/>
                  <a:pt x="4509296" y="1061651"/>
                  <a:pt x="4523461" y="1061651"/>
                </a:cubicBezTo>
                <a:close/>
                <a:moveTo>
                  <a:pt x="4395050" y="1061651"/>
                </a:moveTo>
                <a:cubicBezTo>
                  <a:pt x="4409214" y="1061651"/>
                  <a:pt x="4420710" y="1073146"/>
                  <a:pt x="4420710" y="1087310"/>
                </a:cubicBezTo>
                <a:cubicBezTo>
                  <a:pt x="4420710" y="1101475"/>
                  <a:pt x="4409214" y="1112969"/>
                  <a:pt x="4395050" y="1112969"/>
                </a:cubicBezTo>
                <a:cubicBezTo>
                  <a:pt x="4380886" y="1112969"/>
                  <a:pt x="4369391" y="1101475"/>
                  <a:pt x="4369391" y="1087310"/>
                </a:cubicBezTo>
                <a:cubicBezTo>
                  <a:pt x="4369391" y="1073146"/>
                  <a:pt x="4380886" y="1061651"/>
                  <a:pt x="4395050" y="1061651"/>
                </a:cubicBezTo>
                <a:close/>
                <a:moveTo>
                  <a:pt x="4009702" y="1061651"/>
                </a:moveTo>
                <a:cubicBezTo>
                  <a:pt x="4023866" y="1061651"/>
                  <a:pt x="4035362" y="1073146"/>
                  <a:pt x="4035362" y="1087310"/>
                </a:cubicBezTo>
                <a:cubicBezTo>
                  <a:pt x="4035362" y="1101475"/>
                  <a:pt x="4023866" y="1112969"/>
                  <a:pt x="4009702" y="1112969"/>
                </a:cubicBezTo>
                <a:cubicBezTo>
                  <a:pt x="3995538" y="1112969"/>
                  <a:pt x="3984043" y="1101475"/>
                  <a:pt x="3984043" y="1087310"/>
                </a:cubicBezTo>
                <a:cubicBezTo>
                  <a:pt x="3984043" y="1073146"/>
                  <a:pt x="3995538" y="1061651"/>
                  <a:pt x="4009702" y="1061651"/>
                </a:cubicBezTo>
                <a:close/>
                <a:moveTo>
                  <a:pt x="3752882" y="1061651"/>
                </a:moveTo>
                <a:cubicBezTo>
                  <a:pt x="3767045" y="1061651"/>
                  <a:pt x="3778539" y="1073146"/>
                  <a:pt x="3778539" y="1087310"/>
                </a:cubicBezTo>
                <a:cubicBezTo>
                  <a:pt x="3778539" y="1101475"/>
                  <a:pt x="3767045" y="1112969"/>
                  <a:pt x="3752882" y="1112969"/>
                </a:cubicBezTo>
                <a:cubicBezTo>
                  <a:pt x="3738717" y="1112969"/>
                  <a:pt x="3727221" y="1101475"/>
                  <a:pt x="3727221" y="1087310"/>
                </a:cubicBezTo>
                <a:cubicBezTo>
                  <a:pt x="3727221" y="1073146"/>
                  <a:pt x="3738717" y="1061651"/>
                  <a:pt x="3752882" y="1061651"/>
                </a:cubicBezTo>
                <a:close/>
                <a:moveTo>
                  <a:pt x="3367649" y="1061651"/>
                </a:moveTo>
                <a:cubicBezTo>
                  <a:pt x="3381813" y="1061651"/>
                  <a:pt x="3393308" y="1073146"/>
                  <a:pt x="3393308" y="1087310"/>
                </a:cubicBezTo>
                <a:cubicBezTo>
                  <a:pt x="3393308" y="1101475"/>
                  <a:pt x="3381813" y="1112969"/>
                  <a:pt x="3367649" y="1112969"/>
                </a:cubicBezTo>
                <a:cubicBezTo>
                  <a:pt x="3353484" y="1112969"/>
                  <a:pt x="3341990" y="1101475"/>
                  <a:pt x="3341990" y="1087310"/>
                </a:cubicBezTo>
                <a:cubicBezTo>
                  <a:pt x="3341990" y="1073146"/>
                  <a:pt x="3353484" y="1061651"/>
                  <a:pt x="3367649" y="1061651"/>
                </a:cubicBezTo>
                <a:close/>
                <a:moveTo>
                  <a:pt x="2853890" y="1061651"/>
                </a:moveTo>
                <a:cubicBezTo>
                  <a:pt x="2868062" y="1061651"/>
                  <a:pt x="2879550" y="1073140"/>
                  <a:pt x="2879550" y="1087310"/>
                </a:cubicBezTo>
                <a:cubicBezTo>
                  <a:pt x="2879550" y="1101482"/>
                  <a:pt x="2868062" y="1112969"/>
                  <a:pt x="2853890" y="1112969"/>
                </a:cubicBezTo>
                <a:cubicBezTo>
                  <a:pt x="2839720" y="1112969"/>
                  <a:pt x="2828231" y="1101482"/>
                  <a:pt x="2828231" y="1087310"/>
                </a:cubicBezTo>
                <a:cubicBezTo>
                  <a:pt x="2828231" y="1073140"/>
                  <a:pt x="2839720" y="1061651"/>
                  <a:pt x="2853890" y="1061651"/>
                </a:cubicBezTo>
                <a:close/>
                <a:moveTo>
                  <a:pt x="2340249" y="1061651"/>
                </a:moveTo>
                <a:cubicBezTo>
                  <a:pt x="2354413" y="1061651"/>
                  <a:pt x="2365908" y="1073146"/>
                  <a:pt x="2365908" y="1087310"/>
                </a:cubicBezTo>
                <a:cubicBezTo>
                  <a:pt x="2365908" y="1101475"/>
                  <a:pt x="2354413" y="1112969"/>
                  <a:pt x="2340249" y="1112969"/>
                </a:cubicBezTo>
                <a:cubicBezTo>
                  <a:pt x="2326084" y="1112969"/>
                  <a:pt x="2314590" y="1101475"/>
                  <a:pt x="2314590" y="1087310"/>
                </a:cubicBezTo>
                <a:cubicBezTo>
                  <a:pt x="2314590" y="1073146"/>
                  <a:pt x="2326084" y="1061651"/>
                  <a:pt x="2340249" y="1061651"/>
                </a:cubicBezTo>
                <a:close/>
                <a:moveTo>
                  <a:pt x="2276044" y="1061651"/>
                </a:moveTo>
                <a:cubicBezTo>
                  <a:pt x="2290208" y="1061651"/>
                  <a:pt x="2301702" y="1073146"/>
                  <a:pt x="2301702" y="1087310"/>
                </a:cubicBezTo>
                <a:cubicBezTo>
                  <a:pt x="2301702" y="1101475"/>
                  <a:pt x="2290208" y="1112969"/>
                  <a:pt x="2276044" y="1112969"/>
                </a:cubicBezTo>
                <a:cubicBezTo>
                  <a:pt x="2261879" y="1112969"/>
                  <a:pt x="2250385" y="1101475"/>
                  <a:pt x="2250385" y="1087310"/>
                </a:cubicBezTo>
                <a:cubicBezTo>
                  <a:pt x="2250385" y="1073146"/>
                  <a:pt x="2261879" y="1061651"/>
                  <a:pt x="2276044" y="1061651"/>
                </a:cubicBezTo>
                <a:close/>
                <a:moveTo>
                  <a:pt x="2147633" y="1061651"/>
                </a:moveTo>
                <a:cubicBezTo>
                  <a:pt x="2161804" y="1061651"/>
                  <a:pt x="2173293" y="1073140"/>
                  <a:pt x="2173293" y="1087310"/>
                </a:cubicBezTo>
                <a:cubicBezTo>
                  <a:pt x="2173293" y="1101482"/>
                  <a:pt x="2161804" y="1112969"/>
                  <a:pt x="2147633" y="1112969"/>
                </a:cubicBezTo>
                <a:cubicBezTo>
                  <a:pt x="2133462" y="1112969"/>
                  <a:pt x="2121975" y="1101482"/>
                  <a:pt x="2121975" y="1087310"/>
                </a:cubicBezTo>
                <a:cubicBezTo>
                  <a:pt x="2121975" y="1073140"/>
                  <a:pt x="2133462" y="1061651"/>
                  <a:pt x="2147633" y="1061651"/>
                </a:cubicBezTo>
                <a:close/>
                <a:moveTo>
                  <a:pt x="2083427" y="1061651"/>
                </a:moveTo>
                <a:cubicBezTo>
                  <a:pt x="2097599" y="1061651"/>
                  <a:pt x="2109087" y="1073140"/>
                  <a:pt x="2109087" y="1087310"/>
                </a:cubicBezTo>
                <a:cubicBezTo>
                  <a:pt x="2109087" y="1101482"/>
                  <a:pt x="2097599" y="1112969"/>
                  <a:pt x="2083427" y="1112969"/>
                </a:cubicBezTo>
                <a:cubicBezTo>
                  <a:pt x="2069257" y="1112969"/>
                  <a:pt x="2057768" y="1101482"/>
                  <a:pt x="2057768" y="1087310"/>
                </a:cubicBezTo>
                <a:cubicBezTo>
                  <a:pt x="2057768" y="1073140"/>
                  <a:pt x="2069257" y="1061651"/>
                  <a:pt x="2083427" y="1061651"/>
                </a:cubicBezTo>
                <a:close/>
                <a:moveTo>
                  <a:pt x="2019222" y="1061651"/>
                </a:moveTo>
                <a:cubicBezTo>
                  <a:pt x="2033387" y="1061651"/>
                  <a:pt x="2044880" y="1073146"/>
                  <a:pt x="2044880" y="1087310"/>
                </a:cubicBezTo>
                <a:cubicBezTo>
                  <a:pt x="2044880" y="1101475"/>
                  <a:pt x="2033387" y="1112969"/>
                  <a:pt x="2019222" y="1112969"/>
                </a:cubicBezTo>
                <a:cubicBezTo>
                  <a:pt x="2005058" y="1112969"/>
                  <a:pt x="1993563" y="1101475"/>
                  <a:pt x="1993563" y="1087310"/>
                </a:cubicBezTo>
                <a:cubicBezTo>
                  <a:pt x="1993563" y="1073146"/>
                  <a:pt x="2005058" y="1061651"/>
                  <a:pt x="2019222" y="1061651"/>
                </a:cubicBezTo>
                <a:close/>
                <a:moveTo>
                  <a:pt x="1955016" y="1061651"/>
                </a:moveTo>
                <a:cubicBezTo>
                  <a:pt x="1969181" y="1061651"/>
                  <a:pt x="1980676" y="1073146"/>
                  <a:pt x="1980676" y="1087310"/>
                </a:cubicBezTo>
                <a:cubicBezTo>
                  <a:pt x="1980676" y="1101475"/>
                  <a:pt x="1969181" y="1112969"/>
                  <a:pt x="1955016" y="1112969"/>
                </a:cubicBezTo>
                <a:cubicBezTo>
                  <a:pt x="1940851" y="1112969"/>
                  <a:pt x="1929358" y="1101475"/>
                  <a:pt x="1929358" y="1087310"/>
                </a:cubicBezTo>
                <a:cubicBezTo>
                  <a:pt x="1929358" y="1073146"/>
                  <a:pt x="1940851" y="1061651"/>
                  <a:pt x="1955016" y="1061651"/>
                </a:cubicBezTo>
                <a:close/>
                <a:moveTo>
                  <a:pt x="1890696" y="1061651"/>
                </a:moveTo>
                <a:cubicBezTo>
                  <a:pt x="1904860" y="1061651"/>
                  <a:pt x="1916355" y="1073146"/>
                  <a:pt x="1916355" y="1087310"/>
                </a:cubicBezTo>
                <a:cubicBezTo>
                  <a:pt x="1916355" y="1101475"/>
                  <a:pt x="1904860" y="1112969"/>
                  <a:pt x="1890696" y="1112969"/>
                </a:cubicBezTo>
                <a:cubicBezTo>
                  <a:pt x="1876531" y="1112969"/>
                  <a:pt x="1865037" y="1101475"/>
                  <a:pt x="1865037" y="1087310"/>
                </a:cubicBezTo>
                <a:cubicBezTo>
                  <a:pt x="1865037" y="1073146"/>
                  <a:pt x="1876531" y="1061651"/>
                  <a:pt x="1890696" y="1061651"/>
                </a:cubicBezTo>
                <a:close/>
                <a:moveTo>
                  <a:pt x="1826490" y="1061651"/>
                </a:moveTo>
                <a:cubicBezTo>
                  <a:pt x="1840654" y="1061651"/>
                  <a:pt x="1852149" y="1073146"/>
                  <a:pt x="1852149" y="1087310"/>
                </a:cubicBezTo>
                <a:cubicBezTo>
                  <a:pt x="1852149" y="1101475"/>
                  <a:pt x="1840654" y="1112969"/>
                  <a:pt x="1826490" y="1112969"/>
                </a:cubicBezTo>
                <a:cubicBezTo>
                  <a:pt x="1812325" y="1112969"/>
                  <a:pt x="1800830" y="1101475"/>
                  <a:pt x="1800830" y="1087310"/>
                </a:cubicBezTo>
                <a:cubicBezTo>
                  <a:pt x="1800830" y="1073146"/>
                  <a:pt x="1812325" y="1061651"/>
                  <a:pt x="1826490" y="1061651"/>
                </a:cubicBezTo>
                <a:close/>
                <a:moveTo>
                  <a:pt x="1762285" y="1061651"/>
                </a:moveTo>
                <a:cubicBezTo>
                  <a:pt x="1776456" y="1061651"/>
                  <a:pt x="1787944" y="1073140"/>
                  <a:pt x="1787944" y="1087310"/>
                </a:cubicBezTo>
                <a:cubicBezTo>
                  <a:pt x="1787944" y="1101482"/>
                  <a:pt x="1776456" y="1112969"/>
                  <a:pt x="1762285" y="1112969"/>
                </a:cubicBezTo>
                <a:cubicBezTo>
                  <a:pt x="1748114" y="1112969"/>
                  <a:pt x="1736626" y="1101482"/>
                  <a:pt x="1736626" y="1087310"/>
                </a:cubicBezTo>
                <a:cubicBezTo>
                  <a:pt x="1736626" y="1073140"/>
                  <a:pt x="1748114" y="1061651"/>
                  <a:pt x="1762285" y="1061651"/>
                </a:cubicBezTo>
                <a:close/>
                <a:moveTo>
                  <a:pt x="1505464" y="1061651"/>
                </a:moveTo>
                <a:cubicBezTo>
                  <a:pt x="1519629" y="1061651"/>
                  <a:pt x="1531123" y="1073146"/>
                  <a:pt x="1531123" y="1087310"/>
                </a:cubicBezTo>
                <a:cubicBezTo>
                  <a:pt x="1531123" y="1101475"/>
                  <a:pt x="1519629" y="1112969"/>
                  <a:pt x="1505464" y="1112969"/>
                </a:cubicBezTo>
                <a:cubicBezTo>
                  <a:pt x="1491299" y="1112969"/>
                  <a:pt x="1479806" y="1101475"/>
                  <a:pt x="1479806" y="1087310"/>
                </a:cubicBezTo>
                <a:cubicBezTo>
                  <a:pt x="1479806" y="1073146"/>
                  <a:pt x="1491299" y="1061651"/>
                  <a:pt x="1505464" y="1061651"/>
                </a:cubicBezTo>
                <a:close/>
                <a:moveTo>
                  <a:pt x="1441258" y="1061651"/>
                </a:moveTo>
                <a:cubicBezTo>
                  <a:pt x="1455430" y="1061651"/>
                  <a:pt x="1466917" y="1073140"/>
                  <a:pt x="1466917" y="1087310"/>
                </a:cubicBezTo>
                <a:cubicBezTo>
                  <a:pt x="1466917" y="1101482"/>
                  <a:pt x="1455430" y="1112969"/>
                  <a:pt x="1441258" y="1112969"/>
                </a:cubicBezTo>
                <a:cubicBezTo>
                  <a:pt x="1427087" y="1112969"/>
                  <a:pt x="1415599" y="1101482"/>
                  <a:pt x="1415599" y="1087310"/>
                </a:cubicBezTo>
                <a:cubicBezTo>
                  <a:pt x="1415599" y="1073140"/>
                  <a:pt x="1427087" y="1061651"/>
                  <a:pt x="1441258" y="1061651"/>
                </a:cubicBezTo>
                <a:close/>
                <a:moveTo>
                  <a:pt x="1184437" y="1061651"/>
                </a:moveTo>
                <a:cubicBezTo>
                  <a:pt x="1198602" y="1061651"/>
                  <a:pt x="1210096" y="1073146"/>
                  <a:pt x="1210096" y="1087310"/>
                </a:cubicBezTo>
                <a:cubicBezTo>
                  <a:pt x="1210096" y="1101475"/>
                  <a:pt x="1198602" y="1112969"/>
                  <a:pt x="1184437" y="1112969"/>
                </a:cubicBezTo>
                <a:cubicBezTo>
                  <a:pt x="1170273" y="1112969"/>
                  <a:pt x="1158780" y="1101475"/>
                  <a:pt x="1158780" y="1087310"/>
                </a:cubicBezTo>
                <a:cubicBezTo>
                  <a:pt x="1158780" y="1073146"/>
                  <a:pt x="1170273" y="1061651"/>
                  <a:pt x="1184437" y="1061651"/>
                </a:cubicBezTo>
                <a:close/>
                <a:moveTo>
                  <a:pt x="927616" y="1061651"/>
                </a:moveTo>
                <a:cubicBezTo>
                  <a:pt x="941781" y="1061651"/>
                  <a:pt x="953275" y="1073146"/>
                  <a:pt x="953275" y="1087310"/>
                </a:cubicBezTo>
                <a:cubicBezTo>
                  <a:pt x="953275" y="1101475"/>
                  <a:pt x="941781" y="1112969"/>
                  <a:pt x="927616" y="1112969"/>
                </a:cubicBezTo>
                <a:cubicBezTo>
                  <a:pt x="913452" y="1112969"/>
                  <a:pt x="901957" y="1101475"/>
                  <a:pt x="901957" y="1087310"/>
                </a:cubicBezTo>
                <a:cubicBezTo>
                  <a:pt x="901957" y="1073146"/>
                  <a:pt x="913452" y="1061651"/>
                  <a:pt x="927616" y="1061651"/>
                </a:cubicBezTo>
                <a:close/>
                <a:moveTo>
                  <a:pt x="606475" y="1061651"/>
                </a:moveTo>
                <a:cubicBezTo>
                  <a:pt x="620639" y="1061651"/>
                  <a:pt x="632134" y="1073146"/>
                  <a:pt x="632134" y="1087310"/>
                </a:cubicBezTo>
                <a:cubicBezTo>
                  <a:pt x="632134" y="1101475"/>
                  <a:pt x="620639" y="1112969"/>
                  <a:pt x="606475" y="1112969"/>
                </a:cubicBezTo>
                <a:cubicBezTo>
                  <a:pt x="592310" y="1112969"/>
                  <a:pt x="580815" y="1101475"/>
                  <a:pt x="580815" y="1087310"/>
                </a:cubicBezTo>
                <a:cubicBezTo>
                  <a:pt x="580815" y="1073146"/>
                  <a:pt x="592310" y="1061651"/>
                  <a:pt x="606475" y="1061651"/>
                </a:cubicBezTo>
                <a:close/>
                <a:moveTo>
                  <a:pt x="542268" y="1061651"/>
                </a:moveTo>
                <a:cubicBezTo>
                  <a:pt x="556433" y="1061651"/>
                  <a:pt x="567927" y="1073146"/>
                  <a:pt x="567927" y="1087310"/>
                </a:cubicBezTo>
                <a:cubicBezTo>
                  <a:pt x="567927" y="1101475"/>
                  <a:pt x="556433" y="1112969"/>
                  <a:pt x="542268" y="1112969"/>
                </a:cubicBezTo>
                <a:cubicBezTo>
                  <a:pt x="528104" y="1112969"/>
                  <a:pt x="516610" y="1101475"/>
                  <a:pt x="516610" y="1087310"/>
                </a:cubicBezTo>
                <a:cubicBezTo>
                  <a:pt x="516610" y="1073146"/>
                  <a:pt x="528104" y="1061651"/>
                  <a:pt x="542268" y="1061651"/>
                </a:cubicBezTo>
                <a:close/>
                <a:moveTo>
                  <a:pt x="413858" y="1061651"/>
                </a:moveTo>
                <a:cubicBezTo>
                  <a:pt x="428023" y="1061651"/>
                  <a:pt x="439517" y="1073146"/>
                  <a:pt x="439517" y="1087310"/>
                </a:cubicBezTo>
                <a:cubicBezTo>
                  <a:pt x="439517" y="1101475"/>
                  <a:pt x="428023" y="1112969"/>
                  <a:pt x="413858" y="1112969"/>
                </a:cubicBezTo>
                <a:cubicBezTo>
                  <a:pt x="399694" y="1112969"/>
                  <a:pt x="388200" y="1101475"/>
                  <a:pt x="388200" y="1087310"/>
                </a:cubicBezTo>
                <a:cubicBezTo>
                  <a:pt x="388200" y="1073146"/>
                  <a:pt x="399694" y="1061651"/>
                  <a:pt x="413858" y="1061651"/>
                </a:cubicBezTo>
                <a:close/>
                <a:moveTo>
                  <a:pt x="25659" y="1061651"/>
                </a:moveTo>
                <a:cubicBezTo>
                  <a:pt x="39829" y="1061651"/>
                  <a:pt x="51317" y="1073140"/>
                  <a:pt x="51317" y="1087310"/>
                </a:cubicBezTo>
                <a:cubicBezTo>
                  <a:pt x="51317" y="1101482"/>
                  <a:pt x="39829" y="1112969"/>
                  <a:pt x="25659" y="1112969"/>
                </a:cubicBezTo>
                <a:cubicBezTo>
                  <a:pt x="11488" y="1112969"/>
                  <a:pt x="0" y="1101482"/>
                  <a:pt x="0" y="1087310"/>
                </a:cubicBezTo>
                <a:cubicBezTo>
                  <a:pt x="0" y="1073140"/>
                  <a:pt x="11488" y="1061651"/>
                  <a:pt x="25659" y="1061651"/>
                </a:cubicBezTo>
                <a:close/>
                <a:moveTo>
                  <a:pt x="11775107" y="1007315"/>
                </a:moveTo>
                <a:cubicBezTo>
                  <a:pt x="11782225" y="1007315"/>
                  <a:pt x="11787995" y="1013085"/>
                  <a:pt x="11787995" y="1020202"/>
                </a:cubicBezTo>
                <a:cubicBezTo>
                  <a:pt x="11787995" y="1027320"/>
                  <a:pt x="11782225" y="1033089"/>
                  <a:pt x="11775107" y="1033089"/>
                </a:cubicBezTo>
                <a:cubicBezTo>
                  <a:pt x="11767991" y="1033089"/>
                  <a:pt x="11762221" y="1027320"/>
                  <a:pt x="11762221" y="1020202"/>
                </a:cubicBezTo>
                <a:cubicBezTo>
                  <a:pt x="11762221" y="1013085"/>
                  <a:pt x="11767991" y="1007315"/>
                  <a:pt x="11775107" y="1007315"/>
                </a:cubicBezTo>
                <a:close/>
                <a:moveTo>
                  <a:pt x="11646697" y="1007315"/>
                </a:moveTo>
                <a:cubicBezTo>
                  <a:pt x="11653779" y="1007315"/>
                  <a:pt x="11659583" y="1013120"/>
                  <a:pt x="11659583" y="1020202"/>
                </a:cubicBezTo>
                <a:cubicBezTo>
                  <a:pt x="11659583" y="1027285"/>
                  <a:pt x="11653893" y="1033089"/>
                  <a:pt x="11646697" y="1033089"/>
                </a:cubicBezTo>
                <a:cubicBezTo>
                  <a:pt x="11639613" y="1033089"/>
                  <a:pt x="11633809" y="1027400"/>
                  <a:pt x="11633809" y="1020202"/>
                </a:cubicBezTo>
                <a:cubicBezTo>
                  <a:pt x="11633809" y="1013120"/>
                  <a:pt x="11639499" y="1007315"/>
                  <a:pt x="11646697" y="1007315"/>
                </a:cubicBezTo>
                <a:close/>
                <a:moveTo>
                  <a:pt x="11454081" y="1007315"/>
                </a:moveTo>
                <a:cubicBezTo>
                  <a:pt x="11461197" y="1007315"/>
                  <a:pt x="11466969" y="1013085"/>
                  <a:pt x="11466969" y="1020202"/>
                </a:cubicBezTo>
                <a:cubicBezTo>
                  <a:pt x="11466969" y="1027320"/>
                  <a:pt x="11461197" y="1033089"/>
                  <a:pt x="11454081" y="1033089"/>
                </a:cubicBezTo>
                <a:cubicBezTo>
                  <a:pt x="11446963" y="1033089"/>
                  <a:pt x="11441194" y="1027320"/>
                  <a:pt x="11441194" y="1020202"/>
                </a:cubicBezTo>
                <a:cubicBezTo>
                  <a:pt x="11441194" y="1013085"/>
                  <a:pt x="11446963" y="1007315"/>
                  <a:pt x="11454081" y="1007315"/>
                </a:cubicBezTo>
                <a:close/>
                <a:moveTo>
                  <a:pt x="11389875" y="1007315"/>
                </a:moveTo>
                <a:cubicBezTo>
                  <a:pt x="11396993" y="1007315"/>
                  <a:pt x="11402763" y="1013085"/>
                  <a:pt x="11402763" y="1020202"/>
                </a:cubicBezTo>
                <a:cubicBezTo>
                  <a:pt x="11402763" y="1027320"/>
                  <a:pt x="11396993" y="1033089"/>
                  <a:pt x="11389875" y="1033089"/>
                </a:cubicBezTo>
                <a:cubicBezTo>
                  <a:pt x="11382759" y="1033089"/>
                  <a:pt x="11376989" y="1027320"/>
                  <a:pt x="11376989" y="1020202"/>
                </a:cubicBezTo>
                <a:cubicBezTo>
                  <a:pt x="11376989" y="1013085"/>
                  <a:pt x="11382759" y="1007315"/>
                  <a:pt x="11389875" y="1007315"/>
                </a:cubicBezTo>
                <a:close/>
                <a:moveTo>
                  <a:pt x="10747708" y="1007315"/>
                </a:moveTo>
                <a:cubicBezTo>
                  <a:pt x="10754824" y="1007315"/>
                  <a:pt x="10760593" y="1013085"/>
                  <a:pt x="10760593" y="1020202"/>
                </a:cubicBezTo>
                <a:cubicBezTo>
                  <a:pt x="10760593" y="1027320"/>
                  <a:pt x="10754824" y="1033089"/>
                  <a:pt x="10747708" y="1033089"/>
                </a:cubicBezTo>
                <a:cubicBezTo>
                  <a:pt x="10740589" y="1033089"/>
                  <a:pt x="10734820" y="1027320"/>
                  <a:pt x="10734820" y="1020202"/>
                </a:cubicBezTo>
                <a:cubicBezTo>
                  <a:pt x="10734820" y="1013085"/>
                  <a:pt x="10740589" y="1007315"/>
                  <a:pt x="10747708" y="1007315"/>
                </a:cubicBezTo>
                <a:close/>
                <a:moveTo>
                  <a:pt x="10490885" y="1007315"/>
                </a:moveTo>
                <a:cubicBezTo>
                  <a:pt x="10498004" y="1007315"/>
                  <a:pt x="10503773" y="1013085"/>
                  <a:pt x="10503773" y="1020202"/>
                </a:cubicBezTo>
                <a:cubicBezTo>
                  <a:pt x="10503773" y="1027320"/>
                  <a:pt x="10498004" y="1033089"/>
                  <a:pt x="10490885" y="1033089"/>
                </a:cubicBezTo>
                <a:cubicBezTo>
                  <a:pt x="10483769" y="1033089"/>
                  <a:pt x="10477997" y="1027320"/>
                  <a:pt x="10477997" y="1020202"/>
                </a:cubicBezTo>
                <a:cubicBezTo>
                  <a:pt x="10477997" y="1013085"/>
                  <a:pt x="10483769" y="1007315"/>
                  <a:pt x="10490885" y="1007315"/>
                </a:cubicBezTo>
                <a:close/>
                <a:moveTo>
                  <a:pt x="10298270" y="1007315"/>
                </a:moveTo>
                <a:cubicBezTo>
                  <a:pt x="10305388" y="1007315"/>
                  <a:pt x="10311158" y="1013085"/>
                  <a:pt x="10311158" y="1020202"/>
                </a:cubicBezTo>
                <a:cubicBezTo>
                  <a:pt x="10311158" y="1027320"/>
                  <a:pt x="10305388" y="1033089"/>
                  <a:pt x="10298270" y="1033089"/>
                </a:cubicBezTo>
                <a:cubicBezTo>
                  <a:pt x="10291154" y="1033089"/>
                  <a:pt x="10285382" y="1027320"/>
                  <a:pt x="10285382" y="1020202"/>
                </a:cubicBezTo>
                <a:cubicBezTo>
                  <a:pt x="10285382" y="1013085"/>
                  <a:pt x="10291154" y="1007315"/>
                  <a:pt x="10298270" y="1007315"/>
                </a:cubicBezTo>
                <a:close/>
                <a:moveTo>
                  <a:pt x="9527689" y="1007315"/>
                </a:moveTo>
                <a:cubicBezTo>
                  <a:pt x="9534773" y="1007315"/>
                  <a:pt x="9540577" y="1013120"/>
                  <a:pt x="9540577" y="1020202"/>
                </a:cubicBezTo>
                <a:cubicBezTo>
                  <a:pt x="9540577" y="1027285"/>
                  <a:pt x="9534888" y="1033089"/>
                  <a:pt x="9527689" y="1033089"/>
                </a:cubicBezTo>
                <a:cubicBezTo>
                  <a:pt x="9520608" y="1033089"/>
                  <a:pt x="9514804" y="1027400"/>
                  <a:pt x="9514804" y="1020202"/>
                </a:cubicBezTo>
                <a:cubicBezTo>
                  <a:pt x="9514804" y="1013120"/>
                  <a:pt x="9520493" y="1007315"/>
                  <a:pt x="9527689" y="1007315"/>
                </a:cubicBezTo>
                <a:close/>
                <a:moveTo>
                  <a:pt x="8692906" y="1007315"/>
                </a:moveTo>
                <a:cubicBezTo>
                  <a:pt x="8699988" y="1007315"/>
                  <a:pt x="8705792" y="1013120"/>
                  <a:pt x="8705792" y="1020202"/>
                </a:cubicBezTo>
                <a:cubicBezTo>
                  <a:pt x="8705792" y="1027285"/>
                  <a:pt x="8700103" y="1033089"/>
                  <a:pt x="8692906" y="1033089"/>
                </a:cubicBezTo>
                <a:cubicBezTo>
                  <a:pt x="8685823" y="1033089"/>
                  <a:pt x="8680018" y="1027400"/>
                  <a:pt x="8680018" y="1020202"/>
                </a:cubicBezTo>
                <a:cubicBezTo>
                  <a:pt x="8680018" y="1013120"/>
                  <a:pt x="8685708" y="1007315"/>
                  <a:pt x="8692906" y="1007315"/>
                </a:cubicBezTo>
                <a:close/>
                <a:moveTo>
                  <a:pt x="7087658" y="1007315"/>
                </a:moveTo>
                <a:cubicBezTo>
                  <a:pt x="7094777" y="1007315"/>
                  <a:pt x="7100544" y="1013085"/>
                  <a:pt x="7100544" y="1020202"/>
                </a:cubicBezTo>
                <a:cubicBezTo>
                  <a:pt x="7100544" y="1027320"/>
                  <a:pt x="7094777" y="1033089"/>
                  <a:pt x="7087658" y="1033089"/>
                </a:cubicBezTo>
                <a:cubicBezTo>
                  <a:pt x="7080540" y="1033089"/>
                  <a:pt x="7074770" y="1027320"/>
                  <a:pt x="7074770" y="1020202"/>
                </a:cubicBezTo>
                <a:cubicBezTo>
                  <a:pt x="7074770" y="1013085"/>
                  <a:pt x="7080540" y="1007315"/>
                  <a:pt x="7087658" y="1007315"/>
                </a:cubicBezTo>
                <a:close/>
                <a:moveTo>
                  <a:pt x="6702427" y="1007315"/>
                </a:moveTo>
                <a:cubicBezTo>
                  <a:pt x="6709543" y="1007315"/>
                  <a:pt x="6715312" y="1013085"/>
                  <a:pt x="6715312" y="1020202"/>
                </a:cubicBezTo>
                <a:cubicBezTo>
                  <a:pt x="6715312" y="1027320"/>
                  <a:pt x="6709543" y="1033089"/>
                  <a:pt x="6702427" y="1033089"/>
                </a:cubicBezTo>
                <a:cubicBezTo>
                  <a:pt x="6695308" y="1033089"/>
                  <a:pt x="6689539" y="1027320"/>
                  <a:pt x="6689539" y="1020202"/>
                </a:cubicBezTo>
                <a:cubicBezTo>
                  <a:pt x="6689539" y="1013085"/>
                  <a:pt x="6695308" y="1007315"/>
                  <a:pt x="6702427" y="1007315"/>
                </a:cubicBezTo>
                <a:close/>
                <a:moveTo>
                  <a:pt x="6638220" y="1007315"/>
                </a:moveTo>
                <a:cubicBezTo>
                  <a:pt x="6645339" y="1007315"/>
                  <a:pt x="6651108" y="1013085"/>
                  <a:pt x="6651108" y="1020202"/>
                </a:cubicBezTo>
                <a:cubicBezTo>
                  <a:pt x="6651108" y="1027320"/>
                  <a:pt x="6645339" y="1033089"/>
                  <a:pt x="6638220" y="1033089"/>
                </a:cubicBezTo>
                <a:cubicBezTo>
                  <a:pt x="6631104" y="1033089"/>
                  <a:pt x="6625335" y="1027320"/>
                  <a:pt x="6625335" y="1020202"/>
                </a:cubicBezTo>
                <a:cubicBezTo>
                  <a:pt x="6625335" y="1013085"/>
                  <a:pt x="6631104" y="1007315"/>
                  <a:pt x="6638220" y="1007315"/>
                </a:cubicBezTo>
                <a:close/>
                <a:moveTo>
                  <a:pt x="6064505" y="1007315"/>
                </a:moveTo>
                <a:cubicBezTo>
                  <a:pt x="6071623" y="1007315"/>
                  <a:pt x="6077390" y="1013085"/>
                  <a:pt x="6077390" y="1020202"/>
                </a:cubicBezTo>
                <a:cubicBezTo>
                  <a:pt x="6077390" y="1027320"/>
                  <a:pt x="6071621" y="1033089"/>
                  <a:pt x="6064505" y="1033089"/>
                </a:cubicBezTo>
                <a:cubicBezTo>
                  <a:pt x="6057386" y="1033089"/>
                  <a:pt x="6051617" y="1027320"/>
                  <a:pt x="6051617" y="1020202"/>
                </a:cubicBezTo>
                <a:cubicBezTo>
                  <a:pt x="6051617" y="1013085"/>
                  <a:pt x="6057386" y="1007315"/>
                  <a:pt x="6064505" y="1007315"/>
                </a:cubicBezTo>
                <a:close/>
                <a:moveTo>
                  <a:pt x="5936092" y="1007315"/>
                </a:moveTo>
                <a:cubicBezTo>
                  <a:pt x="5943173" y="1007315"/>
                  <a:pt x="5948981" y="1013120"/>
                  <a:pt x="5948981" y="1020202"/>
                </a:cubicBezTo>
                <a:cubicBezTo>
                  <a:pt x="5948981" y="1027285"/>
                  <a:pt x="5943292" y="1033089"/>
                  <a:pt x="5936092" y="1033089"/>
                </a:cubicBezTo>
                <a:cubicBezTo>
                  <a:pt x="5929009" y="1033089"/>
                  <a:pt x="5923204" y="1027400"/>
                  <a:pt x="5923204" y="1020202"/>
                </a:cubicBezTo>
                <a:cubicBezTo>
                  <a:pt x="5923204" y="1013120"/>
                  <a:pt x="5928894" y="1007315"/>
                  <a:pt x="5936092" y="1007315"/>
                </a:cubicBezTo>
                <a:close/>
                <a:moveTo>
                  <a:pt x="5743477" y="1007315"/>
                </a:moveTo>
                <a:cubicBezTo>
                  <a:pt x="5750594" y="1007315"/>
                  <a:pt x="5756364" y="1013085"/>
                  <a:pt x="5756364" y="1020202"/>
                </a:cubicBezTo>
                <a:cubicBezTo>
                  <a:pt x="5756364" y="1027320"/>
                  <a:pt x="5750594" y="1033089"/>
                  <a:pt x="5743477" y="1033089"/>
                </a:cubicBezTo>
                <a:cubicBezTo>
                  <a:pt x="5736359" y="1033089"/>
                  <a:pt x="5730590" y="1027320"/>
                  <a:pt x="5730590" y="1020202"/>
                </a:cubicBezTo>
                <a:cubicBezTo>
                  <a:pt x="5730590" y="1013085"/>
                  <a:pt x="5736359" y="1007315"/>
                  <a:pt x="5743477" y="1007315"/>
                </a:cubicBezTo>
                <a:close/>
                <a:moveTo>
                  <a:pt x="5679272" y="1007315"/>
                </a:moveTo>
                <a:cubicBezTo>
                  <a:pt x="5686389" y="1007315"/>
                  <a:pt x="5692160" y="1013085"/>
                  <a:pt x="5692160" y="1020202"/>
                </a:cubicBezTo>
                <a:cubicBezTo>
                  <a:pt x="5692160" y="1027320"/>
                  <a:pt x="5686389" y="1033089"/>
                  <a:pt x="5679272" y="1033089"/>
                </a:cubicBezTo>
                <a:cubicBezTo>
                  <a:pt x="5672154" y="1033089"/>
                  <a:pt x="5666385" y="1027320"/>
                  <a:pt x="5666385" y="1020202"/>
                </a:cubicBezTo>
                <a:cubicBezTo>
                  <a:pt x="5666385" y="1013085"/>
                  <a:pt x="5672154" y="1007315"/>
                  <a:pt x="5679272" y="1007315"/>
                </a:cubicBezTo>
                <a:close/>
                <a:moveTo>
                  <a:pt x="5037104" y="1007315"/>
                </a:moveTo>
                <a:cubicBezTo>
                  <a:pt x="5044220" y="1007315"/>
                  <a:pt x="5049991" y="1013085"/>
                  <a:pt x="5049991" y="1020202"/>
                </a:cubicBezTo>
                <a:cubicBezTo>
                  <a:pt x="5049991" y="1027320"/>
                  <a:pt x="5044220" y="1033089"/>
                  <a:pt x="5037104" y="1033089"/>
                </a:cubicBezTo>
                <a:cubicBezTo>
                  <a:pt x="5029986" y="1033089"/>
                  <a:pt x="5024216" y="1027320"/>
                  <a:pt x="5024216" y="1020202"/>
                </a:cubicBezTo>
                <a:cubicBezTo>
                  <a:pt x="5024216" y="1013085"/>
                  <a:pt x="5029986" y="1007315"/>
                  <a:pt x="5037104" y="1007315"/>
                </a:cubicBezTo>
                <a:close/>
                <a:moveTo>
                  <a:pt x="4780282" y="1007315"/>
                </a:moveTo>
                <a:cubicBezTo>
                  <a:pt x="4787399" y="1007315"/>
                  <a:pt x="4793170" y="1013085"/>
                  <a:pt x="4793170" y="1020202"/>
                </a:cubicBezTo>
                <a:cubicBezTo>
                  <a:pt x="4793170" y="1027320"/>
                  <a:pt x="4787399" y="1033089"/>
                  <a:pt x="4780282" y="1033089"/>
                </a:cubicBezTo>
                <a:cubicBezTo>
                  <a:pt x="4773164" y="1033089"/>
                  <a:pt x="4767394" y="1027320"/>
                  <a:pt x="4767394" y="1020202"/>
                </a:cubicBezTo>
                <a:cubicBezTo>
                  <a:pt x="4767394" y="1013085"/>
                  <a:pt x="4773164" y="1007315"/>
                  <a:pt x="4780282" y="1007315"/>
                </a:cubicBezTo>
                <a:close/>
                <a:moveTo>
                  <a:pt x="4587666" y="1007315"/>
                </a:moveTo>
                <a:cubicBezTo>
                  <a:pt x="4594784" y="1007315"/>
                  <a:pt x="4600553" y="1013085"/>
                  <a:pt x="4600553" y="1020202"/>
                </a:cubicBezTo>
                <a:cubicBezTo>
                  <a:pt x="4600553" y="1027320"/>
                  <a:pt x="4594784" y="1033089"/>
                  <a:pt x="4587666" y="1033089"/>
                </a:cubicBezTo>
                <a:cubicBezTo>
                  <a:pt x="4580549" y="1033089"/>
                  <a:pt x="4574778" y="1027320"/>
                  <a:pt x="4574778" y="1020202"/>
                </a:cubicBezTo>
                <a:cubicBezTo>
                  <a:pt x="4574778" y="1013085"/>
                  <a:pt x="4580549" y="1007315"/>
                  <a:pt x="4587666" y="1007315"/>
                </a:cubicBezTo>
                <a:close/>
                <a:moveTo>
                  <a:pt x="3817086" y="1007315"/>
                </a:moveTo>
                <a:cubicBezTo>
                  <a:pt x="3824168" y="1007315"/>
                  <a:pt x="3829973" y="1013120"/>
                  <a:pt x="3829973" y="1020202"/>
                </a:cubicBezTo>
                <a:cubicBezTo>
                  <a:pt x="3829973" y="1027285"/>
                  <a:pt x="3824286" y="1033089"/>
                  <a:pt x="3817086" y="1033089"/>
                </a:cubicBezTo>
                <a:cubicBezTo>
                  <a:pt x="3810004" y="1033089"/>
                  <a:pt x="3804199" y="1027400"/>
                  <a:pt x="3804199" y="1020202"/>
                </a:cubicBezTo>
                <a:cubicBezTo>
                  <a:pt x="3804199" y="1013120"/>
                  <a:pt x="3809887" y="1007315"/>
                  <a:pt x="3817086" y="1007315"/>
                </a:cubicBezTo>
                <a:close/>
                <a:moveTo>
                  <a:pt x="2982301" y="1007315"/>
                </a:moveTo>
                <a:cubicBezTo>
                  <a:pt x="2989384" y="1007315"/>
                  <a:pt x="2995190" y="1013120"/>
                  <a:pt x="2995190" y="1020202"/>
                </a:cubicBezTo>
                <a:cubicBezTo>
                  <a:pt x="2995190" y="1027285"/>
                  <a:pt x="2989500" y="1033089"/>
                  <a:pt x="2982301" y="1033089"/>
                </a:cubicBezTo>
                <a:cubicBezTo>
                  <a:pt x="2975219" y="1033089"/>
                  <a:pt x="2969414" y="1027400"/>
                  <a:pt x="2969414" y="1020202"/>
                </a:cubicBezTo>
                <a:cubicBezTo>
                  <a:pt x="2969414" y="1013120"/>
                  <a:pt x="2975103" y="1007315"/>
                  <a:pt x="2982301" y="1007315"/>
                </a:cubicBezTo>
                <a:close/>
                <a:moveTo>
                  <a:pt x="1377055" y="1007315"/>
                </a:moveTo>
                <a:cubicBezTo>
                  <a:pt x="1384171" y="1007315"/>
                  <a:pt x="1389941" y="1013085"/>
                  <a:pt x="1389941" y="1020202"/>
                </a:cubicBezTo>
                <a:cubicBezTo>
                  <a:pt x="1389941" y="1027320"/>
                  <a:pt x="1384171" y="1033089"/>
                  <a:pt x="1377055" y="1033089"/>
                </a:cubicBezTo>
                <a:cubicBezTo>
                  <a:pt x="1369937" y="1033089"/>
                  <a:pt x="1364167" y="1027320"/>
                  <a:pt x="1364167" y="1020202"/>
                </a:cubicBezTo>
                <a:cubicBezTo>
                  <a:pt x="1364167" y="1013085"/>
                  <a:pt x="1369937" y="1007315"/>
                  <a:pt x="1377055" y="1007315"/>
                </a:cubicBezTo>
                <a:close/>
                <a:moveTo>
                  <a:pt x="991824" y="1007315"/>
                </a:moveTo>
                <a:cubicBezTo>
                  <a:pt x="998940" y="1007315"/>
                  <a:pt x="1004709" y="1013085"/>
                  <a:pt x="1004709" y="1020202"/>
                </a:cubicBezTo>
                <a:cubicBezTo>
                  <a:pt x="1004709" y="1027320"/>
                  <a:pt x="998940" y="1033089"/>
                  <a:pt x="991824" y="1033089"/>
                </a:cubicBezTo>
                <a:cubicBezTo>
                  <a:pt x="984705" y="1033089"/>
                  <a:pt x="978935" y="1027320"/>
                  <a:pt x="978935" y="1020202"/>
                </a:cubicBezTo>
                <a:cubicBezTo>
                  <a:pt x="978935" y="1013085"/>
                  <a:pt x="984705" y="1007315"/>
                  <a:pt x="991824" y="1007315"/>
                </a:cubicBezTo>
                <a:close/>
                <a:moveTo>
                  <a:pt x="927616" y="1007315"/>
                </a:moveTo>
                <a:cubicBezTo>
                  <a:pt x="934736" y="1007315"/>
                  <a:pt x="940503" y="1013085"/>
                  <a:pt x="940503" y="1020202"/>
                </a:cubicBezTo>
                <a:cubicBezTo>
                  <a:pt x="940503" y="1027320"/>
                  <a:pt x="934736" y="1033089"/>
                  <a:pt x="927616" y="1033089"/>
                </a:cubicBezTo>
                <a:cubicBezTo>
                  <a:pt x="920499" y="1033089"/>
                  <a:pt x="914731" y="1027320"/>
                  <a:pt x="914731" y="1020202"/>
                </a:cubicBezTo>
                <a:cubicBezTo>
                  <a:pt x="914731" y="1013085"/>
                  <a:pt x="920499" y="1007315"/>
                  <a:pt x="927616" y="1007315"/>
                </a:cubicBezTo>
                <a:close/>
                <a:moveTo>
                  <a:pt x="346686" y="1007315"/>
                </a:moveTo>
                <a:cubicBezTo>
                  <a:pt x="353804" y="1007315"/>
                  <a:pt x="359572" y="1013085"/>
                  <a:pt x="359572" y="1020202"/>
                </a:cubicBezTo>
                <a:cubicBezTo>
                  <a:pt x="359572" y="1027320"/>
                  <a:pt x="353802" y="1033089"/>
                  <a:pt x="346686" y="1033089"/>
                </a:cubicBezTo>
                <a:cubicBezTo>
                  <a:pt x="339567" y="1033089"/>
                  <a:pt x="333799" y="1027320"/>
                  <a:pt x="333799" y="1020202"/>
                </a:cubicBezTo>
                <a:cubicBezTo>
                  <a:pt x="333799" y="1013085"/>
                  <a:pt x="339567" y="1007315"/>
                  <a:pt x="346686" y="1007315"/>
                </a:cubicBezTo>
                <a:close/>
                <a:moveTo>
                  <a:pt x="218274" y="1007315"/>
                </a:moveTo>
                <a:cubicBezTo>
                  <a:pt x="225357" y="1007315"/>
                  <a:pt x="231162" y="1013120"/>
                  <a:pt x="231162" y="1020202"/>
                </a:cubicBezTo>
                <a:cubicBezTo>
                  <a:pt x="231162" y="1027285"/>
                  <a:pt x="225473" y="1033089"/>
                  <a:pt x="218274" y="1033089"/>
                </a:cubicBezTo>
                <a:cubicBezTo>
                  <a:pt x="211191" y="1033089"/>
                  <a:pt x="205386" y="1027400"/>
                  <a:pt x="205386" y="1020202"/>
                </a:cubicBezTo>
                <a:cubicBezTo>
                  <a:pt x="205386" y="1013120"/>
                  <a:pt x="211076" y="1007315"/>
                  <a:pt x="218274" y="1007315"/>
                </a:cubicBezTo>
                <a:close/>
                <a:moveTo>
                  <a:pt x="25659" y="1007315"/>
                </a:moveTo>
                <a:cubicBezTo>
                  <a:pt x="32776" y="1007315"/>
                  <a:pt x="38547" y="1013085"/>
                  <a:pt x="38547" y="1020202"/>
                </a:cubicBezTo>
                <a:cubicBezTo>
                  <a:pt x="38547" y="1027320"/>
                  <a:pt x="32776" y="1033089"/>
                  <a:pt x="25659" y="1033089"/>
                </a:cubicBezTo>
                <a:cubicBezTo>
                  <a:pt x="18542" y="1033089"/>
                  <a:pt x="12771" y="1027320"/>
                  <a:pt x="12771" y="1020202"/>
                </a:cubicBezTo>
                <a:cubicBezTo>
                  <a:pt x="12771" y="1013085"/>
                  <a:pt x="18542" y="1007315"/>
                  <a:pt x="25659" y="1007315"/>
                </a:cubicBezTo>
                <a:close/>
                <a:moveTo>
                  <a:pt x="11970691" y="994543"/>
                </a:moveTo>
                <a:cubicBezTo>
                  <a:pt x="11984855" y="994543"/>
                  <a:pt x="11996349" y="1006038"/>
                  <a:pt x="11996349" y="1020202"/>
                </a:cubicBezTo>
                <a:cubicBezTo>
                  <a:pt x="11996349" y="1034367"/>
                  <a:pt x="11984855" y="1045862"/>
                  <a:pt x="11970691" y="1045862"/>
                </a:cubicBezTo>
                <a:cubicBezTo>
                  <a:pt x="11956525" y="1045862"/>
                  <a:pt x="11945033" y="1034367"/>
                  <a:pt x="11945033" y="1020202"/>
                </a:cubicBezTo>
                <a:cubicBezTo>
                  <a:pt x="11945033" y="1006038"/>
                  <a:pt x="11956525" y="994543"/>
                  <a:pt x="11970691" y="994543"/>
                </a:cubicBezTo>
                <a:close/>
                <a:moveTo>
                  <a:pt x="11842279" y="994543"/>
                </a:moveTo>
                <a:cubicBezTo>
                  <a:pt x="11856445" y="994543"/>
                  <a:pt x="11867941" y="1006038"/>
                  <a:pt x="11867941" y="1020202"/>
                </a:cubicBezTo>
                <a:cubicBezTo>
                  <a:pt x="11867941" y="1034367"/>
                  <a:pt x="11856445" y="1045862"/>
                  <a:pt x="11842279" y="1045862"/>
                </a:cubicBezTo>
                <a:cubicBezTo>
                  <a:pt x="11828117" y="1045862"/>
                  <a:pt x="11816621" y="1034367"/>
                  <a:pt x="11816621" y="1020202"/>
                </a:cubicBezTo>
                <a:cubicBezTo>
                  <a:pt x="11816621" y="1006038"/>
                  <a:pt x="11828117" y="994543"/>
                  <a:pt x="11842279" y="994543"/>
                </a:cubicBezTo>
                <a:close/>
                <a:moveTo>
                  <a:pt x="11325670" y="994543"/>
                </a:moveTo>
                <a:cubicBezTo>
                  <a:pt x="11339835" y="994543"/>
                  <a:pt x="11351329" y="1006038"/>
                  <a:pt x="11351329" y="1020202"/>
                </a:cubicBezTo>
                <a:cubicBezTo>
                  <a:pt x="11351329" y="1034367"/>
                  <a:pt x="11339835" y="1045862"/>
                  <a:pt x="11325670" y="1045862"/>
                </a:cubicBezTo>
                <a:cubicBezTo>
                  <a:pt x="11311505" y="1045862"/>
                  <a:pt x="11300012" y="1034367"/>
                  <a:pt x="11300012" y="1020202"/>
                </a:cubicBezTo>
                <a:cubicBezTo>
                  <a:pt x="11300012" y="1006038"/>
                  <a:pt x="11311505" y="994543"/>
                  <a:pt x="11325670" y="994543"/>
                </a:cubicBezTo>
                <a:close/>
                <a:moveTo>
                  <a:pt x="11197259" y="994543"/>
                </a:moveTo>
                <a:cubicBezTo>
                  <a:pt x="11211424" y="994543"/>
                  <a:pt x="11222917" y="1006038"/>
                  <a:pt x="11222917" y="1020202"/>
                </a:cubicBezTo>
                <a:cubicBezTo>
                  <a:pt x="11222917" y="1034367"/>
                  <a:pt x="11211424" y="1045862"/>
                  <a:pt x="11197259" y="1045862"/>
                </a:cubicBezTo>
                <a:cubicBezTo>
                  <a:pt x="11183094" y="1045862"/>
                  <a:pt x="11171601" y="1034367"/>
                  <a:pt x="11171601" y="1020202"/>
                </a:cubicBezTo>
                <a:cubicBezTo>
                  <a:pt x="11171601" y="1006038"/>
                  <a:pt x="11183094" y="994543"/>
                  <a:pt x="11197259" y="994543"/>
                </a:cubicBezTo>
                <a:close/>
                <a:moveTo>
                  <a:pt x="11133055" y="994543"/>
                </a:moveTo>
                <a:cubicBezTo>
                  <a:pt x="11147225" y="994543"/>
                  <a:pt x="11158713" y="1006031"/>
                  <a:pt x="11158713" y="1020202"/>
                </a:cubicBezTo>
                <a:cubicBezTo>
                  <a:pt x="11158713" y="1034373"/>
                  <a:pt x="11147225" y="1045862"/>
                  <a:pt x="11133055" y="1045862"/>
                </a:cubicBezTo>
                <a:cubicBezTo>
                  <a:pt x="11118884" y="1045862"/>
                  <a:pt x="11107396" y="1034373"/>
                  <a:pt x="11107396" y="1020202"/>
                </a:cubicBezTo>
                <a:cubicBezTo>
                  <a:pt x="11107396" y="1006031"/>
                  <a:pt x="11118884" y="994543"/>
                  <a:pt x="11133055" y="994543"/>
                </a:cubicBezTo>
                <a:close/>
                <a:moveTo>
                  <a:pt x="10940321" y="994543"/>
                </a:moveTo>
                <a:cubicBezTo>
                  <a:pt x="10954604" y="994543"/>
                  <a:pt x="10965982" y="1006038"/>
                  <a:pt x="10965982" y="1020202"/>
                </a:cubicBezTo>
                <a:cubicBezTo>
                  <a:pt x="10965982" y="1034367"/>
                  <a:pt x="10954486" y="1045862"/>
                  <a:pt x="10940321" y="1045862"/>
                </a:cubicBezTo>
                <a:cubicBezTo>
                  <a:pt x="10926156" y="1045862"/>
                  <a:pt x="10914663" y="1034367"/>
                  <a:pt x="10914663" y="1020202"/>
                </a:cubicBezTo>
                <a:cubicBezTo>
                  <a:pt x="10914663" y="1006038"/>
                  <a:pt x="10926156" y="994543"/>
                  <a:pt x="10940321" y="994543"/>
                </a:cubicBezTo>
                <a:close/>
                <a:moveTo>
                  <a:pt x="10683501" y="994543"/>
                </a:moveTo>
                <a:cubicBezTo>
                  <a:pt x="10697666" y="994543"/>
                  <a:pt x="10709159" y="1006038"/>
                  <a:pt x="10709159" y="1020202"/>
                </a:cubicBezTo>
                <a:cubicBezTo>
                  <a:pt x="10709159" y="1034367"/>
                  <a:pt x="10697666" y="1045862"/>
                  <a:pt x="10683501" y="1045862"/>
                </a:cubicBezTo>
                <a:cubicBezTo>
                  <a:pt x="10669336" y="1045862"/>
                  <a:pt x="10657843" y="1034367"/>
                  <a:pt x="10657843" y="1020202"/>
                </a:cubicBezTo>
                <a:cubicBezTo>
                  <a:pt x="10657843" y="1006038"/>
                  <a:pt x="10669336" y="994543"/>
                  <a:pt x="10683501" y="994543"/>
                </a:cubicBezTo>
                <a:close/>
                <a:moveTo>
                  <a:pt x="10619297" y="994543"/>
                </a:moveTo>
                <a:cubicBezTo>
                  <a:pt x="10633462" y="994543"/>
                  <a:pt x="10644955" y="1006038"/>
                  <a:pt x="10644955" y="1020202"/>
                </a:cubicBezTo>
                <a:cubicBezTo>
                  <a:pt x="10644955" y="1034367"/>
                  <a:pt x="10633462" y="1045862"/>
                  <a:pt x="10619297" y="1045862"/>
                </a:cubicBezTo>
                <a:cubicBezTo>
                  <a:pt x="10605132" y="1045862"/>
                  <a:pt x="10593639" y="1034367"/>
                  <a:pt x="10593639" y="1020202"/>
                </a:cubicBezTo>
                <a:cubicBezTo>
                  <a:pt x="10593639" y="1006038"/>
                  <a:pt x="10605132" y="994543"/>
                  <a:pt x="10619297" y="994543"/>
                </a:cubicBezTo>
                <a:close/>
                <a:moveTo>
                  <a:pt x="10555092" y="994543"/>
                </a:moveTo>
                <a:cubicBezTo>
                  <a:pt x="10569255" y="994543"/>
                  <a:pt x="10580751" y="1006038"/>
                  <a:pt x="10580751" y="1020202"/>
                </a:cubicBezTo>
                <a:cubicBezTo>
                  <a:pt x="10580751" y="1034367"/>
                  <a:pt x="10569255" y="1045862"/>
                  <a:pt x="10555092" y="1045862"/>
                </a:cubicBezTo>
                <a:cubicBezTo>
                  <a:pt x="10540927" y="1045862"/>
                  <a:pt x="10529432" y="1034367"/>
                  <a:pt x="10529432" y="1020202"/>
                </a:cubicBezTo>
                <a:cubicBezTo>
                  <a:pt x="10529432" y="1006038"/>
                  <a:pt x="10540927" y="994543"/>
                  <a:pt x="10555092" y="994543"/>
                </a:cubicBezTo>
                <a:close/>
                <a:moveTo>
                  <a:pt x="10362474" y="994543"/>
                </a:moveTo>
                <a:cubicBezTo>
                  <a:pt x="10376647" y="994543"/>
                  <a:pt x="10388135" y="1006031"/>
                  <a:pt x="10388135" y="1020202"/>
                </a:cubicBezTo>
                <a:cubicBezTo>
                  <a:pt x="10388135" y="1034373"/>
                  <a:pt x="10376647" y="1045862"/>
                  <a:pt x="10362474" y="1045862"/>
                </a:cubicBezTo>
                <a:cubicBezTo>
                  <a:pt x="10348304" y="1045862"/>
                  <a:pt x="10336816" y="1034373"/>
                  <a:pt x="10336816" y="1020202"/>
                </a:cubicBezTo>
                <a:cubicBezTo>
                  <a:pt x="10336816" y="1006031"/>
                  <a:pt x="10348304" y="994543"/>
                  <a:pt x="10362474" y="994543"/>
                </a:cubicBezTo>
                <a:close/>
                <a:moveTo>
                  <a:pt x="10234065" y="994543"/>
                </a:moveTo>
                <a:cubicBezTo>
                  <a:pt x="10248228" y="994543"/>
                  <a:pt x="10259723" y="1006038"/>
                  <a:pt x="10259723" y="1020202"/>
                </a:cubicBezTo>
                <a:cubicBezTo>
                  <a:pt x="10259723" y="1034367"/>
                  <a:pt x="10248228" y="1045862"/>
                  <a:pt x="10234065" y="1045862"/>
                </a:cubicBezTo>
                <a:cubicBezTo>
                  <a:pt x="10219900" y="1045862"/>
                  <a:pt x="10208404" y="1034367"/>
                  <a:pt x="10208404" y="1020202"/>
                </a:cubicBezTo>
                <a:cubicBezTo>
                  <a:pt x="10208404" y="1006038"/>
                  <a:pt x="10219900" y="994543"/>
                  <a:pt x="10234065" y="994543"/>
                </a:cubicBezTo>
                <a:close/>
                <a:moveTo>
                  <a:pt x="10105654" y="994543"/>
                </a:moveTo>
                <a:cubicBezTo>
                  <a:pt x="10119819" y="994543"/>
                  <a:pt x="10131312" y="1006038"/>
                  <a:pt x="10131312" y="1020202"/>
                </a:cubicBezTo>
                <a:cubicBezTo>
                  <a:pt x="10131312" y="1034367"/>
                  <a:pt x="10119819" y="1045862"/>
                  <a:pt x="10105654" y="1045862"/>
                </a:cubicBezTo>
                <a:cubicBezTo>
                  <a:pt x="10091489" y="1045862"/>
                  <a:pt x="10079996" y="1034367"/>
                  <a:pt x="10079996" y="1020202"/>
                </a:cubicBezTo>
                <a:cubicBezTo>
                  <a:pt x="10079996" y="1006038"/>
                  <a:pt x="10091489" y="994543"/>
                  <a:pt x="10105654" y="994543"/>
                </a:cubicBezTo>
                <a:close/>
                <a:moveTo>
                  <a:pt x="9720307" y="994543"/>
                </a:moveTo>
                <a:cubicBezTo>
                  <a:pt x="9734470" y="994543"/>
                  <a:pt x="9745965" y="1006038"/>
                  <a:pt x="9745965" y="1020202"/>
                </a:cubicBezTo>
                <a:cubicBezTo>
                  <a:pt x="9745965" y="1034367"/>
                  <a:pt x="9734470" y="1045862"/>
                  <a:pt x="9720307" y="1045862"/>
                </a:cubicBezTo>
                <a:cubicBezTo>
                  <a:pt x="9706142" y="1045862"/>
                  <a:pt x="9694646" y="1034367"/>
                  <a:pt x="9694646" y="1020202"/>
                </a:cubicBezTo>
                <a:cubicBezTo>
                  <a:pt x="9694646" y="1006038"/>
                  <a:pt x="9706142" y="994543"/>
                  <a:pt x="9720307" y="994543"/>
                </a:cubicBezTo>
                <a:close/>
                <a:moveTo>
                  <a:pt x="9463485" y="994543"/>
                </a:moveTo>
                <a:cubicBezTo>
                  <a:pt x="9477650" y="994543"/>
                  <a:pt x="9489143" y="1006038"/>
                  <a:pt x="9489143" y="1020202"/>
                </a:cubicBezTo>
                <a:cubicBezTo>
                  <a:pt x="9489143" y="1034367"/>
                  <a:pt x="9477650" y="1045862"/>
                  <a:pt x="9463485" y="1045862"/>
                </a:cubicBezTo>
                <a:cubicBezTo>
                  <a:pt x="9449320" y="1045862"/>
                  <a:pt x="9437826" y="1034367"/>
                  <a:pt x="9437826" y="1020202"/>
                </a:cubicBezTo>
                <a:cubicBezTo>
                  <a:pt x="9437826" y="1006038"/>
                  <a:pt x="9449320" y="994543"/>
                  <a:pt x="9463485" y="994543"/>
                </a:cubicBezTo>
                <a:close/>
                <a:moveTo>
                  <a:pt x="9078253" y="994543"/>
                </a:moveTo>
                <a:cubicBezTo>
                  <a:pt x="9092418" y="994543"/>
                  <a:pt x="9103911" y="1006038"/>
                  <a:pt x="9103911" y="1020202"/>
                </a:cubicBezTo>
                <a:cubicBezTo>
                  <a:pt x="9103911" y="1034367"/>
                  <a:pt x="9092418" y="1045862"/>
                  <a:pt x="9078253" y="1045862"/>
                </a:cubicBezTo>
                <a:cubicBezTo>
                  <a:pt x="9064088" y="1045862"/>
                  <a:pt x="9052595" y="1034367"/>
                  <a:pt x="9052595" y="1020202"/>
                </a:cubicBezTo>
                <a:cubicBezTo>
                  <a:pt x="9052595" y="1006038"/>
                  <a:pt x="9064088" y="994543"/>
                  <a:pt x="9078253" y="994543"/>
                </a:cubicBezTo>
                <a:close/>
                <a:moveTo>
                  <a:pt x="8564495" y="994543"/>
                </a:moveTo>
                <a:cubicBezTo>
                  <a:pt x="8578665" y="994543"/>
                  <a:pt x="8590153" y="1006031"/>
                  <a:pt x="8590153" y="1020202"/>
                </a:cubicBezTo>
                <a:cubicBezTo>
                  <a:pt x="8590153" y="1034373"/>
                  <a:pt x="8578665" y="1045862"/>
                  <a:pt x="8564495" y="1045862"/>
                </a:cubicBezTo>
                <a:cubicBezTo>
                  <a:pt x="8550325" y="1045862"/>
                  <a:pt x="8538837" y="1034373"/>
                  <a:pt x="8538837" y="1020202"/>
                </a:cubicBezTo>
                <a:cubicBezTo>
                  <a:pt x="8538837" y="1006031"/>
                  <a:pt x="8550325" y="994543"/>
                  <a:pt x="8564495" y="994543"/>
                </a:cubicBezTo>
                <a:close/>
                <a:moveTo>
                  <a:pt x="8050852" y="994543"/>
                </a:moveTo>
                <a:cubicBezTo>
                  <a:pt x="8065017" y="994543"/>
                  <a:pt x="8076510" y="1006038"/>
                  <a:pt x="8076510" y="1020202"/>
                </a:cubicBezTo>
                <a:cubicBezTo>
                  <a:pt x="8076510" y="1034367"/>
                  <a:pt x="8065017" y="1045862"/>
                  <a:pt x="8050852" y="1045862"/>
                </a:cubicBezTo>
                <a:cubicBezTo>
                  <a:pt x="8036687" y="1045862"/>
                  <a:pt x="8025194" y="1034367"/>
                  <a:pt x="8025194" y="1020202"/>
                </a:cubicBezTo>
                <a:cubicBezTo>
                  <a:pt x="8025194" y="1006038"/>
                  <a:pt x="8036687" y="994543"/>
                  <a:pt x="8050852" y="994543"/>
                </a:cubicBezTo>
                <a:close/>
                <a:moveTo>
                  <a:pt x="7986648" y="994543"/>
                </a:moveTo>
                <a:cubicBezTo>
                  <a:pt x="8000813" y="994543"/>
                  <a:pt x="8012306" y="1006038"/>
                  <a:pt x="8012306" y="1020202"/>
                </a:cubicBezTo>
                <a:cubicBezTo>
                  <a:pt x="8012306" y="1034367"/>
                  <a:pt x="8000813" y="1045862"/>
                  <a:pt x="7986648" y="1045862"/>
                </a:cubicBezTo>
                <a:cubicBezTo>
                  <a:pt x="7972483" y="1045862"/>
                  <a:pt x="7960990" y="1034367"/>
                  <a:pt x="7960990" y="1020202"/>
                </a:cubicBezTo>
                <a:cubicBezTo>
                  <a:pt x="7960990" y="1006038"/>
                  <a:pt x="7972483" y="994543"/>
                  <a:pt x="7986648" y="994543"/>
                </a:cubicBezTo>
                <a:close/>
                <a:moveTo>
                  <a:pt x="7858237" y="994543"/>
                </a:moveTo>
                <a:cubicBezTo>
                  <a:pt x="7872407" y="994543"/>
                  <a:pt x="7883895" y="1006031"/>
                  <a:pt x="7883895" y="1020202"/>
                </a:cubicBezTo>
                <a:cubicBezTo>
                  <a:pt x="7883895" y="1034373"/>
                  <a:pt x="7872407" y="1045862"/>
                  <a:pt x="7858237" y="1045862"/>
                </a:cubicBezTo>
                <a:cubicBezTo>
                  <a:pt x="7844066" y="1045862"/>
                  <a:pt x="7832578" y="1034373"/>
                  <a:pt x="7832578" y="1020202"/>
                </a:cubicBezTo>
                <a:cubicBezTo>
                  <a:pt x="7832578" y="1006031"/>
                  <a:pt x="7844066" y="994543"/>
                  <a:pt x="7858237" y="994543"/>
                </a:cubicBezTo>
                <a:close/>
                <a:moveTo>
                  <a:pt x="7794032" y="994543"/>
                </a:moveTo>
                <a:cubicBezTo>
                  <a:pt x="7808203" y="994543"/>
                  <a:pt x="7819690" y="1006031"/>
                  <a:pt x="7819690" y="1020202"/>
                </a:cubicBezTo>
                <a:cubicBezTo>
                  <a:pt x="7819690" y="1034373"/>
                  <a:pt x="7808203" y="1045862"/>
                  <a:pt x="7794032" y="1045862"/>
                </a:cubicBezTo>
                <a:cubicBezTo>
                  <a:pt x="7779862" y="1045862"/>
                  <a:pt x="7768371" y="1034373"/>
                  <a:pt x="7768371" y="1020202"/>
                </a:cubicBezTo>
                <a:cubicBezTo>
                  <a:pt x="7768371" y="1006031"/>
                  <a:pt x="7779862" y="994543"/>
                  <a:pt x="7794032" y="994543"/>
                </a:cubicBezTo>
                <a:close/>
                <a:moveTo>
                  <a:pt x="7729825" y="994543"/>
                </a:moveTo>
                <a:cubicBezTo>
                  <a:pt x="7743990" y="994543"/>
                  <a:pt x="7755486" y="1006038"/>
                  <a:pt x="7755486" y="1020202"/>
                </a:cubicBezTo>
                <a:cubicBezTo>
                  <a:pt x="7755486" y="1034367"/>
                  <a:pt x="7743990" y="1045862"/>
                  <a:pt x="7729825" y="1045862"/>
                </a:cubicBezTo>
                <a:cubicBezTo>
                  <a:pt x="7715660" y="1045862"/>
                  <a:pt x="7704167" y="1034367"/>
                  <a:pt x="7704167" y="1020202"/>
                </a:cubicBezTo>
                <a:cubicBezTo>
                  <a:pt x="7704167" y="1006038"/>
                  <a:pt x="7715660" y="994543"/>
                  <a:pt x="7729825" y="994543"/>
                </a:cubicBezTo>
                <a:close/>
                <a:moveTo>
                  <a:pt x="7665621" y="994543"/>
                </a:moveTo>
                <a:cubicBezTo>
                  <a:pt x="7679786" y="994543"/>
                  <a:pt x="7691279" y="1006038"/>
                  <a:pt x="7691279" y="1020202"/>
                </a:cubicBezTo>
                <a:cubicBezTo>
                  <a:pt x="7691279" y="1034367"/>
                  <a:pt x="7679786" y="1045862"/>
                  <a:pt x="7665621" y="1045862"/>
                </a:cubicBezTo>
                <a:cubicBezTo>
                  <a:pt x="7651456" y="1045862"/>
                  <a:pt x="7639963" y="1034367"/>
                  <a:pt x="7639963" y="1020202"/>
                </a:cubicBezTo>
                <a:cubicBezTo>
                  <a:pt x="7639963" y="1006038"/>
                  <a:pt x="7651456" y="994543"/>
                  <a:pt x="7665621" y="994543"/>
                </a:cubicBezTo>
                <a:close/>
                <a:moveTo>
                  <a:pt x="7601299" y="994543"/>
                </a:moveTo>
                <a:cubicBezTo>
                  <a:pt x="7615464" y="994543"/>
                  <a:pt x="7626959" y="1006038"/>
                  <a:pt x="7626959" y="1020202"/>
                </a:cubicBezTo>
                <a:cubicBezTo>
                  <a:pt x="7626959" y="1034367"/>
                  <a:pt x="7615464" y="1045862"/>
                  <a:pt x="7601299" y="1045862"/>
                </a:cubicBezTo>
                <a:cubicBezTo>
                  <a:pt x="7587134" y="1045862"/>
                  <a:pt x="7575640" y="1034367"/>
                  <a:pt x="7575640" y="1020202"/>
                </a:cubicBezTo>
                <a:cubicBezTo>
                  <a:pt x="7575640" y="1006038"/>
                  <a:pt x="7587134" y="994543"/>
                  <a:pt x="7601299" y="994543"/>
                </a:cubicBezTo>
                <a:close/>
                <a:moveTo>
                  <a:pt x="7537094" y="994543"/>
                </a:moveTo>
                <a:cubicBezTo>
                  <a:pt x="7551259" y="994543"/>
                  <a:pt x="7562752" y="1006038"/>
                  <a:pt x="7562752" y="1020202"/>
                </a:cubicBezTo>
                <a:cubicBezTo>
                  <a:pt x="7562752" y="1034367"/>
                  <a:pt x="7551259" y="1045862"/>
                  <a:pt x="7537094" y="1045862"/>
                </a:cubicBezTo>
                <a:cubicBezTo>
                  <a:pt x="7522929" y="1045862"/>
                  <a:pt x="7511436" y="1034367"/>
                  <a:pt x="7511436" y="1020202"/>
                </a:cubicBezTo>
                <a:cubicBezTo>
                  <a:pt x="7511436" y="1006038"/>
                  <a:pt x="7522929" y="994543"/>
                  <a:pt x="7537094" y="994543"/>
                </a:cubicBezTo>
                <a:close/>
                <a:moveTo>
                  <a:pt x="7472890" y="994543"/>
                </a:moveTo>
                <a:cubicBezTo>
                  <a:pt x="7487060" y="994543"/>
                  <a:pt x="7498548" y="1006031"/>
                  <a:pt x="7498548" y="1020202"/>
                </a:cubicBezTo>
                <a:cubicBezTo>
                  <a:pt x="7498548" y="1034373"/>
                  <a:pt x="7487060" y="1045862"/>
                  <a:pt x="7472890" y="1045862"/>
                </a:cubicBezTo>
                <a:cubicBezTo>
                  <a:pt x="7458717" y="1045862"/>
                  <a:pt x="7447229" y="1034373"/>
                  <a:pt x="7447229" y="1020202"/>
                </a:cubicBezTo>
                <a:cubicBezTo>
                  <a:pt x="7447229" y="1006031"/>
                  <a:pt x="7458717" y="994543"/>
                  <a:pt x="7472890" y="994543"/>
                </a:cubicBezTo>
                <a:close/>
                <a:moveTo>
                  <a:pt x="7216067" y="994543"/>
                </a:moveTo>
                <a:cubicBezTo>
                  <a:pt x="7230232" y="994543"/>
                  <a:pt x="7241725" y="1006038"/>
                  <a:pt x="7241725" y="1020202"/>
                </a:cubicBezTo>
                <a:cubicBezTo>
                  <a:pt x="7241725" y="1034367"/>
                  <a:pt x="7230232" y="1045862"/>
                  <a:pt x="7216067" y="1045862"/>
                </a:cubicBezTo>
                <a:cubicBezTo>
                  <a:pt x="7201902" y="1045862"/>
                  <a:pt x="7190409" y="1034367"/>
                  <a:pt x="7190409" y="1020202"/>
                </a:cubicBezTo>
                <a:cubicBezTo>
                  <a:pt x="7190409" y="1006038"/>
                  <a:pt x="7201902" y="994543"/>
                  <a:pt x="7216067" y="994543"/>
                </a:cubicBezTo>
                <a:close/>
                <a:moveTo>
                  <a:pt x="7151863" y="994543"/>
                </a:moveTo>
                <a:cubicBezTo>
                  <a:pt x="7166033" y="994543"/>
                  <a:pt x="7177521" y="1006031"/>
                  <a:pt x="7177521" y="1020202"/>
                </a:cubicBezTo>
                <a:cubicBezTo>
                  <a:pt x="7177521" y="1034373"/>
                  <a:pt x="7166033" y="1045862"/>
                  <a:pt x="7151863" y="1045862"/>
                </a:cubicBezTo>
                <a:cubicBezTo>
                  <a:pt x="7137692" y="1045862"/>
                  <a:pt x="7126205" y="1034373"/>
                  <a:pt x="7126205" y="1020202"/>
                </a:cubicBezTo>
                <a:cubicBezTo>
                  <a:pt x="7126205" y="1006031"/>
                  <a:pt x="7137692" y="994543"/>
                  <a:pt x="7151863" y="994543"/>
                </a:cubicBezTo>
                <a:close/>
                <a:moveTo>
                  <a:pt x="6895043" y="994543"/>
                </a:moveTo>
                <a:cubicBezTo>
                  <a:pt x="6909208" y="994543"/>
                  <a:pt x="6920701" y="1006038"/>
                  <a:pt x="6920701" y="1020202"/>
                </a:cubicBezTo>
                <a:cubicBezTo>
                  <a:pt x="6920701" y="1034367"/>
                  <a:pt x="6909208" y="1045862"/>
                  <a:pt x="6895043" y="1045862"/>
                </a:cubicBezTo>
                <a:cubicBezTo>
                  <a:pt x="6880878" y="1045862"/>
                  <a:pt x="6869382" y="1034367"/>
                  <a:pt x="6869382" y="1020202"/>
                </a:cubicBezTo>
                <a:cubicBezTo>
                  <a:pt x="6869382" y="1006038"/>
                  <a:pt x="6880878" y="994543"/>
                  <a:pt x="6895043" y="994543"/>
                </a:cubicBezTo>
                <a:close/>
                <a:moveTo>
                  <a:pt x="6252873" y="994543"/>
                </a:moveTo>
                <a:cubicBezTo>
                  <a:pt x="6267036" y="994543"/>
                  <a:pt x="6278532" y="1006038"/>
                  <a:pt x="6278532" y="1020202"/>
                </a:cubicBezTo>
                <a:cubicBezTo>
                  <a:pt x="6278532" y="1034367"/>
                  <a:pt x="6267036" y="1045862"/>
                  <a:pt x="6252873" y="1045862"/>
                </a:cubicBezTo>
                <a:cubicBezTo>
                  <a:pt x="6238708" y="1045862"/>
                  <a:pt x="6227213" y="1034367"/>
                  <a:pt x="6227213" y="1020202"/>
                </a:cubicBezTo>
                <a:cubicBezTo>
                  <a:pt x="6227213" y="1006038"/>
                  <a:pt x="6238708" y="994543"/>
                  <a:pt x="6252873" y="994543"/>
                </a:cubicBezTo>
                <a:close/>
                <a:moveTo>
                  <a:pt x="6124462" y="994543"/>
                </a:moveTo>
                <a:cubicBezTo>
                  <a:pt x="6138627" y="994543"/>
                  <a:pt x="6150123" y="1006038"/>
                  <a:pt x="6150123" y="1020202"/>
                </a:cubicBezTo>
                <a:cubicBezTo>
                  <a:pt x="6150123" y="1034367"/>
                  <a:pt x="6138627" y="1045862"/>
                  <a:pt x="6124462" y="1045862"/>
                </a:cubicBezTo>
                <a:cubicBezTo>
                  <a:pt x="6110297" y="1045862"/>
                  <a:pt x="6098804" y="1034367"/>
                  <a:pt x="6098804" y="1020202"/>
                </a:cubicBezTo>
                <a:cubicBezTo>
                  <a:pt x="6098804" y="1006038"/>
                  <a:pt x="6110297" y="994543"/>
                  <a:pt x="6124462" y="994543"/>
                </a:cubicBezTo>
                <a:close/>
                <a:moveTo>
                  <a:pt x="5615066" y="994543"/>
                </a:moveTo>
                <a:cubicBezTo>
                  <a:pt x="5629231" y="994543"/>
                  <a:pt x="5640726" y="1006038"/>
                  <a:pt x="5640726" y="1020202"/>
                </a:cubicBezTo>
                <a:cubicBezTo>
                  <a:pt x="5640726" y="1034367"/>
                  <a:pt x="5629231" y="1045862"/>
                  <a:pt x="5615066" y="1045862"/>
                </a:cubicBezTo>
                <a:cubicBezTo>
                  <a:pt x="5600901" y="1045862"/>
                  <a:pt x="5589407" y="1034367"/>
                  <a:pt x="5589407" y="1020202"/>
                </a:cubicBezTo>
                <a:cubicBezTo>
                  <a:pt x="5589407" y="1006038"/>
                  <a:pt x="5600901" y="994543"/>
                  <a:pt x="5615066" y="994543"/>
                </a:cubicBezTo>
                <a:close/>
                <a:moveTo>
                  <a:pt x="5486655" y="994543"/>
                </a:moveTo>
                <a:cubicBezTo>
                  <a:pt x="5500819" y="994543"/>
                  <a:pt x="5512316" y="1006038"/>
                  <a:pt x="5512316" y="1020202"/>
                </a:cubicBezTo>
                <a:cubicBezTo>
                  <a:pt x="5512316" y="1034367"/>
                  <a:pt x="5500819" y="1045862"/>
                  <a:pt x="5486655" y="1045862"/>
                </a:cubicBezTo>
                <a:cubicBezTo>
                  <a:pt x="5472491" y="1045862"/>
                  <a:pt x="5460997" y="1034367"/>
                  <a:pt x="5460997" y="1020202"/>
                </a:cubicBezTo>
                <a:cubicBezTo>
                  <a:pt x="5460997" y="1006038"/>
                  <a:pt x="5472491" y="994543"/>
                  <a:pt x="5486655" y="994543"/>
                </a:cubicBezTo>
                <a:close/>
                <a:moveTo>
                  <a:pt x="5422451" y="994543"/>
                </a:moveTo>
                <a:cubicBezTo>
                  <a:pt x="5436621" y="994543"/>
                  <a:pt x="5448109" y="1006031"/>
                  <a:pt x="5448109" y="1020202"/>
                </a:cubicBezTo>
                <a:cubicBezTo>
                  <a:pt x="5448109" y="1034373"/>
                  <a:pt x="5436621" y="1045862"/>
                  <a:pt x="5422451" y="1045862"/>
                </a:cubicBezTo>
                <a:cubicBezTo>
                  <a:pt x="5408280" y="1045862"/>
                  <a:pt x="5396791" y="1034373"/>
                  <a:pt x="5396791" y="1020202"/>
                </a:cubicBezTo>
                <a:cubicBezTo>
                  <a:pt x="5396791" y="1006031"/>
                  <a:pt x="5408280" y="994543"/>
                  <a:pt x="5422451" y="994543"/>
                </a:cubicBezTo>
                <a:close/>
                <a:moveTo>
                  <a:pt x="5229719" y="994543"/>
                </a:moveTo>
                <a:cubicBezTo>
                  <a:pt x="5243999" y="994543"/>
                  <a:pt x="5255377" y="1006038"/>
                  <a:pt x="5255377" y="1020202"/>
                </a:cubicBezTo>
                <a:cubicBezTo>
                  <a:pt x="5255377" y="1034367"/>
                  <a:pt x="5243883" y="1045862"/>
                  <a:pt x="5229719" y="1045862"/>
                </a:cubicBezTo>
                <a:cubicBezTo>
                  <a:pt x="5215554" y="1045862"/>
                  <a:pt x="5204058" y="1034367"/>
                  <a:pt x="5204058" y="1020202"/>
                </a:cubicBezTo>
                <a:cubicBezTo>
                  <a:pt x="5204058" y="1006038"/>
                  <a:pt x="5215554" y="994543"/>
                  <a:pt x="5229719" y="994543"/>
                </a:cubicBezTo>
                <a:close/>
                <a:moveTo>
                  <a:pt x="4972896" y="994543"/>
                </a:moveTo>
                <a:cubicBezTo>
                  <a:pt x="4987063" y="994543"/>
                  <a:pt x="4998557" y="1006038"/>
                  <a:pt x="4998557" y="1020202"/>
                </a:cubicBezTo>
                <a:cubicBezTo>
                  <a:pt x="4998557" y="1034367"/>
                  <a:pt x="4987063" y="1045862"/>
                  <a:pt x="4972896" y="1045862"/>
                </a:cubicBezTo>
                <a:cubicBezTo>
                  <a:pt x="4958732" y="1045862"/>
                  <a:pt x="4947240" y="1034367"/>
                  <a:pt x="4947240" y="1020202"/>
                </a:cubicBezTo>
                <a:cubicBezTo>
                  <a:pt x="4947240" y="1006038"/>
                  <a:pt x="4958732" y="994543"/>
                  <a:pt x="4972896" y="994543"/>
                </a:cubicBezTo>
                <a:close/>
                <a:moveTo>
                  <a:pt x="4908693" y="994543"/>
                </a:moveTo>
                <a:cubicBezTo>
                  <a:pt x="4922857" y="994543"/>
                  <a:pt x="4934352" y="1006038"/>
                  <a:pt x="4934352" y="1020202"/>
                </a:cubicBezTo>
                <a:cubicBezTo>
                  <a:pt x="4934352" y="1034367"/>
                  <a:pt x="4922857" y="1045862"/>
                  <a:pt x="4908693" y="1045862"/>
                </a:cubicBezTo>
                <a:cubicBezTo>
                  <a:pt x="4894527" y="1045862"/>
                  <a:pt x="4883033" y="1034367"/>
                  <a:pt x="4883033" y="1020202"/>
                </a:cubicBezTo>
                <a:cubicBezTo>
                  <a:pt x="4883033" y="1006038"/>
                  <a:pt x="4894527" y="994543"/>
                  <a:pt x="4908693" y="994543"/>
                </a:cubicBezTo>
                <a:close/>
                <a:moveTo>
                  <a:pt x="4844487" y="994543"/>
                </a:moveTo>
                <a:cubicBezTo>
                  <a:pt x="4858650" y="994543"/>
                  <a:pt x="4870146" y="1006038"/>
                  <a:pt x="4870146" y="1020202"/>
                </a:cubicBezTo>
                <a:cubicBezTo>
                  <a:pt x="4870146" y="1034367"/>
                  <a:pt x="4858650" y="1045862"/>
                  <a:pt x="4844487" y="1045862"/>
                </a:cubicBezTo>
                <a:cubicBezTo>
                  <a:pt x="4830322" y="1045862"/>
                  <a:pt x="4818828" y="1034367"/>
                  <a:pt x="4818828" y="1020202"/>
                </a:cubicBezTo>
                <a:cubicBezTo>
                  <a:pt x="4818828" y="1006038"/>
                  <a:pt x="4830322" y="994543"/>
                  <a:pt x="4844487" y="994543"/>
                </a:cubicBezTo>
                <a:close/>
                <a:moveTo>
                  <a:pt x="4651872" y="994543"/>
                </a:moveTo>
                <a:cubicBezTo>
                  <a:pt x="4666042" y="994543"/>
                  <a:pt x="4677531" y="1006031"/>
                  <a:pt x="4677531" y="1020202"/>
                </a:cubicBezTo>
                <a:cubicBezTo>
                  <a:pt x="4677531" y="1034373"/>
                  <a:pt x="4666042" y="1045862"/>
                  <a:pt x="4651872" y="1045862"/>
                </a:cubicBezTo>
                <a:cubicBezTo>
                  <a:pt x="4637700" y="1045862"/>
                  <a:pt x="4626213" y="1034373"/>
                  <a:pt x="4626213" y="1020202"/>
                </a:cubicBezTo>
                <a:cubicBezTo>
                  <a:pt x="4626213" y="1006031"/>
                  <a:pt x="4637700" y="994543"/>
                  <a:pt x="4651872" y="994543"/>
                </a:cubicBezTo>
                <a:close/>
                <a:moveTo>
                  <a:pt x="4523461" y="994543"/>
                </a:moveTo>
                <a:cubicBezTo>
                  <a:pt x="4537626" y="994543"/>
                  <a:pt x="4549121" y="1006038"/>
                  <a:pt x="4549121" y="1020202"/>
                </a:cubicBezTo>
                <a:cubicBezTo>
                  <a:pt x="4549121" y="1034367"/>
                  <a:pt x="4537626" y="1045862"/>
                  <a:pt x="4523461" y="1045862"/>
                </a:cubicBezTo>
                <a:cubicBezTo>
                  <a:pt x="4509296" y="1045862"/>
                  <a:pt x="4497802" y="1034367"/>
                  <a:pt x="4497802" y="1020202"/>
                </a:cubicBezTo>
                <a:cubicBezTo>
                  <a:pt x="4497802" y="1006038"/>
                  <a:pt x="4509296" y="994543"/>
                  <a:pt x="4523461" y="994543"/>
                </a:cubicBezTo>
                <a:close/>
                <a:moveTo>
                  <a:pt x="4395050" y="994543"/>
                </a:moveTo>
                <a:cubicBezTo>
                  <a:pt x="4409214" y="994543"/>
                  <a:pt x="4420710" y="1006038"/>
                  <a:pt x="4420710" y="1020202"/>
                </a:cubicBezTo>
                <a:cubicBezTo>
                  <a:pt x="4420710" y="1034367"/>
                  <a:pt x="4409214" y="1045862"/>
                  <a:pt x="4395050" y="1045862"/>
                </a:cubicBezTo>
                <a:cubicBezTo>
                  <a:pt x="4380886" y="1045862"/>
                  <a:pt x="4369391" y="1034367"/>
                  <a:pt x="4369391" y="1020202"/>
                </a:cubicBezTo>
                <a:cubicBezTo>
                  <a:pt x="4369391" y="1006038"/>
                  <a:pt x="4380886" y="994543"/>
                  <a:pt x="4395050" y="994543"/>
                </a:cubicBezTo>
                <a:close/>
                <a:moveTo>
                  <a:pt x="4009702" y="994543"/>
                </a:moveTo>
                <a:cubicBezTo>
                  <a:pt x="4023866" y="994543"/>
                  <a:pt x="4035362" y="1006038"/>
                  <a:pt x="4035362" y="1020202"/>
                </a:cubicBezTo>
                <a:cubicBezTo>
                  <a:pt x="4035362" y="1034367"/>
                  <a:pt x="4023866" y="1045862"/>
                  <a:pt x="4009702" y="1045862"/>
                </a:cubicBezTo>
                <a:cubicBezTo>
                  <a:pt x="3995538" y="1045862"/>
                  <a:pt x="3984043" y="1034367"/>
                  <a:pt x="3984043" y="1020202"/>
                </a:cubicBezTo>
                <a:cubicBezTo>
                  <a:pt x="3984043" y="1006038"/>
                  <a:pt x="3995538" y="994543"/>
                  <a:pt x="4009702" y="994543"/>
                </a:cubicBezTo>
                <a:close/>
                <a:moveTo>
                  <a:pt x="3752882" y="994543"/>
                </a:moveTo>
                <a:cubicBezTo>
                  <a:pt x="3767045" y="994543"/>
                  <a:pt x="3778539" y="1006038"/>
                  <a:pt x="3778539" y="1020202"/>
                </a:cubicBezTo>
                <a:cubicBezTo>
                  <a:pt x="3778539" y="1034367"/>
                  <a:pt x="3767045" y="1045862"/>
                  <a:pt x="3752882" y="1045862"/>
                </a:cubicBezTo>
                <a:cubicBezTo>
                  <a:pt x="3738717" y="1045862"/>
                  <a:pt x="3727221" y="1034367"/>
                  <a:pt x="3727221" y="1020202"/>
                </a:cubicBezTo>
                <a:cubicBezTo>
                  <a:pt x="3727221" y="1006038"/>
                  <a:pt x="3738717" y="994543"/>
                  <a:pt x="3752882" y="994543"/>
                </a:cubicBezTo>
                <a:close/>
                <a:moveTo>
                  <a:pt x="3367649" y="994543"/>
                </a:moveTo>
                <a:cubicBezTo>
                  <a:pt x="3381813" y="994543"/>
                  <a:pt x="3393308" y="1006038"/>
                  <a:pt x="3393308" y="1020202"/>
                </a:cubicBezTo>
                <a:cubicBezTo>
                  <a:pt x="3393308" y="1034367"/>
                  <a:pt x="3381813" y="1045862"/>
                  <a:pt x="3367649" y="1045862"/>
                </a:cubicBezTo>
                <a:cubicBezTo>
                  <a:pt x="3353484" y="1045862"/>
                  <a:pt x="3341990" y="1034367"/>
                  <a:pt x="3341990" y="1020202"/>
                </a:cubicBezTo>
                <a:cubicBezTo>
                  <a:pt x="3341990" y="1006038"/>
                  <a:pt x="3353484" y="994543"/>
                  <a:pt x="3367649" y="994543"/>
                </a:cubicBezTo>
                <a:close/>
                <a:moveTo>
                  <a:pt x="2853890" y="994543"/>
                </a:moveTo>
                <a:cubicBezTo>
                  <a:pt x="2868062" y="994543"/>
                  <a:pt x="2879550" y="1006031"/>
                  <a:pt x="2879550" y="1020202"/>
                </a:cubicBezTo>
                <a:cubicBezTo>
                  <a:pt x="2879550" y="1034373"/>
                  <a:pt x="2868062" y="1045862"/>
                  <a:pt x="2853890" y="1045862"/>
                </a:cubicBezTo>
                <a:cubicBezTo>
                  <a:pt x="2839720" y="1045862"/>
                  <a:pt x="2828231" y="1034373"/>
                  <a:pt x="2828231" y="1020202"/>
                </a:cubicBezTo>
                <a:cubicBezTo>
                  <a:pt x="2828231" y="1006031"/>
                  <a:pt x="2839720" y="994543"/>
                  <a:pt x="2853890" y="994543"/>
                </a:cubicBezTo>
                <a:close/>
                <a:moveTo>
                  <a:pt x="2340249" y="994543"/>
                </a:moveTo>
                <a:cubicBezTo>
                  <a:pt x="2354413" y="994543"/>
                  <a:pt x="2365908" y="1006038"/>
                  <a:pt x="2365908" y="1020202"/>
                </a:cubicBezTo>
                <a:cubicBezTo>
                  <a:pt x="2365908" y="1034367"/>
                  <a:pt x="2354413" y="1045862"/>
                  <a:pt x="2340249" y="1045862"/>
                </a:cubicBezTo>
                <a:cubicBezTo>
                  <a:pt x="2326084" y="1045862"/>
                  <a:pt x="2314590" y="1034367"/>
                  <a:pt x="2314590" y="1020202"/>
                </a:cubicBezTo>
                <a:cubicBezTo>
                  <a:pt x="2314590" y="1006038"/>
                  <a:pt x="2326084" y="994543"/>
                  <a:pt x="2340249" y="994543"/>
                </a:cubicBezTo>
                <a:close/>
                <a:moveTo>
                  <a:pt x="2276044" y="994543"/>
                </a:moveTo>
                <a:cubicBezTo>
                  <a:pt x="2290208" y="994543"/>
                  <a:pt x="2301702" y="1006038"/>
                  <a:pt x="2301702" y="1020202"/>
                </a:cubicBezTo>
                <a:cubicBezTo>
                  <a:pt x="2301702" y="1034367"/>
                  <a:pt x="2290208" y="1045862"/>
                  <a:pt x="2276044" y="1045862"/>
                </a:cubicBezTo>
                <a:cubicBezTo>
                  <a:pt x="2261879" y="1045862"/>
                  <a:pt x="2250385" y="1034367"/>
                  <a:pt x="2250385" y="1020202"/>
                </a:cubicBezTo>
                <a:cubicBezTo>
                  <a:pt x="2250385" y="1006038"/>
                  <a:pt x="2261879" y="994543"/>
                  <a:pt x="2276044" y="994543"/>
                </a:cubicBezTo>
                <a:close/>
                <a:moveTo>
                  <a:pt x="2147633" y="994543"/>
                </a:moveTo>
                <a:cubicBezTo>
                  <a:pt x="2161804" y="994543"/>
                  <a:pt x="2173293" y="1006031"/>
                  <a:pt x="2173293" y="1020202"/>
                </a:cubicBezTo>
                <a:cubicBezTo>
                  <a:pt x="2173293" y="1034373"/>
                  <a:pt x="2161804" y="1045862"/>
                  <a:pt x="2147633" y="1045862"/>
                </a:cubicBezTo>
                <a:cubicBezTo>
                  <a:pt x="2133462" y="1045862"/>
                  <a:pt x="2121975" y="1034373"/>
                  <a:pt x="2121975" y="1020202"/>
                </a:cubicBezTo>
                <a:cubicBezTo>
                  <a:pt x="2121975" y="1006031"/>
                  <a:pt x="2133462" y="994543"/>
                  <a:pt x="2147633" y="994543"/>
                </a:cubicBezTo>
                <a:close/>
                <a:moveTo>
                  <a:pt x="2083427" y="994543"/>
                </a:moveTo>
                <a:cubicBezTo>
                  <a:pt x="2097599" y="994543"/>
                  <a:pt x="2109087" y="1006031"/>
                  <a:pt x="2109087" y="1020202"/>
                </a:cubicBezTo>
                <a:cubicBezTo>
                  <a:pt x="2109087" y="1034373"/>
                  <a:pt x="2097599" y="1045862"/>
                  <a:pt x="2083427" y="1045862"/>
                </a:cubicBezTo>
                <a:cubicBezTo>
                  <a:pt x="2069257" y="1045862"/>
                  <a:pt x="2057768" y="1034373"/>
                  <a:pt x="2057768" y="1020202"/>
                </a:cubicBezTo>
                <a:cubicBezTo>
                  <a:pt x="2057768" y="1006031"/>
                  <a:pt x="2069257" y="994543"/>
                  <a:pt x="2083427" y="994543"/>
                </a:cubicBezTo>
                <a:close/>
                <a:moveTo>
                  <a:pt x="2019222" y="994543"/>
                </a:moveTo>
                <a:cubicBezTo>
                  <a:pt x="2033387" y="994543"/>
                  <a:pt x="2044880" y="1006038"/>
                  <a:pt x="2044880" y="1020202"/>
                </a:cubicBezTo>
                <a:cubicBezTo>
                  <a:pt x="2044880" y="1034367"/>
                  <a:pt x="2033387" y="1045862"/>
                  <a:pt x="2019222" y="1045862"/>
                </a:cubicBezTo>
                <a:cubicBezTo>
                  <a:pt x="2005058" y="1045862"/>
                  <a:pt x="1993563" y="1034367"/>
                  <a:pt x="1993563" y="1020202"/>
                </a:cubicBezTo>
                <a:cubicBezTo>
                  <a:pt x="1993563" y="1006038"/>
                  <a:pt x="2005058" y="994543"/>
                  <a:pt x="2019222" y="994543"/>
                </a:cubicBezTo>
                <a:close/>
                <a:moveTo>
                  <a:pt x="1955016" y="994543"/>
                </a:moveTo>
                <a:cubicBezTo>
                  <a:pt x="1969181" y="994543"/>
                  <a:pt x="1980676" y="1006038"/>
                  <a:pt x="1980676" y="1020202"/>
                </a:cubicBezTo>
                <a:cubicBezTo>
                  <a:pt x="1980676" y="1034367"/>
                  <a:pt x="1969181" y="1045862"/>
                  <a:pt x="1955016" y="1045862"/>
                </a:cubicBezTo>
                <a:cubicBezTo>
                  <a:pt x="1940851" y="1045862"/>
                  <a:pt x="1929358" y="1034367"/>
                  <a:pt x="1929358" y="1020202"/>
                </a:cubicBezTo>
                <a:cubicBezTo>
                  <a:pt x="1929358" y="1006038"/>
                  <a:pt x="1940851" y="994543"/>
                  <a:pt x="1955016" y="994543"/>
                </a:cubicBezTo>
                <a:close/>
                <a:moveTo>
                  <a:pt x="1890696" y="994543"/>
                </a:moveTo>
                <a:cubicBezTo>
                  <a:pt x="1904860" y="994543"/>
                  <a:pt x="1916355" y="1006038"/>
                  <a:pt x="1916355" y="1020202"/>
                </a:cubicBezTo>
                <a:cubicBezTo>
                  <a:pt x="1916355" y="1034367"/>
                  <a:pt x="1904860" y="1045862"/>
                  <a:pt x="1890696" y="1045862"/>
                </a:cubicBezTo>
                <a:cubicBezTo>
                  <a:pt x="1876531" y="1045862"/>
                  <a:pt x="1865037" y="1034367"/>
                  <a:pt x="1865037" y="1020202"/>
                </a:cubicBezTo>
                <a:cubicBezTo>
                  <a:pt x="1865037" y="1006038"/>
                  <a:pt x="1876531" y="994543"/>
                  <a:pt x="1890696" y="994543"/>
                </a:cubicBezTo>
                <a:close/>
                <a:moveTo>
                  <a:pt x="1826490" y="994543"/>
                </a:moveTo>
                <a:cubicBezTo>
                  <a:pt x="1840654" y="994543"/>
                  <a:pt x="1852149" y="1006038"/>
                  <a:pt x="1852149" y="1020202"/>
                </a:cubicBezTo>
                <a:cubicBezTo>
                  <a:pt x="1852149" y="1034367"/>
                  <a:pt x="1840654" y="1045862"/>
                  <a:pt x="1826490" y="1045862"/>
                </a:cubicBezTo>
                <a:cubicBezTo>
                  <a:pt x="1812325" y="1045862"/>
                  <a:pt x="1800830" y="1034367"/>
                  <a:pt x="1800830" y="1020202"/>
                </a:cubicBezTo>
                <a:cubicBezTo>
                  <a:pt x="1800830" y="1006038"/>
                  <a:pt x="1812325" y="994543"/>
                  <a:pt x="1826490" y="994543"/>
                </a:cubicBezTo>
                <a:close/>
                <a:moveTo>
                  <a:pt x="1762285" y="994543"/>
                </a:moveTo>
                <a:cubicBezTo>
                  <a:pt x="1776456" y="994543"/>
                  <a:pt x="1787944" y="1006031"/>
                  <a:pt x="1787944" y="1020202"/>
                </a:cubicBezTo>
                <a:cubicBezTo>
                  <a:pt x="1787944" y="1034373"/>
                  <a:pt x="1776456" y="1045862"/>
                  <a:pt x="1762285" y="1045862"/>
                </a:cubicBezTo>
                <a:cubicBezTo>
                  <a:pt x="1748114" y="1045862"/>
                  <a:pt x="1736626" y="1034373"/>
                  <a:pt x="1736626" y="1020202"/>
                </a:cubicBezTo>
                <a:cubicBezTo>
                  <a:pt x="1736626" y="1006031"/>
                  <a:pt x="1748114" y="994543"/>
                  <a:pt x="1762285" y="994543"/>
                </a:cubicBezTo>
                <a:close/>
                <a:moveTo>
                  <a:pt x="1505464" y="994543"/>
                </a:moveTo>
                <a:cubicBezTo>
                  <a:pt x="1519629" y="994543"/>
                  <a:pt x="1531123" y="1006038"/>
                  <a:pt x="1531123" y="1020202"/>
                </a:cubicBezTo>
                <a:cubicBezTo>
                  <a:pt x="1531123" y="1034367"/>
                  <a:pt x="1519629" y="1045862"/>
                  <a:pt x="1505464" y="1045862"/>
                </a:cubicBezTo>
                <a:cubicBezTo>
                  <a:pt x="1491299" y="1045862"/>
                  <a:pt x="1479806" y="1034367"/>
                  <a:pt x="1479806" y="1020202"/>
                </a:cubicBezTo>
                <a:cubicBezTo>
                  <a:pt x="1479806" y="1006038"/>
                  <a:pt x="1491299" y="994543"/>
                  <a:pt x="1505464" y="994543"/>
                </a:cubicBezTo>
                <a:close/>
                <a:moveTo>
                  <a:pt x="1441258" y="994543"/>
                </a:moveTo>
                <a:cubicBezTo>
                  <a:pt x="1455430" y="994543"/>
                  <a:pt x="1466917" y="1006031"/>
                  <a:pt x="1466917" y="1020202"/>
                </a:cubicBezTo>
                <a:cubicBezTo>
                  <a:pt x="1466917" y="1034373"/>
                  <a:pt x="1455430" y="1045862"/>
                  <a:pt x="1441258" y="1045862"/>
                </a:cubicBezTo>
                <a:cubicBezTo>
                  <a:pt x="1427087" y="1045862"/>
                  <a:pt x="1415599" y="1034373"/>
                  <a:pt x="1415599" y="1020202"/>
                </a:cubicBezTo>
                <a:cubicBezTo>
                  <a:pt x="1415599" y="1006031"/>
                  <a:pt x="1427087" y="994543"/>
                  <a:pt x="1441258" y="994543"/>
                </a:cubicBezTo>
                <a:close/>
                <a:moveTo>
                  <a:pt x="1184437" y="994543"/>
                </a:moveTo>
                <a:cubicBezTo>
                  <a:pt x="1198602" y="994543"/>
                  <a:pt x="1210096" y="1006038"/>
                  <a:pt x="1210096" y="1020202"/>
                </a:cubicBezTo>
                <a:cubicBezTo>
                  <a:pt x="1210096" y="1034367"/>
                  <a:pt x="1198602" y="1045862"/>
                  <a:pt x="1184437" y="1045862"/>
                </a:cubicBezTo>
                <a:cubicBezTo>
                  <a:pt x="1170273" y="1045862"/>
                  <a:pt x="1158780" y="1034367"/>
                  <a:pt x="1158780" y="1020202"/>
                </a:cubicBezTo>
                <a:cubicBezTo>
                  <a:pt x="1158780" y="1006038"/>
                  <a:pt x="1170273" y="994543"/>
                  <a:pt x="1184437" y="994543"/>
                </a:cubicBezTo>
                <a:close/>
                <a:moveTo>
                  <a:pt x="542268" y="994543"/>
                </a:moveTo>
                <a:cubicBezTo>
                  <a:pt x="556433" y="994543"/>
                  <a:pt x="567927" y="1006038"/>
                  <a:pt x="567927" y="1020202"/>
                </a:cubicBezTo>
                <a:cubicBezTo>
                  <a:pt x="567927" y="1034367"/>
                  <a:pt x="556433" y="1045862"/>
                  <a:pt x="542268" y="1045862"/>
                </a:cubicBezTo>
                <a:cubicBezTo>
                  <a:pt x="528104" y="1045862"/>
                  <a:pt x="516610" y="1034367"/>
                  <a:pt x="516610" y="1020202"/>
                </a:cubicBezTo>
                <a:cubicBezTo>
                  <a:pt x="516610" y="1006038"/>
                  <a:pt x="528104" y="994543"/>
                  <a:pt x="542268" y="994543"/>
                </a:cubicBezTo>
                <a:close/>
                <a:moveTo>
                  <a:pt x="413858" y="994543"/>
                </a:moveTo>
                <a:cubicBezTo>
                  <a:pt x="428023" y="994543"/>
                  <a:pt x="439517" y="1006038"/>
                  <a:pt x="439517" y="1020202"/>
                </a:cubicBezTo>
                <a:cubicBezTo>
                  <a:pt x="439517" y="1034367"/>
                  <a:pt x="428023" y="1045862"/>
                  <a:pt x="413858" y="1045862"/>
                </a:cubicBezTo>
                <a:cubicBezTo>
                  <a:pt x="399694" y="1045862"/>
                  <a:pt x="388200" y="1034367"/>
                  <a:pt x="388200" y="1020202"/>
                </a:cubicBezTo>
                <a:cubicBezTo>
                  <a:pt x="388200" y="1006038"/>
                  <a:pt x="399694" y="994543"/>
                  <a:pt x="413858" y="994543"/>
                </a:cubicBezTo>
                <a:close/>
                <a:moveTo>
                  <a:pt x="11775107" y="940091"/>
                </a:moveTo>
                <a:cubicBezTo>
                  <a:pt x="11782225" y="940091"/>
                  <a:pt x="11787995" y="945861"/>
                  <a:pt x="11787995" y="952979"/>
                </a:cubicBezTo>
                <a:cubicBezTo>
                  <a:pt x="11787995" y="960096"/>
                  <a:pt x="11782225" y="965866"/>
                  <a:pt x="11775107" y="965866"/>
                </a:cubicBezTo>
                <a:cubicBezTo>
                  <a:pt x="11767991" y="965866"/>
                  <a:pt x="11762221" y="960096"/>
                  <a:pt x="11762221" y="952979"/>
                </a:cubicBezTo>
                <a:cubicBezTo>
                  <a:pt x="11762221" y="945861"/>
                  <a:pt x="11767991" y="940091"/>
                  <a:pt x="11775107" y="940091"/>
                </a:cubicBezTo>
                <a:close/>
                <a:moveTo>
                  <a:pt x="11454081" y="940091"/>
                </a:moveTo>
                <a:cubicBezTo>
                  <a:pt x="11461197" y="940091"/>
                  <a:pt x="11466969" y="945861"/>
                  <a:pt x="11466969" y="952979"/>
                </a:cubicBezTo>
                <a:cubicBezTo>
                  <a:pt x="11466969" y="960096"/>
                  <a:pt x="11461197" y="965866"/>
                  <a:pt x="11454081" y="965866"/>
                </a:cubicBezTo>
                <a:cubicBezTo>
                  <a:pt x="11446963" y="965866"/>
                  <a:pt x="11441194" y="960096"/>
                  <a:pt x="11441194" y="952979"/>
                </a:cubicBezTo>
                <a:cubicBezTo>
                  <a:pt x="11441194" y="945861"/>
                  <a:pt x="11446963" y="940091"/>
                  <a:pt x="11454081" y="940091"/>
                </a:cubicBezTo>
                <a:close/>
                <a:moveTo>
                  <a:pt x="11133055" y="940091"/>
                </a:moveTo>
                <a:cubicBezTo>
                  <a:pt x="11140171" y="940091"/>
                  <a:pt x="11145943" y="945861"/>
                  <a:pt x="11145943" y="952979"/>
                </a:cubicBezTo>
                <a:cubicBezTo>
                  <a:pt x="11145943" y="960096"/>
                  <a:pt x="11140171" y="965866"/>
                  <a:pt x="11133055" y="965866"/>
                </a:cubicBezTo>
                <a:cubicBezTo>
                  <a:pt x="11125936" y="965866"/>
                  <a:pt x="11120167" y="960096"/>
                  <a:pt x="11120167" y="952979"/>
                </a:cubicBezTo>
                <a:cubicBezTo>
                  <a:pt x="11120167" y="945861"/>
                  <a:pt x="11125936" y="940091"/>
                  <a:pt x="11133055" y="940091"/>
                </a:cubicBezTo>
                <a:close/>
                <a:moveTo>
                  <a:pt x="10940324" y="940091"/>
                </a:moveTo>
                <a:cubicBezTo>
                  <a:pt x="10947405" y="940207"/>
                  <a:pt x="10953209" y="945896"/>
                  <a:pt x="10953209" y="952979"/>
                </a:cubicBezTo>
                <a:cubicBezTo>
                  <a:pt x="10953209" y="960061"/>
                  <a:pt x="10947520" y="965866"/>
                  <a:pt x="10940324" y="965866"/>
                </a:cubicBezTo>
                <a:cubicBezTo>
                  <a:pt x="10933240" y="965866"/>
                  <a:pt x="10927436" y="960177"/>
                  <a:pt x="10927436" y="952979"/>
                </a:cubicBezTo>
                <a:cubicBezTo>
                  <a:pt x="10927436" y="945896"/>
                  <a:pt x="10933125" y="940091"/>
                  <a:pt x="10940324" y="940091"/>
                </a:cubicBezTo>
                <a:close/>
                <a:moveTo>
                  <a:pt x="10747708" y="940091"/>
                </a:moveTo>
                <a:cubicBezTo>
                  <a:pt x="10754824" y="940091"/>
                  <a:pt x="10760593" y="945861"/>
                  <a:pt x="10760593" y="952979"/>
                </a:cubicBezTo>
                <a:cubicBezTo>
                  <a:pt x="10760593" y="960096"/>
                  <a:pt x="10754824" y="965866"/>
                  <a:pt x="10747708" y="965866"/>
                </a:cubicBezTo>
                <a:cubicBezTo>
                  <a:pt x="10740589" y="965866"/>
                  <a:pt x="10734820" y="960096"/>
                  <a:pt x="10734820" y="952979"/>
                </a:cubicBezTo>
                <a:cubicBezTo>
                  <a:pt x="10734820" y="945861"/>
                  <a:pt x="10740589" y="940091"/>
                  <a:pt x="10747708" y="940091"/>
                </a:cubicBezTo>
                <a:close/>
                <a:moveTo>
                  <a:pt x="10298270" y="940091"/>
                </a:moveTo>
                <a:cubicBezTo>
                  <a:pt x="10305388" y="940091"/>
                  <a:pt x="10311158" y="945861"/>
                  <a:pt x="10311158" y="952979"/>
                </a:cubicBezTo>
                <a:cubicBezTo>
                  <a:pt x="10311158" y="960096"/>
                  <a:pt x="10305388" y="965866"/>
                  <a:pt x="10298270" y="965866"/>
                </a:cubicBezTo>
                <a:cubicBezTo>
                  <a:pt x="10291154" y="965866"/>
                  <a:pt x="10285382" y="960096"/>
                  <a:pt x="10285382" y="952979"/>
                </a:cubicBezTo>
                <a:cubicBezTo>
                  <a:pt x="10285382" y="945861"/>
                  <a:pt x="10291154" y="940091"/>
                  <a:pt x="10298270" y="940091"/>
                </a:cubicBezTo>
                <a:close/>
                <a:moveTo>
                  <a:pt x="9720307" y="940091"/>
                </a:moveTo>
                <a:cubicBezTo>
                  <a:pt x="9727423" y="940091"/>
                  <a:pt x="9733193" y="945861"/>
                  <a:pt x="9733193" y="952979"/>
                </a:cubicBezTo>
                <a:cubicBezTo>
                  <a:pt x="9733193" y="960096"/>
                  <a:pt x="9727423" y="965866"/>
                  <a:pt x="9720307" y="965866"/>
                </a:cubicBezTo>
                <a:cubicBezTo>
                  <a:pt x="9713189" y="965866"/>
                  <a:pt x="9707419" y="960096"/>
                  <a:pt x="9707419" y="952979"/>
                </a:cubicBezTo>
                <a:cubicBezTo>
                  <a:pt x="9707419" y="945861"/>
                  <a:pt x="9713189" y="940091"/>
                  <a:pt x="9720307" y="940091"/>
                </a:cubicBezTo>
                <a:close/>
                <a:moveTo>
                  <a:pt x="9527689" y="940091"/>
                </a:moveTo>
                <a:cubicBezTo>
                  <a:pt x="9534773" y="940207"/>
                  <a:pt x="9540577" y="945896"/>
                  <a:pt x="9540577" y="952979"/>
                </a:cubicBezTo>
                <a:cubicBezTo>
                  <a:pt x="9540577" y="960061"/>
                  <a:pt x="9534888" y="965866"/>
                  <a:pt x="9527689" y="965866"/>
                </a:cubicBezTo>
                <a:cubicBezTo>
                  <a:pt x="9520608" y="965866"/>
                  <a:pt x="9514804" y="960177"/>
                  <a:pt x="9514804" y="952979"/>
                </a:cubicBezTo>
                <a:cubicBezTo>
                  <a:pt x="9514804" y="945896"/>
                  <a:pt x="9520493" y="940091"/>
                  <a:pt x="9527689" y="940091"/>
                </a:cubicBezTo>
                <a:close/>
                <a:moveTo>
                  <a:pt x="9463485" y="940091"/>
                </a:moveTo>
                <a:cubicBezTo>
                  <a:pt x="9470568" y="940207"/>
                  <a:pt x="9476373" y="945896"/>
                  <a:pt x="9476373" y="952979"/>
                </a:cubicBezTo>
                <a:cubicBezTo>
                  <a:pt x="9476373" y="960061"/>
                  <a:pt x="9470683" y="965866"/>
                  <a:pt x="9463485" y="965866"/>
                </a:cubicBezTo>
                <a:cubicBezTo>
                  <a:pt x="9456403" y="965866"/>
                  <a:pt x="9450597" y="960177"/>
                  <a:pt x="9450597" y="952979"/>
                </a:cubicBezTo>
                <a:cubicBezTo>
                  <a:pt x="9450597" y="945896"/>
                  <a:pt x="9456286" y="940091"/>
                  <a:pt x="9463485" y="940091"/>
                </a:cubicBezTo>
                <a:close/>
                <a:moveTo>
                  <a:pt x="8692906" y="940091"/>
                </a:moveTo>
                <a:cubicBezTo>
                  <a:pt x="8699988" y="940207"/>
                  <a:pt x="8705792" y="945896"/>
                  <a:pt x="8705792" y="952979"/>
                </a:cubicBezTo>
                <a:cubicBezTo>
                  <a:pt x="8705792" y="960061"/>
                  <a:pt x="8700103" y="965866"/>
                  <a:pt x="8692906" y="965866"/>
                </a:cubicBezTo>
                <a:cubicBezTo>
                  <a:pt x="8685823" y="965866"/>
                  <a:pt x="8680018" y="960177"/>
                  <a:pt x="8680018" y="952979"/>
                </a:cubicBezTo>
                <a:cubicBezTo>
                  <a:pt x="8680018" y="945896"/>
                  <a:pt x="8685708" y="940091"/>
                  <a:pt x="8692906" y="940091"/>
                </a:cubicBezTo>
                <a:close/>
                <a:moveTo>
                  <a:pt x="7216067" y="940091"/>
                </a:moveTo>
                <a:cubicBezTo>
                  <a:pt x="7223186" y="940091"/>
                  <a:pt x="7228955" y="945861"/>
                  <a:pt x="7228955" y="952979"/>
                </a:cubicBezTo>
                <a:cubicBezTo>
                  <a:pt x="7228955" y="960096"/>
                  <a:pt x="7223186" y="965866"/>
                  <a:pt x="7216067" y="965866"/>
                </a:cubicBezTo>
                <a:cubicBezTo>
                  <a:pt x="7208951" y="965866"/>
                  <a:pt x="7203179" y="960096"/>
                  <a:pt x="7203179" y="952979"/>
                </a:cubicBezTo>
                <a:cubicBezTo>
                  <a:pt x="7203179" y="945861"/>
                  <a:pt x="7208951" y="940091"/>
                  <a:pt x="7216067" y="940091"/>
                </a:cubicBezTo>
                <a:close/>
                <a:moveTo>
                  <a:pt x="7087658" y="940091"/>
                </a:moveTo>
                <a:cubicBezTo>
                  <a:pt x="7094777" y="940091"/>
                  <a:pt x="7100544" y="945861"/>
                  <a:pt x="7100544" y="952979"/>
                </a:cubicBezTo>
                <a:cubicBezTo>
                  <a:pt x="7100544" y="960096"/>
                  <a:pt x="7094777" y="965866"/>
                  <a:pt x="7087658" y="965866"/>
                </a:cubicBezTo>
                <a:cubicBezTo>
                  <a:pt x="7080540" y="965866"/>
                  <a:pt x="7074770" y="960096"/>
                  <a:pt x="7074770" y="952979"/>
                </a:cubicBezTo>
                <a:cubicBezTo>
                  <a:pt x="7074770" y="945861"/>
                  <a:pt x="7080540" y="940091"/>
                  <a:pt x="7087658" y="940091"/>
                </a:cubicBezTo>
                <a:close/>
                <a:moveTo>
                  <a:pt x="6638220" y="940091"/>
                </a:moveTo>
                <a:cubicBezTo>
                  <a:pt x="6645339" y="940091"/>
                  <a:pt x="6651108" y="945861"/>
                  <a:pt x="6651108" y="952979"/>
                </a:cubicBezTo>
                <a:cubicBezTo>
                  <a:pt x="6651108" y="960096"/>
                  <a:pt x="6645339" y="965866"/>
                  <a:pt x="6638220" y="965866"/>
                </a:cubicBezTo>
                <a:cubicBezTo>
                  <a:pt x="6631104" y="965866"/>
                  <a:pt x="6625335" y="960096"/>
                  <a:pt x="6625335" y="952979"/>
                </a:cubicBezTo>
                <a:cubicBezTo>
                  <a:pt x="6625335" y="945861"/>
                  <a:pt x="6631104" y="940091"/>
                  <a:pt x="6638220" y="940091"/>
                </a:cubicBezTo>
                <a:close/>
                <a:moveTo>
                  <a:pt x="6064505" y="940091"/>
                </a:moveTo>
                <a:cubicBezTo>
                  <a:pt x="6071623" y="940091"/>
                  <a:pt x="6077390" y="945861"/>
                  <a:pt x="6077390" y="952979"/>
                </a:cubicBezTo>
                <a:cubicBezTo>
                  <a:pt x="6077390" y="960096"/>
                  <a:pt x="6071621" y="965866"/>
                  <a:pt x="6064505" y="965866"/>
                </a:cubicBezTo>
                <a:cubicBezTo>
                  <a:pt x="6057386" y="965866"/>
                  <a:pt x="6051617" y="960096"/>
                  <a:pt x="6051617" y="952979"/>
                </a:cubicBezTo>
                <a:cubicBezTo>
                  <a:pt x="6051617" y="945861"/>
                  <a:pt x="6057386" y="940091"/>
                  <a:pt x="6064505" y="940091"/>
                </a:cubicBezTo>
                <a:close/>
                <a:moveTo>
                  <a:pt x="5743477" y="940091"/>
                </a:moveTo>
                <a:cubicBezTo>
                  <a:pt x="5750594" y="940091"/>
                  <a:pt x="5756364" y="945861"/>
                  <a:pt x="5756364" y="952979"/>
                </a:cubicBezTo>
                <a:cubicBezTo>
                  <a:pt x="5756364" y="960096"/>
                  <a:pt x="5750594" y="965866"/>
                  <a:pt x="5743477" y="965866"/>
                </a:cubicBezTo>
                <a:cubicBezTo>
                  <a:pt x="5736359" y="965866"/>
                  <a:pt x="5730590" y="960096"/>
                  <a:pt x="5730590" y="952979"/>
                </a:cubicBezTo>
                <a:cubicBezTo>
                  <a:pt x="5730590" y="945861"/>
                  <a:pt x="5736359" y="940091"/>
                  <a:pt x="5743477" y="940091"/>
                </a:cubicBezTo>
                <a:close/>
                <a:moveTo>
                  <a:pt x="5422451" y="940091"/>
                </a:moveTo>
                <a:cubicBezTo>
                  <a:pt x="5429568" y="940091"/>
                  <a:pt x="5435339" y="945861"/>
                  <a:pt x="5435339" y="952979"/>
                </a:cubicBezTo>
                <a:cubicBezTo>
                  <a:pt x="5435339" y="960096"/>
                  <a:pt x="5429568" y="965866"/>
                  <a:pt x="5422451" y="965866"/>
                </a:cubicBezTo>
                <a:cubicBezTo>
                  <a:pt x="5415332" y="965866"/>
                  <a:pt x="5409564" y="960096"/>
                  <a:pt x="5409564" y="952979"/>
                </a:cubicBezTo>
                <a:cubicBezTo>
                  <a:pt x="5409564" y="945861"/>
                  <a:pt x="5415332" y="940091"/>
                  <a:pt x="5422451" y="940091"/>
                </a:cubicBezTo>
                <a:close/>
                <a:moveTo>
                  <a:pt x="5229719" y="940091"/>
                </a:moveTo>
                <a:cubicBezTo>
                  <a:pt x="5236801" y="940207"/>
                  <a:pt x="5242606" y="945896"/>
                  <a:pt x="5242606" y="952979"/>
                </a:cubicBezTo>
                <a:cubicBezTo>
                  <a:pt x="5242606" y="960061"/>
                  <a:pt x="5236918" y="965866"/>
                  <a:pt x="5229719" y="965866"/>
                </a:cubicBezTo>
                <a:cubicBezTo>
                  <a:pt x="5222637" y="965866"/>
                  <a:pt x="5216831" y="960177"/>
                  <a:pt x="5216831" y="952979"/>
                </a:cubicBezTo>
                <a:cubicBezTo>
                  <a:pt x="5216831" y="945896"/>
                  <a:pt x="5222520" y="940091"/>
                  <a:pt x="5229719" y="940091"/>
                </a:cubicBezTo>
                <a:close/>
                <a:moveTo>
                  <a:pt x="5037104" y="940091"/>
                </a:moveTo>
                <a:cubicBezTo>
                  <a:pt x="5044220" y="940091"/>
                  <a:pt x="5049991" y="945861"/>
                  <a:pt x="5049991" y="952979"/>
                </a:cubicBezTo>
                <a:cubicBezTo>
                  <a:pt x="5049991" y="960096"/>
                  <a:pt x="5044220" y="965866"/>
                  <a:pt x="5037104" y="965866"/>
                </a:cubicBezTo>
                <a:cubicBezTo>
                  <a:pt x="5029986" y="965866"/>
                  <a:pt x="5024216" y="960096"/>
                  <a:pt x="5024216" y="952979"/>
                </a:cubicBezTo>
                <a:cubicBezTo>
                  <a:pt x="5024216" y="945861"/>
                  <a:pt x="5029986" y="940091"/>
                  <a:pt x="5037104" y="940091"/>
                </a:cubicBezTo>
                <a:close/>
                <a:moveTo>
                  <a:pt x="4587666" y="940091"/>
                </a:moveTo>
                <a:cubicBezTo>
                  <a:pt x="4594784" y="940091"/>
                  <a:pt x="4600553" y="945861"/>
                  <a:pt x="4600553" y="952979"/>
                </a:cubicBezTo>
                <a:cubicBezTo>
                  <a:pt x="4600553" y="960096"/>
                  <a:pt x="4594784" y="965866"/>
                  <a:pt x="4587666" y="965866"/>
                </a:cubicBezTo>
                <a:cubicBezTo>
                  <a:pt x="4580549" y="965866"/>
                  <a:pt x="4574778" y="960096"/>
                  <a:pt x="4574778" y="952979"/>
                </a:cubicBezTo>
                <a:cubicBezTo>
                  <a:pt x="4574778" y="945861"/>
                  <a:pt x="4580549" y="940091"/>
                  <a:pt x="4587666" y="940091"/>
                </a:cubicBezTo>
                <a:close/>
                <a:moveTo>
                  <a:pt x="4009702" y="940091"/>
                </a:moveTo>
                <a:cubicBezTo>
                  <a:pt x="4016819" y="940091"/>
                  <a:pt x="4022589" y="945861"/>
                  <a:pt x="4022589" y="952979"/>
                </a:cubicBezTo>
                <a:cubicBezTo>
                  <a:pt x="4022589" y="960096"/>
                  <a:pt x="4016819" y="965866"/>
                  <a:pt x="4009702" y="965866"/>
                </a:cubicBezTo>
                <a:cubicBezTo>
                  <a:pt x="4002585" y="965866"/>
                  <a:pt x="3996814" y="960096"/>
                  <a:pt x="3996814" y="952979"/>
                </a:cubicBezTo>
                <a:cubicBezTo>
                  <a:pt x="3996814" y="945861"/>
                  <a:pt x="4002585" y="940091"/>
                  <a:pt x="4009702" y="940091"/>
                </a:cubicBezTo>
                <a:close/>
                <a:moveTo>
                  <a:pt x="3817086" y="940091"/>
                </a:moveTo>
                <a:cubicBezTo>
                  <a:pt x="3824168" y="940207"/>
                  <a:pt x="3829973" y="945896"/>
                  <a:pt x="3829973" y="952979"/>
                </a:cubicBezTo>
                <a:cubicBezTo>
                  <a:pt x="3829973" y="960061"/>
                  <a:pt x="3824286" y="965866"/>
                  <a:pt x="3817086" y="965866"/>
                </a:cubicBezTo>
                <a:cubicBezTo>
                  <a:pt x="3810004" y="965866"/>
                  <a:pt x="3804199" y="960177"/>
                  <a:pt x="3804199" y="952979"/>
                </a:cubicBezTo>
                <a:cubicBezTo>
                  <a:pt x="3804199" y="945896"/>
                  <a:pt x="3809887" y="940091"/>
                  <a:pt x="3817086" y="940091"/>
                </a:cubicBezTo>
                <a:close/>
                <a:moveTo>
                  <a:pt x="3752882" y="940091"/>
                </a:moveTo>
                <a:cubicBezTo>
                  <a:pt x="3759964" y="940207"/>
                  <a:pt x="3765770" y="945896"/>
                  <a:pt x="3765770" y="952979"/>
                </a:cubicBezTo>
                <a:cubicBezTo>
                  <a:pt x="3765770" y="960061"/>
                  <a:pt x="3760079" y="965866"/>
                  <a:pt x="3752882" y="965866"/>
                </a:cubicBezTo>
                <a:cubicBezTo>
                  <a:pt x="3745798" y="965866"/>
                  <a:pt x="3739993" y="960177"/>
                  <a:pt x="3739993" y="952979"/>
                </a:cubicBezTo>
                <a:cubicBezTo>
                  <a:pt x="3739993" y="945896"/>
                  <a:pt x="3745682" y="940091"/>
                  <a:pt x="3752882" y="940091"/>
                </a:cubicBezTo>
                <a:close/>
                <a:moveTo>
                  <a:pt x="2982301" y="940091"/>
                </a:moveTo>
                <a:cubicBezTo>
                  <a:pt x="2989384" y="940207"/>
                  <a:pt x="2995190" y="945896"/>
                  <a:pt x="2995190" y="952979"/>
                </a:cubicBezTo>
                <a:cubicBezTo>
                  <a:pt x="2995190" y="960061"/>
                  <a:pt x="2989500" y="965866"/>
                  <a:pt x="2982301" y="965866"/>
                </a:cubicBezTo>
                <a:cubicBezTo>
                  <a:pt x="2975219" y="965866"/>
                  <a:pt x="2969414" y="960177"/>
                  <a:pt x="2969414" y="952979"/>
                </a:cubicBezTo>
                <a:cubicBezTo>
                  <a:pt x="2969414" y="945896"/>
                  <a:pt x="2975103" y="940091"/>
                  <a:pt x="2982301" y="940091"/>
                </a:cubicBezTo>
                <a:close/>
                <a:moveTo>
                  <a:pt x="1505464" y="940091"/>
                </a:moveTo>
                <a:cubicBezTo>
                  <a:pt x="1512581" y="940091"/>
                  <a:pt x="1518352" y="945861"/>
                  <a:pt x="1518352" y="952979"/>
                </a:cubicBezTo>
                <a:cubicBezTo>
                  <a:pt x="1518352" y="960096"/>
                  <a:pt x="1512581" y="965866"/>
                  <a:pt x="1505464" y="965866"/>
                </a:cubicBezTo>
                <a:cubicBezTo>
                  <a:pt x="1498346" y="965866"/>
                  <a:pt x="1492577" y="960096"/>
                  <a:pt x="1492577" y="952979"/>
                </a:cubicBezTo>
                <a:cubicBezTo>
                  <a:pt x="1492577" y="945861"/>
                  <a:pt x="1498346" y="940091"/>
                  <a:pt x="1505464" y="940091"/>
                </a:cubicBezTo>
                <a:close/>
                <a:moveTo>
                  <a:pt x="1377055" y="940091"/>
                </a:moveTo>
                <a:cubicBezTo>
                  <a:pt x="1384171" y="940091"/>
                  <a:pt x="1389941" y="945861"/>
                  <a:pt x="1389941" y="952979"/>
                </a:cubicBezTo>
                <a:cubicBezTo>
                  <a:pt x="1389941" y="960096"/>
                  <a:pt x="1384171" y="965866"/>
                  <a:pt x="1377055" y="965866"/>
                </a:cubicBezTo>
                <a:cubicBezTo>
                  <a:pt x="1369937" y="965866"/>
                  <a:pt x="1364167" y="960096"/>
                  <a:pt x="1364167" y="952979"/>
                </a:cubicBezTo>
                <a:cubicBezTo>
                  <a:pt x="1364167" y="945861"/>
                  <a:pt x="1369937" y="940091"/>
                  <a:pt x="1377055" y="940091"/>
                </a:cubicBezTo>
                <a:close/>
                <a:moveTo>
                  <a:pt x="927616" y="940091"/>
                </a:moveTo>
                <a:cubicBezTo>
                  <a:pt x="934736" y="940091"/>
                  <a:pt x="940503" y="945861"/>
                  <a:pt x="940503" y="952979"/>
                </a:cubicBezTo>
                <a:cubicBezTo>
                  <a:pt x="940503" y="960096"/>
                  <a:pt x="934736" y="965866"/>
                  <a:pt x="927616" y="965866"/>
                </a:cubicBezTo>
                <a:cubicBezTo>
                  <a:pt x="920499" y="965866"/>
                  <a:pt x="914731" y="960096"/>
                  <a:pt x="914731" y="952979"/>
                </a:cubicBezTo>
                <a:cubicBezTo>
                  <a:pt x="914731" y="945861"/>
                  <a:pt x="920499" y="940091"/>
                  <a:pt x="927616" y="940091"/>
                </a:cubicBezTo>
                <a:close/>
                <a:moveTo>
                  <a:pt x="346686" y="940091"/>
                </a:moveTo>
                <a:cubicBezTo>
                  <a:pt x="353804" y="940091"/>
                  <a:pt x="359572" y="945861"/>
                  <a:pt x="359572" y="952979"/>
                </a:cubicBezTo>
                <a:cubicBezTo>
                  <a:pt x="359572" y="960096"/>
                  <a:pt x="353802" y="965866"/>
                  <a:pt x="346686" y="965866"/>
                </a:cubicBezTo>
                <a:cubicBezTo>
                  <a:pt x="339567" y="965866"/>
                  <a:pt x="333799" y="960096"/>
                  <a:pt x="333799" y="952979"/>
                </a:cubicBezTo>
                <a:cubicBezTo>
                  <a:pt x="333799" y="945861"/>
                  <a:pt x="339567" y="940091"/>
                  <a:pt x="346686" y="940091"/>
                </a:cubicBezTo>
                <a:close/>
                <a:moveTo>
                  <a:pt x="25659" y="940091"/>
                </a:moveTo>
                <a:cubicBezTo>
                  <a:pt x="32776" y="940091"/>
                  <a:pt x="38547" y="945861"/>
                  <a:pt x="38547" y="952979"/>
                </a:cubicBezTo>
                <a:cubicBezTo>
                  <a:pt x="38547" y="960096"/>
                  <a:pt x="32776" y="965866"/>
                  <a:pt x="25659" y="965866"/>
                </a:cubicBezTo>
                <a:cubicBezTo>
                  <a:pt x="18542" y="965866"/>
                  <a:pt x="12771" y="960096"/>
                  <a:pt x="12771" y="952979"/>
                </a:cubicBezTo>
                <a:cubicBezTo>
                  <a:pt x="12771" y="945861"/>
                  <a:pt x="18542" y="940091"/>
                  <a:pt x="25659" y="940091"/>
                </a:cubicBezTo>
                <a:close/>
                <a:moveTo>
                  <a:pt x="11970691" y="927320"/>
                </a:moveTo>
                <a:cubicBezTo>
                  <a:pt x="11984855" y="927320"/>
                  <a:pt x="11996349" y="938813"/>
                  <a:pt x="11996349" y="952979"/>
                </a:cubicBezTo>
                <a:cubicBezTo>
                  <a:pt x="11996349" y="967143"/>
                  <a:pt x="11984855" y="978637"/>
                  <a:pt x="11970691" y="978637"/>
                </a:cubicBezTo>
                <a:cubicBezTo>
                  <a:pt x="11956525" y="978637"/>
                  <a:pt x="11945033" y="967143"/>
                  <a:pt x="11945033" y="952979"/>
                </a:cubicBezTo>
                <a:cubicBezTo>
                  <a:pt x="11945033" y="938813"/>
                  <a:pt x="11956525" y="927320"/>
                  <a:pt x="11970691" y="927320"/>
                </a:cubicBezTo>
                <a:close/>
                <a:moveTo>
                  <a:pt x="11325670" y="927320"/>
                </a:moveTo>
                <a:cubicBezTo>
                  <a:pt x="11339835" y="927320"/>
                  <a:pt x="11351329" y="938813"/>
                  <a:pt x="11351329" y="952979"/>
                </a:cubicBezTo>
                <a:cubicBezTo>
                  <a:pt x="11351329" y="967143"/>
                  <a:pt x="11339835" y="978637"/>
                  <a:pt x="11325670" y="978637"/>
                </a:cubicBezTo>
                <a:cubicBezTo>
                  <a:pt x="11311505" y="978637"/>
                  <a:pt x="11300012" y="967143"/>
                  <a:pt x="11300012" y="952979"/>
                </a:cubicBezTo>
                <a:cubicBezTo>
                  <a:pt x="11300012" y="938813"/>
                  <a:pt x="11311505" y="927320"/>
                  <a:pt x="11325670" y="927320"/>
                </a:cubicBezTo>
                <a:close/>
                <a:moveTo>
                  <a:pt x="11197259" y="927320"/>
                </a:moveTo>
                <a:cubicBezTo>
                  <a:pt x="11211424" y="927320"/>
                  <a:pt x="11222917" y="938813"/>
                  <a:pt x="11222917" y="952979"/>
                </a:cubicBezTo>
                <a:cubicBezTo>
                  <a:pt x="11222917" y="967143"/>
                  <a:pt x="11211424" y="978637"/>
                  <a:pt x="11197259" y="978637"/>
                </a:cubicBezTo>
                <a:cubicBezTo>
                  <a:pt x="11183094" y="978637"/>
                  <a:pt x="11171601" y="967143"/>
                  <a:pt x="11171601" y="952979"/>
                </a:cubicBezTo>
                <a:cubicBezTo>
                  <a:pt x="11171601" y="938813"/>
                  <a:pt x="11183094" y="927320"/>
                  <a:pt x="11197259" y="927320"/>
                </a:cubicBezTo>
                <a:close/>
                <a:moveTo>
                  <a:pt x="10683501" y="927320"/>
                </a:moveTo>
                <a:cubicBezTo>
                  <a:pt x="10697666" y="927320"/>
                  <a:pt x="10709159" y="938813"/>
                  <a:pt x="10709159" y="952979"/>
                </a:cubicBezTo>
                <a:cubicBezTo>
                  <a:pt x="10709159" y="967143"/>
                  <a:pt x="10697666" y="978637"/>
                  <a:pt x="10683501" y="978637"/>
                </a:cubicBezTo>
                <a:cubicBezTo>
                  <a:pt x="10669336" y="978637"/>
                  <a:pt x="10657843" y="967143"/>
                  <a:pt x="10657843" y="952979"/>
                </a:cubicBezTo>
                <a:cubicBezTo>
                  <a:pt x="10657843" y="938813"/>
                  <a:pt x="10669336" y="927320"/>
                  <a:pt x="10683501" y="927320"/>
                </a:cubicBezTo>
                <a:close/>
                <a:moveTo>
                  <a:pt x="10619297" y="927320"/>
                </a:moveTo>
                <a:cubicBezTo>
                  <a:pt x="10633462" y="927320"/>
                  <a:pt x="10644955" y="938813"/>
                  <a:pt x="10644955" y="952979"/>
                </a:cubicBezTo>
                <a:cubicBezTo>
                  <a:pt x="10644955" y="967143"/>
                  <a:pt x="10633462" y="978637"/>
                  <a:pt x="10619297" y="978637"/>
                </a:cubicBezTo>
                <a:cubicBezTo>
                  <a:pt x="10605132" y="978637"/>
                  <a:pt x="10593639" y="967143"/>
                  <a:pt x="10593639" y="952979"/>
                </a:cubicBezTo>
                <a:cubicBezTo>
                  <a:pt x="10593639" y="938813"/>
                  <a:pt x="10605132" y="927320"/>
                  <a:pt x="10619297" y="927320"/>
                </a:cubicBezTo>
                <a:close/>
                <a:moveTo>
                  <a:pt x="10555092" y="927320"/>
                </a:moveTo>
                <a:cubicBezTo>
                  <a:pt x="10569255" y="927320"/>
                  <a:pt x="10580751" y="938813"/>
                  <a:pt x="10580751" y="952979"/>
                </a:cubicBezTo>
                <a:cubicBezTo>
                  <a:pt x="10580751" y="967143"/>
                  <a:pt x="10569255" y="978637"/>
                  <a:pt x="10555092" y="978637"/>
                </a:cubicBezTo>
                <a:cubicBezTo>
                  <a:pt x="10540927" y="978637"/>
                  <a:pt x="10529432" y="967143"/>
                  <a:pt x="10529432" y="952979"/>
                </a:cubicBezTo>
                <a:cubicBezTo>
                  <a:pt x="10529432" y="938813"/>
                  <a:pt x="10540927" y="927320"/>
                  <a:pt x="10555092" y="927320"/>
                </a:cubicBezTo>
                <a:close/>
                <a:moveTo>
                  <a:pt x="10362474" y="927320"/>
                </a:moveTo>
                <a:cubicBezTo>
                  <a:pt x="10376647" y="927320"/>
                  <a:pt x="10388135" y="938807"/>
                  <a:pt x="10388135" y="952979"/>
                </a:cubicBezTo>
                <a:cubicBezTo>
                  <a:pt x="10388135" y="967150"/>
                  <a:pt x="10376647" y="978637"/>
                  <a:pt x="10362474" y="978637"/>
                </a:cubicBezTo>
                <a:cubicBezTo>
                  <a:pt x="10348304" y="978637"/>
                  <a:pt x="10336816" y="967150"/>
                  <a:pt x="10336816" y="952979"/>
                </a:cubicBezTo>
                <a:cubicBezTo>
                  <a:pt x="10336816" y="938807"/>
                  <a:pt x="10348304" y="927320"/>
                  <a:pt x="10362474" y="927320"/>
                </a:cubicBezTo>
                <a:close/>
                <a:moveTo>
                  <a:pt x="10234065" y="927320"/>
                </a:moveTo>
                <a:cubicBezTo>
                  <a:pt x="10248228" y="927320"/>
                  <a:pt x="10259723" y="938813"/>
                  <a:pt x="10259723" y="952979"/>
                </a:cubicBezTo>
                <a:cubicBezTo>
                  <a:pt x="10259723" y="967143"/>
                  <a:pt x="10248228" y="978637"/>
                  <a:pt x="10234065" y="978637"/>
                </a:cubicBezTo>
                <a:cubicBezTo>
                  <a:pt x="10219900" y="978637"/>
                  <a:pt x="10208404" y="967143"/>
                  <a:pt x="10208404" y="952979"/>
                </a:cubicBezTo>
                <a:cubicBezTo>
                  <a:pt x="10208404" y="938813"/>
                  <a:pt x="10219900" y="927320"/>
                  <a:pt x="10234065" y="927320"/>
                </a:cubicBezTo>
                <a:close/>
                <a:moveTo>
                  <a:pt x="10105654" y="927320"/>
                </a:moveTo>
                <a:cubicBezTo>
                  <a:pt x="10119819" y="927320"/>
                  <a:pt x="10131312" y="938813"/>
                  <a:pt x="10131312" y="952979"/>
                </a:cubicBezTo>
                <a:cubicBezTo>
                  <a:pt x="10131312" y="967143"/>
                  <a:pt x="10119819" y="978637"/>
                  <a:pt x="10105654" y="978637"/>
                </a:cubicBezTo>
                <a:cubicBezTo>
                  <a:pt x="10091489" y="978637"/>
                  <a:pt x="10079996" y="967143"/>
                  <a:pt x="10079996" y="952979"/>
                </a:cubicBezTo>
                <a:cubicBezTo>
                  <a:pt x="10079996" y="938813"/>
                  <a:pt x="10091489" y="927320"/>
                  <a:pt x="10105654" y="927320"/>
                </a:cubicBezTo>
                <a:close/>
                <a:moveTo>
                  <a:pt x="9078253" y="927320"/>
                </a:moveTo>
                <a:cubicBezTo>
                  <a:pt x="9092418" y="927320"/>
                  <a:pt x="9103911" y="938813"/>
                  <a:pt x="9103911" y="952979"/>
                </a:cubicBezTo>
                <a:cubicBezTo>
                  <a:pt x="9103911" y="967143"/>
                  <a:pt x="9092418" y="978637"/>
                  <a:pt x="9078253" y="978637"/>
                </a:cubicBezTo>
                <a:cubicBezTo>
                  <a:pt x="9064088" y="978637"/>
                  <a:pt x="9052595" y="967143"/>
                  <a:pt x="9052595" y="952979"/>
                </a:cubicBezTo>
                <a:cubicBezTo>
                  <a:pt x="9052595" y="938813"/>
                  <a:pt x="9064088" y="927320"/>
                  <a:pt x="9078253" y="927320"/>
                </a:cubicBezTo>
                <a:close/>
                <a:moveTo>
                  <a:pt x="8564495" y="927320"/>
                </a:moveTo>
                <a:cubicBezTo>
                  <a:pt x="8578665" y="927320"/>
                  <a:pt x="8590153" y="938807"/>
                  <a:pt x="8590153" y="952979"/>
                </a:cubicBezTo>
                <a:cubicBezTo>
                  <a:pt x="8590153" y="967150"/>
                  <a:pt x="8578665" y="978637"/>
                  <a:pt x="8564495" y="978637"/>
                </a:cubicBezTo>
                <a:cubicBezTo>
                  <a:pt x="8550325" y="978637"/>
                  <a:pt x="8538837" y="967150"/>
                  <a:pt x="8538837" y="952979"/>
                </a:cubicBezTo>
                <a:cubicBezTo>
                  <a:pt x="8538837" y="938807"/>
                  <a:pt x="8550325" y="927320"/>
                  <a:pt x="8564495" y="927320"/>
                </a:cubicBezTo>
                <a:close/>
                <a:moveTo>
                  <a:pt x="8050852" y="927320"/>
                </a:moveTo>
                <a:cubicBezTo>
                  <a:pt x="8065017" y="927320"/>
                  <a:pt x="8076510" y="938813"/>
                  <a:pt x="8076510" y="952979"/>
                </a:cubicBezTo>
                <a:cubicBezTo>
                  <a:pt x="8076510" y="967143"/>
                  <a:pt x="8065017" y="978637"/>
                  <a:pt x="8050852" y="978637"/>
                </a:cubicBezTo>
                <a:cubicBezTo>
                  <a:pt x="8036687" y="978637"/>
                  <a:pt x="8025194" y="967143"/>
                  <a:pt x="8025194" y="952979"/>
                </a:cubicBezTo>
                <a:cubicBezTo>
                  <a:pt x="8025194" y="938813"/>
                  <a:pt x="8036687" y="927320"/>
                  <a:pt x="8050852" y="927320"/>
                </a:cubicBezTo>
                <a:close/>
                <a:moveTo>
                  <a:pt x="7986648" y="927320"/>
                </a:moveTo>
                <a:cubicBezTo>
                  <a:pt x="8000813" y="927320"/>
                  <a:pt x="8012306" y="938813"/>
                  <a:pt x="8012306" y="952979"/>
                </a:cubicBezTo>
                <a:cubicBezTo>
                  <a:pt x="8012306" y="967143"/>
                  <a:pt x="8000813" y="978637"/>
                  <a:pt x="7986648" y="978637"/>
                </a:cubicBezTo>
                <a:cubicBezTo>
                  <a:pt x="7972483" y="978637"/>
                  <a:pt x="7960990" y="967143"/>
                  <a:pt x="7960990" y="952979"/>
                </a:cubicBezTo>
                <a:cubicBezTo>
                  <a:pt x="7960990" y="938813"/>
                  <a:pt x="7972483" y="927320"/>
                  <a:pt x="7986648" y="927320"/>
                </a:cubicBezTo>
                <a:close/>
                <a:moveTo>
                  <a:pt x="7858237" y="927320"/>
                </a:moveTo>
                <a:cubicBezTo>
                  <a:pt x="7872407" y="927320"/>
                  <a:pt x="7883895" y="938807"/>
                  <a:pt x="7883895" y="952979"/>
                </a:cubicBezTo>
                <a:cubicBezTo>
                  <a:pt x="7883895" y="967150"/>
                  <a:pt x="7872407" y="978637"/>
                  <a:pt x="7858237" y="978637"/>
                </a:cubicBezTo>
                <a:cubicBezTo>
                  <a:pt x="7844066" y="978637"/>
                  <a:pt x="7832578" y="967150"/>
                  <a:pt x="7832578" y="952979"/>
                </a:cubicBezTo>
                <a:cubicBezTo>
                  <a:pt x="7832578" y="938807"/>
                  <a:pt x="7844066" y="927320"/>
                  <a:pt x="7858237" y="927320"/>
                </a:cubicBezTo>
                <a:close/>
                <a:moveTo>
                  <a:pt x="7794032" y="927320"/>
                </a:moveTo>
                <a:cubicBezTo>
                  <a:pt x="7808203" y="927320"/>
                  <a:pt x="7819690" y="938807"/>
                  <a:pt x="7819690" y="952979"/>
                </a:cubicBezTo>
                <a:cubicBezTo>
                  <a:pt x="7819690" y="967150"/>
                  <a:pt x="7808203" y="978637"/>
                  <a:pt x="7794032" y="978637"/>
                </a:cubicBezTo>
                <a:cubicBezTo>
                  <a:pt x="7779862" y="978637"/>
                  <a:pt x="7768371" y="967150"/>
                  <a:pt x="7768371" y="952979"/>
                </a:cubicBezTo>
                <a:cubicBezTo>
                  <a:pt x="7768371" y="938807"/>
                  <a:pt x="7779862" y="927320"/>
                  <a:pt x="7794032" y="927320"/>
                </a:cubicBezTo>
                <a:close/>
                <a:moveTo>
                  <a:pt x="7665621" y="927320"/>
                </a:moveTo>
                <a:cubicBezTo>
                  <a:pt x="7679786" y="927320"/>
                  <a:pt x="7691279" y="938813"/>
                  <a:pt x="7691279" y="952979"/>
                </a:cubicBezTo>
                <a:cubicBezTo>
                  <a:pt x="7691279" y="967143"/>
                  <a:pt x="7679786" y="978637"/>
                  <a:pt x="7665621" y="978637"/>
                </a:cubicBezTo>
                <a:cubicBezTo>
                  <a:pt x="7651456" y="978637"/>
                  <a:pt x="7639963" y="967143"/>
                  <a:pt x="7639963" y="952979"/>
                </a:cubicBezTo>
                <a:cubicBezTo>
                  <a:pt x="7639963" y="938813"/>
                  <a:pt x="7651456" y="927320"/>
                  <a:pt x="7665621" y="927320"/>
                </a:cubicBezTo>
                <a:close/>
                <a:moveTo>
                  <a:pt x="7601299" y="927320"/>
                </a:moveTo>
                <a:cubicBezTo>
                  <a:pt x="7615464" y="927320"/>
                  <a:pt x="7626959" y="938813"/>
                  <a:pt x="7626959" y="952979"/>
                </a:cubicBezTo>
                <a:cubicBezTo>
                  <a:pt x="7626959" y="967143"/>
                  <a:pt x="7615464" y="978637"/>
                  <a:pt x="7601299" y="978637"/>
                </a:cubicBezTo>
                <a:cubicBezTo>
                  <a:pt x="7587134" y="978637"/>
                  <a:pt x="7575640" y="967143"/>
                  <a:pt x="7575640" y="952979"/>
                </a:cubicBezTo>
                <a:cubicBezTo>
                  <a:pt x="7575640" y="938813"/>
                  <a:pt x="7587134" y="927320"/>
                  <a:pt x="7601299" y="927320"/>
                </a:cubicBezTo>
                <a:close/>
                <a:moveTo>
                  <a:pt x="7537094" y="927320"/>
                </a:moveTo>
                <a:cubicBezTo>
                  <a:pt x="7551259" y="927320"/>
                  <a:pt x="7562752" y="938813"/>
                  <a:pt x="7562752" y="952979"/>
                </a:cubicBezTo>
                <a:cubicBezTo>
                  <a:pt x="7562752" y="967143"/>
                  <a:pt x="7551259" y="978637"/>
                  <a:pt x="7537094" y="978637"/>
                </a:cubicBezTo>
                <a:cubicBezTo>
                  <a:pt x="7522929" y="978637"/>
                  <a:pt x="7511436" y="967143"/>
                  <a:pt x="7511436" y="952979"/>
                </a:cubicBezTo>
                <a:cubicBezTo>
                  <a:pt x="7511436" y="938813"/>
                  <a:pt x="7522929" y="927320"/>
                  <a:pt x="7537094" y="927320"/>
                </a:cubicBezTo>
                <a:close/>
                <a:moveTo>
                  <a:pt x="7151863" y="927320"/>
                </a:moveTo>
                <a:cubicBezTo>
                  <a:pt x="7166033" y="927320"/>
                  <a:pt x="7177521" y="938807"/>
                  <a:pt x="7177521" y="952979"/>
                </a:cubicBezTo>
                <a:cubicBezTo>
                  <a:pt x="7177521" y="967150"/>
                  <a:pt x="7166033" y="978637"/>
                  <a:pt x="7151863" y="978637"/>
                </a:cubicBezTo>
                <a:cubicBezTo>
                  <a:pt x="7137692" y="978637"/>
                  <a:pt x="7126205" y="967150"/>
                  <a:pt x="7126205" y="952979"/>
                </a:cubicBezTo>
                <a:cubicBezTo>
                  <a:pt x="7126205" y="938807"/>
                  <a:pt x="7137692" y="927320"/>
                  <a:pt x="7151863" y="927320"/>
                </a:cubicBezTo>
                <a:close/>
                <a:moveTo>
                  <a:pt x="6895043" y="927320"/>
                </a:moveTo>
                <a:cubicBezTo>
                  <a:pt x="6909208" y="927320"/>
                  <a:pt x="6920701" y="938813"/>
                  <a:pt x="6920701" y="952979"/>
                </a:cubicBezTo>
                <a:cubicBezTo>
                  <a:pt x="6920701" y="967143"/>
                  <a:pt x="6909208" y="978637"/>
                  <a:pt x="6895043" y="978637"/>
                </a:cubicBezTo>
                <a:cubicBezTo>
                  <a:pt x="6880878" y="978637"/>
                  <a:pt x="6869382" y="967143"/>
                  <a:pt x="6869382" y="952979"/>
                </a:cubicBezTo>
                <a:cubicBezTo>
                  <a:pt x="6869382" y="938813"/>
                  <a:pt x="6880878" y="927320"/>
                  <a:pt x="6895043" y="927320"/>
                </a:cubicBezTo>
                <a:close/>
                <a:moveTo>
                  <a:pt x="6252873" y="927320"/>
                </a:moveTo>
                <a:cubicBezTo>
                  <a:pt x="6267036" y="927320"/>
                  <a:pt x="6278532" y="938813"/>
                  <a:pt x="6278532" y="952979"/>
                </a:cubicBezTo>
                <a:cubicBezTo>
                  <a:pt x="6278532" y="967143"/>
                  <a:pt x="6267036" y="978637"/>
                  <a:pt x="6252873" y="978637"/>
                </a:cubicBezTo>
                <a:cubicBezTo>
                  <a:pt x="6238708" y="978637"/>
                  <a:pt x="6227213" y="967143"/>
                  <a:pt x="6227213" y="952979"/>
                </a:cubicBezTo>
                <a:cubicBezTo>
                  <a:pt x="6227213" y="938813"/>
                  <a:pt x="6238708" y="927320"/>
                  <a:pt x="6252873" y="927320"/>
                </a:cubicBezTo>
                <a:close/>
                <a:moveTo>
                  <a:pt x="5615066" y="927320"/>
                </a:moveTo>
                <a:cubicBezTo>
                  <a:pt x="5629231" y="927320"/>
                  <a:pt x="5640726" y="938813"/>
                  <a:pt x="5640726" y="952979"/>
                </a:cubicBezTo>
                <a:cubicBezTo>
                  <a:pt x="5640726" y="967143"/>
                  <a:pt x="5629231" y="978637"/>
                  <a:pt x="5615066" y="978637"/>
                </a:cubicBezTo>
                <a:cubicBezTo>
                  <a:pt x="5600901" y="978637"/>
                  <a:pt x="5589407" y="967143"/>
                  <a:pt x="5589407" y="952979"/>
                </a:cubicBezTo>
                <a:cubicBezTo>
                  <a:pt x="5589407" y="938813"/>
                  <a:pt x="5600901" y="927320"/>
                  <a:pt x="5615066" y="927320"/>
                </a:cubicBezTo>
                <a:close/>
                <a:moveTo>
                  <a:pt x="5486655" y="927320"/>
                </a:moveTo>
                <a:cubicBezTo>
                  <a:pt x="5500819" y="927320"/>
                  <a:pt x="5512316" y="938813"/>
                  <a:pt x="5512316" y="952979"/>
                </a:cubicBezTo>
                <a:cubicBezTo>
                  <a:pt x="5512316" y="967143"/>
                  <a:pt x="5500819" y="978637"/>
                  <a:pt x="5486655" y="978637"/>
                </a:cubicBezTo>
                <a:cubicBezTo>
                  <a:pt x="5472491" y="978637"/>
                  <a:pt x="5460997" y="967143"/>
                  <a:pt x="5460997" y="952979"/>
                </a:cubicBezTo>
                <a:cubicBezTo>
                  <a:pt x="5460997" y="938813"/>
                  <a:pt x="5472491" y="927320"/>
                  <a:pt x="5486655" y="927320"/>
                </a:cubicBezTo>
                <a:close/>
                <a:moveTo>
                  <a:pt x="4972896" y="927320"/>
                </a:moveTo>
                <a:cubicBezTo>
                  <a:pt x="4987063" y="927320"/>
                  <a:pt x="4998557" y="938813"/>
                  <a:pt x="4998557" y="952979"/>
                </a:cubicBezTo>
                <a:cubicBezTo>
                  <a:pt x="4998557" y="967143"/>
                  <a:pt x="4987063" y="978637"/>
                  <a:pt x="4972896" y="978637"/>
                </a:cubicBezTo>
                <a:cubicBezTo>
                  <a:pt x="4958732" y="978637"/>
                  <a:pt x="4947240" y="967143"/>
                  <a:pt x="4947240" y="952979"/>
                </a:cubicBezTo>
                <a:cubicBezTo>
                  <a:pt x="4947240" y="938813"/>
                  <a:pt x="4958732" y="927320"/>
                  <a:pt x="4972896" y="927320"/>
                </a:cubicBezTo>
                <a:close/>
                <a:moveTo>
                  <a:pt x="4908693" y="927320"/>
                </a:moveTo>
                <a:cubicBezTo>
                  <a:pt x="4922857" y="927320"/>
                  <a:pt x="4934352" y="938813"/>
                  <a:pt x="4934352" y="952979"/>
                </a:cubicBezTo>
                <a:cubicBezTo>
                  <a:pt x="4934352" y="967143"/>
                  <a:pt x="4922857" y="978637"/>
                  <a:pt x="4908693" y="978637"/>
                </a:cubicBezTo>
                <a:cubicBezTo>
                  <a:pt x="4894527" y="978637"/>
                  <a:pt x="4883033" y="967143"/>
                  <a:pt x="4883033" y="952979"/>
                </a:cubicBezTo>
                <a:cubicBezTo>
                  <a:pt x="4883033" y="938813"/>
                  <a:pt x="4894527" y="927320"/>
                  <a:pt x="4908693" y="927320"/>
                </a:cubicBezTo>
                <a:close/>
                <a:moveTo>
                  <a:pt x="4844487" y="927320"/>
                </a:moveTo>
                <a:cubicBezTo>
                  <a:pt x="4858650" y="927320"/>
                  <a:pt x="4870146" y="938813"/>
                  <a:pt x="4870146" y="952979"/>
                </a:cubicBezTo>
                <a:cubicBezTo>
                  <a:pt x="4870146" y="967143"/>
                  <a:pt x="4858650" y="978637"/>
                  <a:pt x="4844487" y="978637"/>
                </a:cubicBezTo>
                <a:cubicBezTo>
                  <a:pt x="4830322" y="978637"/>
                  <a:pt x="4818828" y="967143"/>
                  <a:pt x="4818828" y="952979"/>
                </a:cubicBezTo>
                <a:cubicBezTo>
                  <a:pt x="4818828" y="938813"/>
                  <a:pt x="4830322" y="927320"/>
                  <a:pt x="4844487" y="927320"/>
                </a:cubicBezTo>
                <a:close/>
                <a:moveTo>
                  <a:pt x="4651872" y="927320"/>
                </a:moveTo>
                <a:cubicBezTo>
                  <a:pt x="4666042" y="927320"/>
                  <a:pt x="4677531" y="938807"/>
                  <a:pt x="4677531" y="952979"/>
                </a:cubicBezTo>
                <a:cubicBezTo>
                  <a:pt x="4677531" y="967150"/>
                  <a:pt x="4666042" y="978637"/>
                  <a:pt x="4651872" y="978637"/>
                </a:cubicBezTo>
                <a:cubicBezTo>
                  <a:pt x="4637700" y="978637"/>
                  <a:pt x="4626213" y="967150"/>
                  <a:pt x="4626213" y="952979"/>
                </a:cubicBezTo>
                <a:cubicBezTo>
                  <a:pt x="4626213" y="938807"/>
                  <a:pt x="4637700" y="927320"/>
                  <a:pt x="4651872" y="927320"/>
                </a:cubicBezTo>
                <a:close/>
                <a:moveTo>
                  <a:pt x="4523461" y="927320"/>
                </a:moveTo>
                <a:cubicBezTo>
                  <a:pt x="4537626" y="927320"/>
                  <a:pt x="4549121" y="938813"/>
                  <a:pt x="4549121" y="952979"/>
                </a:cubicBezTo>
                <a:cubicBezTo>
                  <a:pt x="4549121" y="967143"/>
                  <a:pt x="4537626" y="978637"/>
                  <a:pt x="4523461" y="978637"/>
                </a:cubicBezTo>
                <a:cubicBezTo>
                  <a:pt x="4509296" y="978637"/>
                  <a:pt x="4497802" y="967143"/>
                  <a:pt x="4497802" y="952979"/>
                </a:cubicBezTo>
                <a:cubicBezTo>
                  <a:pt x="4497802" y="938813"/>
                  <a:pt x="4509296" y="927320"/>
                  <a:pt x="4523461" y="927320"/>
                </a:cubicBezTo>
                <a:close/>
                <a:moveTo>
                  <a:pt x="4395050" y="927320"/>
                </a:moveTo>
                <a:cubicBezTo>
                  <a:pt x="4409214" y="927320"/>
                  <a:pt x="4420710" y="938813"/>
                  <a:pt x="4420710" y="952979"/>
                </a:cubicBezTo>
                <a:cubicBezTo>
                  <a:pt x="4420710" y="967143"/>
                  <a:pt x="4409214" y="978637"/>
                  <a:pt x="4395050" y="978637"/>
                </a:cubicBezTo>
                <a:cubicBezTo>
                  <a:pt x="4380886" y="978637"/>
                  <a:pt x="4369391" y="967143"/>
                  <a:pt x="4369391" y="952979"/>
                </a:cubicBezTo>
                <a:cubicBezTo>
                  <a:pt x="4369391" y="938813"/>
                  <a:pt x="4380886" y="927320"/>
                  <a:pt x="4395050" y="927320"/>
                </a:cubicBezTo>
                <a:close/>
                <a:moveTo>
                  <a:pt x="3367649" y="927320"/>
                </a:moveTo>
                <a:cubicBezTo>
                  <a:pt x="3381813" y="927320"/>
                  <a:pt x="3393308" y="938813"/>
                  <a:pt x="3393308" y="952979"/>
                </a:cubicBezTo>
                <a:cubicBezTo>
                  <a:pt x="3393308" y="967143"/>
                  <a:pt x="3381813" y="978637"/>
                  <a:pt x="3367649" y="978637"/>
                </a:cubicBezTo>
                <a:cubicBezTo>
                  <a:pt x="3353484" y="978637"/>
                  <a:pt x="3341990" y="967143"/>
                  <a:pt x="3341990" y="952979"/>
                </a:cubicBezTo>
                <a:cubicBezTo>
                  <a:pt x="3341990" y="938813"/>
                  <a:pt x="3353484" y="927320"/>
                  <a:pt x="3367649" y="927320"/>
                </a:cubicBezTo>
                <a:close/>
                <a:moveTo>
                  <a:pt x="2853890" y="927320"/>
                </a:moveTo>
                <a:cubicBezTo>
                  <a:pt x="2868062" y="927320"/>
                  <a:pt x="2879550" y="938807"/>
                  <a:pt x="2879550" y="952979"/>
                </a:cubicBezTo>
                <a:cubicBezTo>
                  <a:pt x="2879550" y="967150"/>
                  <a:pt x="2868062" y="978637"/>
                  <a:pt x="2853890" y="978637"/>
                </a:cubicBezTo>
                <a:cubicBezTo>
                  <a:pt x="2839720" y="978637"/>
                  <a:pt x="2828231" y="967150"/>
                  <a:pt x="2828231" y="952979"/>
                </a:cubicBezTo>
                <a:cubicBezTo>
                  <a:pt x="2828231" y="938807"/>
                  <a:pt x="2839720" y="927320"/>
                  <a:pt x="2853890" y="927320"/>
                </a:cubicBezTo>
                <a:close/>
                <a:moveTo>
                  <a:pt x="2340249" y="927320"/>
                </a:moveTo>
                <a:cubicBezTo>
                  <a:pt x="2354413" y="927320"/>
                  <a:pt x="2365908" y="938813"/>
                  <a:pt x="2365908" y="952979"/>
                </a:cubicBezTo>
                <a:cubicBezTo>
                  <a:pt x="2365908" y="967143"/>
                  <a:pt x="2354413" y="978637"/>
                  <a:pt x="2340249" y="978637"/>
                </a:cubicBezTo>
                <a:cubicBezTo>
                  <a:pt x="2326084" y="978637"/>
                  <a:pt x="2314590" y="967143"/>
                  <a:pt x="2314590" y="952979"/>
                </a:cubicBezTo>
                <a:cubicBezTo>
                  <a:pt x="2314590" y="938813"/>
                  <a:pt x="2326084" y="927320"/>
                  <a:pt x="2340249" y="927320"/>
                </a:cubicBezTo>
                <a:close/>
                <a:moveTo>
                  <a:pt x="2276044" y="927320"/>
                </a:moveTo>
                <a:cubicBezTo>
                  <a:pt x="2290208" y="927320"/>
                  <a:pt x="2301702" y="938813"/>
                  <a:pt x="2301702" y="952979"/>
                </a:cubicBezTo>
                <a:cubicBezTo>
                  <a:pt x="2301702" y="967143"/>
                  <a:pt x="2290208" y="978637"/>
                  <a:pt x="2276044" y="978637"/>
                </a:cubicBezTo>
                <a:cubicBezTo>
                  <a:pt x="2261879" y="978637"/>
                  <a:pt x="2250385" y="967143"/>
                  <a:pt x="2250385" y="952979"/>
                </a:cubicBezTo>
                <a:cubicBezTo>
                  <a:pt x="2250385" y="938813"/>
                  <a:pt x="2261879" y="927320"/>
                  <a:pt x="2276044" y="927320"/>
                </a:cubicBezTo>
                <a:close/>
                <a:moveTo>
                  <a:pt x="2147633" y="927320"/>
                </a:moveTo>
                <a:cubicBezTo>
                  <a:pt x="2161804" y="927320"/>
                  <a:pt x="2173293" y="938807"/>
                  <a:pt x="2173293" y="952979"/>
                </a:cubicBezTo>
                <a:cubicBezTo>
                  <a:pt x="2173293" y="967150"/>
                  <a:pt x="2161804" y="978637"/>
                  <a:pt x="2147633" y="978637"/>
                </a:cubicBezTo>
                <a:cubicBezTo>
                  <a:pt x="2133462" y="978637"/>
                  <a:pt x="2121975" y="967150"/>
                  <a:pt x="2121975" y="952979"/>
                </a:cubicBezTo>
                <a:cubicBezTo>
                  <a:pt x="2121975" y="938807"/>
                  <a:pt x="2133462" y="927320"/>
                  <a:pt x="2147633" y="927320"/>
                </a:cubicBezTo>
                <a:close/>
                <a:moveTo>
                  <a:pt x="2083427" y="927320"/>
                </a:moveTo>
                <a:cubicBezTo>
                  <a:pt x="2097599" y="927320"/>
                  <a:pt x="2109087" y="938807"/>
                  <a:pt x="2109087" y="952979"/>
                </a:cubicBezTo>
                <a:cubicBezTo>
                  <a:pt x="2109087" y="967150"/>
                  <a:pt x="2097599" y="978637"/>
                  <a:pt x="2083427" y="978637"/>
                </a:cubicBezTo>
                <a:cubicBezTo>
                  <a:pt x="2069257" y="978637"/>
                  <a:pt x="2057768" y="967150"/>
                  <a:pt x="2057768" y="952979"/>
                </a:cubicBezTo>
                <a:cubicBezTo>
                  <a:pt x="2057768" y="938807"/>
                  <a:pt x="2069257" y="927320"/>
                  <a:pt x="2083427" y="927320"/>
                </a:cubicBezTo>
                <a:close/>
                <a:moveTo>
                  <a:pt x="1955016" y="927320"/>
                </a:moveTo>
                <a:cubicBezTo>
                  <a:pt x="1969181" y="927320"/>
                  <a:pt x="1980676" y="938813"/>
                  <a:pt x="1980676" y="952979"/>
                </a:cubicBezTo>
                <a:cubicBezTo>
                  <a:pt x="1980676" y="967143"/>
                  <a:pt x="1969181" y="978637"/>
                  <a:pt x="1955016" y="978637"/>
                </a:cubicBezTo>
                <a:cubicBezTo>
                  <a:pt x="1940851" y="978637"/>
                  <a:pt x="1929358" y="967143"/>
                  <a:pt x="1929358" y="952979"/>
                </a:cubicBezTo>
                <a:cubicBezTo>
                  <a:pt x="1929358" y="938813"/>
                  <a:pt x="1940851" y="927320"/>
                  <a:pt x="1955016" y="927320"/>
                </a:cubicBezTo>
                <a:close/>
                <a:moveTo>
                  <a:pt x="1890696" y="927320"/>
                </a:moveTo>
                <a:cubicBezTo>
                  <a:pt x="1904860" y="927320"/>
                  <a:pt x="1916355" y="938813"/>
                  <a:pt x="1916355" y="952979"/>
                </a:cubicBezTo>
                <a:cubicBezTo>
                  <a:pt x="1916355" y="967143"/>
                  <a:pt x="1904860" y="978637"/>
                  <a:pt x="1890696" y="978637"/>
                </a:cubicBezTo>
                <a:cubicBezTo>
                  <a:pt x="1876531" y="978637"/>
                  <a:pt x="1865037" y="967143"/>
                  <a:pt x="1865037" y="952979"/>
                </a:cubicBezTo>
                <a:cubicBezTo>
                  <a:pt x="1865037" y="938813"/>
                  <a:pt x="1876531" y="927320"/>
                  <a:pt x="1890696" y="927320"/>
                </a:cubicBezTo>
                <a:close/>
                <a:moveTo>
                  <a:pt x="1826490" y="927320"/>
                </a:moveTo>
                <a:cubicBezTo>
                  <a:pt x="1840654" y="927320"/>
                  <a:pt x="1852149" y="938813"/>
                  <a:pt x="1852149" y="952979"/>
                </a:cubicBezTo>
                <a:cubicBezTo>
                  <a:pt x="1852149" y="967143"/>
                  <a:pt x="1840654" y="978637"/>
                  <a:pt x="1826490" y="978637"/>
                </a:cubicBezTo>
                <a:cubicBezTo>
                  <a:pt x="1812325" y="978637"/>
                  <a:pt x="1800830" y="967143"/>
                  <a:pt x="1800830" y="952979"/>
                </a:cubicBezTo>
                <a:cubicBezTo>
                  <a:pt x="1800830" y="938813"/>
                  <a:pt x="1812325" y="927320"/>
                  <a:pt x="1826490" y="927320"/>
                </a:cubicBezTo>
                <a:close/>
                <a:moveTo>
                  <a:pt x="1441258" y="927320"/>
                </a:moveTo>
                <a:cubicBezTo>
                  <a:pt x="1455430" y="927320"/>
                  <a:pt x="1466917" y="938807"/>
                  <a:pt x="1466917" y="952979"/>
                </a:cubicBezTo>
                <a:cubicBezTo>
                  <a:pt x="1466917" y="967150"/>
                  <a:pt x="1455430" y="978637"/>
                  <a:pt x="1441258" y="978637"/>
                </a:cubicBezTo>
                <a:cubicBezTo>
                  <a:pt x="1427087" y="978637"/>
                  <a:pt x="1415599" y="967150"/>
                  <a:pt x="1415599" y="952979"/>
                </a:cubicBezTo>
                <a:cubicBezTo>
                  <a:pt x="1415599" y="938807"/>
                  <a:pt x="1427087" y="927320"/>
                  <a:pt x="1441258" y="927320"/>
                </a:cubicBezTo>
                <a:close/>
                <a:moveTo>
                  <a:pt x="1184437" y="927320"/>
                </a:moveTo>
                <a:cubicBezTo>
                  <a:pt x="1198602" y="927320"/>
                  <a:pt x="1210096" y="938813"/>
                  <a:pt x="1210096" y="952979"/>
                </a:cubicBezTo>
                <a:cubicBezTo>
                  <a:pt x="1210096" y="967143"/>
                  <a:pt x="1198602" y="978637"/>
                  <a:pt x="1184437" y="978637"/>
                </a:cubicBezTo>
                <a:cubicBezTo>
                  <a:pt x="1170273" y="978637"/>
                  <a:pt x="1158780" y="967143"/>
                  <a:pt x="1158780" y="952979"/>
                </a:cubicBezTo>
                <a:cubicBezTo>
                  <a:pt x="1158780" y="938813"/>
                  <a:pt x="1170273" y="927320"/>
                  <a:pt x="1184437" y="927320"/>
                </a:cubicBezTo>
                <a:close/>
                <a:moveTo>
                  <a:pt x="542268" y="927320"/>
                </a:moveTo>
                <a:cubicBezTo>
                  <a:pt x="556433" y="927320"/>
                  <a:pt x="567927" y="938813"/>
                  <a:pt x="567927" y="952979"/>
                </a:cubicBezTo>
                <a:cubicBezTo>
                  <a:pt x="567927" y="967143"/>
                  <a:pt x="556433" y="978637"/>
                  <a:pt x="542268" y="978637"/>
                </a:cubicBezTo>
                <a:cubicBezTo>
                  <a:pt x="528104" y="978637"/>
                  <a:pt x="516610" y="967143"/>
                  <a:pt x="516610" y="952979"/>
                </a:cubicBezTo>
                <a:cubicBezTo>
                  <a:pt x="516610" y="938813"/>
                  <a:pt x="528104" y="927320"/>
                  <a:pt x="542268" y="927320"/>
                </a:cubicBezTo>
                <a:close/>
                <a:moveTo>
                  <a:pt x="11775107" y="872983"/>
                </a:moveTo>
                <a:cubicBezTo>
                  <a:pt x="11782225" y="872983"/>
                  <a:pt x="11787995" y="878753"/>
                  <a:pt x="11787995" y="885871"/>
                </a:cubicBezTo>
                <a:cubicBezTo>
                  <a:pt x="11787995" y="892988"/>
                  <a:pt x="11782225" y="898758"/>
                  <a:pt x="11775107" y="898758"/>
                </a:cubicBezTo>
                <a:cubicBezTo>
                  <a:pt x="11767991" y="898758"/>
                  <a:pt x="11762221" y="892988"/>
                  <a:pt x="11762221" y="885871"/>
                </a:cubicBezTo>
                <a:cubicBezTo>
                  <a:pt x="11762221" y="878753"/>
                  <a:pt x="11767991" y="872983"/>
                  <a:pt x="11775107" y="872983"/>
                </a:cubicBezTo>
                <a:close/>
                <a:moveTo>
                  <a:pt x="11454081" y="872983"/>
                </a:moveTo>
                <a:cubicBezTo>
                  <a:pt x="11461197" y="872983"/>
                  <a:pt x="11466969" y="878753"/>
                  <a:pt x="11466969" y="885871"/>
                </a:cubicBezTo>
                <a:cubicBezTo>
                  <a:pt x="11466969" y="892988"/>
                  <a:pt x="11461197" y="898758"/>
                  <a:pt x="11454081" y="898758"/>
                </a:cubicBezTo>
                <a:cubicBezTo>
                  <a:pt x="11446963" y="898758"/>
                  <a:pt x="11441194" y="892988"/>
                  <a:pt x="11441194" y="885871"/>
                </a:cubicBezTo>
                <a:cubicBezTo>
                  <a:pt x="11441194" y="878753"/>
                  <a:pt x="11446963" y="872983"/>
                  <a:pt x="11454081" y="872983"/>
                </a:cubicBezTo>
                <a:close/>
                <a:moveTo>
                  <a:pt x="11133055" y="872983"/>
                </a:moveTo>
                <a:cubicBezTo>
                  <a:pt x="11140171" y="872983"/>
                  <a:pt x="11145943" y="878753"/>
                  <a:pt x="11145943" y="885871"/>
                </a:cubicBezTo>
                <a:cubicBezTo>
                  <a:pt x="11145943" y="892988"/>
                  <a:pt x="11140171" y="898758"/>
                  <a:pt x="11133055" y="898758"/>
                </a:cubicBezTo>
                <a:cubicBezTo>
                  <a:pt x="11125936" y="898758"/>
                  <a:pt x="11120167" y="892988"/>
                  <a:pt x="11120167" y="885871"/>
                </a:cubicBezTo>
                <a:cubicBezTo>
                  <a:pt x="11120167" y="878753"/>
                  <a:pt x="11125936" y="872983"/>
                  <a:pt x="11133055" y="872983"/>
                </a:cubicBezTo>
                <a:close/>
                <a:moveTo>
                  <a:pt x="10940324" y="872983"/>
                </a:moveTo>
                <a:cubicBezTo>
                  <a:pt x="10947405" y="872983"/>
                  <a:pt x="10953209" y="878788"/>
                  <a:pt x="10953209" y="885871"/>
                </a:cubicBezTo>
                <a:cubicBezTo>
                  <a:pt x="10953209" y="892953"/>
                  <a:pt x="10947520" y="898758"/>
                  <a:pt x="10940324" y="898758"/>
                </a:cubicBezTo>
                <a:cubicBezTo>
                  <a:pt x="10933240" y="898758"/>
                  <a:pt x="10927436" y="893069"/>
                  <a:pt x="10927436" y="885871"/>
                </a:cubicBezTo>
                <a:cubicBezTo>
                  <a:pt x="10927436" y="878672"/>
                  <a:pt x="10933125" y="872983"/>
                  <a:pt x="10940324" y="872983"/>
                </a:cubicBezTo>
                <a:close/>
                <a:moveTo>
                  <a:pt x="10298270" y="872983"/>
                </a:moveTo>
                <a:cubicBezTo>
                  <a:pt x="10305388" y="872983"/>
                  <a:pt x="10311158" y="878753"/>
                  <a:pt x="10311158" y="885871"/>
                </a:cubicBezTo>
                <a:cubicBezTo>
                  <a:pt x="10311158" y="892988"/>
                  <a:pt x="10305388" y="898758"/>
                  <a:pt x="10298270" y="898758"/>
                </a:cubicBezTo>
                <a:cubicBezTo>
                  <a:pt x="10291154" y="898758"/>
                  <a:pt x="10285382" y="892988"/>
                  <a:pt x="10285382" y="885871"/>
                </a:cubicBezTo>
                <a:cubicBezTo>
                  <a:pt x="10285382" y="878753"/>
                  <a:pt x="10291154" y="872983"/>
                  <a:pt x="10298270" y="872983"/>
                </a:cubicBezTo>
                <a:close/>
                <a:moveTo>
                  <a:pt x="9720307" y="872983"/>
                </a:moveTo>
                <a:cubicBezTo>
                  <a:pt x="9727423" y="872983"/>
                  <a:pt x="9733193" y="878753"/>
                  <a:pt x="9733193" y="885871"/>
                </a:cubicBezTo>
                <a:cubicBezTo>
                  <a:pt x="9733193" y="892988"/>
                  <a:pt x="9727423" y="898758"/>
                  <a:pt x="9720307" y="898758"/>
                </a:cubicBezTo>
                <a:cubicBezTo>
                  <a:pt x="9713189" y="898758"/>
                  <a:pt x="9707419" y="892988"/>
                  <a:pt x="9707419" y="885871"/>
                </a:cubicBezTo>
                <a:cubicBezTo>
                  <a:pt x="9707419" y="878753"/>
                  <a:pt x="9713189" y="872983"/>
                  <a:pt x="9720307" y="872983"/>
                </a:cubicBezTo>
                <a:close/>
                <a:moveTo>
                  <a:pt x="9463485" y="872983"/>
                </a:moveTo>
                <a:cubicBezTo>
                  <a:pt x="9470568" y="872983"/>
                  <a:pt x="9476373" y="878788"/>
                  <a:pt x="9476373" y="885871"/>
                </a:cubicBezTo>
                <a:cubicBezTo>
                  <a:pt x="9476373" y="892953"/>
                  <a:pt x="9470683" y="898758"/>
                  <a:pt x="9463485" y="898758"/>
                </a:cubicBezTo>
                <a:cubicBezTo>
                  <a:pt x="9456403" y="898758"/>
                  <a:pt x="9450597" y="893069"/>
                  <a:pt x="9450597" y="885871"/>
                </a:cubicBezTo>
                <a:cubicBezTo>
                  <a:pt x="9450597" y="878672"/>
                  <a:pt x="9456286" y="872983"/>
                  <a:pt x="9463485" y="872983"/>
                </a:cubicBezTo>
                <a:close/>
                <a:moveTo>
                  <a:pt x="9078138" y="872983"/>
                </a:moveTo>
                <a:cubicBezTo>
                  <a:pt x="9085334" y="872983"/>
                  <a:pt x="9091023" y="878788"/>
                  <a:pt x="9091023" y="885871"/>
                </a:cubicBezTo>
                <a:cubicBezTo>
                  <a:pt x="9091023" y="892953"/>
                  <a:pt x="9085334" y="898758"/>
                  <a:pt x="9078138" y="898758"/>
                </a:cubicBezTo>
                <a:cubicBezTo>
                  <a:pt x="9071054" y="898758"/>
                  <a:pt x="9065250" y="893069"/>
                  <a:pt x="9065250" y="885871"/>
                </a:cubicBezTo>
                <a:cubicBezTo>
                  <a:pt x="9065250" y="878672"/>
                  <a:pt x="9070939" y="872983"/>
                  <a:pt x="9078138" y="872983"/>
                </a:cubicBezTo>
                <a:close/>
                <a:moveTo>
                  <a:pt x="7216067" y="872983"/>
                </a:moveTo>
                <a:cubicBezTo>
                  <a:pt x="7223186" y="872983"/>
                  <a:pt x="7228955" y="878753"/>
                  <a:pt x="7228955" y="885871"/>
                </a:cubicBezTo>
                <a:cubicBezTo>
                  <a:pt x="7228955" y="892988"/>
                  <a:pt x="7223186" y="898758"/>
                  <a:pt x="7216067" y="898758"/>
                </a:cubicBezTo>
                <a:cubicBezTo>
                  <a:pt x="7208951" y="898758"/>
                  <a:pt x="7203179" y="892988"/>
                  <a:pt x="7203179" y="885871"/>
                </a:cubicBezTo>
                <a:cubicBezTo>
                  <a:pt x="7203179" y="878753"/>
                  <a:pt x="7208951" y="872983"/>
                  <a:pt x="7216067" y="872983"/>
                </a:cubicBezTo>
                <a:close/>
                <a:moveTo>
                  <a:pt x="6638220" y="872983"/>
                </a:moveTo>
                <a:cubicBezTo>
                  <a:pt x="6645339" y="872983"/>
                  <a:pt x="6651108" y="878753"/>
                  <a:pt x="6651108" y="885871"/>
                </a:cubicBezTo>
                <a:cubicBezTo>
                  <a:pt x="6651108" y="892988"/>
                  <a:pt x="6645339" y="898758"/>
                  <a:pt x="6638220" y="898758"/>
                </a:cubicBezTo>
                <a:cubicBezTo>
                  <a:pt x="6631104" y="898758"/>
                  <a:pt x="6625335" y="892988"/>
                  <a:pt x="6625335" y="885871"/>
                </a:cubicBezTo>
                <a:cubicBezTo>
                  <a:pt x="6625335" y="878753"/>
                  <a:pt x="6631104" y="872983"/>
                  <a:pt x="6638220" y="872983"/>
                </a:cubicBezTo>
                <a:close/>
                <a:moveTo>
                  <a:pt x="6064505" y="872983"/>
                </a:moveTo>
                <a:cubicBezTo>
                  <a:pt x="6071623" y="872983"/>
                  <a:pt x="6077390" y="878753"/>
                  <a:pt x="6077390" y="885871"/>
                </a:cubicBezTo>
                <a:cubicBezTo>
                  <a:pt x="6077390" y="892988"/>
                  <a:pt x="6071621" y="898758"/>
                  <a:pt x="6064505" y="898758"/>
                </a:cubicBezTo>
                <a:cubicBezTo>
                  <a:pt x="6057386" y="898758"/>
                  <a:pt x="6051617" y="892988"/>
                  <a:pt x="6051617" y="885871"/>
                </a:cubicBezTo>
                <a:cubicBezTo>
                  <a:pt x="6051617" y="878753"/>
                  <a:pt x="6057386" y="872983"/>
                  <a:pt x="6064505" y="872983"/>
                </a:cubicBezTo>
                <a:close/>
                <a:moveTo>
                  <a:pt x="5743477" y="872983"/>
                </a:moveTo>
                <a:cubicBezTo>
                  <a:pt x="5750594" y="872983"/>
                  <a:pt x="5756364" y="878753"/>
                  <a:pt x="5756364" y="885871"/>
                </a:cubicBezTo>
                <a:cubicBezTo>
                  <a:pt x="5756364" y="892988"/>
                  <a:pt x="5750594" y="898758"/>
                  <a:pt x="5743477" y="898758"/>
                </a:cubicBezTo>
                <a:cubicBezTo>
                  <a:pt x="5736359" y="898758"/>
                  <a:pt x="5730590" y="892988"/>
                  <a:pt x="5730590" y="885871"/>
                </a:cubicBezTo>
                <a:cubicBezTo>
                  <a:pt x="5730590" y="878753"/>
                  <a:pt x="5736359" y="872983"/>
                  <a:pt x="5743477" y="872983"/>
                </a:cubicBezTo>
                <a:close/>
                <a:moveTo>
                  <a:pt x="5422451" y="872983"/>
                </a:moveTo>
                <a:cubicBezTo>
                  <a:pt x="5429568" y="872983"/>
                  <a:pt x="5435339" y="878753"/>
                  <a:pt x="5435339" y="885871"/>
                </a:cubicBezTo>
                <a:cubicBezTo>
                  <a:pt x="5435339" y="892988"/>
                  <a:pt x="5429568" y="898758"/>
                  <a:pt x="5422451" y="898758"/>
                </a:cubicBezTo>
                <a:cubicBezTo>
                  <a:pt x="5415332" y="898758"/>
                  <a:pt x="5409564" y="892988"/>
                  <a:pt x="5409564" y="885871"/>
                </a:cubicBezTo>
                <a:cubicBezTo>
                  <a:pt x="5409564" y="878753"/>
                  <a:pt x="5415332" y="872983"/>
                  <a:pt x="5422451" y="872983"/>
                </a:cubicBezTo>
                <a:close/>
                <a:moveTo>
                  <a:pt x="5229719" y="872983"/>
                </a:moveTo>
                <a:cubicBezTo>
                  <a:pt x="5236801" y="872983"/>
                  <a:pt x="5242606" y="878788"/>
                  <a:pt x="5242606" y="885871"/>
                </a:cubicBezTo>
                <a:cubicBezTo>
                  <a:pt x="5242606" y="892953"/>
                  <a:pt x="5236918" y="898758"/>
                  <a:pt x="5229719" y="898758"/>
                </a:cubicBezTo>
                <a:cubicBezTo>
                  <a:pt x="5222637" y="898758"/>
                  <a:pt x="5216831" y="893069"/>
                  <a:pt x="5216831" y="885871"/>
                </a:cubicBezTo>
                <a:cubicBezTo>
                  <a:pt x="5216831" y="878672"/>
                  <a:pt x="5222520" y="872983"/>
                  <a:pt x="5229719" y="872983"/>
                </a:cubicBezTo>
                <a:close/>
                <a:moveTo>
                  <a:pt x="4587666" y="872983"/>
                </a:moveTo>
                <a:cubicBezTo>
                  <a:pt x="4594784" y="872983"/>
                  <a:pt x="4600553" y="878753"/>
                  <a:pt x="4600553" y="885871"/>
                </a:cubicBezTo>
                <a:cubicBezTo>
                  <a:pt x="4600553" y="892988"/>
                  <a:pt x="4594784" y="898758"/>
                  <a:pt x="4587666" y="898758"/>
                </a:cubicBezTo>
                <a:cubicBezTo>
                  <a:pt x="4580549" y="898758"/>
                  <a:pt x="4574778" y="892988"/>
                  <a:pt x="4574778" y="885871"/>
                </a:cubicBezTo>
                <a:cubicBezTo>
                  <a:pt x="4574778" y="878753"/>
                  <a:pt x="4580549" y="872983"/>
                  <a:pt x="4587666" y="872983"/>
                </a:cubicBezTo>
                <a:close/>
                <a:moveTo>
                  <a:pt x="4009702" y="872983"/>
                </a:moveTo>
                <a:cubicBezTo>
                  <a:pt x="4016819" y="872983"/>
                  <a:pt x="4022589" y="878753"/>
                  <a:pt x="4022589" y="885871"/>
                </a:cubicBezTo>
                <a:cubicBezTo>
                  <a:pt x="4022589" y="892988"/>
                  <a:pt x="4016819" y="898758"/>
                  <a:pt x="4009702" y="898758"/>
                </a:cubicBezTo>
                <a:cubicBezTo>
                  <a:pt x="4002585" y="898758"/>
                  <a:pt x="3996814" y="892988"/>
                  <a:pt x="3996814" y="885871"/>
                </a:cubicBezTo>
                <a:cubicBezTo>
                  <a:pt x="3996814" y="878753"/>
                  <a:pt x="4002585" y="872983"/>
                  <a:pt x="4009702" y="872983"/>
                </a:cubicBezTo>
                <a:close/>
                <a:moveTo>
                  <a:pt x="3752882" y="872983"/>
                </a:moveTo>
                <a:cubicBezTo>
                  <a:pt x="3759964" y="872983"/>
                  <a:pt x="3765770" y="878788"/>
                  <a:pt x="3765770" y="885871"/>
                </a:cubicBezTo>
                <a:cubicBezTo>
                  <a:pt x="3765770" y="892953"/>
                  <a:pt x="3760079" y="898758"/>
                  <a:pt x="3752882" y="898758"/>
                </a:cubicBezTo>
                <a:cubicBezTo>
                  <a:pt x="3745798" y="898758"/>
                  <a:pt x="3739993" y="893069"/>
                  <a:pt x="3739993" y="885871"/>
                </a:cubicBezTo>
                <a:cubicBezTo>
                  <a:pt x="3739993" y="878672"/>
                  <a:pt x="3745682" y="872983"/>
                  <a:pt x="3752882" y="872983"/>
                </a:cubicBezTo>
                <a:close/>
                <a:moveTo>
                  <a:pt x="3367532" y="872983"/>
                </a:moveTo>
                <a:cubicBezTo>
                  <a:pt x="3374732" y="872983"/>
                  <a:pt x="3380421" y="878788"/>
                  <a:pt x="3380421" y="885871"/>
                </a:cubicBezTo>
                <a:cubicBezTo>
                  <a:pt x="3380421" y="892953"/>
                  <a:pt x="3374732" y="898758"/>
                  <a:pt x="3367532" y="898758"/>
                </a:cubicBezTo>
                <a:cubicBezTo>
                  <a:pt x="3360450" y="898758"/>
                  <a:pt x="3354645" y="893069"/>
                  <a:pt x="3354645" y="885871"/>
                </a:cubicBezTo>
                <a:cubicBezTo>
                  <a:pt x="3354645" y="878672"/>
                  <a:pt x="3360336" y="872983"/>
                  <a:pt x="3367532" y="872983"/>
                </a:cubicBezTo>
                <a:close/>
                <a:moveTo>
                  <a:pt x="1505464" y="872983"/>
                </a:moveTo>
                <a:cubicBezTo>
                  <a:pt x="1512581" y="872983"/>
                  <a:pt x="1518352" y="878753"/>
                  <a:pt x="1518352" y="885871"/>
                </a:cubicBezTo>
                <a:cubicBezTo>
                  <a:pt x="1518352" y="892988"/>
                  <a:pt x="1512581" y="898758"/>
                  <a:pt x="1505464" y="898758"/>
                </a:cubicBezTo>
                <a:cubicBezTo>
                  <a:pt x="1498346" y="898758"/>
                  <a:pt x="1492577" y="892988"/>
                  <a:pt x="1492577" y="885871"/>
                </a:cubicBezTo>
                <a:cubicBezTo>
                  <a:pt x="1492577" y="878753"/>
                  <a:pt x="1498346" y="872983"/>
                  <a:pt x="1505464" y="872983"/>
                </a:cubicBezTo>
                <a:close/>
                <a:moveTo>
                  <a:pt x="927616" y="872983"/>
                </a:moveTo>
                <a:cubicBezTo>
                  <a:pt x="934736" y="872983"/>
                  <a:pt x="940503" y="878753"/>
                  <a:pt x="940503" y="885871"/>
                </a:cubicBezTo>
                <a:cubicBezTo>
                  <a:pt x="940503" y="892988"/>
                  <a:pt x="934736" y="898758"/>
                  <a:pt x="927616" y="898758"/>
                </a:cubicBezTo>
                <a:cubicBezTo>
                  <a:pt x="920499" y="898758"/>
                  <a:pt x="914731" y="892988"/>
                  <a:pt x="914731" y="885871"/>
                </a:cubicBezTo>
                <a:cubicBezTo>
                  <a:pt x="914731" y="878753"/>
                  <a:pt x="920499" y="872983"/>
                  <a:pt x="927616" y="872983"/>
                </a:cubicBezTo>
                <a:close/>
                <a:moveTo>
                  <a:pt x="346686" y="872983"/>
                </a:moveTo>
                <a:cubicBezTo>
                  <a:pt x="353804" y="872983"/>
                  <a:pt x="359572" y="878753"/>
                  <a:pt x="359572" y="885871"/>
                </a:cubicBezTo>
                <a:cubicBezTo>
                  <a:pt x="359572" y="892988"/>
                  <a:pt x="353802" y="898758"/>
                  <a:pt x="346686" y="898758"/>
                </a:cubicBezTo>
                <a:cubicBezTo>
                  <a:pt x="339567" y="898758"/>
                  <a:pt x="333799" y="892988"/>
                  <a:pt x="333799" y="885871"/>
                </a:cubicBezTo>
                <a:cubicBezTo>
                  <a:pt x="333799" y="878753"/>
                  <a:pt x="339567" y="872983"/>
                  <a:pt x="346686" y="872983"/>
                </a:cubicBezTo>
                <a:close/>
                <a:moveTo>
                  <a:pt x="25659" y="872983"/>
                </a:moveTo>
                <a:cubicBezTo>
                  <a:pt x="32776" y="872983"/>
                  <a:pt x="38547" y="878753"/>
                  <a:pt x="38547" y="885871"/>
                </a:cubicBezTo>
                <a:cubicBezTo>
                  <a:pt x="38547" y="892988"/>
                  <a:pt x="32776" y="898758"/>
                  <a:pt x="25659" y="898758"/>
                </a:cubicBezTo>
                <a:cubicBezTo>
                  <a:pt x="18542" y="898758"/>
                  <a:pt x="12771" y="892988"/>
                  <a:pt x="12771" y="885871"/>
                </a:cubicBezTo>
                <a:cubicBezTo>
                  <a:pt x="12771" y="878753"/>
                  <a:pt x="18542" y="872983"/>
                  <a:pt x="25659" y="872983"/>
                </a:cubicBezTo>
                <a:close/>
                <a:moveTo>
                  <a:pt x="11970691" y="860211"/>
                </a:moveTo>
                <a:cubicBezTo>
                  <a:pt x="11984855" y="860211"/>
                  <a:pt x="11996349" y="871706"/>
                  <a:pt x="11996349" y="885871"/>
                </a:cubicBezTo>
                <a:cubicBezTo>
                  <a:pt x="11996349" y="900035"/>
                  <a:pt x="11984855" y="911530"/>
                  <a:pt x="11970691" y="911530"/>
                </a:cubicBezTo>
                <a:cubicBezTo>
                  <a:pt x="11956525" y="911530"/>
                  <a:pt x="11945033" y="900035"/>
                  <a:pt x="11945033" y="885871"/>
                </a:cubicBezTo>
                <a:cubicBezTo>
                  <a:pt x="11945033" y="871706"/>
                  <a:pt x="11956525" y="860211"/>
                  <a:pt x="11970691" y="860211"/>
                </a:cubicBezTo>
                <a:close/>
                <a:moveTo>
                  <a:pt x="11325670" y="860211"/>
                </a:moveTo>
                <a:cubicBezTo>
                  <a:pt x="11339835" y="860211"/>
                  <a:pt x="11351329" y="871706"/>
                  <a:pt x="11351329" y="885871"/>
                </a:cubicBezTo>
                <a:cubicBezTo>
                  <a:pt x="11351329" y="900035"/>
                  <a:pt x="11339835" y="911530"/>
                  <a:pt x="11325670" y="911530"/>
                </a:cubicBezTo>
                <a:cubicBezTo>
                  <a:pt x="11311505" y="911530"/>
                  <a:pt x="11300012" y="900035"/>
                  <a:pt x="11300012" y="885871"/>
                </a:cubicBezTo>
                <a:cubicBezTo>
                  <a:pt x="11300012" y="871706"/>
                  <a:pt x="11311505" y="860211"/>
                  <a:pt x="11325670" y="860211"/>
                </a:cubicBezTo>
                <a:close/>
                <a:moveTo>
                  <a:pt x="11197259" y="860211"/>
                </a:moveTo>
                <a:cubicBezTo>
                  <a:pt x="11211424" y="860211"/>
                  <a:pt x="11222917" y="871706"/>
                  <a:pt x="11222917" y="885871"/>
                </a:cubicBezTo>
                <a:cubicBezTo>
                  <a:pt x="11222917" y="900035"/>
                  <a:pt x="11211424" y="911530"/>
                  <a:pt x="11197259" y="911530"/>
                </a:cubicBezTo>
                <a:cubicBezTo>
                  <a:pt x="11183094" y="911530"/>
                  <a:pt x="11171601" y="900035"/>
                  <a:pt x="11171601" y="885871"/>
                </a:cubicBezTo>
                <a:cubicBezTo>
                  <a:pt x="11171601" y="871706"/>
                  <a:pt x="11183094" y="860211"/>
                  <a:pt x="11197259" y="860211"/>
                </a:cubicBezTo>
                <a:close/>
                <a:moveTo>
                  <a:pt x="10683501" y="860211"/>
                </a:moveTo>
                <a:cubicBezTo>
                  <a:pt x="10697666" y="860211"/>
                  <a:pt x="10709159" y="871706"/>
                  <a:pt x="10709159" y="885871"/>
                </a:cubicBezTo>
                <a:cubicBezTo>
                  <a:pt x="10709159" y="900035"/>
                  <a:pt x="10697666" y="911530"/>
                  <a:pt x="10683501" y="911530"/>
                </a:cubicBezTo>
                <a:cubicBezTo>
                  <a:pt x="10669336" y="911530"/>
                  <a:pt x="10657843" y="900035"/>
                  <a:pt x="10657843" y="885871"/>
                </a:cubicBezTo>
                <a:cubicBezTo>
                  <a:pt x="10657843" y="871706"/>
                  <a:pt x="10669336" y="860211"/>
                  <a:pt x="10683501" y="860211"/>
                </a:cubicBezTo>
                <a:close/>
                <a:moveTo>
                  <a:pt x="10619297" y="860211"/>
                </a:moveTo>
                <a:cubicBezTo>
                  <a:pt x="10633462" y="860211"/>
                  <a:pt x="10644955" y="871706"/>
                  <a:pt x="10644955" y="885871"/>
                </a:cubicBezTo>
                <a:cubicBezTo>
                  <a:pt x="10644955" y="900035"/>
                  <a:pt x="10633462" y="911530"/>
                  <a:pt x="10619297" y="911530"/>
                </a:cubicBezTo>
                <a:cubicBezTo>
                  <a:pt x="10605132" y="911530"/>
                  <a:pt x="10593639" y="900035"/>
                  <a:pt x="10593639" y="885871"/>
                </a:cubicBezTo>
                <a:cubicBezTo>
                  <a:pt x="10593639" y="871706"/>
                  <a:pt x="10605132" y="860211"/>
                  <a:pt x="10619297" y="860211"/>
                </a:cubicBezTo>
                <a:close/>
                <a:moveTo>
                  <a:pt x="10555092" y="860211"/>
                </a:moveTo>
                <a:cubicBezTo>
                  <a:pt x="10569255" y="860211"/>
                  <a:pt x="10580751" y="871706"/>
                  <a:pt x="10580751" y="885871"/>
                </a:cubicBezTo>
                <a:cubicBezTo>
                  <a:pt x="10580751" y="900035"/>
                  <a:pt x="10569255" y="911530"/>
                  <a:pt x="10555092" y="911530"/>
                </a:cubicBezTo>
                <a:cubicBezTo>
                  <a:pt x="10540927" y="911530"/>
                  <a:pt x="10529432" y="900035"/>
                  <a:pt x="10529432" y="885871"/>
                </a:cubicBezTo>
                <a:cubicBezTo>
                  <a:pt x="10529432" y="871706"/>
                  <a:pt x="10540927" y="860211"/>
                  <a:pt x="10555092" y="860211"/>
                </a:cubicBezTo>
                <a:close/>
                <a:moveTo>
                  <a:pt x="10362474" y="860211"/>
                </a:moveTo>
                <a:cubicBezTo>
                  <a:pt x="10376647" y="860211"/>
                  <a:pt x="10388135" y="871699"/>
                  <a:pt x="10388135" y="885870"/>
                </a:cubicBezTo>
                <a:cubicBezTo>
                  <a:pt x="10388135" y="900041"/>
                  <a:pt x="10376647" y="911530"/>
                  <a:pt x="10362474" y="911530"/>
                </a:cubicBezTo>
                <a:cubicBezTo>
                  <a:pt x="10348304" y="911530"/>
                  <a:pt x="10336816" y="900041"/>
                  <a:pt x="10336816" y="885870"/>
                </a:cubicBezTo>
                <a:cubicBezTo>
                  <a:pt x="10336816" y="871699"/>
                  <a:pt x="10348304" y="860211"/>
                  <a:pt x="10362474" y="860211"/>
                </a:cubicBezTo>
                <a:close/>
                <a:moveTo>
                  <a:pt x="10234065" y="860211"/>
                </a:moveTo>
                <a:cubicBezTo>
                  <a:pt x="10248228" y="860211"/>
                  <a:pt x="10259723" y="871706"/>
                  <a:pt x="10259723" y="885871"/>
                </a:cubicBezTo>
                <a:cubicBezTo>
                  <a:pt x="10259723" y="900035"/>
                  <a:pt x="10248228" y="911530"/>
                  <a:pt x="10234065" y="911530"/>
                </a:cubicBezTo>
                <a:cubicBezTo>
                  <a:pt x="10219900" y="911530"/>
                  <a:pt x="10208404" y="900035"/>
                  <a:pt x="10208404" y="885871"/>
                </a:cubicBezTo>
                <a:cubicBezTo>
                  <a:pt x="10208404" y="871706"/>
                  <a:pt x="10219900" y="860211"/>
                  <a:pt x="10234065" y="860211"/>
                </a:cubicBezTo>
                <a:close/>
                <a:moveTo>
                  <a:pt x="10105654" y="860211"/>
                </a:moveTo>
                <a:cubicBezTo>
                  <a:pt x="10119819" y="860211"/>
                  <a:pt x="10131312" y="871706"/>
                  <a:pt x="10131312" y="885871"/>
                </a:cubicBezTo>
                <a:cubicBezTo>
                  <a:pt x="10131312" y="900035"/>
                  <a:pt x="10119819" y="911530"/>
                  <a:pt x="10105654" y="911530"/>
                </a:cubicBezTo>
                <a:cubicBezTo>
                  <a:pt x="10091489" y="911530"/>
                  <a:pt x="10079996" y="900035"/>
                  <a:pt x="10079996" y="885871"/>
                </a:cubicBezTo>
                <a:cubicBezTo>
                  <a:pt x="10079996" y="871706"/>
                  <a:pt x="10091489" y="860211"/>
                  <a:pt x="10105654" y="860211"/>
                </a:cubicBezTo>
                <a:close/>
                <a:moveTo>
                  <a:pt x="8564495" y="860211"/>
                </a:moveTo>
                <a:cubicBezTo>
                  <a:pt x="8578665" y="860211"/>
                  <a:pt x="8590153" y="871699"/>
                  <a:pt x="8590153" y="885870"/>
                </a:cubicBezTo>
                <a:cubicBezTo>
                  <a:pt x="8590153" y="900041"/>
                  <a:pt x="8578665" y="911530"/>
                  <a:pt x="8564495" y="911530"/>
                </a:cubicBezTo>
                <a:cubicBezTo>
                  <a:pt x="8550325" y="911530"/>
                  <a:pt x="8538837" y="900041"/>
                  <a:pt x="8538837" y="885870"/>
                </a:cubicBezTo>
                <a:cubicBezTo>
                  <a:pt x="8538837" y="871699"/>
                  <a:pt x="8550325" y="860211"/>
                  <a:pt x="8564495" y="860211"/>
                </a:cubicBezTo>
                <a:close/>
                <a:moveTo>
                  <a:pt x="8050852" y="860211"/>
                </a:moveTo>
                <a:cubicBezTo>
                  <a:pt x="8065017" y="860211"/>
                  <a:pt x="8076510" y="871706"/>
                  <a:pt x="8076510" y="885871"/>
                </a:cubicBezTo>
                <a:cubicBezTo>
                  <a:pt x="8076510" y="900035"/>
                  <a:pt x="8065017" y="911530"/>
                  <a:pt x="8050852" y="911530"/>
                </a:cubicBezTo>
                <a:cubicBezTo>
                  <a:pt x="8036687" y="911530"/>
                  <a:pt x="8025194" y="900035"/>
                  <a:pt x="8025194" y="885871"/>
                </a:cubicBezTo>
                <a:cubicBezTo>
                  <a:pt x="8025194" y="871706"/>
                  <a:pt x="8036687" y="860211"/>
                  <a:pt x="8050852" y="860211"/>
                </a:cubicBezTo>
                <a:close/>
                <a:moveTo>
                  <a:pt x="7986648" y="860211"/>
                </a:moveTo>
                <a:cubicBezTo>
                  <a:pt x="8000813" y="860211"/>
                  <a:pt x="8012306" y="871706"/>
                  <a:pt x="8012306" y="885871"/>
                </a:cubicBezTo>
                <a:cubicBezTo>
                  <a:pt x="8012306" y="900035"/>
                  <a:pt x="8000813" y="911530"/>
                  <a:pt x="7986648" y="911530"/>
                </a:cubicBezTo>
                <a:cubicBezTo>
                  <a:pt x="7972483" y="911530"/>
                  <a:pt x="7960990" y="900035"/>
                  <a:pt x="7960990" y="885871"/>
                </a:cubicBezTo>
                <a:cubicBezTo>
                  <a:pt x="7960990" y="871706"/>
                  <a:pt x="7972483" y="860211"/>
                  <a:pt x="7986648" y="860211"/>
                </a:cubicBezTo>
                <a:close/>
                <a:moveTo>
                  <a:pt x="7858237" y="860211"/>
                </a:moveTo>
                <a:cubicBezTo>
                  <a:pt x="7872407" y="860211"/>
                  <a:pt x="7883895" y="871699"/>
                  <a:pt x="7883895" y="885870"/>
                </a:cubicBezTo>
                <a:cubicBezTo>
                  <a:pt x="7883895" y="900041"/>
                  <a:pt x="7872407" y="911530"/>
                  <a:pt x="7858237" y="911530"/>
                </a:cubicBezTo>
                <a:cubicBezTo>
                  <a:pt x="7844066" y="911530"/>
                  <a:pt x="7832578" y="900041"/>
                  <a:pt x="7832578" y="885870"/>
                </a:cubicBezTo>
                <a:cubicBezTo>
                  <a:pt x="7832578" y="871699"/>
                  <a:pt x="7844066" y="860211"/>
                  <a:pt x="7858237" y="860211"/>
                </a:cubicBezTo>
                <a:close/>
                <a:moveTo>
                  <a:pt x="7794032" y="860211"/>
                </a:moveTo>
                <a:cubicBezTo>
                  <a:pt x="7808203" y="860211"/>
                  <a:pt x="7819690" y="871699"/>
                  <a:pt x="7819690" y="885870"/>
                </a:cubicBezTo>
                <a:cubicBezTo>
                  <a:pt x="7819690" y="900041"/>
                  <a:pt x="7808203" y="911530"/>
                  <a:pt x="7794032" y="911530"/>
                </a:cubicBezTo>
                <a:cubicBezTo>
                  <a:pt x="7779862" y="911530"/>
                  <a:pt x="7768371" y="900041"/>
                  <a:pt x="7768371" y="885870"/>
                </a:cubicBezTo>
                <a:cubicBezTo>
                  <a:pt x="7768371" y="871699"/>
                  <a:pt x="7779862" y="860211"/>
                  <a:pt x="7794032" y="860211"/>
                </a:cubicBezTo>
                <a:close/>
                <a:moveTo>
                  <a:pt x="7665621" y="860211"/>
                </a:moveTo>
                <a:cubicBezTo>
                  <a:pt x="7679786" y="860211"/>
                  <a:pt x="7691279" y="871706"/>
                  <a:pt x="7691279" y="885871"/>
                </a:cubicBezTo>
                <a:cubicBezTo>
                  <a:pt x="7691279" y="900035"/>
                  <a:pt x="7679786" y="911530"/>
                  <a:pt x="7665621" y="911530"/>
                </a:cubicBezTo>
                <a:cubicBezTo>
                  <a:pt x="7651456" y="911530"/>
                  <a:pt x="7639963" y="900035"/>
                  <a:pt x="7639963" y="885871"/>
                </a:cubicBezTo>
                <a:cubicBezTo>
                  <a:pt x="7639963" y="871706"/>
                  <a:pt x="7651456" y="860211"/>
                  <a:pt x="7665621" y="860211"/>
                </a:cubicBezTo>
                <a:close/>
                <a:moveTo>
                  <a:pt x="7601299" y="860211"/>
                </a:moveTo>
                <a:cubicBezTo>
                  <a:pt x="7615464" y="860211"/>
                  <a:pt x="7626959" y="871706"/>
                  <a:pt x="7626959" y="885871"/>
                </a:cubicBezTo>
                <a:cubicBezTo>
                  <a:pt x="7626959" y="900035"/>
                  <a:pt x="7615464" y="911530"/>
                  <a:pt x="7601299" y="911530"/>
                </a:cubicBezTo>
                <a:cubicBezTo>
                  <a:pt x="7587134" y="911530"/>
                  <a:pt x="7575640" y="900035"/>
                  <a:pt x="7575640" y="885871"/>
                </a:cubicBezTo>
                <a:cubicBezTo>
                  <a:pt x="7575640" y="871706"/>
                  <a:pt x="7587134" y="860211"/>
                  <a:pt x="7601299" y="860211"/>
                </a:cubicBezTo>
                <a:close/>
                <a:moveTo>
                  <a:pt x="7537094" y="860211"/>
                </a:moveTo>
                <a:cubicBezTo>
                  <a:pt x="7551259" y="860211"/>
                  <a:pt x="7562752" y="871706"/>
                  <a:pt x="7562752" y="885871"/>
                </a:cubicBezTo>
                <a:cubicBezTo>
                  <a:pt x="7562752" y="900035"/>
                  <a:pt x="7551259" y="911530"/>
                  <a:pt x="7537094" y="911530"/>
                </a:cubicBezTo>
                <a:cubicBezTo>
                  <a:pt x="7522929" y="911530"/>
                  <a:pt x="7511436" y="900035"/>
                  <a:pt x="7511436" y="885871"/>
                </a:cubicBezTo>
                <a:cubicBezTo>
                  <a:pt x="7511436" y="871706"/>
                  <a:pt x="7522929" y="860211"/>
                  <a:pt x="7537094" y="860211"/>
                </a:cubicBezTo>
                <a:close/>
                <a:moveTo>
                  <a:pt x="7151863" y="860211"/>
                </a:moveTo>
                <a:cubicBezTo>
                  <a:pt x="7166033" y="860211"/>
                  <a:pt x="7177521" y="871699"/>
                  <a:pt x="7177521" y="885870"/>
                </a:cubicBezTo>
                <a:cubicBezTo>
                  <a:pt x="7177521" y="900041"/>
                  <a:pt x="7166033" y="911530"/>
                  <a:pt x="7151863" y="911530"/>
                </a:cubicBezTo>
                <a:cubicBezTo>
                  <a:pt x="7137692" y="911530"/>
                  <a:pt x="7126205" y="900041"/>
                  <a:pt x="7126205" y="885870"/>
                </a:cubicBezTo>
                <a:cubicBezTo>
                  <a:pt x="7126205" y="871699"/>
                  <a:pt x="7137692" y="860211"/>
                  <a:pt x="7151863" y="860211"/>
                </a:cubicBezTo>
                <a:close/>
                <a:moveTo>
                  <a:pt x="6895043" y="860211"/>
                </a:moveTo>
                <a:cubicBezTo>
                  <a:pt x="6909208" y="860211"/>
                  <a:pt x="6920701" y="871706"/>
                  <a:pt x="6920701" y="885871"/>
                </a:cubicBezTo>
                <a:cubicBezTo>
                  <a:pt x="6920701" y="900035"/>
                  <a:pt x="6909208" y="911530"/>
                  <a:pt x="6895043" y="911530"/>
                </a:cubicBezTo>
                <a:cubicBezTo>
                  <a:pt x="6880878" y="911530"/>
                  <a:pt x="6869382" y="900035"/>
                  <a:pt x="6869382" y="885871"/>
                </a:cubicBezTo>
                <a:cubicBezTo>
                  <a:pt x="6869382" y="871706"/>
                  <a:pt x="6880878" y="860211"/>
                  <a:pt x="6895043" y="860211"/>
                </a:cubicBezTo>
                <a:close/>
                <a:moveTo>
                  <a:pt x="6252873" y="860211"/>
                </a:moveTo>
                <a:cubicBezTo>
                  <a:pt x="6267036" y="860211"/>
                  <a:pt x="6278532" y="871706"/>
                  <a:pt x="6278532" y="885871"/>
                </a:cubicBezTo>
                <a:cubicBezTo>
                  <a:pt x="6278532" y="900035"/>
                  <a:pt x="6267036" y="911530"/>
                  <a:pt x="6252873" y="911530"/>
                </a:cubicBezTo>
                <a:cubicBezTo>
                  <a:pt x="6238708" y="911530"/>
                  <a:pt x="6227213" y="900035"/>
                  <a:pt x="6227213" y="885871"/>
                </a:cubicBezTo>
                <a:cubicBezTo>
                  <a:pt x="6227213" y="871706"/>
                  <a:pt x="6238708" y="860211"/>
                  <a:pt x="6252873" y="860211"/>
                </a:cubicBezTo>
                <a:close/>
                <a:moveTo>
                  <a:pt x="5615066" y="860211"/>
                </a:moveTo>
                <a:cubicBezTo>
                  <a:pt x="5629231" y="860211"/>
                  <a:pt x="5640726" y="871706"/>
                  <a:pt x="5640726" y="885871"/>
                </a:cubicBezTo>
                <a:cubicBezTo>
                  <a:pt x="5640726" y="900035"/>
                  <a:pt x="5629231" y="911530"/>
                  <a:pt x="5615066" y="911530"/>
                </a:cubicBezTo>
                <a:cubicBezTo>
                  <a:pt x="5600901" y="911530"/>
                  <a:pt x="5589407" y="900035"/>
                  <a:pt x="5589407" y="885871"/>
                </a:cubicBezTo>
                <a:cubicBezTo>
                  <a:pt x="5589407" y="871706"/>
                  <a:pt x="5600901" y="860211"/>
                  <a:pt x="5615066" y="860211"/>
                </a:cubicBezTo>
                <a:close/>
                <a:moveTo>
                  <a:pt x="5486655" y="860211"/>
                </a:moveTo>
                <a:cubicBezTo>
                  <a:pt x="5500819" y="860211"/>
                  <a:pt x="5512316" y="871706"/>
                  <a:pt x="5512316" y="885871"/>
                </a:cubicBezTo>
                <a:cubicBezTo>
                  <a:pt x="5512316" y="900035"/>
                  <a:pt x="5500819" y="911530"/>
                  <a:pt x="5486655" y="911530"/>
                </a:cubicBezTo>
                <a:cubicBezTo>
                  <a:pt x="5472491" y="911530"/>
                  <a:pt x="5460997" y="900035"/>
                  <a:pt x="5460997" y="885871"/>
                </a:cubicBezTo>
                <a:cubicBezTo>
                  <a:pt x="5460997" y="871706"/>
                  <a:pt x="5472491" y="860211"/>
                  <a:pt x="5486655" y="860211"/>
                </a:cubicBezTo>
                <a:close/>
                <a:moveTo>
                  <a:pt x="4972896" y="860211"/>
                </a:moveTo>
                <a:cubicBezTo>
                  <a:pt x="4987063" y="860211"/>
                  <a:pt x="4998557" y="871706"/>
                  <a:pt x="4998557" y="885871"/>
                </a:cubicBezTo>
                <a:cubicBezTo>
                  <a:pt x="4998557" y="900035"/>
                  <a:pt x="4987063" y="911530"/>
                  <a:pt x="4972896" y="911530"/>
                </a:cubicBezTo>
                <a:cubicBezTo>
                  <a:pt x="4958732" y="911530"/>
                  <a:pt x="4947240" y="900035"/>
                  <a:pt x="4947240" y="885871"/>
                </a:cubicBezTo>
                <a:cubicBezTo>
                  <a:pt x="4947240" y="871706"/>
                  <a:pt x="4958732" y="860211"/>
                  <a:pt x="4972896" y="860211"/>
                </a:cubicBezTo>
                <a:close/>
                <a:moveTo>
                  <a:pt x="4908693" y="860211"/>
                </a:moveTo>
                <a:cubicBezTo>
                  <a:pt x="4922857" y="860211"/>
                  <a:pt x="4934352" y="871706"/>
                  <a:pt x="4934352" y="885871"/>
                </a:cubicBezTo>
                <a:cubicBezTo>
                  <a:pt x="4934352" y="900035"/>
                  <a:pt x="4922857" y="911530"/>
                  <a:pt x="4908693" y="911530"/>
                </a:cubicBezTo>
                <a:cubicBezTo>
                  <a:pt x="4894527" y="911530"/>
                  <a:pt x="4883033" y="900035"/>
                  <a:pt x="4883033" y="885871"/>
                </a:cubicBezTo>
                <a:cubicBezTo>
                  <a:pt x="4883033" y="871706"/>
                  <a:pt x="4894527" y="860211"/>
                  <a:pt x="4908693" y="860211"/>
                </a:cubicBezTo>
                <a:close/>
                <a:moveTo>
                  <a:pt x="4844487" y="860211"/>
                </a:moveTo>
                <a:cubicBezTo>
                  <a:pt x="4858650" y="860211"/>
                  <a:pt x="4870146" y="871706"/>
                  <a:pt x="4870146" y="885871"/>
                </a:cubicBezTo>
                <a:cubicBezTo>
                  <a:pt x="4870146" y="900035"/>
                  <a:pt x="4858650" y="911530"/>
                  <a:pt x="4844487" y="911530"/>
                </a:cubicBezTo>
                <a:cubicBezTo>
                  <a:pt x="4830322" y="911530"/>
                  <a:pt x="4818828" y="900035"/>
                  <a:pt x="4818828" y="885871"/>
                </a:cubicBezTo>
                <a:cubicBezTo>
                  <a:pt x="4818828" y="871706"/>
                  <a:pt x="4830322" y="860211"/>
                  <a:pt x="4844487" y="860211"/>
                </a:cubicBezTo>
                <a:close/>
                <a:moveTo>
                  <a:pt x="4651872" y="860211"/>
                </a:moveTo>
                <a:cubicBezTo>
                  <a:pt x="4666042" y="860211"/>
                  <a:pt x="4677531" y="871699"/>
                  <a:pt x="4677531" y="885870"/>
                </a:cubicBezTo>
                <a:cubicBezTo>
                  <a:pt x="4677531" y="900041"/>
                  <a:pt x="4666042" y="911530"/>
                  <a:pt x="4651872" y="911530"/>
                </a:cubicBezTo>
                <a:cubicBezTo>
                  <a:pt x="4637700" y="911530"/>
                  <a:pt x="4626213" y="900041"/>
                  <a:pt x="4626213" y="885870"/>
                </a:cubicBezTo>
                <a:cubicBezTo>
                  <a:pt x="4626213" y="871699"/>
                  <a:pt x="4637700" y="860211"/>
                  <a:pt x="4651872" y="860211"/>
                </a:cubicBezTo>
                <a:close/>
                <a:moveTo>
                  <a:pt x="4523461" y="860211"/>
                </a:moveTo>
                <a:cubicBezTo>
                  <a:pt x="4537626" y="860211"/>
                  <a:pt x="4549121" y="871706"/>
                  <a:pt x="4549121" y="885871"/>
                </a:cubicBezTo>
                <a:cubicBezTo>
                  <a:pt x="4549121" y="900035"/>
                  <a:pt x="4537626" y="911530"/>
                  <a:pt x="4523461" y="911530"/>
                </a:cubicBezTo>
                <a:cubicBezTo>
                  <a:pt x="4509296" y="911530"/>
                  <a:pt x="4497802" y="900035"/>
                  <a:pt x="4497802" y="885871"/>
                </a:cubicBezTo>
                <a:cubicBezTo>
                  <a:pt x="4497802" y="871706"/>
                  <a:pt x="4509296" y="860211"/>
                  <a:pt x="4523461" y="860211"/>
                </a:cubicBezTo>
                <a:close/>
                <a:moveTo>
                  <a:pt x="4395050" y="860211"/>
                </a:moveTo>
                <a:cubicBezTo>
                  <a:pt x="4409214" y="860211"/>
                  <a:pt x="4420710" y="871706"/>
                  <a:pt x="4420710" y="885871"/>
                </a:cubicBezTo>
                <a:cubicBezTo>
                  <a:pt x="4420710" y="900035"/>
                  <a:pt x="4409214" y="911530"/>
                  <a:pt x="4395050" y="911530"/>
                </a:cubicBezTo>
                <a:cubicBezTo>
                  <a:pt x="4380886" y="911530"/>
                  <a:pt x="4369391" y="900035"/>
                  <a:pt x="4369391" y="885871"/>
                </a:cubicBezTo>
                <a:cubicBezTo>
                  <a:pt x="4369391" y="871706"/>
                  <a:pt x="4380886" y="860211"/>
                  <a:pt x="4395050" y="860211"/>
                </a:cubicBezTo>
                <a:close/>
                <a:moveTo>
                  <a:pt x="2853890" y="860211"/>
                </a:moveTo>
                <a:cubicBezTo>
                  <a:pt x="2868062" y="860211"/>
                  <a:pt x="2879550" y="871699"/>
                  <a:pt x="2879550" y="885870"/>
                </a:cubicBezTo>
                <a:cubicBezTo>
                  <a:pt x="2879550" y="900041"/>
                  <a:pt x="2868062" y="911530"/>
                  <a:pt x="2853890" y="911530"/>
                </a:cubicBezTo>
                <a:cubicBezTo>
                  <a:pt x="2839720" y="911530"/>
                  <a:pt x="2828231" y="900041"/>
                  <a:pt x="2828231" y="885870"/>
                </a:cubicBezTo>
                <a:cubicBezTo>
                  <a:pt x="2828231" y="871699"/>
                  <a:pt x="2839720" y="860211"/>
                  <a:pt x="2853890" y="860211"/>
                </a:cubicBezTo>
                <a:close/>
                <a:moveTo>
                  <a:pt x="2340249" y="860211"/>
                </a:moveTo>
                <a:cubicBezTo>
                  <a:pt x="2354413" y="860211"/>
                  <a:pt x="2365908" y="871706"/>
                  <a:pt x="2365908" y="885871"/>
                </a:cubicBezTo>
                <a:cubicBezTo>
                  <a:pt x="2365908" y="900035"/>
                  <a:pt x="2354413" y="911530"/>
                  <a:pt x="2340249" y="911530"/>
                </a:cubicBezTo>
                <a:cubicBezTo>
                  <a:pt x="2326084" y="911530"/>
                  <a:pt x="2314590" y="900035"/>
                  <a:pt x="2314590" y="885871"/>
                </a:cubicBezTo>
                <a:cubicBezTo>
                  <a:pt x="2314590" y="871706"/>
                  <a:pt x="2326084" y="860211"/>
                  <a:pt x="2340249" y="860211"/>
                </a:cubicBezTo>
                <a:close/>
                <a:moveTo>
                  <a:pt x="2276044" y="860211"/>
                </a:moveTo>
                <a:cubicBezTo>
                  <a:pt x="2290208" y="860211"/>
                  <a:pt x="2301702" y="871706"/>
                  <a:pt x="2301702" y="885871"/>
                </a:cubicBezTo>
                <a:cubicBezTo>
                  <a:pt x="2301702" y="900035"/>
                  <a:pt x="2290208" y="911530"/>
                  <a:pt x="2276044" y="911530"/>
                </a:cubicBezTo>
                <a:cubicBezTo>
                  <a:pt x="2261879" y="911530"/>
                  <a:pt x="2250385" y="900035"/>
                  <a:pt x="2250385" y="885871"/>
                </a:cubicBezTo>
                <a:cubicBezTo>
                  <a:pt x="2250385" y="871706"/>
                  <a:pt x="2261879" y="860211"/>
                  <a:pt x="2276044" y="860211"/>
                </a:cubicBezTo>
                <a:close/>
                <a:moveTo>
                  <a:pt x="2147633" y="860211"/>
                </a:moveTo>
                <a:cubicBezTo>
                  <a:pt x="2161804" y="860211"/>
                  <a:pt x="2173293" y="871699"/>
                  <a:pt x="2173293" y="885870"/>
                </a:cubicBezTo>
                <a:cubicBezTo>
                  <a:pt x="2173293" y="900041"/>
                  <a:pt x="2161804" y="911530"/>
                  <a:pt x="2147633" y="911530"/>
                </a:cubicBezTo>
                <a:cubicBezTo>
                  <a:pt x="2133462" y="911530"/>
                  <a:pt x="2121975" y="900041"/>
                  <a:pt x="2121975" y="885870"/>
                </a:cubicBezTo>
                <a:cubicBezTo>
                  <a:pt x="2121975" y="871699"/>
                  <a:pt x="2133462" y="860211"/>
                  <a:pt x="2147633" y="860211"/>
                </a:cubicBezTo>
                <a:close/>
                <a:moveTo>
                  <a:pt x="2083427" y="860211"/>
                </a:moveTo>
                <a:cubicBezTo>
                  <a:pt x="2097599" y="860211"/>
                  <a:pt x="2109087" y="871699"/>
                  <a:pt x="2109087" y="885870"/>
                </a:cubicBezTo>
                <a:cubicBezTo>
                  <a:pt x="2109087" y="900041"/>
                  <a:pt x="2097599" y="911530"/>
                  <a:pt x="2083427" y="911530"/>
                </a:cubicBezTo>
                <a:cubicBezTo>
                  <a:pt x="2069257" y="911530"/>
                  <a:pt x="2057768" y="900041"/>
                  <a:pt x="2057768" y="885870"/>
                </a:cubicBezTo>
                <a:cubicBezTo>
                  <a:pt x="2057768" y="871699"/>
                  <a:pt x="2069257" y="860211"/>
                  <a:pt x="2083427" y="860211"/>
                </a:cubicBezTo>
                <a:close/>
                <a:moveTo>
                  <a:pt x="1955016" y="860211"/>
                </a:moveTo>
                <a:cubicBezTo>
                  <a:pt x="1969181" y="860211"/>
                  <a:pt x="1980676" y="871706"/>
                  <a:pt x="1980676" y="885871"/>
                </a:cubicBezTo>
                <a:cubicBezTo>
                  <a:pt x="1980676" y="900035"/>
                  <a:pt x="1969181" y="911530"/>
                  <a:pt x="1955016" y="911530"/>
                </a:cubicBezTo>
                <a:cubicBezTo>
                  <a:pt x="1940851" y="911530"/>
                  <a:pt x="1929358" y="900035"/>
                  <a:pt x="1929358" y="885871"/>
                </a:cubicBezTo>
                <a:cubicBezTo>
                  <a:pt x="1929358" y="871706"/>
                  <a:pt x="1940851" y="860211"/>
                  <a:pt x="1955016" y="860211"/>
                </a:cubicBezTo>
                <a:close/>
                <a:moveTo>
                  <a:pt x="1890696" y="860211"/>
                </a:moveTo>
                <a:cubicBezTo>
                  <a:pt x="1904860" y="860211"/>
                  <a:pt x="1916355" y="871706"/>
                  <a:pt x="1916355" y="885871"/>
                </a:cubicBezTo>
                <a:cubicBezTo>
                  <a:pt x="1916355" y="900035"/>
                  <a:pt x="1904860" y="911530"/>
                  <a:pt x="1890696" y="911530"/>
                </a:cubicBezTo>
                <a:cubicBezTo>
                  <a:pt x="1876531" y="911530"/>
                  <a:pt x="1865037" y="900035"/>
                  <a:pt x="1865037" y="885871"/>
                </a:cubicBezTo>
                <a:cubicBezTo>
                  <a:pt x="1865037" y="871706"/>
                  <a:pt x="1876531" y="860211"/>
                  <a:pt x="1890696" y="860211"/>
                </a:cubicBezTo>
                <a:close/>
                <a:moveTo>
                  <a:pt x="1826490" y="860211"/>
                </a:moveTo>
                <a:cubicBezTo>
                  <a:pt x="1840654" y="860211"/>
                  <a:pt x="1852149" y="871706"/>
                  <a:pt x="1852149" y="885871"/>
                </a:cubicBezTo>
                <a:cubicBezTo>
                  <a:pt x="1852149" y="900035"/>
                  <a:pt x="1840654" y="911530"/>
                  <a:pt x="1826490" y="911530"/>
                </a:cubicBezTo>
                <a:cubicBezTo>
                  <a:pt x="1812325" y="911530"/>
                  <a:pt x="1800830" y="900035"/>
                  <a:pt x="1800830" y="885871"/>
                </a:cubicBezTo>
                <a:cubicBezTo>
                  <a:pt x="1800830" y="871706"/>
                  <a:pt x="1812325" y="860211"/>
                  <a:pt x="1826490" y="860211"/>
                </a:cubicBezTo>
                <a:close/>
                <a:moveTo>
                  <a:pt x="1441258" y="860211"/>
                </a:moveTo>
                <a:cubicBezTo>
                  <a:pt x="1455430" y="860211"/>
                  <a:pt x="1466917" y="871699"/>
                  <a:pt x="1466917" y="885870"/>
                </a:cubicBezTo>
                <a:cubicBezTo>
                  <a:pt x="1466917" y="900041"/>
                  <a:pt x="1455430" y="911530"/>
                  <a:pt x="1441258" y="911530"/>
                </a:cubicBezTo>
                <a:cubicBezTo>
                  <a:pt x="1427087" y="911530"/>
                  <a:pt x="1415599" y="900041"/>
                  <a:pt x="1415599" y="885870"/>
                </a:cubicBezTo>
                <a:cubicBezTo>
                  <a:pt x="1415599" y="871699"/>
                  <a:pt x="1427087" y="860211"/>
                  <a:pt x="1441258" y="860211"/>
                </a:cubicBezTo>
                <a:close/>
                <a:moveTo>
                  <a:pt x="1184437" y="860211"/>
                </a:moveTo>
                <a:cubicBezTo>
                  <a:pt x="1198602" y="860211"/>
                  <a:pt x="1210096" y="871706"/>
                  <a:pt x="1210096" y="885871"/>
                </a:cubicBezTo>
                <a:cubicBezTo>
                  <a:pt x="1210096" y="900035"/>
                  <a:pt x="1198602" y="911530"/>
                  <a:pt x="1184437" y="911530"/>
                </a:cubicBezTo>
                <a:cubicBezTo>
                  <a:pt x="1170273" y="911530"/>
                  <a:pt x="1158780" y="900035"/>
                  <a:pt x="1158780" y="885871"/>
                </a:cubicBezTo>
                <a:cubicBezTo>
                  <a:pt x="1158780" y="871706"/>
                  <a:pt x="1170273" y="860211"/>
                  <a:pt x="1184437" y="860211"/>
                </a:cubicBezTo>
                <a:close/>
                <a:moveTo>
                  <a:pt x="542268" y="860211"/>
                </a:moveTo>
                <a:cubicBezTo>
                  <a:pt x="556433" y="860211"/>
                  <a:pt x="567927" y="871706"/>
                  <a:pt x="567927" y="885871"/>
                </a:cubicBezTo>
                <a:cubicBezTo>
                  <a:pt x="567927" y="900035"/>
                  <a:pt x="556433" y="911530"/>
                  <a:pt x="542268" y="911530"/>
                </a:cubicBezTo>
                <a:cubicBezTo>
                  <a:pt x="528104" y="911530"/>
                  <a:pt x="516610" y="900035"/>
                  <a:pt x="516610" y="885871"/>
                </a:cubicBezTo>
                <a:cubicBezTo>
                  <a:pt x="516610" y="871706"/>
                  <a:pt x="528104" y="860211"/>
                  <a:pt x="542268" y="860211"/>
                </a:cubicBezTo>
                <a:close/>
                <a:moveTo>
                  <a:pt x="11970691" y="805759"/>
                </a:moveTo>
                <a:cubicBezTo>
                  <a:pt x="11977773" y="805875"/>
                  <a:pt x="11983579" y="811564"/>
                  <a:pt x="11983579" y="818646"/>
                </a:cubicBezTo>
                <a:cubicBezTo>
                  <a:pt x="11983579" y="825729"/>
                  <a:pt x="11977889" y="831534"/>
                  <a:pt x="11970691" y="831534"/>
                </a:cubicBezTo>
                <a:cubicBezTo>
                  <a:pt x="11963609" y="831534"/>
                  <a:pt x="11957803" y="825845"/>
                  <a:pt x="11957803" y="818646"/>
                </a:cubicBezTo>
                <a:cubicBezTo>
                  <a:pt x="11957803" y="811564"/>
                  <a:pt x="11963493" y="805759"/>
                  <a:pt x="11970691" y="805759"/>
                </a:cubicBezTo>
                <a:close/>
                <a:moveTo>
                  <a:pt x="11454081" y="805759"/>
                </a:moveTo>
                <a:cubicBezTo>
                  <a:pt x="11461197" y="805759"/>
                  <a:pt x="11466969" y="811528"/>
                  <a:pt x="11466969" y="818646"/>
                </a:cubicBezTo>
                <a:cubicBezTo>
                  <a:pt x="11466969" y="825764"/>
                  <a:pt x="11461197" y="831534"/>
                  <a:pt x="11454081" y="831534"/>
                </a:cubicBezTo>
                <a:cubicBezTo>
                  <a:pt x="11446963" y="831534"/>
                  <a:pt x="11441194" y="825764"/>
                  <a:pt x="11441194" y="818646"/>
                </a:cubicBezTo>
                <a:cubicBezTo>
                  <a:pt x="11441194" y="811528"/>
                  <a:pt x="11446963" y="805759"/>
                  <a:pt x="11454081" y="805759"/>
                </a:cubicBezTo>
                <a:close/>
                <a:moveTo>
                  <a:pt x="11133055" y="805759"/>
                </a:moveTo>
                <a:cubicBezTo>
                  <a:pt x="11140171" y="805759"/>
                  <a:pt x="11145943" y="811528"/>
                  <a:pt x="11145943" y="818646"/>
                </a:cubicBezTo>
                <a:cubicBezTo>
                  <a:pt x="11145943" y="825764"/>
                  <a:pt x="11140171" y="831534"/>
                  <a:pt x="11133055" y="831534"/>
                </a:cubicBezTo>
                <a:cubicBezTo>
                  <a:pt x="11125936" y="831534"/>
                  <a:pt x="11120167" y="825764"/>
                  <a:pt x="11120167" y="818646"/>
                </a:cubicBezTo>
                <a:cubicBezTo>
                  <a:pt x="11120167" y="811528"/>
                  <a:pt x="11125936" y="805759"/>
                  <a:pt x="11133055" y="805759"/>
                </a:cubicBezTo>
                <a:close/>
                <a:moveTo>
                  <a:pt x="10940324" y="805759"/>
                </a:moveTo>
                <a:cubicBezTo>
                  <a:pt x="10947405" y="805875"/>
                  <a:pt x="10953209" y="811564"/>
                  <a:pt x="10953209" y="818646"/>
                </a:cubicBezTo>
                <a:cubicBezTo>
                  <a:pt x="10953209" y="825729"/>
                  <a:pt x="10947520" y="831534"/>
                  <a:pt x="10940324" y="831534"/>
                </a:cubicBezTo>
                <a:cubicBezTo>
                  <a:pt x="10933240" y="831534"/>
                  <a:pt x="10927436" y="825845"/>
                  <a:pt x="10927436" y="818646"/>
                </a:cubicBezTo>
                <a:cubicBezTo>
                  <a:pt x="10927436" y="811564"/>
                  <a:pt x="10933125" y="805759"/>
                  <a:pt x="10940324" y="805759"/>
                </a:cubicBezTo>
                <a:close/>
                <a:moveTo>
                  <a:pt x="10555092" y="805759"/>
                </a:moveTo>
                <a:cubicBezTo>
                  <a:pt x="10562174" y="805875"/>
                  <a:pt x="10567978" y="811564"/>
                  <a:pt x="10567978" y="818646"/>
                </a:cubicBezTo>
                <a:cubicBezTo>
                  <a:pt x="10567978" y="825729"/>
                  <a:pt x="10562289" y="831534"/>
                  <a:pt x="10555092" y="831534"/>
                </a:cubicBezTo>
                <a:cubicBezTo>
                  <a:pt x="10548009" y="831534"/>
                  <a:pt x="10542204" y="825845"/>
                  <a:pt x="10542204" y="818646"/>
                </a:cubicBezTo>
                <a:cubicBezTo>
                  <a:pt x="10542204" y="811564"/>
                  <a:pt x="10547893" y="805759"/>
                  <a:pt x="10555092" y="805759"/>
                </a:cubicBezTo>
                <a:close/>
                <a:moveTo>
                  <a:pt x="10298270" y="805759"/>
                </a:moveTo>
                <a:cubicBezTo>
                  <a:pt x="10305388" y="805759"/>
                  <a:pt x="10311158" y="811528"/>
                  <a:pt x="10311158" y="818646"/>
                </a:cubicBezTo>
                <a:cubicBezTo>
                  <a:pt x="10311158" y="825764"/>
                  <a:pt x="10305388" y="831534"/>
                  <a:pt x="10298270" y="831534"/>
                </a:cubicBezTo>
                <a:cubicBezTo>
                  <a:pt x="10291154" y="831534"/>
                  <a:pt x="10285382" y="825764"/>
                  <a:pt x="10285382" y="818646"/>
                </a:cubicBezTo>
                <a:cubicBezTo>
                  <a:pt x="10285382" y="811528"/>
                  <a:pt x="10291154" y="805759"/>
                  <a:pt x="10298270" y="805759"/>
                </a:cubicBezTo>
                <a:close/>
                <a:moveTo>
                  <a:pt x="10233947" y="805759"/>
                </a:moveTo>
                <a:cubicBezTo>
                  <a:pt x="10241146" y="805875"/>
                  <a:pt x="10246835" y="811564"/>
                  <a:pt x="10246835" y="818646"/>
                </a:cubicBezTo>
                <a:cubicBezTo>
                  <a:pt x="10246835" y="825729"/>
                  <a:pt x="10241146" y="831534"/>
                  <a:pt x="10233947" y="831534"/>
                </a:cubicBezTo>
                <a:cubicBezTo>
                  <a:pt x="10226866" y="831534"/>
                  <a:pt x="10221059" y="825845"/>
                  <a:pt x="10221059" y="818646"/>
                </a:cubicBezTo>
                <a:cubicBezTo>
                  <a:pt x="10221059" y="811564"/>
                  <a:pt x="10226748" y="805759"/>
                  <a:pt x="10233947" y="805759"/>
                </a:cubicBezTo>
                <a:close/>
                <a:moveTo>
                  <a:pt x="9720307" y="805759"/>
                </a:moveTo>
                <a:cubicBezTo>
                  <a:pt x="9727423" y="805759"/>
                  <a:pt x="9733193" y="811528"/>
                  <a:pt x="9733193" y="818646"/>
                </a:cubicBezTo>
                <a:cubicBezTo>
                  <a:pt x="9733193" y="825764"/>
                  <a:pt x="9727423" y="831534"/>
                  <a:pt x="9720307" y="831534"/>
                </a:cubicBezTo>
                <a:cubicBezTo>
                  <a:pt x="9713189" y="831534"/>
                  <a:pt x="9707419" y="825764"/>
                  <a:pt x="9707419" y="818646"/>
                </a:cubicBezTo>
                <a:cubicBezTo>
                  <a:pt x="9707419" y="811528"/>
                  <a:pt x="9713189" y="805759"/>
                  <a:pt x="9720307" y="805759"/>
                </a:cubicBezTo>
                <a:close/>
                <a:moveTo>
                  <a:pt x="9463485" y="805759"/>
                </a:moveTo>
                <a:cubicBezTo>
                  <a:pt x="9470568" y="805875"/>
                  <a:pt x="9476373" y="811564"/>
                  <a:pt x="9476373" y="818646"/>
                </a:cubicBezTo>
                <a:cubicBezTo>
                  <a:pt x="9476373" y="825729"/>
                  <a:pt x="9470683" y="831534"/>
                  <a:pt x="9463485" y="831534"/>
                </a:cubicBezTo>
                <a:cubicBezTo>
                  <a:pt x="9456403" y="831534"/>
                  <a:pt x="9450597" y="825845"/>
                  <a:pt x="9450597" y="818646"/>
                </a:cubicBezTo>
                <a:cubicBezTo>
                  <a:pt x="9450597" y="811564"/>
                  <a:pt x="9456286" y="805759"/>
                  <a:pt x="9463485" y="805759"/>
                </a:cubicBezTo>
                <a:close/>
                <a:moveTo>
                  <a:pt x="9078138" y="805759"/>
                </a:moveTo>
                <a:cubicBezTo>
                  <a:pt x="9085334" y="805875"/>
                  <a:pt x="9091023" y="811564"/>
                  <a:pt x="9091023" y="818646"/>
                </a:cubicBezTo>
                <a:cubicBezTo>
                  <a:pt x="9091023" y="825729"/>
                  <a:pt x="9085334" y="831534"/>
                  <a:pt x="9078138" y="831534"/>
                </a:cubicBezTo>
                <a:cubicBezTo>
                  <a:pt x="9071054" y="831534"/>
                  <a:pt x="9065250" y="825845"/>
                  <a:pt x="9065250" y="818646"/>
                </a:cubicBezTo>
                <a:cubicBezTo>
                  <a:pt x="9065250" y="811564"/>
                  <a:pt x="9070939" y="805759"/>
                  <a:pt x="9078138" y="805759"/>
                </a:cubicBezTo>
                <a:close/>
                <a:moveTo>
                  <a:pt x="7216067" y="805759"/>
                </a:moveTo>
                <a:cubicBezTo>
                  <a:pt x="7223186" y="805759"/>
                  <a:pt x="7228955" y="811528"/>
                  <a:pt x="7228955" y="818646"/>
                </a:cubicBezTo>
                <a:cubicBezTo>
                  <a:pt x="7228955" y="825764"/>
                  <a:pt x="7223186" y="831534"/>
                  <a:pt x="7216067" y="831534"/>
                </a:cubicBezTo>
                <a:cubicBezTo>
                  <a:pt x="7208951" y="831534"/>
                  <a:pt x="7203179" y="825764"/>
                  <a:pt x="7203179" y="818646"/>
                </a:cubicBezTo>
                <a:cubicBezTo>
                  <a:pt x="7203179" y="811528"/>
                  <a:pt x="7208951" y="805759"/>
                  <a:pt x="7216067" y="805759"/>
                </a:cubicBezTo>
                <a:close/>
                <a:moveTo>
                  <a:pt x="6638220" y="805759"/>
                </a:moveTo>
                <a:cubicBezTo>
                  <a:pt x="6645339" y="805759"/>
                  <a:pt x="6651108" y="811528"/>
                  <a:pt x="6651108" y="818646"/>
                </a:cubicBezTo>
                <a:cubicBezTo>
                  <a:pt x="6651108" y="825764"/>
                  <a:pt x="6645339" y="831534"/>
                  <a:pt x="6638220" y="831534"/>
                </a:cubicBezTo>
                <a:cubicBezTo>
                  <a:pt x="6631104" y="831534"/>
                  <a:pt x="6625335" y="825764"/>
                  <a:pt x="6625335" y="818646"/>
                </a:cubicBezTo>
                <a:cubicBezTo>
                  <a:pt x="6625335" y="811528"/>
                  <a:pt x="6631104" y="805759"/>
                  <a:pt x="6638220" y="805759"/>
                </a:cubicBezTo>
                <a:close/>
                <a:moveTo>
                  <a:pt x="6252873" y="805759"/>
                </a:moveTo>
                <a:cubicBezTo>
                  <a:pt x="6259955" y="805875"/>
                  <a:pt x="6265761" y="811564"/>
                  <a:pt x="6265761" y="818646"/>
                </a:cubicBezTo>
                <a:cubicBezTo>
                  <a:pt x="6265761" y="825729"/>
                  <a:pt x="6260072" y="831534"/>
                  <a:pt x="6252873" y="831534"/>
                </a:cubicBezTo>
                <a:cubicBezTo>
                  <a:pt x="6245792" y="831534"/>
                  <a:pt x="6239985" y="825845"/>
                  <a:pt x="6239985" y="818646"/>
                </a:cubicBezTo>
                <a:cubicBezTo>
                  <a:pt x="6239985" y="811564"/>
                  <a:pt x="6245674" y="805759"/>
                  <a:pt x="6252873" y="805759"/>
                </a:cubicBezTo>
                <a:close/>
                <a:moveTo>
                  <a:pt x="5743477" y="805759"/>
                </a:moveTo>
                <a:cubicBezTo>
                  <a:pt x="5750594" y="805759"/>
                  <a:pt x="5756364" y="811528"/>
                  <a:pt x="5756364" y="818646"/>
                </a:cubicBezTo>
                <a:cubicBezTo>
                  <a:pt x="5756364" y="825764"/>
                  <a:pt x="5750594" y="831534"/>
                  <a:pt x="5743477" y="831534"/>
                </a:cubicBezTo>
                <a:cubicBezTo>
                  <a:pt x="5736359" y="831534"/>
                  <a:pt x="5730590" y="825764"/>
                  <a:pt x="5730590" y="818646"/>
                </a:cubicBezTo>
                <a:cubicBezTo>
                  <a:pt x="5730590" y="811528"/>
                  <a:pt x="5736359" y="805759"/>
                  <a:pt x="5743477" y="805759"/>
                </a:cubicBezTo>
                <a:close/>
                <a:moveTo>
                  <a:pt x="5422451" y="805759"/>
                </a:moveTo>
                <a:cubicBezTo>
                  <a:pt x="5429568" y="805759"/>
                  <a:pt x="5435339" y="811528"/>
                  <a:pt x="5435339" y="818646"/>
                </a:cubicBezTo>
                <a:cubicBezTo>
                  <a:pt x="5435339" y="825764"/>
                  <a:pt x="5429568" y="831534"/>
                  <a:pt x="5422451" y="831534"/>
                </a:cubicBezTo>
                <a:cubicBezTo>
                  <a:pt x="5415332" y="831534"/>
                  <a:pt x="5409564" y="825764"/>
                  <a:pt x="5409564" y="818646"/>
                </a:cubicBezTo>
                <a:cubicBezTo>
                  <a:pt x="5409564" y="811528"/>
                  <a:pt x="5415332" y="805759"/>
                  <a:pt x="5422451" y="805759"/>
                </a:cubicBezTo>
                <a:close/>
                <a:moveTo>
                  <a:pt x="5229719" y="805759"/>
                </a:moveTo>
                <a:cubicBezTo>
                  <a:pt x="5236801" y="805875"/>
                  <a:pt x="5242606" y="811564"/>
                  <a:pt x="5242606" y="818646"/>
                </a:cubicBezTo>
                <a:cubicBezTo>
                  <a:pt x="5242606" y="825729"/>
                  <a:pt x="5236918" y="831534"/>
                  <a:pt x="5229719" y="831534"/>
                </a:cubicBezTo>
                <a:cubicBezTo>
                  <a:pt x="5222637" y="831534"/>
                  <a:pt x="5216831" y="825845"/>
                  <a:pt x="5216831" y="818646"/>
                </a:cubicBezTo>
                <a:cubicBezTo>
                  <a:pt x="5216831" y="811564"/>
                  <a:pt x="5222520" y="805759"/>
                  <a:pt x="5229719" y="805759"/>
                </a:cubicBezTo>
                <a:close/>
                <a:moveTo>
                  <a:pt x="4844487" y="805759"/>
                </a:moveTo>
                <a:cubicBezTo>
                  <a:pt x="4851568" y="805875"/>
                  <a:pt x="4857374" y="811564"/>
                  <a:pt x="4857374" y="818646"/>
                </a:cubicBezTo>
                <a:cubicBezTo>
                  <a:pt x="4857374" y="825729"/>
                  <a:pt x="4851686" y="831534"/>
                  <a:pt x="4844487" y="831534"/>
                </a:cubicBezTo>
                <a:cubicBezTo>
                  <a:pt x="4837405" y="831534"/>
                  <a:pt x="4831598" y="825845"/>
                  <a:pt x="4831598" y="818646"/>
                </a:cubicBezTo>
                <a:cubicBezTo>
                  <a:pt x="4831598" y="811564"/>
                  <a:pt x="4837289" y="805759"/>
                  <a:pt x="4844487" y="805759"/>
                </a:cubicBezTo>
                <a:close/>
                <a:moveTo>
                  <a:pt x="4587666" y="805759"/>
                </a:moveTo>
                <a:cubicBezTo>
                  <a:pt x="4594784" y="805759"/>
                  <a:pt x="4600553" y="811528"/>
                  <a:pt x="4600553" y="818646"/>
                </a:cubicBezTo>
                <a:cubicBezTo>
                  <a:pt x="4600553" y="825764"/>
                  <a:pt x="4594784" y="831534"/>
                  <a:pt x="4587666" y="831534"/>
                </a:cubicBezTo>
                <a:cubicBezTo>
                  <a:pt x="4580549" y="831534"/>
                  <a:pt x="4574778" y="825764"/>
                  <a:pt x="4574778" y="818646"/>
                </a:cubicBezTo>
                <a:cubicBezTo>
                  <a:pt x="4574778" y="811528"/>
                  <a:pt x="4580549" y="805759"/>
                  <a:pt x="4587666" y="805759"/>
                </a:cubicBezTo>
                <a:close/>
                <a:moveTo>
                  <a:pt x="4523345" y="805759"/>
                </a:moveTo>
                <a:cubicBezTo>
                  <a:pt x="4530542" y="805875"/>
                  <a:pt x="4536233" y="811564"/>
                  <a:pt x="4536233" y="818646"/>
                </a:cubicBezTo>
                <a:cubicBezTo>
                  <a:pt x="4536233" y="825729"/>
                  <a:pt x="4530542" y="831534"/>
                  <a:pt x="4523345" y="831534"/>
                </a:cubicBezTo>
                <a:cubicBezTo>
                  <a:pt x="4516262" y="831534"/>
                  <a:pt x="4510457" y="825845"/>
                  <a:pt x="4510457" y="818646"/>
                </a:cubicBezTo>
                <a:cubicBezTo>
                  <a:pt x="4510457" y="811564"/>
                  <a:pt x="4516146" y="805759"/>
                  <a:pt x="4523345" y="805759"/>
                </a:cubicBezTo>
                <a:close/>
                <a:moveTo>
                  <a:pt x="4009702" y="805759"/>
                </a:moveTo>
                <a:cubicBezTo>
                  <a:pt x="4016819" y="805759"/>
                  <a:pt x="4022589" y="811528"/>
                  <a:pt x="4022589" y="818646"/>
                </a:cubicBezTo>
                <a:cubicBezTo>
                  <a:pt x="4022589" y="825764"/>
                  <a:pt x="4016819" y="831534"/>
                  <a:pt x="4009702" y="831534"/>
                </a:cubicBezTo>
                <a:cubicBezTo>
                  <a:pt x="4002585" y="831534"/>
                  <a:pt x="3996814" y="825764"/>
                  <a:pt x="3996814" y="818646"/>
                </a:cubicBezTo>
                <a:cubicBezTo>
                  <a:pt x="3996814" y="811528"/>
                  <a:pt x="4002585" y="805759"/>
                  <a:pt x="4009702" y="805759"/>
                </a:cubicBezTo>
                <a:close/>
                <a:moveTo>
                  <a:pt x="3752882" y="805759"/>
                </a:moveTo>
                <a:cubicBezTo>
                  <a:pt x="3759964" y="805875"/>
                  <a:pt x="3765770" y="811564"/>
                  <a:pt x="3765770" y="818646"/>
                </a:cubicBezTo>
                <a:cubicBezTo>
                  <a:pt x="3765770" y="825729"/>
                  <a:pt x="3760079" y="831534"/>
                  <a:pt x="3752882" y="831534"/>
                </a:cubicBezTo>
                <a:cubicBezTo>
                  <a:pt x="3745798" y="831534"/>
                  <a:pt x="3739993" y="825845"/>
                  <a:pt x="3739993" y="818646"/>
                </a:cubicBezTo>
                <a:cubicBezTo>
                  <a:pt x="3739993" y="811564"/>
                  <a:pt x="3745682" y="805759"/>
                  <a:pt x="3752882" y="805759"/>
                </a:cubicBezTo>
                <a:close/>
                <a:moveTo>
                  <a:pt x="3367532" y="805759"/>
                </a:moveTo>
                <a:cubicBezTo>
                  <a:pt x="3374732" y="805875"/>
                  <a:pt x="3380421" y="811564"/>
                  <a:pt x="3380421" y="818646"/>
                </a:cubicBezTo>
                <a:cubicBezTo>
                  <a:pt x="3380421" y="825729"/>
                  <a:pt x="3374732" y="831534"/>
                  <a:pt x="3367532" y="831534"/>
                </a:cubicBezTo>
                <a:cubicBezTo>
                  <a:pt x="3360450" y="831534"/>
                  <a:pt x="3354645" y="825845"/>
                  <a:pt x="3354645" y="818646"/>
                </a:cubicBezTo>
                <a:cubicBezTo>
                  <a:pt x="3354645" y="811564"/>
                  <a:pt x="3360336" y="805759"/>
                  <a:pt x="3367532" y="805759"/>
                </a:cubicBezTo>
                <a:close/>
                <a:moveTo>
                  <a:pt x="1505464" y="805759"/>
                </a:moveTo>
                <a:cubicBezTo>
                  <a:pt x="1512581" y="805759"/>
                  <a:pt x="1518352" y="811528"/>
                  <a:pt x="1518352" y="818646"/>
                </a:cubicBezTo>
                <a:cubicBezTo>
                  <a:pt x="1518352" y="825764"/>
                  <a:pt x="1512581" y="831534"/>
                  <a:pt x="1505464" y="831534"/>
                </a:cubicBezTo>
                <a:cubicBezTo>
                  <a:pt x="1498346" y="831534"/>
                  <a:pt x="1492577" y="825764"/>
                  <a:pt x="1492577" y="818646"/>
                </a:cubicBezTo>
                <a:cubicBezTo>
                  <a:pt x="1492577" y="811528"/>
                  <a:pt x="1498346" y="805759"/>
                  <a:pt x="1505464" y="805759"/>
                </a:cubicBezTo>
                <a:close/>
                <a:moveTo>
                  <a:pt x="927616" y="805759"/>
                </a:moveTo>
                <a:cubicBezTo>
                  <a:pt x="934736" y="805759"/>
                  <a:pt x="940503" y="811528"/>
                  <a:pt x="940503" y="818646"/>
                </a:cubicBezTo>
                <a:cubicBezTo>
                  <a:pt x="940503" y="825764"/>
                  <a:pt x="934736" y="831534"/>
                  <a:pt x="927616" y="831534"/>
                </a:cubicBezTo>
                <a:cubicBezTo>
                  <a:pt x="920499" y="831534"/>
                  <a:pt x="914731" y="825764"/>
                  <a:pt x="914731" y="818646"/>
                </a:cubicBezTo>
                <a:cubicBezTo>
                  <a:pt x="914731" y="811528"/>
                  <a:pt x="920499" y="805759"/>
                  <a:pt x="927616" y="805759"/>
                </a:cubicBezTo>
                <a:close/>
                <a:moveTo>
                  <a:pt x="542270" y="805759"/>
                </a:moveTo>
                <a:cubicBezTo>
                  <a:pt x="549351" y="805875"/>
                  <a:pt x="555157" y="811564"/>
                  <a:pt x="555157" y="818646"/>
                </a:cubicBezTo>
                <a:cubicBezTo>
                  <a:pt x="555157" y="825729"/>
                  <a:pt x="549469" y="831534"/>
                  <a:pt x="542270" y="831534"/>
                </a:cubicBezTo>
                <a:cubicBezTo>
                  <a:pt x="535188" y="831534"/>
                  <a:pt x="529382" y="825845"/>
                  <a:pt x="529382" y="818646"/>
                </a:cubicBezTo>
                <a:cubicBezTo>
                  <a:pt x="529382" y="811564"/>
                  <a:pt x="535071" y="805759"/>
                  <a:pt x="542270" y="805759"/>
                </a:cubicBezTo>
                <a:close/>
                <a:moveTo>
                  <a:pt x="25659" y="805759"/>
                </a:moveTo>
                <a:cubicBezTo>
                  <a:pt x="32776" y="805759"/>
                  <a:pt x="38547" y="811528"/>
                  <a:pt x="38547" y="818646"/>
                </a:cubicBezTo>
                <a:cubicBezTo>
                  <a:pt x="38547" y="825764"/>
                  <a:pt x="32776" y="831534"/>
                  <a:pt x="25659" y="831534"/>
                </a:cubicBezTo>
                <a:cubicBezTo>
                  <a:pt x="18542" y="831534"/>
                  <a:pt x="12771" y="825764"/>
                  <a:pt x="12771" y="818646"/>
                </a:cubicBezTo>
                <a:cubicBezTo>
                  <a:pt x="12771" y="811528"/>
                  <a:pt x="18542" y="805759"/>
                  <a:pt x="25659" y="805759"/>
                </a:cubicBezTo>
                <a:close/>
                <a:moveTo>
                  <a:pt x="11325670" y="792988"/>
                </a:moveTo>
                <a:cubicBezTo>
                  <a:pt x="11339835" y="792988"/>
                  <a:pt x="11351329" y="804482"/>
                  <a:pt x="11351329" y="818646"/>
                </a:cubicBezTo>
                <a:cubicBezTo>
                  <a:pt x="11351329" y="832811"/>
                  <a:pt x="11339835" y="844305"/>
                  <a:pt x="11325670" y="844305"/>
                </a:cubicBezTo>
                <a:cubicBezTo>
                  <a:pt x="11311505" y="844305"/>
                  <a:pt x="11300012" y="832811"/>
                  <a:pt x="11300012" y="818646"/>
                </a:cubicBezTo>
                <a:cubicBezTo>
                  <a:pt x="11300012" y="804482"/>
                  <a:pt x="11311505" y="792988"/>
                  <a:pt x="11325670" y="792988"/>
                </a:cubicBezTo>
                <a:close/>
                <a:moveTo>
                  <a:pt x="11197259" y="792988"/>
                </a:moveTo>
                <a:cubicBezTo>
                  <a:pt x="11211424" y="792988"/>
                  <a:pt x="11222917" y="804482"/>
                  <a:pt x="11222917" y="818646"/>
                </a:cubicBezTo>
                <a:cubicBezTo>
                  <a:pt x="11222917" y="832811"/>
                  <a:pt x="11211424" y="844305"/>
                  <a:pt x="11197259" y="844305"/>
                </a:cubicBezTo>
                <a:cubicBezTo>
                  <a:pt x="11183094" y="844305"/>
                  <a:pt x="11171601" y="832811"/>
                  <a:pt x="11171601" y="818646"/>
                </a:cubicBezTo>
                <a:cubicBezTo>
                  <a:pt x="11171601" y="804482"/>
                  <a:pt x="11183094" y="792988"/>
                  <a:pt x="11197259" y="792988"/>
                </a:cubicBezTo>
                <a:close/>
                <a:moveTo>
                  <a:pt x="10683501" y="792988"/>
                </a:moveTo>
                <a:cubicBezTo>
                  <a:pt x="10697666" y="792988"/>
                  <a:pt x="10709159" y="804482"/>
                  <a:pt x="10709159" y="818646"/>
                </a:cubicBezTo>
                <a:cubicBezTo>
                  <a:pt x="10709159" y="832811"/>
                  <a:pt x="10697666" y="844305"/>
                  <a:pt x="10683501" y="844305"/>
                </a:cubicBezTo>
                <a:cubicBezTo>
                  <a:pt x="10669336" y="844305"/>
                  <a:pt x="10657843" y="832811"/>
                  <a:pt x="10657843" y="818646"/>
                </a:cubicBezTo>
                <a:cubicBezTo>
                  <a:pt x="10657843" y="804482"/>
                  <a:pt x="10669336" y="792988"/>
                  <a:pt x="10683501" y="792988"/>
                </a:cubicBezTo>
                <a:close/>
                <a:moveTo>
                  <a:pt x="10619297" y="792988"/>
                </a:moveTo>
                <a:cubicBezTo>
                  <a:pt x="10633462" y="792988"/>
                  <a:pt x="10644955" y="804482"/>
                  <a:pt x="10644955" y="818646"/>
                </a:cubicBezTo>
                <a:cubicBezTo>
                  <a:pt x="10644955" y="832811"/>
                  <a:pt x="10633462" y="844305"/>
                  <a:pt x="10619297" y="844305"/>
                </a:cubicBezTo>
                <a:cubicBezTo>
                  <a:pt x="10605132" y="844305"/>
                  <a:pt x="10593639" y="832811"/>
                  <a:pt x="10593639" y="818646"/>
                </a:cubicBezTo>
                <a:cubicBezTo>
                  <a:pt x="10593639" y="804482"/>
                  <a:pt x="10605132" y="792988"/>
                  <a:pt x="10619297" y="792988"/>
                </a:cubicBezTo>
                <a:close/>
                <a:moveTo>
                  <a:pt x="10362474" y="792988"/>
                </a:moveTo>
                <a:cubicBezTo>
                  <a:pt x="10376647" y="792988"/>
                  <a:pt x="10388135" y="804475"/>
                  <a:pt x="10388135" y="818646"/>
                </a:cubicBezTo>
                <a:cubicBezTo>
                  <a:pt x="10388135" y="832817"/>
                  <a:pt x="10376647" y="844305"/>
                  <a:pt x="10362474" y="844305"/>
                </a:cubicBezTo>
                <a:cubicBezTo>
                  <a:pt x="10348304" y="844305"/>
                  <a:pt x="10336816" y="832817"/>
                  <a:pt x="10336816" y="818646"/>
                </a:cubicBezTo>
                <a:cubicBezTo>
                  <a:pt x="10336816" y="804475"/>
                  <a:pt x="10348304" y="792988"/>
                  <a:pt x="10362474" y="792988"/>
                </a:cubicBezTo>
                <a:close/>
                <a:moveTo>
                  <a:pt x="10105654" y="792988"/>
                </a:moveTo>
                <a:cubicBezTo>
                  <a:pt x="10119819" y="792988"/>
                  <a:pt x="10131312" y="804482"/>
                  <a:pt x="10131312" y="818646"/>
                </a:cubicBezTo>
                <a:cubicBezTo>
                  <a:pt x="10131312" y="832811"/>
                  <a:pt x="10119819" y="844305"/>
                  <a:pt x="10105654" y="844305"/>
                </a:cubicBezTo>
                <a:cubicBezTo>
                  <a:pt x="10091489" y="844305"/>
                  <a:pt x="10079996" y="832811"/>
                  <a:pt x="10079996" y="818646"/>
                </a:cubicBezTo>
                <a:cubicBezTo>
                  <a:pt x="10079996" y="804482"/>
                  <a:pt x="10091489" y="792988"/>
                  <a:pt x="10105654" y="792988"/>
                </a:cubicBezTo>
                <a:close/>
                <a:moveTo>
                  <a:pt x="8564495" y="792988"/>
                </a:moveTo>
                <a:cubicBezTo>
                  <a:pt x="8578665" y="792988"/>
                  <a:pt x="8590153" y="804475"/>
                  <a:pt x="8590153" y="818646"/>
                </a:cubicBezTo>
                <a:cubicBezTo>
                  <a:pt x="8590153" y="832817"/>
                  <a:pt x="8578665" y="844305"/>
                  <a:pt x="8564495" y="844305"/>
                </a:cubicBezTo>
                <a:cubicBezTo>
                  <a:pt x="8550325" y="844305"/>
                  <a:pt x="8538837" y="832817"/>
                  <a:pt x="8538837" y="818646"/>
                </a:cubicBezTo>
                <a:cubicBezTo>
                  <a:pt x="8538837" y="804475"/>
                  <a:pt x="8550325" y="792988"/>
                  <a:pt x="8564495" y="792988"/>
                </a:cubicBezTo>
                <a:close/>
                <a:moveTo>
                  <a:pt x="8050852" y="792988"/>
                </a:moveTo>
                <a:cubicBezTo>
                  <a:pt x="8065017" y="792988"/>
                  <a:pt x="8076510" y="804482"/>
                  <a:pt x="8076510" y="818646"/>
                </a:cubicBezTo>
                <a:cubicBezTo>
                  <a:pt x="8076510" y="832811"/>
                  <a:pt x="8065017" y="844305"/>
                  <a:pt x="8050852" y="844305"/>
                </a:cubicBezTo>
                <a:cubicBezTo>
                  <a:pt x="8036687" y="844305"/>
                  <a:pt x="8025194" y="832811"/>
                  <a:pt x="8025194" y="818646"/>
                </a:cubicBezTo>
                <a:cubicBezTo>
                  <a:pt x="8025194" y="804482"/>
                  <a:pt x="8036687" y="792988"/>
                  <a:pt x="8050852" y="792988"/>
                </a:cubicBezTo>
                <a:close/>
                <a:moveTo>
                  <a:pt x="7986648" y="792988"/>
                </a:moveTo>
                <a:cubicBezTo>
                  <a:pt x="8000813" y="792988"/>
                  <a:pt x="8012306" y="804482"/>
                  <a:pt x="8012306" y="818646"/>
                </a:cubicBezTo>
                <a:cubicBezTo>
                  <a:pt x="8012306" y="832811"/>
                  <a:pt x="8000813" y="844305"/>
                  <a:pt x="7986648" y="844305"/>
                </a:cubicBezTo>
                <a:cubicBezTo>
                  <a:pt x="7972483" y="844305"/>
                  <a:pt x="7960990" y="832811"/>
                  <a:pt x="7960990" y="818646"/>
                </a:cubicBezTo>
                <a:cubicBezTo>
                  <a:pt x="7960990" y="804482"/>
                  <a:pt x="7972483" y="792988"/>
                  <a:pt x="7986648" y="792988"/>
                </a:cubicBezTo>
                <a:close/>
                <a:moveTo>
                  <a:pt x="7858237" y="792988"/>
                </a:moveTo>
                <a:cubicBezTo>
                  <a:pt x="7872407" y="792988"/>
                  <a:pt x="7883895" y="804475"/>
                  <a:pt x="7883895" y="818646"/>
                </a:cubicBezTo>
                <a:cubicBezTo>
                  <a:pt x="7883895" y="832817"/>
                  <a:pt x="7872407" y="844305"/>
                  <a:pt x="7858237" y="844305"/>
                </a:cubicBezTo>
                <a:cubicBezTo>
                  <a:pt x="7844066" y="844305"/>
                  <a:pt x="7832578" y="832817"/>
                  <a:pt x="7832578" y="818646"/>
                </a:cubicBezTo>
                <a:cubicBezTo>
                  <a:pt x="7832578" y="804475"/>
                  <a:pt x="7844066" y="792988"/>
                  <a:pt x="7858237" y="792988"/>
                </a:cubicBezTo>
                <a:close/>
                <a:moveTo>
                  <a:pt x="7794032" y="792988"/>
                </a:moveTo>
                <a:cubicBezTo>
                  <a:pt x="7808203" y="792988"/>
                  <a:pt x="7819690" y="804475"/>
                  <a:pt x="7819690" y="818646"/>
                </a:cubicBezTo>
                <a:cubicBezTo>
                  <a:pt x="7819690" y="832817"/>
                  <a:pt x="7808203" y="844305"/>
                  <a:pt x="7794032" y="844305"/>
                </a:cubicBezTo>
                <a:cubicBezTo>
                  <a:pt x="7779862" y="844305"/>
                  <a:pt x="7768371" y="832817"/>
                  <a:pt x="7768371" y="818646"/>
                </a:cubicBezTo>
                <a:cubicBezTo>
                  <a:pt x="7768371" y="804475"/>
                  <a:pt x="7779862" y="792988"/>
                  <a:pt x="7794032" y="792988"/>
                </a:cubicBezTo>
                <a:close/>
                <a:moveTo>
                  <a:pt x="7665621" y="792988"/>
                </a:moveTo>
                <a:cubicBezTo>
                  <a:pt x="7679786" y="792988"/>
                  <a:pt x="7691279" y="804482"/>
                  <a:pt x="7691279" y="818646"/>
                </a:cubicBezTo>
                <a:cubicBezTo>
                  <a:pt x="7691279" y="832811"/>
                  <a:pt x="7679786" y="844305"/>
                  <a:pt x="7665621" y="844305"/>
                </a:cubicBezTo>
                <a:cubicBezTo>
                  <a:pt x="7651456" y="844305"/>
                  <a:pt x="7639963" y="832811"/>
                  <a:pt x="7639963" y="818646"/>
                </a:cubicBezTo>
                <a:cubicBezTo>
                  <a:pt x="7639963" y="804482"/>
                  <a:pt x="7651456" y="792988"/>
                  <a:pt x="7665621" y="792988"/>
                </a:cubicBezTo>
                <a:close/>
                <a:moveTo>
                  <a:pt x="7601299" y="792988"/>
                </a:moveTo>
                <a:cubicBezTo>
                  <a:pt x="7615464" y="792988"/>
                  <a:pt x="7626959" y="804482"/>
                  <a:pt x="7626959" y="818646"/>
                </a:cubicBezTo>
                <a:cubicBezTo>
                  <a:pt x="7626959" y="832811"/>
                  <a:pt x="7615464" y="844305"/>
                  <a:pt x="7601299" y="844305"/>
                </a:cubicBezTo>
                <a:cubicBezTo>
                  <a:pt x="7587134" y="844305"/>
                  <a:pt x="7575640" y="832811"/>
                  <a:pt x="7575640" y="818646"/>
                </a:cubicBezTo>
                <a:cubicBezTo>
                  <a:pt x="7575640" y="804482"/>
                  <a:pt x="7587134" y="792988"/>
                  <a:pt x="7601299" y="792988"/>
                </a:cubicBezTo>
                <a:close/>
                <a:moveTo>
                  <a:pt x="7537094" y="792988"/>
                </a:moveTo>
                <a:cubicBezTo>
                  <a:pt x="7551259" y="792988"/>
                  <a:pt x="7562752" y="804482"/>
                  <a:pt x="7562752" y="818646"/>
                </a:cubicBezTo>
                <a:cubicBezTo>
                  <a:pt x="7562752" y="832811"/>
                  <a:pt x="7551259" y="844305"/>
                  <a:pt x="7537094" y="844305"/>
                </a:cubicBezTo>
                <a:cubicBezTo>
                  <a:pt x="7522929" y="844305"/>
                  <a:pt x="7511436" y="832811"/>
                  <a:pt x="7511436" y="818646"/>
                </a:cubicBezTo>
                <a:cubicBezTo>
                  <a:pt x="7511436" y="804482"/>
                  <a:pt x="7522929" y="792988"/>
                  <a:pt x="7537094" y="792988"/>
                </a:cubicBezTo>
                <a:close/>
                <a:moveTo>
                  <a:pt x="7151863" y="792988"/>
                </a:moveTo>
                <a:cubicBezTo>
                  <a:pt x="7166033" y="792988"/>
                  <a:pt x="7177521" y="804475"/>
                  <a:pt x="7177521" y="818646"/>
                </a:cubicBezTo>
                <a:cubicBezTo>
                  <a:pt x="7177521" y="832817"/>
                  <a:pt x="7166033" y="844305"/>
                  <a:pt x="7151863" y="844305"/>
                </a:cubicBezTo>
                <a:cubicBezTo>
                  <a:pt x="7137692" y="844305"/>
                  <a:pt x="7126205" y="832817"/>
                  <a:pt x="7126205" y="818646"/>
                </a:cubicBezTo>
                <a:cubicBezTo>
                  <a:pt x="7126205" y="804475"/>
                  <a:pt x="7137692" y="792988"/>
                  <a:pt x="7151863" y="792988"/>
                </a:cubicBezTo>
                <a:close/>
                <a:moveTo>
                  <a:pt x="6895043" y="792988"/>
                </a:moveTo>
                <a:cubicBezTo>
                  <a:pt x="6909208" y="792988"/>
                  <a:pt x="6920701" y="804482"/>
                  <a:pt x="6920701" y="818646"/>
                </a:cubicBezTo>
                <a:cubicBezTo>
                  <a:pt x="6920701" y="832811"/>
                  <a:pt x="6909208" y="844305"/>
                  <a:pt x="6895043" y="844305"/>
                </a:cubicBezTo>
                <a:cubicBezTo>
                  <a:pt x="6880878" y="844305"/>
                  <a:pt x="6869382" y="832811"/>
                  <a:pt x="6869382" y="818646"/>
                </a:cubicBezTo>
                <a:cubicBezTo>
                  <a:pt x="6869382" y="804482"/>
                  <a:pt x="6880878" y="792988"/>
                  <a:pt x="6895043" y="792988"/>
                </a:cubicBezTo>
                <a:close/>
                <a:moveTo>
                  <a:pt x="5615066" y="792988"/>
                </a:moveTo>
                <a:cubicBezTo>
                  <a:pt x="5629231" y="792988"/>
                  <a:pt x="5640726" y="804482"/>
                  <a:pt x="5640726" y="818646"/>
                </a:cubicBezTo>
                <a:cubicBezTo>
                  <a:pt x="5640726" y="832811"/>
                  <a:pt x="5629231" y="844305"/>
                  <a:pt x="5615066" y="844305"/>
                </a:cubicBezTo>
                <a:cubicBezTo>
                  <a:pt x="5600901" y="844305"/>
                  <a:pt x="5589407" y="832811"/>
                  <a:pt x="5589407" y="818646"/>
                </a:cubicBezTo>
                <a:cubicBezTo>
                  <a:pt x="5589407" y="804482"/>
                  <a:pt x="5600901" y="792988"/>
                  <a:pt x="5615066" y="792988"/>
                </a:cubicBezTo>
                <a:close/>
                <a:moveTo>
                  <a:pt x="5486655" y="792988"/>
                </a:moveTo>
                <a:cubicBezTo>
                  <a:pt x="5500819" y="792988"/>
                  <a:pt x="5512316" y="804482"/>
                  <a:pt x="5512316" y="818646"/>
                </a:cubicBezTo>
                <a:cubicBezTo>
                  <a:pt x="5512316" y="832811"/>
                  <a:pt x="5500819" y="844305"/>
                  <a:pt x="5486655" y="844305"/>
                </a:cubicBezTo>
                <a:cubicBezTo>
                  <a:pt x="5472491" y="844305"/>
                  <a:pt x="5460997" y="832811"/>
                  <a:pt x="5460997" y="818646"/>
                </a:cubicBezTo>
                <a:cubicBezTo>
                  <a:pt x="5460997" y="804482"/>
                  <a:pt x="5472491" y="792988"/>
                  <a:pt x="5486655" y="792988"/>
                </a:cubicBezTo>
                <a:close/>
                <a:moveTo>
                  <a:pt x="4972896" y="792988"/>
                </a:moveTo>
                <a:cubicBezTo>
                  <a:pt x="4987063" y="792988"/>
                  <a:pt x="4998557" y="804482"/>
                  <a:pt x="4998557" y="818646"/>
                </a:cubicBezTo>
                <a:cubicBezTo>
                  <a:pt x="4998557" y="832811"/>
                  <a:pt x="4987063" y="844305"/>
                  <a:pt x="4972896" y="844305"/>
                </a:cubicBezTo>
                <a:cubicBezTo>
                  <a:pt x="4958732" y="844305"/>
                  <a:pt x="4947240" y="832811"/>
                  <a:pt x="4947240" y="818646"/>
                </a:cubicBezTo>
                <a:cubicBezTo>
                  <a:pt x="4947240" y="804482"/>
                  <a:pt x="4958732" y="792988"/>
                  <a:pt x="4972896" y="792988"/>
                </a:cubicBezTo>
                <a:close/>
                <a:moveTo>
                  <a:pt x="4908693" y="792988"/>
                </a:moveTo>
                <a:cubicBezTo>
                  <a:pt x="4922857" y="792988"/>
                  <a:pt x="4934352" y="804482"/>
                  <a:pt x="4934352" y="818646"/>
                </a:cubicBezTo>
                <a:cubicBezTo>
                  <a:pt x="4934352" y="832811"/>
                  <a:pt x="4922857" y="844305"/>
                  <a:pt x="4908693" y="844305"/>
                </a:cubicBezTo>
                <a:cubicBezTo>
                  <a:pt x="4894527" y="844305"/>
                  <a:pt x="4883033" y="832811"/>
                  <a:pt x="4883033" y="818646"/>
                </a:cubicBezTo>
                <a:cubicBezTo>
                  <a:pt x="4883033" y="804482"/>
                  <a:pt x="4894527" y="792988"/>
                  <a:pt x="4908693" y="792988"/>
                </a:cubicBezTo>
                <a:close/>
                <a:moveTo>
                  <a:pt x="4651872" y="792988"/>
                </a:moveTo>
                <a:cubicBezTo>
                  <a:pt x="4666042" y="792988"/>
                  <a:pt x="4677531" y="804475"/>
                  <a:pt x="4677531" y="818646"/>
                </a:cubicBezTo>
                <a:cubicBezTo>
                  <a:pt x="4677531" y="832817"/>
                  <a:pt x="4666042" y="844305"/>
                  <a:pt x="4651872" y="844305"/>
                </a:cubicBezTo>
                <a:cubicBezTo>
                  <a:pt x="4637700" y="844305"/>
                  <a:pt x="4626213" y="832817"/>
                  <a:pt x="4626213" y="818646"/>
                </a:cubicBezTo>
                <a:cubicBezTo>
                  <a:pt x="4626213" y="804475"/>
                  <a:pt x="4637700" y="792988"/>
                  <a:pt x="4651872" y="792988"/>
                </a:cubicBezTo>
                <a:close/>
                <a:moveTo>
                  <a:pt x="4395050" y="792988"/>
                </a:moveTo>
                <a:cubicBezTo>
                  <a:pt x="4409214" y="792988"/>
                  <a:pt x="4420710" y="804482"/>
                  <a:pt x="4420710" y="818646"/>
                </a:cubicBezTo>
                <a:cubicBezTo>
                  <a:pt x="4420710" y="832811"/>
                  <a:pt x="4409214" y="844305"/>
                  <a:pt x="4395050" y="844305"/>
                </a:cubicBezTo>
                <a:cubicBezTo>
                  <a:pt x="4380886" y="844305"/>
                  <a:pt x="4369391" y="832811"/>
                  <a:pt x="4369391" y="818646"/>
                </a:cubicBezTo>
                <a:cubicBezTo>
                  <a:pt x="4369391" y="804482"/>
                  <a:pt x="4380886" y="792988"/>
                  <a:pt x="4395050" y="792988"/>
                </a:cubicBezTo>
                <a:close/>
                <a:moveTo>
                  <a:pt x="2853890" y="792988"/>
                </a:moveTo>
                <a:cubicBezTo>
                  <a:pt x="2868062" y="792988"/>
                  <a:pt x="2879550" y="804475"/>
                  <a:pt x="2879550" y="818646"/>
                </a:cubicBezTo>
                <a:cubicBezTo>
                  <a:pt x="2879550" y="832817"/>
                  <a:pt x="2868062" y="844305"/>
                  <a:pt x="2853890" y="844305"/>
                </a:cubicBezTo>
                <a:cubicBezTo>
                  <a:pt x="2839720" y="844305"/>
                  <a:pt x="2828231" y="832817"/>
                  <a:pt x="2828231" y="818646"/>
                </a:cubicBezTo>
                <a:cubicBezTo>
                  <a:pt x="2828231" y="804475"/>
                  <a:pt x="2839720" y="792988"/>
                  <a:pt x="2853890" y="792988"/>
                </a:cubicBezTo>
                <a:close/>
                <a:moveTo>
                  <a:pt x="2340249" y="792988"/>
                </a:moveTo>
                <a:cubicBezTo>
                  <a:pt x="2354413" y="792988"/>
                  <a:pt x="2365908" y="804482"/>
                  <a:pt x="2365908" y="818646"/>
                </a:cubicBezTo>
                <a:cubicBezTo>
                  <a:pt x="2365908" y="832811"/>
                  <a:pt x="2354413" y="844305"/>
                  <a:pt x="2340249" y="844305"/>
                </a:cubicBezTo>
                <a:cubicBezTo>
                  <a:pt x="2326084" y="844305"/>
                  <a:pt x="2314590" y="832811"/>
                  <a:pt x="2314590" y="818646"/>
                </a:cubicBezTo>
                <a:cubicBezTo>
                  <a:pt x="2314590" y="804482"/>
                  <a:pt x="2326084" y="792988"/>
                  <a:pt x="2340249" y="792988"/>
                </a:cubicBezTo>
                <a:close/>
                <a:moveTo>
                  <a:pt x="2276044" y="792988"/>
                </a:moveTo>
                <a:cubicBezTo>
                  <a:pt x="2290208" y="792988"/>
                  <a:pt x="2301702" y="804482"/>
                  <a:pt x="2301702" y="818646"/>
                </a:cubicBezTo>
                <a:cubicBezTo>
                  <a:pt x="2301702" y="832811"/>
                  <a:pt x="2290208" y="844305"/>
                  <a:pt x="2276044" y="844305"/>
                </a:cubicBezTo>
                <a:cubicBezTo>
                  <a:pt x="2261879" y="844305"/>
                  <a:pt x="2250385" y="832811"/>
                  <a:pt x="2250385" y="818646"/>
                </a:cubicBezTo>
                <a:cubicBezTo>
                  <a:pt x="2250385" y="804482"/>
                  <a:pt x="2261879" y="792988"/>
                  <a:pt x="2276044" y="792988"/>
                </a:cubicBezTo>
                <a:close/>
                <a:moveTo>
                  <a:pt x="2147633" y="792988"/>
                </a:moveTo>
                <a:cubicBezTo>
                  <a:pt x="2161804" y="792988"/>
                  <a:pt x="2173293" y="804475"/>
                  <a:pt x="2173293" y="818646"/>
                </a:cubicBezTo>
                <a:cubicBezTo>
                  <a:pt x="2173293" y="832817"/>
                  <a:pt x="2161804" y="844305"/>
                  <a:pt x="2147633" y="844305"/>
                </a:cubicBezTo>
                <a:cubicBezTo>
                  <a:pt x="2133462" y="844305"/>
                  <a:pt x="2121975" y="832817"/>
                  <a:pt x="2121975" y="818646"/>
                </a:cubicBezTo>
                <a:cubicBezTo>
                  <a:pt x="2121975" y="804475"/>
                  <a:pt x="2133462" y="792988"/>
                  <a:pt x="2147633" y="792988"/>
                </a:cubicBezTo>
                <a:close/>
                <a:moveTo>
                  <a:pt x="2083427" y="792988"/>
                </a:moveTo>
                <a:cubicBezTo>
                  <a:pt x="2097599" y="792988"/>
                  <a:pt x="2109087" y="804475"/>
                  <a:pt x="2109087" y="818646"/>
                </a:cubicBezTo>
                <a:cubicBezTo>
                  <a:pt x="2109087" y="832817"/>
                  <a:pt x="2097599" y="844305"/>
                  <a:pt x="2083427" y="844305"/>
                </a:cubicBezTo>
                <a:cubicBezTo>
                  <a:pt x="2069257" y="844305"/>
                  <a:pt x="2057768" y="832817"/>
                  <a:pt x="2057768" y="818646"/>
                </a:cubicBezTo>
                <a:cubicBezTo>
                  <a:pt x="2057768" y="804475"/>
                  <a:pt x="2069257" y="792988"/>
                  <a:pt x="2083427" y="792988"/>
                </a:cubicBezTo>
                <a:close/>
                <a:moveTo>
                  <a:pt x="1955016" y="792988"/>
                </a:moveTo>
                <a:cubicBezTo>
                  <a:pt x="1969181" y="792988"/>
                  <a:pt x="1980676" y="804482"/>
                  <a:pt x="1980676" y="818646"/>
                </a:cubicBezTo>
                <a:cubicBezTo>
                  <a:pt x="1980676" y="832811"/>
                  <a:pt x="1969181" y="844305"/>
                  <a:pt x="1955016" y="844305"/>
                </a:cubicBezTo>
                <a:cubicBezTo>
                  <a:pt x="1940851" y="844305"/>
                  <a:pt x="1929358" y="832811"/>
                  <a:pt x="1929358" y="818646"/>
                </a:cubicBezTo>
                <a:cubicBezTo>
                  <a:pt x="1929358" y="804482"/>
                  <a:pt x="1940851" y="792988"/>
                  <a:pt x="1955016" y="792988"/>
                </a:cubicBezTo>
                <a:close/>
                <a:moveTo>
                  <a:pt x="1890696" y="792988"/>
                </a:moveTo>
                <a:cubicBezTo>
                  <a:pt x="1904860" y="792988"/>
                  <a:pt x="1916355" y="804482"/>
                  <a:pt x="1916355" y="818646"/>
                </a:cubicBezTo>
                <a:cubicBezTo>
                  <a:pt x="1916355" y="832811"/>
                  <a:pt x="1904860" y="844305"/>
                  <a:pt x="1890696" y="844305"/>
                </a:cubicBezTo>
                <a:cubicBezTo>
                  <a:pt x="1876531" y="844305"/>
                  <a:pt x="1865037" y="832811"/>
                  <a:pt x="1865037" y="818646"/>
                </a:cubicBezTo>
                <a:cubicBezTo>
                  <a:pt x="1865037" y="804482"/>
                  <a:pt x="1876531" y="792988"/>
                  <a:pt x="1890696" y="792988"/>
                </a:cubicBezTo>
                <a:close/>
                <a:moveTo>
                  <a:pt x="1826490" y="792988"/>
                </a:moveTo>
                <a:cubicBezTo>
                  <a:pt x="1840654" y="792988"/>
                  <a:pt x="1852149" y="804482"/>
                  <a:pt x="1852149" y="818646"/>
                </a:cubicBezTo>
                <a:cubicBezTo>
                  <a:pt x="1852149" y="832811"/>
                  <a:pt x="1840654" y="844305"/>
                  <a:pt x="1826490" y="844305"/>
                </a:cubicBezTo>
                <a:cubicBezTo>
                  <a:pt x="1812325" y="844305"/>
                  <a:pt x="1800830" y="832811"/>
                  <a:pt x="1800830" y="818646"/>
                </a:cubicBezTo>
                <a:cubicBezTo>
                  <a:pt x="1800830" y="804482"/>
                  <a:pt x="1812325" y="792988"/>
                  <a:pt x="1826490" y="792988"/>
                </a:cubicBezTo>
                <a:close/>
                <a:moveTo>
                  <a:pt x="1441258" y="792988"/>
                </a:moveTo>
                <a:cubicBezTo>
                  <a:pt x="1455430" y="792988"/>
                  <a:pt x="1466917" y="804475"/>
                  <a:pt x="1466917" y="818646"/>
                </a:cubicBezTo>
                <a:cubicBezTo>
                  <a:pt x="1466917" y="832817"/>
                  <a:pt x="1455430" y="844305"/>
                  <a:pt x="1441258" y="844305"/>
                </a:cubicBezTo>
                <a:cubicBezTo>
                  <a:pt x="1427087" y="844305"/>
                  <a:pt x="1415599" y="832817"/>
                  <a:pt x="1415599" y="818646"/>
                </a:cubicBezTo>
                <a:cubicBezTo>
                  <a:pt x="1415599" y="804475"/>
                  <a:pt x="1427087" y="792988"/>
                  <a:pt x="1441258" y="792988"/>
                </a:cubicBezTo>
                <a:close/>
                <a:moveTo>
                  <a:pt x="1184437" y="792988"/>
                </a:moveTo>
                <a:cubicBezTo>
                  <a:pt x="1198602" y="792988"/>
                  <a:pt x="1210096" y="804482"/>
                  <a:pt x="1210096" y="818646"/>
                </a:cubicBezTo>
                <a:cubicBezTo>
                  <a:pt x="1210096" y="832811"/>
                  <a:pt x="1198602" y="844305"/>
                  <a:pt x="1184437" y="844305"/>
                </a:cubicBezTo>
                <a:cubicBezTo>
                  <a:pt x="1170273" y="844305"/>
                  <a:pt x="1158780" y="832811"/>
                  <a:pt x="1158780" y="818646"/>
                </a:cubicBezTo>
                <a:cubicBezTo>
                  <a:pt x="1158780" y="804482"/>
                  <a:pt x="1170273" y="792988"/>
                  <a:pt x="1184437" y="792988"/>
                </a:cubicBezTo>
                <a:close/>
                <a:moveTo>
                  <a:pt x="11970691" y="738651"/>
                </a:moveTo>
                <a:cubicBezTo>
                  <a:pt x="11977773" y="738767"/>
                  <a:pt x="11983579" y="744456"/>
                  <a:pt x="11983579" y="751539"/>
                </a:cubicBezTo>
                <a:cubicBezTo>
                  <a:pt x="11983579" y="758621"/>
                  <a:pt x="11977889" y="764426"/>
                  <a:pt x="11970691" y="764426"/>
                </a:cubicBezTo>
                <a:cubicBezTo>
                  <a:pt x="11963609" y="764426"/>
                  <a:pt x="11957803" y="758737"/>
                  <a:pt x="11957803" y="751539"/>
                </a:cubicBezTo>
                <a:cubicBezTo>
                  <a:pt x="11957803" y="744340"/>
                  <a:pt x="11963493" y="738651"/>
                  <a:pt x="11970691" y="738651"/>
                </a:cubicBezTo>
                <a:close/>
                <a:moveTo>
                  <a:pt x="11454081" y="738651"/>
                </a:moveTo>
                <a:cubicBezTo>
                  <a:pt x="11461197" y="738651"/>
                  <a:pt x="11466969" y="744421"/>
                  <a:pt x="11466969" y="751539"/>
                </a:cubicBezTo>
                <a:cubicBezTo>
                  <a:pt x="11466969" y="758656"/>
                  <a:pt x="11461197" y="764426"/>
                  <a:pt x="11454081" y="764426"/>
                </a:cubicBezTo>
                <a:cubicBezTo>
                  <a:pt x="11446963" y="764426"/>
                  <a:pt x="11441194" y="758656"/>
                  <a:pt x="11441194" y="751539"/>
                </a:cubicBezTo>
                <a:cubicBezTo>
                  <a:pt x="11441194" y="744421"/>
                  <a:pt x="11446963" y="738651"/>
                  <a:pt x="11454081" y="738651"/>
                </a:cubicBezTo>
                <a:close/>
                <a:moveTo>
                  <a:pt x="11325553" y="738651"/>
                </a:moveTo>
                <a:cubicBezTo>
                  <a:pt x="11332752" y="738767"/>
                  <a:pt x="11338441" y="744456"/>
                  <a:pt x="11338441" y="751539"/>
                </a:cubicBezTo>
                <a:cubicBezTo>
                  <a:pt x="11338441" y="758621"/>
                  <a:pt x="11332752" y="764426"/>
                  <a:pt x="11325553" y="764426"/>
                </a:cubicBezTo>
                <a:cubicBezTo>
                  <a:pt x="11318471" y="764426"/>
                  <a:pt x="11312667" y="758737"/>
                  <a:pt x="11312667" y="751539"/>
                </a:cubicBezTo>
                <a:cubicBezTo>
                  <a:pt x="11312667" y="744340"/>
                  <a:pt x="11318356" y="738651"/>
                  <a:pt x="11325553" y="738651"/>
                </a:cubicBezTo>
                <a:close/>
                <a:moveTo>
                  <a:pt x="11133055" y="738651"/>
                </a:moveTo>
                <a:cubicBezTo>
                  <a:pt x="11140171" y="738651"/>
                  <a:pt x="11145943" y="744421"/>
                  <a:pt x="11145943" y="751539"/>
                </a:cubicBezTo>
                <a:cubicBezTo>
                  <a:pt x="11145943" y="758656"/>
                  <a:pt x="11140171" y="764426"/>
                  <a:pt x="11133055" y="764426"/>
                </a:cubicBezTo>
                <a:cubicBezTo>
                  <a:pt x="11125936" y="764426"/>
                  <a:pt x="11120167" y="758656"/>
                  <a:pt x="11120167" y="751539"/>
                </a:cubicBezTo>
                <a:cubicBezTo>
                  <a:pt x="11120167" y="744421"/>
                  <a:pt x="11125936" y="738651"/>
                  <a:pt x="11133055" y="738651"/>
                </a:cubicBezTo>
                <a:close/>
                <a:moveTo>
                  <a:pt x="10940324" y="738651"/>
                </a:moveTo>
                <a:cubicBezTo>
                  <a:pt x="10947405" y="738767"/>
                  <a:pt x="10953209" y="744456"/>
                  <a:pt x="10953209" y="751539"/>
                </a:cubicBezTo>
                <a:cubicBezTo>
                  <a:pt x="10953209" y="758621"/>
                  <a:pt x="10947520" y="764426"/>
                  <a:pt x="10940324" y="764426"/>
                </a:cubicBezTo>
                <a:cubicBezTo>
                  <a:pt x="10933240" y="764426"/>
                  <a:pt x="10927436" y="758737"/>
                  <a:pt x="10927436" y="751539"/>
                </a:cubicBezTo>
                <a:cubicBezTo>
                  <a:pt x="10927436" y="744340"/>
                  <a:pt x="10933125" y="738651"/>
                  <a:pt x="10940324" y="738651"/>
                </a:cubicBezTo>
                <a:close/>
                <a:moveTo>
                  <a:pt x="10555092" y="738651"/>
                </a:moveTo>
                <a:cubicBezTo>
                  <a:pt x="10562174" y="738767"/>
                  <a:pt x="10567978" y="744456"/>
                  <a:pt x="10567978" y="751539"/>
                </a:cubicBezTo>
                <a:cubicBezTo>
                  <a:pt x="10567978" y="758621"/>
                  <a:pt x="10562289" y="764426"/>
                  <a:pt x="10555092" y="764426"/>
                </a:cubicBezTo>
                <a:cubicBezTo>
                  <a:pt x="10548009" y="764426"/>
                  <a:pt x="10542204" y="758737"/>
                  <a:pt x="10542204" y="751539"/>
                </a:cubicBezTo>
                <a:cubicBezTo>
                  <a:pt x="10542204" y="744340"/>
                  <a:pt x="10547893" y="738651"/>
                  <a:pt x="10555092" y="738651"/>
                </a:cubicBezTo>
                <a:close/>
                <a:moveTo>
                  <a:pt x="10233947" y="738651"/>
                </a:moveTo>
                <a:cubicBezTo>
                  <a:pt x="10241146" y="738767"/>
                  <a:pt x="10246835" y="744456"/>
                  <a:pt x="10246835" y="751539"/>
                </a:cubicBezTo>
                <a:cubicBezTo>
                  <a:pt x="10246835" y="758621"/>
                  <a:pt x="10241146" y="764426"/>
                  <a:pt x="10233947" y="764426"/>
                </a:cubicBezTo>
                <a:cubicBezTo>
                  <a:pt x="10226866" y="764426"/>
                  <a:pt x="10221059" y="758737"/>
                  <a:pt x="10221059" y="751539"/>
                </a:cubicBezTo>
                <a:cubicBezTo>
                  <a:pt x="10221059" y="744340"/>
                  <a:pt x="10226748" y="738651"/>
                  <a:pt x="10233947" y="738651"/>
                </a:cubicBezTo>
                <a:close/>
                <a:moveTo>
                  <a:pt x="10105654" y="738651"/>
                </a:moveTo>
                <a:cubicBezTo>
                  <a:pt x="10112773" y="738651"/>
                  <a:pt x="10118542" y="744421"/>
                  <a:pt x="10118542" y="751539"/>
                </a:cubicBezTo>
                <a:cubicBezTo>
                  <a:pt x="10118542" y="758656"/>
                  <a:pt x="10112773" y="764426"/>
                  <a:pt x="10105654" y="764426"/>
                </a:cubicBezTo>
                <a:cubicBezTo>
                  <a:pt x="10098538" y="764426"/>
                  <a:pt x="10092766" y="758656"/>
                  <a:pt x="10092766" y="751539"/>
                </a:cubicBezTo>
                <a:cubicBezTo>
                  <a:pt x="10092766" y="744421"/>
                  <a:pt x="10098538" y="738651"/>
                  <a:pt x="10105654" y="738651"/>
                </a:cubicBezTo>
                <a:close/>
                <a:moveTo>
                  <a:pt x="9720307" y="738651"/>
                </a:moveTo>
                <a:cubicBezTo>
                  <a:pt x="9727423" y="738651"/>
                  <a:pt x="9733193" y="744421"/>
                  <a:pt x="9733193" y="751539"/>
                </a:cubicBezTo>
                <a:cubicBezTo>
                  <a:pt x="9733193" y="758656"/>
                  <a:pt x="9727423" y="764426"/>
                  <a:pt x="9720307" y="764426"/>
                </a:cubicBezTo>
                <a:cubicBezTo>
                  <a:pt x="9713189" y="764426"/>
                  <a:pt x="9707419" y="758656"/>
                  <a:pt x="9707419" y="751539"/>
                </a:cubicBezTo>
                <a:cubicBezTo>
                  <a:pt x="9707419" y="744421"/>
                  <a:pt x="9713189" y="738651"/>
                  <a:pt x="9720307" y="738651"/>
                </a:cubicBezTo>
                <a:close/>
                <a:moveTo>
                  <a:pt x="9463485" y="738651"/>
                </a:moveTo>
                <a:cubicBezTo>
                  <a:pt x="9470568" y="738767"/>
                  <a:pt x="9476373" y="744456"/>
                  <a:pt x="9476373" y="751539"/>
                </a:cubicBezTo>
                <a:cubicBezTo>
                  <a:pt x="9476373" y="758621"/>
                  <a:pt x="9470683" y="764426"/>
                  <a:pt x="9463485" y="764426"/>
                </a:cubicBezTo>
                <a:cubicBezTo>
                  <a:pt x="9456403" y="764426"/>
                  <a:pt x="9450597" y="758737"/>
                  <a:pt x="9450597" y="751539"/>
                </a:cubicBezTo>
                <a:cubicBezTo>
                  <a:pt x="9450597" y="744340"/>
                  <a:pt x="9456286" y="738651"/>
                  <a:pt x="9463485" y="738651"/>
                </a:cubicBezTo>
                <a:close/>
                <a:moveTo>
                  <a:pt x="9078138" y="738651"/>
                </a:moveTo>
                <a:cubicBezTo>
                  <a:pt x="9085334" y="738767"/>
                  <a:pt x="9091023" y="744456"/>
                  <a:pt x="9091023" y="751539"/>
                </a:cubicBezTo>
                <a:cubicBezTo>
                  <a:pt x="9091023" y="758621"/>
                  <a:pt x="9085334" y="764426"/>
                  <a:pt x="9078138" y="764426"/>
                </a:cubicBezTo>
                <a:cubicBezTo>
                  <a:pt x="9071054" y="764426"/>
                  <a:pt x="9065250" y="758737"/>
                  <a:pt x="9065250" y="751539"/>
                </a:cubicBezTo>
                <a:cubicBezTo>
                  <a:pt x="9065250" y="744340"/>
                  <a:pt x="9070939" y="738651"/>
                  <a:pt x="9078138" y="738651"/>
                </a:cubicBezTo>
                <a:close/>
                <a:moveTo>
                  <a:pt x="7216067" y="738651"/>
                </a:moveTo>
                <a:cubicBezTo>
                  <a:pt x="7223186" y="738651"/>
                  <a:pt x="7228955" y="744421"/>
                  <a:pt x="7228955" y="751539"/>
                </a:cubicBezTo>
                <a:cubicBezTo>
                  <a:pt x="7228955" y="758656"/>
                  <a:pt x="7223186" y="764426"/>
                  <a:pt x="7216067" y="764426"/>
                </a:cubicBezTo>
                <a:cubicBezTo>
                  <a:pt x="7208951" y="764426"/>
                  <a:pt x="7203179" y="758656"/>
                  <a:pt x="7203179" y="751539"/>
                </a:cubicBezTo>
                <a:cubicBezTo>
                  <a:pt x="7203179" y="744421"/>
                  <a:pt x="7208951" y="738651"/>
                  <a:pt x="7216067" y="738651"/>
                </a:cubicBezTo>
                <a:close/>
                <a:moveTo>
                  <a:pt x="7151863" y="738651"/>
                </a:moveTo>
                <a:cubicBezTo>
                  <a:pt x="7158981" y="738651"/>
                  <a:pt x="7164751" y="744421"/>
                  <a:pt x="7164751" y="751539"/>
                </a:cubicBezTo>
                <a:cubicBezTo>
                  <a:pt x="7164751" y="758656"/>
                  <a:pt x="7158981" y="764426"/>
                  <a:pt x="7151863" y="764426"/>
                </a:cubicBezTo>
                <a:cubicBezTo>
                  <a:pt x="7144744" y="764426"/>
                  <a:pt x="7138975" y="758656"/>
                  <a:pt x="7138975" y="751539"/>
                </a:cubicBezTo>
                <a:cubicBezTo>
                  <a:pt x="7138975" y="744421"/>
                  <a:pt x="7144744" y="738651"/>
                  <a:pt x="7151863" y="738651"/>
                </a:cubicBezTo>
                <a:close/>
                <a:moveTo>
                  <a:pt x="6894925" y="738651"/>
                </a:moveTo>
                <a:cubicBezTo>
                  <a:pt x="6902124" y="738767"/>
                  <a:pt x="6907813" y="744456"/>
                  <a:pt x="6907813" y="751539"/>
                </a:cubicBezTo>
                <a:cubicBezTo>
                  <a:pt x="6907813" y="758621"/>
                  <a:pt x="6902124" y="764426"/>
                  <a:pt x="6894925" y="764426"/>
                </a:cubicBezTo>
                <a:cubicBezTo>
                  <a:pt x="6887844" y="764426"/>
                  <a:pt x="6882040" y="758737"/>
                  <a:pt x="6882040" y="751539"/>
                </a:cubicBezTo>
                <a:cubicBezTo>
                  <a:pt x="6882040" y="744340"/>
                  <a:pt x="6887726" y="738651"/>
                  <a:pt x="6894925" y="738651"/>
                </a:cubicBezTo>
                <a:close/>
                <a:moveTo>
                  <a:pt x="6252873" y="738651"/>
                </a:moveTo>
                <a:cubicBezTo>
                  <a:pt x="6259955" y="738767"/>
                  <a:pt x="6265761" y="744456"/>
                  <a:pt x="6265761" y="751539"/>
                </a:cubicBezTo>
                <a:cubicBezTo>
                  <a:pt x="6265761" y="758621"/>
                  <a:pt x="6260072" y="764426"/>
                  <a:pt x="6252873" y="764426"/>
                </a:cubicBezTo>
                <a:cubicBezTo>
                  <a:pt x="6245792" y="764426"/>
                  <a:pt x="6239985" y="758737"/>
                  <a:pt x="6239985" y="751539"/>
                </a:cubicBezTo>
                <a:cubicBezTo>
                  <a:pt x="6239985" y="744340"/>
                  <a:pt x="6245674" y="738651"/>
                  <a:pt x="6252873" y="738651"/>
                </a:cubicBezTo>
                <a:close/>
                <a:moveTo>
                  <a:pt x="5743477" y="738651"/>
                </a:moveTo>
                <a:cubicBezTo>
                  <a:pt x="5750594" y="738651"/>
                  <a:pt x="5756364" y="744421"/>
                  <a:pt x="5756364" y="751539"/>
                </a:cubicBezTo>
                <a:cubicBezTo>
                  <a:pt x="5756364" y="758656"/>
                  <a:pt x="5750594" y="764426"/>
                  <a:pt x="5743477" y="764426"/>
                </a:cubicBezTo>
                <a:cubicBezTo>
                  <a:pt x="5736359" y="764426"/>
                  <a:pt x="5730590" y="758656"/>
                  <a:pt x="5730590" y="751539"/>
                </a:cubicBezTo>
                <a:cubicBezTo>
                  <a:pt x="5730590" y="744421"/>
                  <a:pt x="5736359" y="738651"/>
                  <a:pt x="5743477" y="738651"/>
                </a:cubicBezTo>
                <a:close/>
                <a:moveTo>
                  <a:pt x="5614950" y="738651"/>
                </a:moveTo>
                <a:cubicBezTo>
                  <a:pt x="5622149" y="738767"/>
                  <a:pt x="5627837" y="744456"/>
                  <a:pt x="5627837" y="751539"/>
                </a:cubicBezTo>
                <a:cubicBezTo>
                  <a:pt x="5627837" y="758621"/>
                  <a:pt x="5622149" y="764426"/>
                  <a:pt x="5614950" y="764426"/>
                </a:cubicBezTo>
                <a:cubicBezTo>
                  <a:pt x="5607869" y="764426"/>
                  <a:pt x="5602062" y="758737"/>
                  <a:pt x="5602062" y="751539"/>
                </a:cubicBezTo>
                <a:cubicBezTo>
                  <a:pt x="5602062" y="744340"/>
                  <a:pt x="5607752" y="738651"/>
                  <a:pt x="5614950" y="738651"/>
                </a:cubicBezTo>
                <a:close/>
                <a:moveTo>
                  <a:pt x="5422451" y="738651"/>
                </a:moveTo>
                <a:cubicBezTo>
                  <a:pt x="5429568" y="738651"/>
                  <a:pt x="5435339" y="744421"/>
                  <a:pt x="5435339" y="751539"/>
                </a:cubicBezTo>
                <a:cubicBezTo>
                  <a:pt x="5435339" y="758656"/>
                  <a:pt x="5429568" y="764426"/>
                  <a:pt x="5422451" y="764426"/>
                </a:cubicBezTo>
                <a:cubicBezTo>
                  <a:pt x="5415332" y="764426"/>
                  <a:pt x="5409564" y="758656"/>
                  <a:pt x="5409564" y="751539"/>
                </a:cubicBezTo>
                <a:cubicBezTo>
                  <a:pt x="5409564" y="744421"/>
                  <a:pt x="5415332" y="738651"/>
                  <a:pt x="5422451" y="738651"/>
                </a:cubicBezTo>
                <a:close/>
                <a:moveTo>
                  <a:pt x="5229719" y="738651"/>
                </a:moveTo>
                <a:cubicBezTo>
                  <a:pt x="5236801" y="738767"/>
                  <a:pt x="5242606" y="744456"/>
                  <a:pt x="5242606" y="751539"/>
                </a:cubicBezTo>
                <a:cubicBezTo>
                  <a:pt x="5242606" y="758621"/>
                  <a:pt x="5236918" y="764426"/>
                  <a:pt x="5229719" y="764426"/>
                </a:cubicBezTo>
                <a:cubicBezTo>
                  <a:pt x="5222637" y="764426"/>
                  <a:pt x="5216831" y="758737"/>
                  <a:pt x="5216831" y="751539"/>
                </a:cubicBezTo>
                <a:cubicBezTo>
                  <a:pt x="5216831" y="744340"/>
                  <a:pt x="5222520" y="738651"/>
                  <a:pt x="5229719" y="738651"/>
                </a:cubicBezTo>
                <a:close/>
                <a:moveTo>
                  <a:pt x="4844487" y="738651"/>
                </a:moveTo>
                <a:cubicBezTo>
                  <a:pt x="4851568" y="738767"/>
                  <a:pt x="4857374" y="744456"/>
                  <a:pt x="4857374" y="751539"/>
                </a:cubicBezTo>
                <a:cubicBezTo>
                  <a:pt x="4857374" y="758621"/>
                  <a:pt x="4851686" y="764426"/>
                  <a:pt x="4844487" y="764426"/>
                </a:cubicBezTo>
                <a:cubicBezTo>
                  <a:pt x="4837405" y="764426"/>
                  <a:pt x="4831598" y="758737"/>
                  <a:pt x="4831598" y="751539"/>
                </a:cubicBezTo>
                <a:cubicBezTo>
                  <a:pt x="4831598" y="744340"/>
                  <a:pt x="4837289" y="738651"/>
                  <a:pt x="4844487" y="738651"/>
                </a:cubicBezTo>
                <a:close/>
                <a:moveTo>
                  <a:pt x="4523345" y="738651"/>
                </a:moveTo>
                <a:cubicBezTo>
                  <a:pt x="4530542" y="738767"/>
                  <a:pt x="4536233" y="744456"/>
                  <a:pt x="4536233" y="751539"/>
                </a:cubicBezTo>
                <a:cubicBezTo>
                  <a:pt x="4536233" y="758621"/>
                  <a:pt x="4530542" y="764426"/>
                  <a:pt x="4523345" y="764426"/>
                </a:cubicBezTo>
                <a:cubicBezTo>
                  <a:pt x="4516262" y="764426"/>
                  <a:pt x="4510457" y="758737"/>
                  <a:pt x="4510457" y="751539"/>
                </a:cubicBezTo>
                <a:cubicBezTo>
                  <a:pt x="4510457" y="744340"/>
                  <a:pt x="4516146" y="738651"/>
                  <a:pt x="4523345" y="738651"/>
                </a:cubicBezTo>
                <a:close/>
                <a:moveTo>
                  <a:pt x="4395050" y="738651"/>
                </a:moveTo>
                <a:cubicBezTo>
                  <a:pt x="4402168" y="738651"/>
                  <a:pt x="4407938" y="744421"/>
                  <a:pt x="4407938" y="751539"/>
                </a:cubicBezTo>
                <a:cubicBezTo>
                  <a:pt x="4407938" y="758656"/>
                  <a:pt x="4402168" y="764426"/>
                  <a:pt x="4395050" y="764426"/>
                </a:cubicBezTo>
                <a:cubicBezTo>
                  <a:pt x="4387934" y="764426"/>
                  <a:pt x="4382162" y="758656"/>
                  <a:pt x="4382162" y="751539"/>
                </a:cubicBezTo>
                <a:cubicBezTo>
                  <a:pt x="4382162" y="744421"/>
                  <a:pt x="4387934" y="738651"/>
                  <a:pt x="4395050" y="738651"/>
                </a:cubicBezTo>
                <a:close/>
                <a:moveTo>
                  <a:pt x="4009702" y="738651"/>
                </a:moveTo>
                <a:cubicBezTo>
                  <a:pt x="4016819" y="738651"/>
                  <a:pt x="4022589" y="744421"/>
                  <a:pt x="4022589" y="751539"/>
                </a:cubicBezTo>
                <a:cubicBezTo>
                  <a:pt x="4022589" y="758656"/>
                  <a:pt x="4016819" y="764426"/>
                  <a:pt x="4009702" y="764426"/>
                </a:cubicBezTo>
                <a:cubicBezTo>
                  <a:pt x="4002585" y="764426"/>
                  <a:pt x="3996814" y="758656"/>
                  <a:pt x="3996814" y="751539"/>
                </a:cubicBezTo>
                <a:cubicBezTo>
                  <a:pt x="3996814" y="744421"/>
                  <a:pt x="4002585" y="738651"/>
                  <a:pt x="4009702" y="738651"/>
                </a:cubicBezTo>
                <a:close/>
                <a:moveTo>
                  <a:pt x="3752882" y="738651"/>
                </a:moveTo>
                <a:cubicBezTo>
                  <a:pt x="3759964" y="738767"/>
                  <a:pt x="3765770" y="744456"/>
                  <a:pt x="3765770" y="751539"/>
                </a:cubicBezTo>
                <a:cubicBezTo>
                  <a:pt x="3765770" y="758621"/>
                  <a:pt x="3760079" y="764426"/>
                  <a:pt x="3752882" y="764426"/>
                </a:cubicBezTo>
                <a:cubicBezTo>
                  <a:pt x="3745798" y="764426"/>
                  <a:pt x="3739993" y="758737"/>
                  <a:pt x="3739993" y="751539"/>
                </a:cubicBezTo>
                <a:cubicBezTo>
                  <a:pt x="3739993" y="744340"/>
                  <a:pt x="3745682" y="738651"/>
                  <a:pt x="3752882" y="738651"/>
                </a:cubicBezTo>
                <a:close/>
                <a:moveTo>
                  <a:pt x="3367532" y="738651"/>
                </a:moveTo>
                <a:cubicBezTo>
                  <a:pt x="3374732" y="738767"/>
                  <a:pt x="3380421" y="744456"/>
                  <a:pt x="3380421" y="751539"/>
                </a:cubicBezTo>
                <a:cubicBezTo>
                  <a:pt x="3380421" y="758621"/>
                  <a:pt x="3374732" y="764426"/>
                  <a:pt x="3367532" y="764426"/>
                </a:cubicBezTo>
                <a:cubicBezTo>
                  <a:pt x="3360450" y="764426"/>
                  <a:pt x="3354645" y="758737"/>
                  <a:pt x="3354645" y="751539"/>
                </a:cubicBezTo>
                <a:cubicBezTo>
                  <a:pt x="3354645" y="744340"/>
                  <a:pt x="3360336" y="738651"/>
                  <a:pt x="3367532" y="738651"/>
                </a:cubicBezTo>
                <a:close/>
                <a:moveTo>
                  <a:pt x="1505464" y="738651"/>
                </a:moveTo>
                <a:cubicBezTo>
                  <a:pt x="1512581" y="738651"/>
                  <a:pt x="1518352" y="744421"/>
                  <a:pt x="1518352" y="751539"/>
                </a:cubicBezTo>
                <a:cubicBezTo>
                  <a:pt x="1518352" y="758656"/>
                  <a:pt x="1512581" y="764426"/>
                  <a:pt x="1505464" y="764426"/>
                </a:cubicBezTo>
                <a:cubicBezTo>
                  <a:pt x="1498346" y="764426"/>
                  <a:pt x="1492577" y="758656"/>
                  <a:pt x="1492577" y="751539"/>
                </a:cubicBezTo>
                <a:cubicBezTo>
                  <a:pt x="1492577" y="744421"/>
                  <a:pt x="1498346" y="738651"/>
                  <a:pt x="1505464" y="738651"/>
                </a:cubicBezTo>
                <a:close/>
                <a:moveTo>
                  <a:pt x="1441258" y="738651"/>
                </a:moveTo>
                <a:cubicBezTo>
                  <a:pt x="1448377" y="738651"/>
                  <a:pt x="1454146" y="744421"/>
                  <a:pt x="1454146" y="751539"/>
                </a:cubicBezTo>
                <a:cubicBezTo>
                  <a:pt x="1454146" y="758656"/>
                  <a:pt x="1448377" y="764426"/>
                  <a:pt x="1441258" y="764426"/>
                </a:cubicBezTo>
                <a:cubicBezTo>
                  <a:pt x="1434141" y="764426"/>
                  <a:pt x="1428371" y="758656"/>
                  <a:pt x="1428371" y="751539"/>
                </a:cubicBezTo>
                <a:cubicBezTo>
                  <a:pt x="1428371" y="744421"/>
                  <a:pt x="1434141" y="738651"/>
                  <a:pt x="1441258" y="738651"/>
                </a:cubicBezTo>
                <a:close/>
                <a:moveTo>
                  <a:pt x="1184322" y="738651"/>
                </a:moveTo>
                <a:cubicBezTo>
                  <a:pt x="1191520" y="738767"/>
                  <a:pt x="1197209" y="744456"/>
                  <a:pt x="1197209" y="751539"/>
                </a:cubicBezTo>
                <a:cubicBezTo>
                  <a:pt x="1197209" y="758621"/>
                  <a:pt x="1191520" y="764426"/>
                  <a:pt x="1184322" y="764426"/>
                </a:cubicBezTo>
                <a:cubicBezTo>
                  <a:pt x="1177239" y="764426"/>
                  <a:pt x="1171435" y="758737"/>
                  <a:pt x="1171435" y="751539"/>
                </a:cubicBezTo>
                <a:cubicBezTo>
                  <a:pt x="1171435" y="744340"/>
                  <a:pt x="1177123" y="738651"/>
                  <a:pt x="1184322" y="738651"/>
                </a:cubicBezTo>
                <a:close/>
                <a:moveTo>
                  <a:pt x="542270" y="738651"/>
                </a:moveTo>
                <a:cubicBezTo>
                  <a:pt x="549351" y="738767"/>
                  <a:pt x="555157" y="744456"/>
                  <a:pt x="555157" y="751539"/>
                </a:cubicBezTo>
                <a:cubicBezTo>
                  <a:pt x="555157" y="758621"/>
                  <a:pt x="549469" y="764426"/>
                  <a:pt x="542270" y="764426"/>
                </a:cubicBezTo>
                <a:cubicBezTo>
                  <a:pt x="535188" y="764426"/>
                  <a:pt x="529382" y="758737"/>
                  <a:pt x="529382" y="751539"/>
                </a:cubicBezTo>
                <a:cubicBezTo>
                  <a:pt x="529382" y="744340"/>
                  <a:pt x="535071" y="738651"/>
                  <a:pt x="542270" y="738651"/>
                </a:cubicBezTo>
                <a:close/>
                <a:moveTo>
                  <a:pt x="25659" y="738651"/>
                </a:moveTo>
                <a:cubicBezTo>
                  <a:pt x="32776" y="738651"/>
                  <a:pt x="38547" y="744421"/>
                  <a:pt x="38547" y="751539"/>
                </a:cubicBezTo>
                <a:cubicBezTo>
                  <a:pt x="38547" y="758656"/>
                  <a:pt x="32776" y="764426"/>
                  <a:pt x="25659" y="764426"/>
                </a:cubicBezTo>
                <a:cubicBezTo>
                  <a:pt x="18542" y="764426"/>
                  <a:pt x="12771" y="758656"/>
                  <a:pt x="12771" y="751539"/>
                </a:cubicBezTo>
                <a:cubicBezTo>
                  <a:pt x="12771" y="744421"/>
                  <a:pt x="18542" y="738651"/>
                  <a:pt x="25659" y="738651"/>
                </a:cubicBezTo>
                <a:close/>
                <a:moveTo>
                  <a:pt x="11197259" y="725880"/>
                </a:moveTo>
                <a:cubicBezTo>
                  <a:pt x="11211424" y="725880"/>
                  <a:pt x="11222917" y="737374"/>
                  <a:pt x="11222917" y="751539"/>
                </a:cubicBezTo>
                <a:cubicBezTo>
                  <a:pt x="11222917" y="765704"/>
                  <a:pt x="11211424" y="777197"/>
                  <a:pt x="11197259" y="777197"/>
                </a:cubicBezTo>
                <a:cubicBezTo>
                  <a:pt x="11183094" y="777197"/>
                  <a:pt x="11171601" y="765704"/>
                  <a:pt x="11171601" y="751539"/>
                </a:cubicBezTo>
                <a:cubicBezTo>
                  <a:pt x="11171601" y="737374"/>
                  <a:pt x="11183094" y="725880"/>
                  <a:pt x="11197259" y="725880"/>
                </a:cubicBezTo>
                <a:close/>
                <a:moveTo>
                  <a:pt x="10683501" y="725880"/>
                </a:moveTo>
                <a:cubicBezTo>
                  <a:pt x="10697666" y="725880"/>
                  <a:pt x="10709159" y="737374"/>
                  <a:pt x="10709159" y="751539"/>
                </a:cubicBezTo>
                <a:cubicBezTo>
                  <a:pt x="10709159" y="765704"/>
                  <a:pt x="10697666" y="777197"/>
                  <a:pt x="10683501" y="777197"/>
                </a:cubicBezTo>
                <a:cubicBezTo>
                  <a:pt x="10669336" y="777197"/>
                  <a:pt x="10657843" y="765704"/>
                  <a:pt x="10657843" y="751539"/>
                </a:cubicBezTo>
                <a:cubicBezTo>
                  <a:pt x="10657843" y="737374"/>
                  <a:pt x="10669336" y="725880"/>
                  <a:pt x="10683501" y="725880"/>
                </a:cubicBezTo>
                <a:close/>
                <a:moveTo>
                  <a:pt x="10619297" y="725880"/>
                </a:moveTo>
                <a:cubicBezTo>
                  <a:pt x="10633462" y="725880"/>
                  <a:pt x="10644955" y="737374"/>
                  <a:pt x="10644955" y="751539"/>
                </a:cubicBezTo>
                <a:cubicBezTo>
                  <a:pt x="10644955" y="765704"/>
                  <a:pt x="10633462" y="777197"/>
                  <a:pt x="10619297" y="777197"/>
                </a:cubicBezTo>
                <a:cubicBezTo>
                  <a:pt x="10605132" y="777197"/>
                  <a:pt x="10593639" y="765704"/>
                  <a:pt x="10593639" y="751539"/>
                </a:cubicBezTo>
                <a:cubicBezTo>
                  <a:pt x="10593639" y="737374"/>
                  <a:pt x="10605132" y="725880"/>
                  <a:pt x="10619297" y="725880"/>
                </a:cubicBezTo>
                <a:close/>
                <a:moveTo>
                  <a:pt x="10362474" y="725880"/>
                </a:moveTo>
                <a:cubicBezTo>
                  <a:pt x="10376647" y="725880"/>
                  <a:pt x="10388135" y="737368"/>
                  <a:pt x="10388135" y="751539"/>
                </a:cubicBezTo>
                <a:cubicBezTo>
                  <a:pt x="10388135" y="765710"/>
                  <a:pt x="10376647" y="777197"/>
                  <a:pt x="10362474" y="777197"/>
                </a:cubicBezTo>
                <a:cubicBezTo>
                  <a:pt x="10348304" y="777197"/>
                  <a:pt x="10336816" y="765710"/>
                  <a:pt x="10336816" y="751539"/>
                </a:cubicBezTo>
                <a:cubicBezTo>
                  <a:pt x="10336816" y="737368"/>
                  <a:pt x="10348304" y="725880"/>
                  <a:pt x="10362474" y="725880"/>
                </a:cubicBezTo>
                <a:close/>
                <a:moveTo>
                  <a:pt x="8564495" y="725880"/>
                </a:moveTo>
                <a:cubicBezTo>
                  <a:pt x="8578665" y="725880"/>
                  <a:pt x="8590153" y="737368"/>
                  <a:pt x="8590153" y="751539"/>
                </a:cubicBezTo>
                <a:cubicBezTo>
                  <a:pt x="8590153" y="765710"/>
                  <a:pt x="8578665" y="777197"/>
                  <a:pt x="8564495" y="777197"/>
                </a:cubicBezTo>
                <a:cubicBezTo>
                  <a:pt x="8550325" y="777197"/>
                  <a:pt x="8538837" y="765710"/>
                  <a:pt x="8538837" y="751539"/>
                </a:cubicBezTo>
                <a:cubicBezTo>
                  <a:pt x="8538837" y="737368"/>
                  <a:pt x="8550325" y="725880"/>
                  <a:pt x="8564495" y="725880"/>
                </a:cubicBezTo>
                <a:close/>
                <a:moveTo>
                  <a:pt x="8050852" y="725880"/>
                </a:moveTo>
                <a:cubicBezTo>
                  <a:pt x="8065017" y="725880"/>
                  <a:pt x="8076510" y="737374"/>
                  <a:pt x="8076510" y="751539"/>
                </a:cubicBezTo>
                <a:cubicBezTo>
                  <a:pt x="8076510" y="765704"/>
                  <a:pt x="8065017" y="777197"/>
                  <a:pt x="8050852" y="777197"/>
                </a:cubicBezTo>
                <a:cubicBezTo>
                  <a:pt x="8036687" y="777197"/>
                  <a:pt x="8025194" y="765704"/>
                  <a:pt x="8025194" y="751539"/>
                </a:cubicBezTo>
                <a:cubicBezTo>
                  <a:pt x="8025194" y="737374"/>
                  <a:pt x="8036687" y="725880"/>
                  <a:pt x="8050852" y="725880"/>
                </a:cubicBezTo>
                <a:close/>
                <a:moveTo>
                  <a:pt x="7986648" y="725880"/>
                </a:moveTo>
                <a:cubicBezTo>
                  <a:pt x="8000813" y="725880"/>
                  <a:pt x="8012306" y="737374"/>
                  <a:pt x="8012306" y="751539"/>
                </a:cubicBezTo>
                <a:cubicBezTo>
                  <a:pt x="8012306" y="765704"/>
                  <a:pt x="8000813" y="777197"/>
                  <a:pt x="7986648" y="777197"/>
                </a:cubicBezTo>
                <a:cubicBezTo>
                  <a:pt x="7972483" y="777197"/>
                  <a:pt x="7960990" y="765704"/>
                  <a:pt x="7960990" y="751539"/>
                </a:cubicBezTo>
                <a:cubicBezTo>
                  <a:pt x="7960990" y="737374"/>
                  <a:pt x="7972483" y="725880"/>
                  <a:pt x="7986648" y="725880"/>
                </a:cubicBezTo>
                <a:close/>
                <a:moveTo>
                  <a:pt x="7858237" y="725880"/>
                </a:moveTo>
                <a:cubicBezTo>
                  <a:pt x="7872407" y="725880"/>
                  <a:pt x="7883895" y="737368"/>
                  <a:pt x="7883895" y="751539"/>
                </a:cubicBezTo>
                <a:cubicBezTo>
                  <a:pt x="7883895" y="765710"/>
                  <a:pt x="7872407" y="777197"/>
                  <a:pt x="7858237" y="777197"/>
                </a:cubicBezTo>
                <a:cubicBezTo>
                  <a:pt x="7844066" y="777197"/>
                  <a:pt x="7832578" y="765710"/>
                  <a:pt x="7832578" y="751539"/>
                </a:cubicBezTo>
                <a:cubicBezTo>
                  <a:pt x="7832578" y="737368"/>
                  <a:pt x="7844066" y="725880"/>
                  <a:pt x="7858237" y="725880"/>
                </a:cubicBezTo>
                <a:close/>
                <a:moveTo>
                  <a:pt x="7794032" y="725880"/>
                </a:moveTo>
                <a:cubicBezTo>
                  <a:pt x="7808203" y="725880"/>
                  <a:pt x="7819690" y="737368"/>
                  <a:pt x="7819690" y="751539"/>
                </a:cubicBezTo>
                <a:cubicBezTo>
                  <a:pt x="7819690" y="765710"/>
                  <a:pt x="7808203" y="777197"/>
                  <a:pt x="7794032" y="777197"/>
                </a:cubicBezTo>
                <a:cubicBezTo>
                  <a:pt x="7779862" y="777197"/>
                  <a:pt x="7768371" y="765710"/>
                  <a:pt x="7768371" y="751539"/>
                </a:cubicBezTo>
                <a:cubicBezTo>
                  <a:pt x="7768371" y="737368"/>
                  <a:pt x="7779862" y="725880"/>
                  <a:pt x="7794032" y="725880"/>
                </a:cubicBezTo>
                <a:close/>
                <a:moveTo>
                  <a:pt x="7665621" y="725880"/>
                </a:moveTo>
                <a:cubicBezTo>
                  <a:pt x="7679786" y="725880"/>
                  <a:pt x="7691279" y="737374"/>
                  <a:pt x="7691279" y="751539"/>
                </a:cubicBezTo>
                <a:cubicBezTo>
                  <a:pt x="7691279" y="765704"/>
                  <a:pt x="7679786" y="777197"/>
                  <a:pt x="7665621" y="777197"/>
                </a:cubicBezTo>
                <a:cubicBezTo>
                  <a:pt x="7651456" y="777197"/>
                  <a:pt x="7639963" y="765704"/>
                  <a:pt x="7639963" y="751539"/>
                </a:cubicBezTo>
                <a:cubicBezTo>
                  <a:pt x="7639963" y="737374"/>
                  <a:pt x="7651456" y="725880"/>
                  <a:pt x="7665621" y="725880"/>
                </a:cubicBezTo>
                <a:close/>
                <a:moveTo>
                  <a:pt x="7601299" y="725880"/>
                </a:moveTo>
                <a:cubicBezTo>
                  <a:pt x="7615464" y="725880"/>
                  <a:pt x="7626959" y="737374"/>
                  <a:pt x="7626959" y="751539"/>
                </a:cubicBezTo>
                <a:cubicBezTo>
                  <a:pt x="7626959" y="765704"/>
                  <a:pt x="7615464" y="777197"/>
                  <a:pt x="7601299" y="777197"/>
                </a:cubicBezTo>
                <a:cubicBezTo>
                  <a:pt x="7587134" y="777197"/>
                  <a:pt x="7575640" y="765704"/>
                  <a:pt x="7575640" y="751539"/>
                </a:cubicBezTo>
                <a:cubicBezTo>
                  <a:pt x="7575640" y="737374"/>
                  <a:pt x="7587134" y="725880"/>
                  <a:pt x="7601299" y="725880"/>
                </a:cubicBezTo>
                <a:close/>
                <a:moveTo>
                  <a:pt x="7537094" y="725880"/>
                </a:moveTo>
                <a:cubicBezTo>
                  <a:pt x="7551259" y="725880"/>
                  <a:pt x="7562752" y="737374"/>
                  <a:pt x="7562752" y="751539"/>
                </a:cubicBezTo>
                <a:cubicBezTo>
                  <a:pt x="7562752" y="765704"/>
                  <a:pt x="7551259" y="777197"/>
                  <a:pt x="7537094" y="777197"/>
                </a:cubicBezTo>
                <a:cubicBezTo>
                  <a:pt x="7522929" y="777197"/>
                  <a:pt x="7511436" y="765704"/>
                  <a:pt x="7511436" y="751539"/>
                </a:cubicBezTo>
                <a:cubicBezTo>
                  <a:pt x="7511436" y="737374"/>
                  <a:pt x="7522929" y="725880"/>
                  <a:pt x="7537094" y="725880"/>
                </a:cubicBezTo>
                <a:close/>
                <a:moveTo>
                  <a:pt x="5486655" y="725880"/>
                </a:moveTo>
                <a:cubicBezTo>
                  <a:pt x="5500819" y="725880"/>
                  <a:pt x="5512316" y="737374"/>
                  <a:pt x="5512316" y="751539"/>
                </a:cubicBezTo>
                <a:cubicBezTo>
                  <a:pt x="5512316" y="765704"/>
                  <a:pt x="5500819" y="777197"/>
                  <a:pt x="5486655" y="777197"/>
                </a:cubicBezTo>
                <a:cubicBezTo>
                  <a:pt x="5472491" y="777197"/>
                  <a:pt x="5460997" y="765704"/>
                  <a:pt x="5460997" y="751539"/>
                </a:cubicBezTo>
                <a:cubicBezTo>
                  <a:pt x="5460997" y="737374"/>
                  <a:pt x="5472491" y="725880"/>
                  <a:pt x="5486655" y="725880"/>
                </a:cubicBezTo>
                <a:close/>
                <a:moveTo>
                  <a:pt x="4972896" y="725880"/>
                </a:moveTo>
                <a:cubicBezTo>
                  <a:pt x="4987063" y="725880"/>
                  <a:pt x="4998557" y="737374"/>
                  <a:pt x="4998557" y="751539"/>
                </a:cubicBezTo>
                <a:cubicBezTo>
                  <a:pt x="4998557" y="765704"/>
                  <a:pt x="4987063" y="777197"/>
                  <a:pt x="4972896" y="777197"/>
                </a:cubicBezTo>
                <a:cubicBezTo>
                  <a:pt x="4958732" y="777197"/>
                  <a:pt x="4947240" y="765704"/>
                  <a:pt x="4947240" y="751539"/>
                </a:cubicBezTo>
                <a:cubicBezTo>
                  <a:pt x="4947240" y="737374"/>
                  <a:pt x="4958732" y="725880"/>
                  <a:pt x="4972896" y="725880"/>
                </a:cubicBezTo>
                <a:close/>
                <a:moveTo>
                  <a:pt x="4908693" y="725880"/>
                </a:moveTo>
                <a:cubicBezTo>
                  <a:pt x="4922857" y="725880"/>
                  <a:pt x="4934352" y="737374"/>
                  <a:pt x="4934352" y="751539"/>
                </a:cubicBezTo>
                <a:cubicBezTo>
                  <a:pt x="4934352" y="765704"/>
                  <a:pt x="4922857" y="777197"/>
                  <a:pt x="4908693" y="777197"/>
                </a:cubicBezTo>
                <a:cubicBezTo>
                  <a:pt x="4894527" y="777197"/>
                  <a:pt x="4883033" y="765704"/>
                  <a:pt x="4883033" y="751539"/>
                </a:cubicBezTo>
                <a:cubicBezTo>
                  <a:pt x="4883033" y="737374"/>
                  <a:pt x="4894527" y="725880"/>
                  <a:pt x="4908693" y="725880"/>
                </a:cubicBezTo>
                <a:close/>
                <a:moveTo>
                  <a:pt x="4651872" y="725880"/>
                </a:moveTo>
                <a:cubicBezTo>
                  <a:pt x="4666042" y="725880"/>
                  <a:pt x="4677531" y="737368"/>
                  <a:pt x="4677531" y="751539"/>
                </a:cubicBezTo>
                <a:cubicBezTo>
                  <a:pt x="4677531" y="765710"/>
                  <a:pt x="4666042" y="777197"/>
                  <a:pt x="4651872" y="777197"/>
                </a:cubicBezTo>
                <a:cubicBezTo>
                  <a:pt x="4637700" y="777197"/>
                  <a:pt x="4626213" y="765710"/>
                  <a:pt x="4626213" y="751539"/>
                </a:cubicBezTo>
                <a:cubicBezTo>
                  <a:pt x="4626213" y="737368"/>
                  <a:pt x="4637700" y="725880"/>
                  <a:pt x="4651872" y="725880"/>
                </a:cubicBezTo>
                <a:close/>
                <a:moveTo>
                  <a:pt x="2853890" y="725880"/>
                </a:moveTo>
                <a:cubicBezTo>
                  <a:pt x="2868062" y="725880"/>
                  <a:pt x="2879550" y="737368"/>
                  <a:pt x="2879550" y="751539"/>
                </a:cubicBezTo>
                <a:cubicBezTo>
                  <a:pt x="2879550" y="765710"/>
                  <a:pt x="2868062" y="777197"/>
                  <a:pt x="2853890" y="777197"/>
                </a:cubicBezTo>
                <a:cubicBezTo>
                  <a:pt x="2839720" y="777197"/>
                  <a:pt x="2828231" y="765710"/>
                  <a:pt x="2828231" y="751539"/>
                </a:cubicBezTo>
                <a:cubicBezTo>
                  <a:pt x="2828231" y="737368"/>
                  <a:pt x="2839720" y="725880"/>
                  <a:pt x="2853890" y="725880"/>
                </a:cubicBezTo>
                <a:close/>
                <a:moveTo>
                  <a:pt x="2340249" y="725880"/>
                </a:moveTo>
                <a:cubicBezTo>
                  <a:pt x="2354413" y="725880"/>
                  <a:pt x="2365908" y="737374"/>
                  <a:pt x="2365908" y="751539"/>
                </a:cubicBezTo>
                <a:cubicBezTo>
                  <a:pt x="2365908" y="765704"/>
                  <a:pt x="2354413" y="777197"/>
                  <a:pt x="2340249" y="777197"/>
                </a:cubicBezTo>
                <a:cubicBezTo>
                  <a:pt x="2326084" y="777197"/>
                  <a:pt x="2314590" y="765704"/>
                  <a:pt x="2314590" y="751539"/>
                </a:cubicBezTo>
                <a:cubicBezTo>
                  <a:pt x="2314590" y="737374"/>
                  <a:pt x="2326084" y="725880"/>
                  <a:pt x="2340249" y="725880"/>
                </a:cubicBezTo>
                <a:close/>
                <a:moveTo>
                  <a:pt x="2276044" y="725880"/>
                </a:moveTo>
                <a:cubicBezTo>
                  <a:pt x="2290208" y="725880"/>
                  <a:pt x="2301702" y="737374"/>
                  <a:pt x="2301702" y="751539"/>
                </a:cubicBezTo>
                <a:cubicBezTo>
                  <a:pt x="2301702" y="765704"/>
                  <a:pt x="2290208" y="777197"/>
                  <a:pt x="2276044" y="777197"/>
                </a:cubicBezTo>
                <a:cubicBezTo>
                  <a:pt x="2261879" y="777197"/>
                  <a:pt x="2250385" y="765704"/>
                  <a:pt x="2250385" y="751539"/>
                </a:cubicBezTo>
                <a:cubicBezTo>
                  <a:pt x="2250385" y="737374"/>
                  <a:pt x="2261879" y="725880"/>
                  <a:pt x="2276044" y="725880"/>
                </a:cubicBezTo>
                <a:close/>
                <a:moveTo>
                  <a:pt x="2147633" y="725880"/>
                </a:moveTo>
                <a:cubicBezTo>
                  <a:pt x="2161804" y="725880"/>
                  <a:pt x="2173293" y="737368"/>
                  <a:pt x="2173293" y="751539"/>
                </a:cubicBezTo>
                <a:cubicBezTo>
                  <a:pt x="2173293" y="765710"/>
                  <a:pt x="2161804" y="777197"/>
                  <a:pt x="2147633" y="777197"/>
                </a:cubicBezTo>
                <a:cubicBezTo>
                  <a:pt x="2133462" y="777197"/>
                  <a:pt x="2121975" y="765710"/>
                  <a:pt x="2121975" y="751539"/>
                </a:cubicBezTo>
                <a:cubicBezTo>
                  <a:pt x="2121975" y="737368"/>
                  <a:pt x="2133462" y="725880"/>
                  <a:pt x="2147633" y="725880"/>
                </a:cubicBezTo>
                <a:close/>
                <a:moveTo>
                  <a:pt x="2083427" y="725880"/>
                </a:moveTo>
                <a:cubicBezTo>
                  <a:pt x="2097599" y="725880"/>
                  <a:pt x="2109087" y="737368"/>
                  <a:pt x="2109087" y="751539"/>
                </a:cubicBezTo>
                <a:cubicBezTo>
                  <a:pt x="2109087" y="765710"/>
                  <a:pt x="2097599" y="777197"/>
                  <a:pt x="2083427" y="777197"/>
                </a:cubicBezTo>
                <a:cubicBezTo>
                  <a:pt x="2069257" y="777197"/>
                  <a:pt x="2057768" y="765710"/>
                  <a:pt x="2057768" y="751539"/>
                </a:cubicBezTo>
                <a:cubicBezTo>
                  <a:pt x="2057768" y="737368"/>
                  <a:pt x="2069257" y="725880"/>
                  <a:pt x="2083427" y="725880"/>
                </a:cubicBezTo>
                <a:close/>
                <a:moveTo>
                  <a:pt x="1955016" y="725880"/>
                </a:moveTo>
                <a:cubicBezTo>
                  <a:pt x="1969181" y="725880"/>
                  <a:pt x="1980676" y="737374"/>
                  <a:pt x="1980676" y="751539"/>
                </a:cubicBezTo>
                <a:cubicBezTo>
                  <a:pt x="1980676" y="765704"/>
                  <a:pt x="1969181" y="777197"/>
                  <a:pt x="1955016" y="777197"/>
                </a:cubicBezTo>
                <a:cubicBezTo>
                  <a:pt x="1940851" y="777197"/>
                  <a:pt x="1929358" y="765704"/>
                  <a:pt x="1929358" y="751539"/>
                </a:cubicBezTo>
                <a:cubicBezTo>
                  <a:pt x="1929358" y="737374"/>
                  <a:pt x="1940851" y="725880"/>
                  <a:pt x="1955016" y="725880"/>
                </a:cubicBezTo>
                <a:close/>
                <a:moveTo>
                  <a:pt x="1890696" y="725880"/>
                </a:moveTo>
                <a:cubicBezTo>
                  <a:pt x="1904860" y="725880"/>
                  <a:pt x="1916355" y="737374"/>
                  <a:pt x="1916355" y="751539"/>
                </a:cubicBezTo>
                <a:cubicBezTo>
                  <a:pt x="1916355" y="765704"/>
                  <a:pt x="1904860" y="777197"/>
                  <a:pt x="1890696" y="777197"/>
                </a:cubicBezTo>
                <a:cubicBezTo>
                  <a:pt x="1876531" y="777197"/>
                  <a:pt x="1865037" y="765704"/>
                  <a:pt x="1865037" y="751539"/>
                </a:cubicBezTo>
                <a:cubicBezTo>
                  <a:pt x="1865037" y="737374"/>
                  <a:pt x="1876531" y="725880"/>
                  <a:pt x="1890696" y="725880"/>
                </a:cubicBezTo>
                <a:close/>
                <a:moveTo>
                  <a:pt x="1826490" y="725880"/>
                </a:moveTo>
                <a:cubicBezTo>
                  <a:pt x="1840654" y="725880"/>
                  <a:pt x="1852149" y="737374"/>
                  <a:pt x="1852149" y="751539"/>
                </a:cubicBezTo>
                <a:cubicBezTo>
                  <a:pt x="1852149" y="765704"/>
                  <a:pt x="1840654" y="777197"/>
                  <a:pt x="1826490" y="777197"/>
                </a:cubicBezTo>
                <a:cubicBezTo>
                  <a:pt x="1812325" y="777197"/>
                  <a:pt x="1800830" y="765704"/>
                  <a:pt x="1800830" y="751539"/>
                </a:cubicBezTo>
                <a:cubicBezTo>
                  <a:pt x="1800830" y="737374"/>
                  <a:pt x="1812325" y="725880"/>
                  <a:pt x="1826490" y="725880"/>
                </a:cubicBezTo>
                <a:close/>
                <a:moveTo>
                  <a:pt x="11970691" y="671543"/>
                </a:moveTo>
                <a:cubicBezTo>
                  <a:pt x="11977773" y="671543"/>
                  <a:pt x="11983579" y="677348"/>
                  <a:pt x="11983579" y="684431"/>
                </a:cubicBezTo>
                <a:cubicBezTo>
                  <a:pt x="11983579" y="691513"/>
                  <a:pt x="11977889" y="697318"/>
                  <a:pt x="11970691" y="697318"/>
                </a:cubicBezTo>
                <a:cubicBezTo>
                  <a:pt x="11963609" y="697318"/>
                  <a:pt x="11957803" y="691629"/>
                  <a:pt x="11957803" y="684431"/>
                </a:cubicBezTo>
                <a:cubicBezTo>
                  <a:pt x="11957803" y="677233"/>
                  <a:pt x="11963493" y="671543"/>
                  <a:pt x="11970691" y="671543"/>
                </a:cubicBezTo>
                <a:close/>
                <a:moveTo>
                  <a:pt x="11325553" y="671543"/>
                </a:moveTo>
                <a:cubicBezTo>
                  <a:pt x="11332752" y="671543"/>
                  <a:pt x="11338441" y="677348"/>
                  <a:pt x="11338441" y="684431"/>
                </a:cubicBezTo>
                <a:cubicBezTo>
                  <a:pt x="11338441" y="691513"/>
                  <a:pt x="11332752" y="697318"/>
                  <a:pt x="11325553" y="697318"/>
                </a:cubicBezTo>
                <a:cubicBezTo>
                  <a:pt x="11318471" y="697318"/>
                  <a:pt x="11312667" y="691629"/>
                  <a:pt x="11312667" y="684431"/>
                </a:cubicBezTo>
                <a:cubicBezTo>
                  <a:pt x="11312667" y="677233"/>
                  <a:pt x="11318356" y="671543"/>
                  <a:pt x="11325553" y="671543"/>
                </a:cubicBezTo>
                <a:close/>
                <a:moveTo>
                  <a:pt x="10683501" y="671543"/>
                </a:moveTo>
                <a:cubicBezTo>
                  <a:pt x="10690620" y="671543"/>
                  <a:pt x="10696389" y="677313"/>
                  <a:pt x="10696389" y="684431"/>
                </a:cubicBezTo>
                <a:cubicBezTo>
                  <a:pt x="10696389" y="691548"/>
                  <a:pt x="10690620" y="697318"/>
                  <a:pt x="10683501" y="697318"/>
                </a:cubicBezTo>
                <a:cubicBezTo>
                  <a:pt x="10676385" y="697318"/>
                  <a:pt x="10670613" y="691548"/>
                  <a:pt x="10670613" y="684431"/>
                </a:cubicBezTo>
                <a:cubicBezTo>
                  <a:pt x="10670613" y="677313"/>
                  <a:pt x="10676385" y="671543"/>
                  <a:pt x="10683501" y="671543"/>
                </a:cubicBezTo>
                <a:close/>
                <a:moveTo>
                  <a:pt x="10555092" y="671543"/>
                </a:moveTo>
                <a:cubicBezTo>
                  <a:pt x="10562174" y="671543"/>
                  <a:pt x="10567978" y="677348"/>
                  <a:pt x="10567978" y="684431"/>
                </a:cubicBezTo>
                <a:cubicBezTo>
                  <a:pt x="10567978" y="691513"/>
                  <a:pt x="10562289" y="697318"/>
                  <a:pt x="10555092" y="697318"/>
                </a:cubicBezTo>
                <a:cubicBezTo>
                  <a:pt x="10548009" y="697318"/>
                  <a:pt x="10542204" y="691629"/>
                  <a:pt x="10542204" y="684431"/>
                </a:cubicBezTo>
                <a:cubicBezTo>
                  <a:pt x="10542204" y="677233"/>
                  <a:pt x="10547893" y="671543"/>
                  <a:pt x="10555092" y="671543"/>
                </a:cubicBezTo>
                <a:close/>
                <a:moveTo>
                  <a:pt x="10233947" y="671543"/>
                </a:moveTo>
                <a:cubicBezTo>
                  <a:pt x="10241146" y="671543"/>
                  <a:pt x="10246835" y="677348"/>
                  <a:pt x="10246835" y="684431"/>
                </a:cubicBezTo>
                <a:cubicBezTo>
                  <a:pt x="10246835" y="691513"/>
                  <a:pt x="10241146" y="697318"/>
                  <a:pt x="10233947" y="697318"/>
                </a:cubicBezTo>
                <a:cubicBezTo>
                  <a:pt x="10226866" y="697318"/>
                  <a:pt x="10221059" y="691629"/>
                  <a:pt x="10221059" y="684431"/>
                </a:cubicBezTo>
                <a:cubicBezTo>
                  <a:pt x="10221059" y="677233"/>
                  <a:pt x="10226748" y="671543"/>
                  <a:pt x="10233947" y="671543"/>
                </a:cubicBezTo>
                <a:close/>
                <a:moveTo>
                  <a:pt x="10105654" y="671543"/>
                </a:moveTo>
                <a:cubicBezTo>
                  <a:pt x="10112773" y="671543"/>
                  <a:pt x="10118542" y="677313"/>
                  <a:pt x="10118542" y="684431"/>
                </a:cubicBezTo>
                <a:cubicBezTo>
                  <a:pt x="10118542" y="691548"/>
                  <a:pt x="10112773" y="697318"/>
                  <a:pt x="10105654" y="697318"/>
                </a:cubicBezTo>
                <a:cubicBezTo>
                  <a:pt x="10098538" y="697318"/>
                  <a:pt x="10092766" y="691548"/>
                  <a:pt x="10092766" y="684431"/>
                </a:cubicBezTo>
                <a:cubicBezTo>
                  <a:pt x="10092766" y="677313"/>
                  <a:pt x="10098538" y="671543"/>
                  <a:pt x="10105654" y="671543"/>
                </a:cubicBezTo>
                <a:close/>
                <a:moveTo>
                  <a:pt x="9078138" y="671543"/>
                </a:moveTo>
                <a:cubicBezTo>
                  <a:pt x="9085334" y="671543"/>
                  <a:pt x="9091023" y="677348"/>
                  <a:pt x="9091023" y="684431"/>
                </a:cubicBezTo>
                <a:cubicBezTo>
                  <a:pt x="9091023" y="691513"/>
                  <a:pt x="9085334" y="697318"/>
                  <a:pt x="9078138" y="697318"/>
                </a:cubicBezTo>
                <a:cubicBezTo>
                  <a:pt x="9071054" y="697318"/>
                  <a:pt x="9065250" y="691629"/>
                  <a:pt x="9065250" y="684431"/>
                </a:cubicBezTo>
                <a:cubicBezTo>
                  <a:pt x="9065250" y="677233"/>
                  <a:pt x="9070939" y="671543"/>
                  <a:pt x="9078138" y="671543"/>
                </a:cubicBezTo>
                <a:close/>
                <a:moveTo>
                  <a:pt x="7151863" y="671543"/>
                </a:moveTo>
                <a:cubicBezTo>
                  <a:pt x="7158981" y="671543"/>
                  <a:pt x="7164751" y="677313"/>
                  <a:pt x="7164751" y="684431"/>
                </a:cubicBezTo>
                <a:cubicBezTo>
                  <a:pt x="7164751" y="691548"/>
                  <a:pt x="7158981" y="697318"/>
                  <a:pt x="7151863" y="697318"/>
                </a:cubicBezTo>
                <a:cubicBezTo>
                  <a:pt x="7144744" y="697318"/>
                  <a:pt x="7138975" y="691548"/>
                  <a:pt x="7138975" y="684431"/>
                </a:cubicBezTo>
                <a:cubicBezTo>
                  <a:pt x="7138975" y="677313"/>
                  <a:pt x="7144744" y="671543"/>
                  <a:pt x="7151863" y="671543"/>
                </a:cubicBezTo>
                <a:close/>
                <a:moveTo>
                  <a:pt x="6894925" y="671543"/>
                </a:moveTo>
                <a:cubicBezTo>
                  <a:pt x="6902124" y="671543"/>
                  <a:pt x="6907813" y="677348"/>
                  <a:pt x="6907813" y="684431"/>
                </a:cubicBezTo>
                <a:cubicBezTo>
                  <a:pt x="6907813" y="691513"/>
                  <a:pt x="6902124" y="697318"/>
                  <a:pt x="6894925" y="697318"/>
                </a:cubicBezTo>
                <a:cubicBezTo>
                  <a:pt x="6887844" y="697318"/>
                  <a:pt x="6882040" y="691629"/>
                  <a:pt x="6882040" y="684431"/>
                </a:cubicBezTo>
                <a:cubicBezTo>
                  <a:pt x="6882040" y="677233"/>
                  <a:pt x="6887726" y="671543"/>
                  <a:pt x="6894925" y="671543"/>
                </a:cubicBezTo>
                <a:close/>
                <a:moveTo>
                  <a:pt x="6252873" y="671543"/>
                </a:moveTo>
                <a:cubicBezTo>
                  <a:pt x="6259955" y="671543"/>
                  <a:pt x="6265761" y="677348"/>
                  <a:pt x="6265761" y="684431"/>
                </a:cubicBezTo>
                <a:cubicBezTo>
                  <a:pt x="6265761" y="691513"/>
                  <a:pt x="6260072" y="697318"/>
                  <a:pt x="6252873" y="697318"/>
                </a:cubicBezTo>
                <a:cubicBezTo>
                  <a:pt x="6245792" y="697318"/>
                  <a:pt x="6239985" y="691629"/>
                  <a:pt x="6239985" y="684431"/>
                </a:cubicBezTo>
                <a:cubicBezTo>
                  <a:pt x="6239985" y="677233"/>
                  <a:pt x="6245674" y="671543"/>
                  <a:pt x="6252873" y="671543"/>
                </a:cubicBezTo>
                <a:close/>
                <a:moveTo>
                  <a:pt x="5614950" y="671543"/>
                </a:moveTo>
                <a:cubicBezTo>
                  <a:pt x="5622149" y="671543"/>
                  <a:pt x="5627837" y="677348"/>
                  <a:pt x="5627837" y="684431"/>
                </a:cubicBezTo>
                <a:cubicBezTo>
                  <a:pt x="5627837" y="691513"/>
                  <a:pt x="5622149" y="697318"/>
                  <a:pt x="5614950" y="697318"/>
                </a:cubicBezTo>
                <a:cubicBezTo>
                  <a:pt x="5607869" y="697318"/>
                  <a:pt x="5602062" y="691629"/>
                  <a:pt x="5602062" y="684431"/>
                </a:cubicBezTo>
                <a:cubicBezTo>
                  <a:pt x="5602062" y="677233"/>
                  <a:pt x="5607752" y="671543"/>
                  <a:pt x="5614950" y="671543"/>
                </a:cubicBezTo>
                <a:close/>
                <a:moveTo>
                  <a:pt x="4972896" y="671543"/>
                </a:moveTo>
                <a:cubicBezTo>
                  <a:pt x="4980015" y="671543"/>
                  <a:pt x="4985785" y="677313"/>
                  <a:pt x="4985785" y="684431"/>
                </a:cubicBezTo>
                <a:cubicBezTo>
                  <a:pt x="4985785" y="691548"/>
                  <a:pt x="4980015" y="697318"/>
                  <a:pt x="4972896" y="697318"/>
                </a:cubicBezTo>
                <a:cubicBezTo>
                  <a:pt x="4965781" y="697318"/>
                  <a:pt x="4960010" y="691548"/>
                  <a:pt x="4960010" y="684431"/>
                </a:cubicBezTo>
                <a:cubicBezTo>
                  <a:pt x="4960010" y="677313"/>
                  <a:pt x="4965781" y="671543"/>
                  <a:pt x="4972896" y="671543"/>
                </a:cubicBezTo>
                <a:close/>
                <a:moveTo>
                  <a:pt x="4844487" y="671543"/>
                </a:moveTo>
                <a:cubicBezTo>
                  <a:pt x="4851568" y="671543"/>
                  <a:pt x="4857374" y="677348"/>
                  <a:pt x="4857374" y="684431"/>
                </a:cubicBezTo>
                <a:cubicBezTo>
                  <a:pt x="4857374" y="691513"/>
                  <a:pt x="4851686" y="697318"/>
                  <a:pt x="4844487" y="697318"/>
                </a:cubicBezTo>
                <a:cubicBezTo>
                  <a:pt x="4837405" y="697318"/>
                  <a:pt x="4831598" y="691629"/>
                  <a:pt x="4831598" y="684431"/>
                </a:cubicBezTo>
                <a:cubicBezTo>
                  <a:pt x="4831598" y="677233"/>
                  <a:pt x="4837289" y="671543"/>
                  <a:pt x="4844487" y="671543"/>
                </a:cubicBezTo>
                <a:close/>
                <a:moveTo>
                  <a:pt x="4523345" y="671543"/>
                </a:moveTo>
                <a:cubicBezTo>
                  <a:pt x="4530542" y="671543"/>
                  <a:pt x="4536233" y="677348"/>
                  <a:pt x="4536233" y="684431"/>
                </a:cubicBezTo>
                <a:cubicBezTo>
                  <a:pt x="4536233" y="691513"/>
                  <a:pt x="4530542" y="697318"/>
                  <a:pt x="4523345" y="697318"/>
                </a:cubicBezTo>
                <a:cubicBezTo>
                  <a:pt x="4516262" y="697318"/>
                  <a:pt x="4510457" y="691629"/>
                  <a:pt x="4510457" y="684431"/>
                </a:cubicBezTo>
                <a:cubicBezTo>
                  <a:pt x="4510457" y="677233"/>
                  <a:pt x="4516146" y="671543"/>
                  <a:pt x="4523345" y="671543"/>
                </a:cubicBezTo>
                <a:close/>
                <a:moveTo>
                  <a:pt x="4395050" y="671543"/>
                </a:moveTo>
                <a:cubicBezTo>
                  <a:pt x="4402168" y="671543"/>
                  <a:pt x="4407938" y="677313"/>
                  <a:pt x="4407938" y="684431"/>
                </a:cubicBezTo>
                <a:cubicBezTo>
                  <a:pt x="4407938" y="691548"/>
                  <a:pt x="4402168" y="697318"/>
                  <a:pt x="4395050" y="697318"/>
                </a:cubicBezTo>
                <a:cubicBezTo>
                  <a:pt x="4387934" y="697318"/>
                  <a:pt x="4382162" y="691548"/>
                  <a:pt x="4382162" y="684431"/>
                </a:cubicBezTo>
                <a:cubicBezTo>
                  <a:pt x="4382162" y="677313"/>
                  <a:pt x="4387934" y="671543"/>
                  <a:pt x="4395050" y="671543"/>
                </a:cubicBezTo>
                <a:close/>
                <a:moveTo>
                  <a:pt x="3367532" y="671543"/>
                </a:moveTo>
                <a:cubicBezTo>
                  <a:pt x="3374732" y="671543"/>
                  <a:pt x="3380421" y="677348"/>
                  <a:pt x="3380421" y="684431"/>
                </a:cubicBezTo>
                <a:cubicBezTo>
                  <a:pt x="3380421" y="691513"/>
                  <a:pt x="3374732" y="697318"/>
                  <a:pt x="3367532" y="697318"/>
                </a:cubicBezTo>
                <a:cubicBezTo>
                  <a:pt x="3360450" y="697318"/>
                  <a:pt x="3354645" y="691629"/>
                  <a:pt x="3354645" y="684431"/>
                </a:cubicBezTo>
                <a:cubicBezTo>
                  <a:pt x="3354645" y="677233"/>
                  <a:pt x="3360336" y="671543"/>
                  <a:pt x="3367532" y="671543"/>
                </a:cubicBezTo>
                <a:close/>
                <a:moveTo>
                  <a:pt x="1441258" y="671543"/>
                </a:moveTo>
                <a:cubicBezTo>
                  <a:pt x="1448377" y="671543"/>
                  <a:pt x="1454146" y="677313"/>
                  <a:pt x="1454146" y="684431"/>
                </a:cubicBezTo>
                <a:cubicBezTo>
                  <a:pt x="1454146" y="691548"/>
                  <a:pt x="1448377" y="697318"/>
                  <a:pt x="1441258" y="697318"/>
                </a:cubicBezTo>
                <a:cubicBezTo>
                  <a:pt x="1434141" y="697318"/>
                  <a:pt x="1428371" y="691548"/>
                  <a:pt x="1428371" y="684431"/>
                </a:cubicBezTo>
                <a:cubicBezTo>
                  <a:pt x="1428371" y="677313"/>
                  <a:pt x="1434141" y="671543"/>
                  <a:pt x="1441258" y="671543"/>
                </a:cubicBezTo>
                <a:close/>
                <a:moveTo>
                  <a:pt x="1184322" y="671543"/>
                </a:moveTo>
                <a:cubicBezTo>
                  <a:pt x="1191520" y="671543"/>
                  <a:pt x="1197209" y="677348"/>
                  <a:pt x="1197209" y="684431"/>
                </a:cubicBezTo>
                <a:cubicBezTo>
                  <a:pt x="1197209" y="691513"/>
                  <a:pt x="1191520" y="697318"/>
                  <a:pt x="1184322" y="697318"/>
                </a:cubicBezTo>
                <a:cubicBezTo>
                  <a:pt x="1177239" y="697318"/>
                  <a:pt x="1171435" y="691629"/>
                  <a:pt x="1171435" y="684431"/>
                </a:cubicBezTo>
                <a:cubicBezTo>
                  <a:pt x="1171435" y="677233"/>
                  <a:pt x="1177123" y="671543"/>
                  <a:pt x="1184322" y="671543"/>
                </a:cubicBezTo>
                <a:close/>
                <a:moveTo>
                  <a:pt x="542270" y="671543"/>
                </a:moveTo>
                <a:cubicBezTo>
                  <a:pt x="549351" y="671543"/>
                  <a:pt x="555157" y="677348"/>
                  <a:pt x="555157" y="684431"/>
                </a:cubicBezTo>
                <a:cubicBezTo>
                  <a:pt x="555157" y="691513"/>
                  <a:pt x="549469" y="697318"/>
                  <a:pt x="542270" y="697318"/>
                </a:cubicBezTo>
                <a:cubicBezTo>
                  <a:pt x="535188" y="697318"/>
                  <a:pt x="529382" y="691629"/>
                  <a:pt x="529382" y="684431"/>
                </a:cubicBezTo>
                <a:cubicBezTo>
                  <a:pt x="529382" y="677233"/>
                  <a:pt x="535071" y="671543"/>
                  <a:pt x="542270" y="671543"/>
                </a:cubicBezTo>
                <a:close/>
                <a:moveTo>
                  <a:pt x="11197259" y="658772"/>
                </a:moveTo>
                <a:cubicBezTo>
                  <a:pt x="11211424" y="658772"/>
                  <a:pt x="11222917" y="670266"/>
                  <a:pt x="11222917" y="684431"/>
                </a:cubicBezTo>
                <a:cubicBezTo>
                  <a:pt x="11222917" y="698595"/>
                  <a:pt x="11211424" y="710090"/>
                  <a:pt x="11197259" y="710090"/>
                </a:cubicBezTo>
                <a:cubicBezTo>
                  <a:pt x="11183094" y="710090"/>
                  <a:pt x="11171601" y="698595"/>
                  <a:pt x="11171601" y="684431"/>
                </a:cubicBezTo>
                <a:cubicBezTo>
                  <a:pt x="11171601" y="670266"/>
                  <a:pt x="11183094" y="658772"/>
                  <a:pt x="11197259" y="658772"/>
                </a:cubicBezTo>
                <a:close/>
                <a:moveTo>
                  <a:pt x="10619297" y="658772"/>
                </a:moveTo>
                <a:cubicBezTo>
                  <a:pt x="10633462" y="658772"/>
                  <a:pt x="10644955" y="670266"/>
                  <a:pt x="10644955" y="684431"/>
                </a:cubicBezTo>
                <a:cubicBezTo>
                  <a:pt x="10644955" y="698595"/>
                  <a:pt x="10633462" y="710090"/>
                  <a:pt x="10619297" y="710090"/>
                </a:cubicBezTo>
                <a:cubicBezTo>
                  <a:pt x="10605132" y="710090"/>
                  <a:pt x="10593639" y="698595"/>
                  <a:pt x="10593639" y="684431"/>
                </a:cubicBezTo>
                <a:cubicBezTo>
                  <a:pt x="10593639" y="670266"/>
                  <a:pt x="10605132" y="658772"/>
                  <a:pt x="10619297" y="658772"/>
                </a:cubicBezTo>
                <a:close/>
                <a:moveTo>
                  <a:pt x="10362474" y="658772"/>
                </a:moveTo>
                <a:cubicBezTo>
                  <a:pt x="10376647" y="658772"/>
                  <a:pt x="10388135" y="670260"/>
                  <a:pt x="10388135" y="684431"/>
                </a:cubicBezTo>
                <a:cubicBezTo>
                  <a:pt x="10388135" y="698602"/>
                  <a:pt x="10376647" y="710090"/>
                  <a:pt x="10362474" y="710090"/>
                </a:cubicBezTo>
                <a:cubicBezTo>
                  <a:pt x="10348304" y="710090"/>
                  <a:pt x="10336816" y="698602"/>
                  <a:pt x="10336816" y="684431"/>
                </a:cubicBezTo>
                <a:cubicBezTo>
                  <a:pt x="10336816" y="670260"/>
                  <a:pt x="10348304" y="658772"/>
                  <a:pt x="10362474" y="658772"/>
                </a:cubicBezTo>
                <a:close/>
                <a:moveTo>
                  <a:pt x="8564495" y="658772"/>
                </a:moveTo>
                <a:cubicBezTo>
                  <a:pt x="8578665" y="658772"/>
                  <a:pt x="8590153" y="670260"/>
                  <a:pt x="8590153" y="684431"/>
                </a:cubicBezTo>
                <a:cubicBezTo>
                  <a:pt x="8590153" y="698602"/>
                  <a:pt x="8578665" y="710090"/>
                  <a:pt x="8564495" y="710090"/>
                </a:cubicBezTo>
                <a:cubicBezTo>
                  <a:pt x="8550325" y="710090"/>
                  <a:pt x="8538837" y="698602"/>
                  <a:pt x="8538837" y="684431"/>
                </a:cubicBezTo>
                <a:cubicBezTo>
                  <a:pt x="8538837" y="670260"/>
                  <a:pt x="8550325" y="658772"/>
                  <a:pt x="8564495" y="658772"/>
                </a:cubicBezTo>
                <a:close/>
                <a:moveTo>
                  <a:pt x="8050852" y="658772"/>
                </a:moveTo>
                <a:cubicBezTo>
                  <a:pt x="8065017" y="658772"/>
                  <a:pt x="8076510" y="670266"/>
                  <a:pt x="8076510" y="684431"/>
                </a:cubicBezTo>
                <a:cubicBezTo>
                  <a:pt x="8076510" y="698595"/>
                  <a:pt x="8065017" y="710090"/>
                  <a:pt x="8050852" y="710090"/>
                </a:cubicBezTo>
                <a:cubicBezTo>
                  <a:pt x="8036687" y="710090"/>
                  <a:pt x="8025194" y="698595"/>
                  <a:pt x="8025194" y="684431"/>
                </a:cubicBezTo>
                <a:cubicBezTo>
                  <a:pt x="8025194" y="670266"/>
                  <a:pt x="8036687" y="658772"/>
                  <a:pt x="8050852" y="658772"/>
                </a:cubicBezTo>
                <a:close/>
                <a:moveTo>
                  <a:pt x="7858237" y="658772"/>
                </a:moveTo>
                <a:cubicBezTo>
                  <a:pt x="7872407" y="658772"/>
                  <a:pt x="7883895" y="670260"/>
                  <a:pt x="7883895" y="684431"/>
                </a:cubicBezTo>
                <a:cubicBezTo>
                  <a:pt x="7883895" y="698602"/>
                  <a:pt x="7872407" y="710090"/>
                  <a:pt x="7858237" y="710090"/>
                </a:cubicBezTo>
                <a:cubicBezTo>
                  <a:pt x="7844066" y="710090"/>
                  <a:pt x="7832578" y="698602"/>
                  <a:pt x="7832578" y="684431"/>
                </a:cubicBezTo>
                <a:cubicBezTo>
                  <a:pt x="7832578" y="670260"/>
                  <a:pt x="7844066" y="658772"/>
                  <a:pt x="7858237" y="658772"/>
                </a:cubicBezTo>
                <a:close/>
                <a:moveTo>
                  <a:pt x="7794032" y="658772"/>
                </a:moveTo>
                <a:cubicBezTo>
                  <a:pt x="7808203" y="658772"/>
                  <a:pt x="7819690" y="670260"/>
                  <a:pt x="7819690" y="684431"/>
                </a:cubicBezTo>
                <a:cubicBezTo>
                  <a:pt x="7819690" y="698602"/>
                  <a:pt x="7808203" y="710090"/>
                  <a:pt x="7794032" y="710090"/>
                </a:cubicBezTo>
                <a:cubicBezTo>
                  <a:pt x="7779862" y="710090"/>
                  <a:pt x="7768371" y="698602"/>
                  <a:pt x="7768371" y="684431"/>
                </a:cubicBezTo>
                <a:cubicBezTo>
                  <a:pt x="7768371" y="670260"/>
                  <a:pt x="7779862" y="658772"/>
                  <a:pt x="7794032" y="658772"/>
                </a:cubicBezTo>
                <a:close/>
                <a:moveTo>
                  <a:pt x="7665621" y="658772"/>
                </a:moveTo>
                <a:cubicBezTo>
                  <a:pt x="7679786" y="658772"/>
                  <a:pt x="7691279" y="670266"/>
                  <a:pt x="7691279" y="684431"/>
                </a:cubicBezTo>
                <a:cubicBezTo>
                  <a:pt x="7691279" y="698595"/>
                  <a:pt x="7679786" y="710090"/>
                  <a:pt x="7665621" y="710090"/>
                </a:cubicBezTo>
                <a:cubicBezTo>
                  <a:pt x="7651456" y="710090"/>
                  <a:pt x="7639963" y="698595"/>
                  <a:pt x="7639963" y="684431"/>
                </a:cubicBezTo>
                <a:cubicBezTo>
                  <a:pt x="7639963" y="670266"/>
                  <a:pt x="7651456" y="658772"/>
                  <a:pt x="7665621" y="658772"/>
                </a:cubicBezTo>
                <a:close/>
                <a:moveTo>
                  <a:pt x="7601299" y="658772"/>
                </a:moveTo>
                <a:cubicBezTo>
                  <a:pt x="7615464" y="658772"/>
                  <a:pt x="7626959" y="670266"/>
                  <a:pt x="7626959" y="684431"/>
                </a:cubicBezTo>
                <a:cubicBezTo>
                  <a:pt x="7626959" y="698595"/>
                  <a:pt x="7615464" y="710090"/>
                  <a:pt x="7601299" y="710090"/>
                </a:cubicBezTo>
                <a:cubicBezTo>
                  <a:pt x="7587134" y="710090"/>
                  <a:pt x="7575640" y="698595"/>
                  <a:pt x="7575640" y="684431"/>
                </a:cubicBezTo>
                <a:cubicBezTo>
                  <a:pt x="7575640" y="670266"/>
                  <a:pt x="7587134" y="658772"/>
                  <a:pt x="7601299" y="658772"/>
                </a:cubicBezTo>
                <a:close/>
                <a:moveTo>
                  <a:pt x="5486655" y="658772"/>
                </a:moveTo>
                <a:cubicBezTo>
                  <a:pt x="5500819" y="658772"/>
                  <a:pt x="5512316" y="670266"/>
                  <a:pt x="5512316" y="684431"/>
                </a:cubicBezTo>
                <a:cubicBezTo>
                  <a:pt x="5512316" y="698595"/>
                  <a:pt x="5500819" y="710090"/>
                  <a:pt x="5486655" y="710090"/>
                </a:cubicBezTo>
                <a:cubicBezTo>
                  <a:pt x="5472491" y="710090"/>
                  <a:pt x="5460997" y="698595"/>
                  <a:pt x="5460997" y="684431"/>
                </a:cubicBezTo>
                <a:cubicBezTo>
                  <a:pt x="5460997" y="670266"/>
                  <a:pt x="5472491" y="658772"/>
                  <a:pt x="5486655" y="658772"/>
                </a:cubicBezTo>
                <a:close/>
                <a:moveTo>
                  <a:pt x="4908693" y="658772"/>
                </a:moveTo>
                <a:cubicBezTo>
                  <a:pt x="4922857" y="658772"/>
                  <a:pt x="4934352" y="670266"/>
                  <a:pt x="4934352" y="684431"/>
                </a:cubicBezTo>
                <a:cubicBezTo>
                  <a:pt x="4934352" y="698595"/>
                  <a:pt x="4922857" y="710090"/>
                  <a:pt x="4908693" y="710090"/>
                </a:cubicBezTo>
                <a:cubicBezTo>
                  <a:pt x="4894527" y="710090"/>
                  <a:pt x="4883033" y="698595"/>
                  <a:pt x="4883033" y="684431"/>
                </a:cubicBezTo>
                <a:cubicBezTo>
                  <a:pt x="4883033" y="670266"/>
                  <a:pt x="4894527" y="658772"/>
                  <a:pt x="4908693" y="658772"/>
                </a:cubicBezTo>
                <a:close/>
                <a:moveTo>
                  <a:pt x="4651872" y="658772"/>
                </a:moveTo>
                <a:cubicBezTo>
                  <a:pt x="4666042" y="658772"/>
                  <a:pt x="4677531" y="670260"/>
                  <a:pt x="4677531" y="684431"/>
                </a:cubicBezTo>
                <a:cubicBezTo>
                  <a:pt x="4677531" y="698602"/>
                  <a:pt x="4666042" y="710090"/>
                  <a:pt x="4651872" y="710090"/>
                </a:cubicBezTo>
                <a:cubicBezTo>
                  <a:pt x="4637700" y="710090"/>
                  <a:pt x="4626213" y="698602"/>
                  <a:pt x="4626213" y="684431"/>
                </a:cubicBezTo>
                <a:cubicBezTo>
                  <a:pt x="4626213" y="670260"/>
                  <a:pt x="4637700" y="658772"/>
                  <a:pt x="4651872" y="658772"/>
                </a:cubicBezTo>
                <a:close/>
                <a:moveTo>
                  <a:pt x="2853890" y="658772"/>
                </a:moveTo>
                <a:cubicBezTo>
                  <a:pt x="2868062" y="658772"/>
                  <a:pt x="2879550" y="670260"/>
                  <a:pt x="2879550" y="684431"/>
                </a:cubicBezTo>
                <a:cubicBezTo>
                  <a:pt x="2879550" y="698602"/>
                  <a:pt x="2868062" y="710090"/>
                  <a:pt x="2853890" y="710090"/>
                </a:cubicBezTo>
                <a:cubicBezTo>
                  <a:pt x="2839720" y="710090"/>
                  <a:pt x="2828231" y="698602"/>
                  <a:pt x="2828231" y="684431"/>
                </a:cubicBezTo>
                <a:cubicBezTo>
                  <a:pt x="2828231" y="670260"/>
                  <a:pt x="2839720" y="658772"/>
                  <a:pt x="2853890" y="658772"/>
                </a:cubicBezTo>
                <a:close/>
                <a:moveTo>
                  <a:pt x="2340249" y="658772"/>
                </a:moveTo>
                <a:cubicBezTo>
                  <a:pt x="2354413" y="658772"/>
                  <a:pt x="2365908" y="670266"/>
                  <a:pt x="2365908" y="684431"/>
                </a:cubicBezTo>
                <a:cubicBezTo>
                  <a:pt x="2365908" y="698595"/>
                  <a:pt x="2354413" y="710090"/>
                  <a:pt x="2340249" y="710090"/>
                </a:cubicBezTo>
                <a:cubicBezTo>
                  <a:pt x="2326084" y="710090"/>
                  <a:pt x="2314590" y="698595"/>
                  <a:pt x="2314590" y="684431"/>
                </a:cubicBezTo>
                <a:cubicBezTo>
                  <a:pt x="2314590" y="670266"/>
                  <a:pt x="2326084" y="658772"/>
                  <a:pt x="2340249" y="658772"/>
                </a:cubicBezTo>
                <a:close/>
                <a:moveTo>
                  <a:pt x="2147633" y="658772"/>
                </a:moveTo>
                <a:cubicBezTo>
                  <a:pt x="2161804" y="658772"/>
                  <a:pt x="2173293" y="670260"/>
                  <a:pt x="2173293" y="684431"/>
                </a:cubicBezTo>
                <a:cubicBezTo>
                  <a:pt x="2173293" y="698602"/>
                  <a:pt x="2161804" y="710090"/>
                  <a:pt x="2147633" y="710090"/>
                </a:cubicBezTo>
                <a:cubicBezTo>
                  <a:pt x="2133462" y="710090"/>
                  <a:pt x="2121975" y="698602"/>
                  <a:pt x="2121975" y="684431"/>
                </a:cubicBezTo>
                <a:cubicBezTo>
                  <a:pt x="2121975" y="670260"/>
                  <a:pt x="2133462" y="658772"/>
                  <a:pt x="2147633" y="658772"/>
                </a:cubicBezTo>
                <a:close/>
                <a:moveTo>
                  <a:pt x="2083427" y="658772"/>
                </a:moveTo>
                <a:cubicBezTo>
                  <a:pt x="2097599" y="658772"/>
                  <a:pt x="2109087" y="670260"/>
                  <a:pt x="2109087" y="684431"/>
                </a:cubicBezTo>
                <a:cubicBezTo>
                  <a:pt x="2109087" y="698602"/>
                  <a:pt x="2097599" y="710090"/>
                  <a:pt x="2083427" y="710090"/>
                </a:cubicBezTo>
                <a:cubicBezTo>
                  <a:pt x="2069257" y="710090"/>
                  <a:pt x="2057768" y="698602"/>
                  <a:pt x="2057768" y="684431"/>
                </a:cubicBezTo>
                <a:cubicBezTo>
                  <a:pt x="2057768" y="670260"/>
                  <a:pt x="2069257" y="658772"/>
                  <a:pt x="2083427" y="658772"/>
                </a:cubicBezTo>
                <a:close/>
                <a:moveTo>
                  <a:pt x="1955016" y="658772"/>
                </a:moveTo>
                <a:cubicBezTo>
                  <a:pt x="1969181" y="658772"/>
                  <a:pt x="1980676" y="670266"/>
                  <a:pt x="1980676" y="684431"/>
                </a:cubicBezTo>
                <a:cubicBezTo>
                  <a:pt x="1980676" y="698595"/>
                  <a:pt x="1969181" y="710090"/>
                  <a:pt x="1955016" y="710090"/>
                </a:cubicBezTo>
                <a:cubicBezTo>
                  <a:pt x="1940851" y="710090"/>
                  <a:pt x="1929358" y="698595"/>
                  <a:pt x="1929358" y="684431"/>
                </a:cubicBezTo>
                <a:cubicBezTo>
                  <a:pt x="1929358" y="670266"/>
                  <a:pt x="1940851" y="658772"/>
                  <a:pt x="1955016" y="658772"/>
                </a:cubicBezTo>
                <a:close/>
                <a:moveTo>
                  <a:pt x="1890696" y="658772"/>
                </a:moveTo>
                <a:cubicBezTo>
                  <a:pt x="1904860" y="658772"/>
                  <a:pt x="1916355" y="670266"/>
                  <a:pt x="1916355" y="684431"/>
                </a:cubicBezTo>
                <a:cubicBezTo>
                  <a:pt x="1916355" y="698595"/>
                  <a:pt x="1904860" y="710090"/>
                  <a:pt x="1890696" y="710090"/>
                </a:cubicBezTo>
                <a:cubicBezTo>
                  <a:pt x="1876531" y="710090"/>
                  <a:pt x="1865037" y="698595"/>
                  <a:pt x="1865037" y="684431"/>
                </a:cubicBezTo>
                <a:cubicBezTo>
                  <a:pt x="1865037" y="670266"/>
                  <a:pt x="1876531" y="658772"/>
                  <a:pt x="1890696" y="658772"/>
                </a:cubicBezTo>
                <a:close/>
                <a:moveTo>
                  <a:pt x="11970691" y="604319"/>
                </a:moveTo>
                <a:cubicBezTo>
                  <a:pt x="11977773" y="604436"/>
                  <a:pt x="11983579" y="610125"/>
                  <a:pt x="11983579" y="617207"/>
                </a:cubicBezTo>
                <a:cubicBezTo>
                  <a:pt x="11983579" y="624289"/>
                  <a:pt x="11977889" y="630095"/>
                  <a:pt x="11970691" y="630095"/>
                </a:cubicBezTo>
                <a:cubicBezTo>
                  <a:pt x="11963609" y="630095"/>
                  <a:pt x="11957803" y="624405"/>
                  <a:pt x="11957803" y="617207"/>
                </a:cubicBezTo>
                <a:cubicBezTo>
                  <a:pt x="11957803" y="610125"/>
                  <a:pt x="11963493" y="604319"/>
                  <a:pt x="11970691" y="604319"/>
                </a:cubicBezTo>
                <a:close/>
                <a:moveTo>
                  <a:pt x="11325553" y="604319"/>
                </a:moveTo>
                <a:cubicBezTo>
                  <a:pt x="11332752" y="604436"/>
                  <a:pt x="11338441" y="610125"/>
                  <a:pt x="11338441" y="617207"/>
                </a:cubicBezTo>
                <a:cubicBezTo>
                  <a:pt x="11338441" y="624289"/>
                  <a:pt x="11332752" y="630095"/>
                  <a:pt x="11325553" y="630095"/>
                </a:cubicBezTo>
                <a:cubicBezTo>
                  <a:pt x="11318471" y="630095"/>
                  <a:pt x="11312667" y="624405"/>
                  <a:pt x="11312667" y="617207"/>
                </a:cubicBezTo>
                <a:cubicBezTo>
                  <a:pt x="11312667" y="610125"/>
                  <a:pt x="11318356" y="604319"/>
                  <a:pt x="11325553" y="604319"/>
                </a:cubicBezTo>
                <a:close/>
                <a:moveTo>
                  <a:pt x="10683501" y="604319"/>
                </a:moveTo>
                <a:cubicBezTo>
                  <a:pt x="10690620" y="604319"/>
                  <a:pt x="10696389" y="610089"/>
                  <a:pt x="10696389" y="617207"/>
                </a:cubicBezTo>
                <a:cubicBezTo>
                  <a:pt x="10696389" y="624325"/>
                  <a:pt x="10690620" y="630095"/>
                  <a:pt x="10683501" y="630095"/>
                </a:cubicBezTo>
                <a:cubicBezTo>
                  <a:pt x="10676385" y="630095"/>
                  <a:pt x="10670613" y="624325"/>
                  <a:pt x="10670613" y="617207"/>
                </a:cubicBezTo>
                <a:cubicBezTo>
                  <a:pt x="10670613" y="610089"/>
                  <a:pt x="10676385" y="604319"/>
                  <a:pt x="10683501" y="604319"/>
                </a:cubicBezTo>
                <a:close/>
                <a:moveTo>
                  <a:pt x="10555092" y="604319"/>
                </a:moveTo>
                <a:cubicBezTo>
                  <a:pt x="10562174" y="604436"/>
                  <a:pt x="10567978" y="610125"/>
                  <a:pt x="10567978" y="617207"/>
                </a:cubicBezTo>
                <a:cubicBezTo>
                  <a:pt x="10567978" y="624289"/>
                  <a:pt x="10562289" y="630095"/>
                  <a:pt x="10555092" y="630095"/>
                </a:cubicBezTo>
                <a:cubicBezTo>
                  <a:pt x="10548009" y="630095"/>
                  <a:pt x="10542204" y="624405"/>
                  <a:pt x="10542204" y="617207"/>
                </a:cubicBezTo>
                <a:cubicBezTo>
                  <a:pt x="10542204" y="610125"/>
                  <a:pt x="10547893" y="604319"/>
                  <a:pt x="10555092" y="604319"/>
                </a:cubicBezTo>
                <a:close/>
                <a:moveTo>
                  <a:pt x="10233947" y="604319"/>
                </a:moveTo>
                <a:cubicBezTo>
                  <a:pt x="10241146" y="604436"/>
                  <a:pt x="10246835" y="610125"/>
                  <a:pt x="10246835" y="617207"/>
                </a:cubicBezTo>
                <a:cubicBezTo>
                  <a:pt x="10246835" y="624289"/>
                  <a:pt x="10241146" y="630095"/>
                  <a:pt x="10233947" y="630095"/>
                </a:cubicBezTo>
                <a:cubicBezTo>
                  <a:pt x="10226866" y="630095"/>
                  <a:pt x="10221059" y="624405"/>
                  <a:pt x="10221059" y="617207"/>
                </a:cubicBezTo>
                <a:cubicBezTo>
                  <a:pt x="10221059" y="610125"/>
                  <a:pt x="10226748" y="604319"/>
                  <a:pt x="10233947" y="604319"/>
                </a:cubicBezTo>
                <a:close/>
                <a:moveTo>
                  <a:pt x="10105654" y="604319"/>
                </a:moveTo>
                <a:cubicBezTo>
                  <a:pt x="10112773" y="604319"/>
                  <a:pt x="10118542" y="610089"/>
                  <a:pt x="10118542" y="617207"/>
                </a:cubicBezTo>
                <a:cubicBezTo>
                  <a:pt x="10118542" y="624325"/>
                  <a:pt x="10112773" y="630095"/>
                  <a:pt x="10105654" y="630095"/>
                </a:cubicBezTo>
                <a:cubicBezTo>
                  <a:pt x="10098538" y="630095"/>
                  <a:pt x="10092766" y="624325"/>
                  <a:pt x="10092766" y="617207"/>
                </a:cubicBezTo>
                <a:cubicBezTo>
                  <a:pt x="10092766" y="610089"/>
                  <a:pt x="10098538" y="604319"/>
                  <a:pt x="10105654" y="604319"/>
                </a:cubicBezTo>
                <a:close/>
                <a:moveTo>
                  <a:pt x="8564495" y="604319"/>
                </a:moveTo>
                <a:cubicBezTo>
                  <a:pt x="8571614" y="604319"/>
                  <a:pt x="8577383" y="610089"/>
                  <a:pt x="8577383" y="617207"/>
                </a:cubicBezTo>
                <a:cubicBezTo>
                  <a:pt x="8577383" y="624325"/>
                  <a:pt x="8571614" y="630095"/>
                  <a:pt x="8564495" y="630095"/>
                </a:cubicBezTo>
                <a:cubicBezTo>
                  <a:pt x="8557376" y="630095"/>
                  <a:pt x="8551607" y="624325"/>
                  <a:pt x="8551607" y="617207"/>
                </a:cubicBezTo>
                <a:cubicBezTo>
                  <a:pt x="8551607" y="610089"/>
                  <a:pt x="8557376" y="604319"/>
                  <a:pt x="8564495" y="604319"/>
                </a:cubicBezTo>
                <a:close/>
                <a:moveTo>
                  <a:pt x="7151863" y="604319"/>
                </a:moveTo>
                <a:cubicBezTo>
                  <a:pt x="7158981" y="604319"/>
                  <a:pt x="7164751" y="610089"/>
                  <a:pt x="7164751" y="617207"/>
                </a:cubicBezTo>
                <a:cubicBezTo>
                  <a:pt x="7164751" y="624325"/>
                  <a:pt x="7158981" y="630095"/>
                  <a:pt x="7151863" y="630095"/>
                </a:cubicBezTo>
                <a:cubicBezTo>
                  <a:pt x="7144744" y="630095"/>
                  <a:pt x="7138975" y="624325"/>
                  <a:pt x="7138975" y="617207"/>
                </a:cubicBezTo>
                <a:cubicBezTo>
                  <a:pt x="7138975" y="610089"/>
                  <a:pt x="7144744" y="604319"/>
                  <a:pt x="7151863" y="604319"/>
                </a:cubicBezTo>
                <a:close/>
                <a:moveTo>
                  <a:pt x="6894925" y="604319"/>
                </a:moveTo>
                <a:cubicBezTo>
                  <a:pt x="6902124" y="604436"/>
                  <a:pt x="6907813" y="610125"/>
                  <a:pt x="6907813" y="617207"/>
                </a:cubicBezTo>
                <a:cubicBezTo>
                  <a:pt x="6907813" y="624289"/>
                  <a:pt x="6902124" y="630095"/>
                  <a:pt x="6894925" y="630095"/>
                </a:cubicBezTo>
                <a:cubicBezTo>
                  <a:pt x="6887844" y="630095"/>
                  <a:pt x="6882040" y="624405"/>
                  <a:pt x="6882040" y="617207"/>
                </a:cubicBezTo>
                <a:cubicBezTo>
                  <a:pt x="6882040" y="610125"/>
                  <a:pt x="6887726" y="604319"/>
                  <a:pt x="6894925" y="604319"/>
                </a:cubicBezTo>
                <a:close/>
                <a:moveTo>
                  <a:pt x="6252873" y="604319"/>
                </a:moveTo>
                <a:cubicBezTo>
                  <a:pt x="6259955" y="604436"/>
                  <a:pt x="6265761" y="610125"/>
                  <a:pt x="6265761" y="617207"/>
                </a:cubicBezTo>
                <a:cubicBezTo>
                  <a:pt x="6265761" y="624289"/>
                  <a:pt x="6260072" y="630095"/>
                  <a:pt x="6252873" y="630095"/>
                </a:cubicBezTo>
                <a:cubicBezTo>
                  <a:pt x="6245792" y="630095"/>
                  <a:pt x="6239985" y="624405"/>
                  <a:pt x="6239985" y="617207"/>
                </a:cubicBezTo>
                <a:cubicBezTo>
                  <a:pt x="6239985" y="610125"/>
                  <a:pt x="6245674" y="604319"/>
                  <a:pt x="6252873" y="604319"/>
                </a:cubicBezTo>
                <a:close/>
                <a:moveTo>
                  <a:pt x="5614950" y="604319"/>
                </a:moveTo>
                <a:cubicBezTo>
                  <a:pt x="5622149" y="604436"/>
                  <a:pt x="5627837" y="610125"/>
                  <a:pt x="5627837" y="617207"/>
                </a:cubicBezTo>
                <a:cubicBezTo>
                  <a:pt x="5627837" y="624289"/>
                  <a:pt x="5622149" y="630095"/>
                  <a:pt x="5614950" y="630095"/>
                </a:cubicBezTo>
                <a:cubicBezTo>
                  <a:pt x="5607869" y="630095"/>
                  <a:pt x="5602062" y="624405"/>
                  <a:pt x="5602062" y="617207"/>
                </a:cubicBezTo>
                <a:cubicBezTo>
                  <a:pt x="5602062" y="610125"/>
                  <a:pt x="5607752" y="604319"/>
                  <a:pt x="5614950" y="604319"/>
                </a:cubicBezTo>
                <a:close/>
                <a:moveTo>
                  <a:pt x="4972896" y="604319"/>
                </a:moveTo>
                <a:cubicBezTo>
                  <a:pt x="4980015" y="604319"/>
                  <a:pt x="4985785" y="610089"/>
                  <a:pt x="4985785" y="617207"/>
                </a:cubicBezTo>
                <a:cubicBezTo>
                  <a:pt x="4985785" y="624325"/>
                  <a:pt x="4980015" y="630095"/>
                  <a:pt x="4972896" y="630095"/>
                </a:cubicBezTo>
                <a:cubicBezTo>
                  <a:pt x="4965781" y="630095"/>
                  <a:pt x="4960010" y="624325"/>
                  <a:pt x="4960010" y="617207"/>
                </a:cubicBezTo>
                <a:cubicBezTo>
                  <a:pt x="4960010" y="610089"/>
                  <a:pt x="4965781" y="604319"/>
                  <a:pt x="4972896" y="604319"/>
                </a:cubicBezTo>
                <a:close/>
                <a:moveTo>
                  <a:pt x="4844487" y="604319"/>
                </a:moveTo>
                <a:cubicBezTo>
                  <a:pt x="4851568" y="604436"/>
                  <a:pt x="4857374" y="610125"/>
                  <a:pt x="4857374" y="617207"/>
                </a:cubicBezTo>
                <a:cubicBezTo>
                  <a:pt x="4857374" y="624289"/>
                  <a:pt x="4851686" y="630095"/>
                  <a:pt x="4844487" y="630095"/>
                </a:cubicBezTo>
                <a:cubicBezTo>
                  <a:pt x="4837405" y="630095"/>
                  <a:pt x="4831598" y="624405"/>
                  <a:pt x="4831598" y="617207"/>
                </a:cubicBezTo>
                <a:cubicBezTo>
                  <a:pt x="4831598" y="610125"/>
                  <a:pt x="4837289" y="604319"/>
                  <a:pt x="4844487" y="604319"/>
                </a:cubicBezTo>
                <a:close/>
                <a:moveTo>
                  <a:pt x="4523345" y="604319"/>
                </a:moveTo>
                <a:cubicBezTo>
                  <a:pt x="4530542" y="604436"/>
                  <a:pt x="4536233" y="610125"/>
                  <a:pt x="4536233" y="617207"/>
                </a:cubicBezTo>
                <a:cubicBezTo>
                  <a:pt x="4536233" y="624289"/>
                  <a:pt x="4530542" y="630095"/>
                  <a:pt x="4523345" y="630095"/>
                </a:cubicBezTo>
                <a:cubicBezTo>
                  <a:pt x="4516262" y="630095"/>
                  <a:pt x="4510457" y="624405"/>
                  <a:pt x="4510457" y="617207"/>
                </a:cubicBezTo>
                <a:cubicBezTo>
                  <a:pt x="4510457" y="610125"/>
                  <a:pt x="4516146" y="604319"/>
                  <a:pt x="4523345" y="604319"/>
                </a:cubicBezTo>
                <a:close/>
                <a:moveTo>
                  <a:pt x="4395050" y="604319"/>
                </a:moveTo>
                <a:cubicBezTo>
                  <a:pt x="4402168" y="604319"/>
                  <a:pt x="4407938" y="610089"/>
                  <a:pt x="4407938" y="617207"/>
                </a:cubicBezTo>
                <a:cubicBezTo>
                  <a:pt x="4407938" y="624325"/>
                  <a:pt x="4402168" y="630095"/>
                  <a:pt x="4395050" y="630095"/>
                </a:cubicBezTo>
                <a:cubicBezTo>
                  <a:pt x="4387934" y="630095"/>
                  <a:pt x="4382162" y="624325"/>
                  <a:pt x="4382162" y="617207"/>
                </a:cubicBezTo>
                <a:cubicBezTo>
                  <a:pt x="4382162" y="610089"/>
                  <a:pt x="4387934" y="604319"/>
                  <a:pt x="4395050" y="604319"/>
                </a:cubicBezTo>
                <a:close/>
                <a:moveTo>
                  <a:pt x="2853891" y="604319"/>
                </a:moveTo>
                <a:cubicBezTo>
                  <a:pt x="2861009" y="604319"/>
                  <a:pt x="2866779" y="610089"/>
                  <a:pt x="2866779" y="617207"/>
                </a:cubicBezTo>
                <a:cubicBezTo>
                  <a:pt x="2866779" y="624325"/>
                  <a:pt x="2861009" y="630095"/>
                  <a:pt x="2853891" y="630095"/>
                </a:cubicBezTo>
                <a:cubicBezTo>
                  <a:pt x="2846773" y="630095"/>
                  <a:pt x="2841003" y="624325"/>
                  <a:pt x="2841003" y="617207"/>
                </a:cubicBezTo>
                <a:cubicBezTo>
                  <a:pt x="2841003" y="610089"/>
                  <a:pt x="2846773" y="604319"/>
                  <a:pt x="2853891" y="604319"/>
                </a:cubicBezTo>
                <a:close/>
                <a:moveTo>
                  <a:pt x="1441258" y="604319"/>
                </a:moveTo>
                <a:cubicBezTo>
                  <a:pt x="1448377" y="604319"/>
                  <a:pt x="1454146" y="610089"/>
                  <a:pt x="1454146" y="617207"/>
                </a:cubicBezTo>
                <a:cubicBezTo>
                  <a:pt x="1454146" y="624325"/>
                  <a:pt x="1448377" y="630095"/>
                  <a:pt x="1441258" y="630095"/>
                </a:cubicBezTo>
                <a:cubicBezTo>
                  <a:pt x="1434141" y="630095"/>
                  <a:pt x="1428371" y="624325"/>
                  <a:pt x="1428371" y="617207"/>
                </a:cubicBezTo>
                <a:cubicBezTo>
                  <a:pt x="1428371" y="610089"/>
                  <a:pt x="1434141" y="604319"/>
                  <a:pt x="1441258" y="604319"/>
                </a:cubicBezTo>
                <a:close/>
                <a:moveTo>
                  <a:pt x="1184322" y="604319"/>
                </a:moveTo>
                <a:cubicBezTo>
                  <a:pt x="1191520" y="604436"/>
                  <a:pt x="1197209" y="610125"/>
                  <a:pt x="1197209" y="617207"/>
                </a:cubicBezTo>
                <a:cubicBezTo>
                  <a:pt x="1197209" y="624289"/>
                  <a:pt x="1191520" y="630095"/>
                  <a:pt x="1184322" y="630095"/>
                </a:cubicBezTo>
                <a:cubicBezTo>
                  <a:pt x="1177239" y="630095"/>
                  <a:pt x="1171435" y="624405"/>
                  <a:pt x="1171435" y="617207"/>
                </a:cubicBezTo>
                <a:cubicBezTo>
                  <a:pt x="1171435" y="610125"/>
                  <a:pt x="1177123" y="604319"/>
                  <a:pt x="1184322" y="604319"/>
                </a:cubicBezTo>
                <a:close/>
                <a:moveTo>
                  <a:pt x="542270" y="604319"/>
                </a:moveTo>
                <a:cubicBezTo>
                  <a:pt x="549351" y="604436"/>
                  <a:pt x="555157" y="610125"/>
                  <a:pt x="555157" y="617207"/>
                </a:cubicBezTo>
                <a:cubicBezTo>
                  <a:pt x="555157" y="624289"/>
                  <a:pt x="549469" y="630095"/>
                  <a:pt x="542270" y="630095"/>
                </a:cubicBezTo>
                <a:cubicBezTo>
                  <a:pt x="535188" y="630095"/>
                  <a:pt x="529382" y="624405"/>
                  <a:pt x="529382" y="617207"/>
                </a:cubicBezTo>
                <a:cubicBezTo>
                  <a:pt x="529382" y="610125"/>
                  <a:pt x="535071" y="604319"/>
                  <a:pt x="542270" y="604319"/>
                </a:cubicBezTo>
                <a:close/>
                <a:moveTo>
                  <a:pt x="11197259" y="591548"/>
                </a:moveTo>
                <a:cubicBezTo>
                  <a:pt x="11211424" y="591548"/>
                  <a:pt x="11222917" y="603042"/>
                  <a:pt x="11222917" y="617207"/>
                </a:cubicBezTo>
                <a:cubicBezTo>
                  <a:pt x="11222917" y="631372"/>
                  <a:pt x="11211424" y="642865"/>
                  <a:pt x="11197259" y="642865"/>
                </a:cubicBezTo>
                <a:cubicBezTo>
                  <a:pt x="11183094" y="642865"/>
                  <a:pt x="11171601" y="631372"/>
                  <a:pt x="11171601" y="617207"/>
                </a:cubicBezTo>
                <a:cubicBezTo>
                  <a:pt x="11171601" y="603042"/>
                  <a:pt x="11183094" y="591548"/>
                  <a:pt x="11197259" y="591548"/>
                </a:cubicBezTo>
                <a:close/>
                <a:moveTo>
                  <a:pt x="10619297" y="591548"/>
                </a:moveTo>
                <a:cubicBezTo>
                  <a:pt x="10633462" y="591548"/>
                  <a:pt x="10644955" y="603042"/>
                  <a:pt x="10644955" y="617207"/>
                </a:cubicBezTo>
                <a:cubicBezTo>
                  <a:pt x="10644955" y="631372"/>
                  <a:pt x="10633462" y="642865"/>
                  <a:pt x="10619297" y="642865"/>
                </a:cubicBezTo>
                <a:cubicBezTo>
                  <a:pt x="10605132" y="642865"/>
                  <a:pt x="10593639" y="631372"/>
                  <a:pt x="10593639" y="617207"/>
                </a:cubicBezTo>
                <a:cubicBezTo>
                  <a:pt x="10593639" y="603042"/>
                  <a:pt x="10605132" y="591548"/>
                  <a:pt x="10619297" y="591548"/>
                </a:cubicBezTo>
                <a:close/>
                <a:moveTo>
                  <a:pt x="10362474" y="591548"/>
                </a:moveTo>
                <a:cubicBezTo>
                  <a:pt x="10376639" y="591548"/>
                  <a:pt x="10388135" y="603042"/>
                  <a:pt x="10388135" y="617207"/>
                </a:cubicBezTo>
                <a:cubicBezTo>
                  <a:pt x="10388135" y="631372"/>
                  <a:pt x="10376639" y="642865"/>
                  <a:pt x="10362474" y="642865"/>
                </a:cubicBezTo>
                <a:cubicBezTo>
                  <a:pt x="10348312" y="642865"/>
                  <a:pt x="10336816" y="631372"/>
                  <a:pt x="10336816" y="617207"/>
                </a:cubicBezTo>
                <a:cubicBezTo>
                  <a:pt x="10336816" y="603042"/>
                  <a:pt x="10348312" y="591548"/>
                  <a:pt x="10362474" y="591548"/>
                </a:cubicBezTo>
                <a:close/>
                <a:moveTo>
                  <a:pt x="8050852" y="591548"/>
                </a:moveTo>
                <a:cubicBezTo>
                  <a:pt x="8065017" y="591548"/>
                  <a:pt x="8076510" y="603042"/>
                  <a:pt x="8076510" y="617207"/>
                </a:cubicBezTo>
                <a:cubicBezTo>
                  <a:pt x="8076510" y="631372"/>
                  <a:pt x="8065017" y="642865"/>
                  <a:pt x="8050852" y="642865"/>
                </a:cubicBezTo>
                <a:cubicBezTo>
                  <a:pt x="8036687" y="642865"/>
                  <a:pt x="8025194" y="631372"/>
                  <a:pt x="8025194" y="617207"/>
                </a:cubicBezTo>
                <a:cubicBezTo>
                  <a:pt x="8025194" y="603042"/>
                  <a:pt x="8036687" y="591548"/>
                  <a:pt x="8050852" y="591548"/>
                </a:cubicBezTo>
                <a:close/>
                <a:moveTo>
                  <a:pt x="7858237" y="591548"/>
                </a:moveTo>
                <a:cubicBezTo>
                  <a:pt x="7872402" y="591548"/>
                  <a:pt x="7883895" y="603042"/>
                  <a:pt x="7883895" y="617207"/>
                </a:cubicBezTo>
                <a:cubicBezTo>
                  <a:pt x="7883895" y="631372"/>
                  <a:pt x="7872402" y="642865"/>
                  <a:pt x="7858237" y="642865"/>
                </a:cubicBezTo>
                <a:cubicBezTo>
                  <a:pt x="7844072" y="642865"/>
                  <a:pt x="7832578" y="631372"/>
                  <a:pt x="7832578" y="617207"/>
                </a:cubicBezTo>
                <a:cubicBezTo>
                  <a:pt x="7832578" y="603042"/>
                  <a:pt x="7844072" y="591548"/>
                  <a:pt x="7858237" y="591548"/>
                </a:cubicBezTo>
                <a:close/>
                <a:moveTo>
                  <a:pt x="7794032" y="591548"/>
                </a:moveTo>
                <a:cubicBezTo>
                  <a:pt x="7808197" y="591548"/>
                  <a:pt x="7819690" y="603042"/>
                  <a:pt x="7819690" y="617207"/>
                </a:cubicBezTo>
                <a:cubicBezTo>
                  <a:pt x="7819690" y="631372"/>
                  <a:pt x="7808197" y="642865"/>
                  <a:pt x="7794032" y="642865"/>
                </a:cubicBezTo>
                <a:cubicBezTo>
                  <a:pt x="7779867" y="642865"/>
                  <a:pt x="7768371" y="631372"/>
                  <a:pt x="7768371" y="617207"/>
                </a:cubicBezTo>
                <a:cubicBezTo>
                  <a:pt x="7768371" y="603042"/>
                  <a:pt x="7779867" y="591548"/>
                  <a:pt x="7794032" y="591548"/>
                </a:cubicBezTo>
                <a:close/>
                <a:moveTo>
                  <a:pt x="7665621" y="591548"/>
                </a:moveTo>
                <a:cubicBezTo>
                  <a:pt x="7679786" y="591548"/>
                  <a:pt x="7691279" y="603042"/>
                  <a:pt x="7691279" y="617207"/>
                </a:cubicBezTo>
                <a:cubicBezTo>
                  <a:pt x="7691279" y="631372"/>
                  <a:pt x="7679786" y="642865"/>
                  <a:pt x="7665621" y="642865"/>
                </a:cubicBezTo>
                <a:cubicBezTo>
                  <a:pt x="7651456" y="642865"/>
                  <a:pt x="7639963" y="631372"/>
                  <a:pt x="7639963" y="617207"/>
                </a:cubicBezTo>
                <a:cubicBezTo>
                  <a:pt x="7639963" y="603042"/>
                  <a:pt x="7651456" y="591548"/>
                  <a:pt x="7665621" y="591548"/>
                </a:cubicBezTo>
                <a:close/>
                <a:moveTo>
                  <a:pt x="7601299" y="591548"/>
                </a:moveTo>
                <a:cubicBezTo>
                  <a:pt x="7615464" y="591548"/>
                  <a:pt x="7626959" y="603042"/>
                  <a:pt x="7626959" y="617207"/>
                </a:cubicBezTo>
                <a:cubicBezTo>
                  <a:pt x="7626959" y="631372"/>
                  <a:pt x="7615464" y="642865"/>
                  <a:pt x="7601299" y="642865"/>
                </a:cubicBezTo>
                <a:cubicBezTo>
                  <a:pt x="7587134" y="642865"/>
                  <a:pt x="7575640" y="631372"/>
                  <a:pt x="7575640" y="617207"/>
                </a:cubicBezTo>
                <a:cubicBezTo>
                  <a:pt x="7575640" y="603042"/>
                  <a:pt x="7587134" y="591548"/>
                  <a:pt x="7601299" y="591548"/>
                </a:cubicBezTo>
                <a:close/>
                <a:moveTo>
                  <a:pt x="5486655" y="591548"/>
                </a:moveTo>
                <a:cubicBezTo>
                  <a:pt x="5500819" y="591548"/>
                  <a:pt x="5512316" y="603042"/>
                  <a:pt x="5512316" y="617207"/>
                </a:cubicBezTo>
                <a:cubicBezTo>
                  <a:pt x="5512316" y="631372"/>
                  <a:pt x="5500819" y="642865"/>
                  <a:pt x="5486655" y="642865"/>
                </a:cubicBezTo>
                <a:cubicBezTo>
                  <a:pt x="5472491" y="642865"/>
                  <a:pt x="5460997" y="631372"/>
                  <a:pt x="5460997" y="617207"/>
                </a:cubicBezTo>
                <a:cubicBezTo>
                  <a:pt x="5460997" y="603042"/>
                  <a:pt x="5472491" y="591548"/>
                  <a:pt x="5486655" y="591548"/>
                </a:cubicBezTo>
                <a:close/>
                <a:moveTo>
                  <a:pt x="4908693" y="591548"/>
                </a:moveTo>
                <a:cubicBezTo>
                  <a:pt x="4922857" y="591548"/>
                  <a:pt x="4934352" y="603042"/>
                  <a:pt x="4934352" y="617207"/>
                </a:cubicBezTo>
                <a:cubicBezTo>
                  <a:pt x="4934352" y="631372"/>
                  <a:pt x="4922857" y="642865"/>
                  <a:pt x="4908693" y="642865"/>
                </a:cubicBezTo>
                <a:cubicBezTo>
                  <a:pt x="4894527" y="642865"/>
                  <a:pt x="4883033" y="631372"/>
                  <a:pt x="4883033" y="617207"/>
                </a:cubicBezTo>
                <a:cubicBezTo>
                  <a:pt x="4883033" y="603042"/>
                  <a:pt x="4894527" y="591548"/>
                  <a:pt x="4908693" y="591548"/>
                </a:cubicBezTo>
                <a:close/>
                <a:moveTo>
                  <a:pt x="4651872" y="591548"/>
                </a:moveTo>
                <a:cubicBezTo>
                  <a:pt x="4666036" y="591548"/>
                  <a:pt x="4677531" y="603042"/>
                  <a:pt x="4677531" y="617207"/>
                </a:cubicBezTo>
                <a:cubicBezTo>
                  <a:pt x="4677531" y="631372"/>
                  <a:pt x="4666036" y="642865"/>
                  <a:pt x="4651872" y="642865"/>
                </a:cubicBezTo>
                <a:cubicBezTo>
                  <a:pt x="4637706" y="642865"/>
                  <a:pt x="4626213" y="631372"/>
                  <a:pt x="4626213" y="617207"/>
                </a:cubicBezTo>
                <a:cubicBezTo>
                  <a:pt x="4626213" y="603042"/>
                  <a:pt x="4637706" y="591548"/>
                  <a:pt x="4651872" y="591548"/>
                </a:cubicBezTo>
                <a:close/>
                <a:moveTo>
                  <a:pt x="2340249" y="591548"/>
                </a:moveTo>
                <a:cubicBezTo>
                  <a:pt x="2354413" y="591548"/>
                  <a:pt x="2365908" y="603042"/>
                  <a:pt x="2365908" y="617207"/>
                </a:cubicBezTo>
                <a:cubicBezTo>
                  <a:pt x="2365908" y="631372"/>
                  <a:pt x="2354413" y="642865"/>
                  <a:pt x="2340249" y="642865"/>
                </a:cubicBezTo>
                <a:cubicBezTo>
                  <a:pt x="2326084" y="642865"/>
                  <a:pt x="2314590" y="631372"/>
                  <a:pt x="2314590" y="617207"/>
                </a:cubicBezTo>
                <a:cubicBezTo>
                  <a:pt x="2314590" y="603042"/>
                  <a:pt x="2326084" y="591548"/>
                  <a:pt x="2340249" y="591548"/>
                </a:cubicBezTo>
                <a:close/>
                <a:moveTo>
                  <a:pt x="2147633" y="591548"/>
                </a:moveTo>
                <a:cubicBezTo>
                  <a:pt x="2161798" y="591548"/>
                  <a:pt x="2173293" y="603042"/>
                  <a:pt x="2173293" y="617207"/>
                </a:cubicBezTo>
                <a:cubicBezTo>
                  <a:pt x="2173293" y="631372"/>
                  <a:pt x="2161798" y="642865"/>
                  <a:pt x="2147633" y="642865"/>
                </a:cubicBezTo>
                <a:cubicBezTo>
                  <a:pt x="2133469" y="642865"/>
                  <a:pt x="2121975" y="631372"/>
                  <a:pt x="2121975" y="617207"/>
                </a:cubicBezTo>
                <a:cubicBezTo>
                  <a:pt x="2121975" y="603042"/>
                  <a:pt x="2133469" y="591548"/>
                  <a:pt x="2147633" y="591548"/>
                </a:cubicBezTo>
                <a:close/>
                <a:moveTo>
                  <a:pt x="2083427" y="591548"/>
                </a:moveTo>
                <a:cubicBezTo>
                  <a:pt x="2097592" y="591548"/>
                  <a:pt x="2109087" y="603042"/>
                  <a:pt x="2109087" y="617207"/>
                </a:cubicBezTo>
                <a:cubicBezTo>
                  <a:pt x="2109087" y="631372"/>
                  <a:pt x="2097592" y="642865"/>
                  <a:pt x="2083427" y="642865"/>
                </a:cubicBezTo>
                <a:cubicBezTo>
                  <a:pt x="2069262" y="642865"/>
                  <a:pt x="2057768" y="631372"/>
                  <a:pt x="2057768" y="617207"/>
                </a:cubicBezTo>
                <a:cubicBezTo>
                  <a:pt x="2057768" y="603042"/>
                  <a:pt x="2069262" y="591548"/>
                  <a:pt x="2083427" y="591548"/>
                </a:cubicBezTo>
                <a:close/>
                <a:moveTo>
                  <a:pt x="1955016" y="591548"/>
                </a:moveTo>
                <a:cubicBezTo>
                  <a:pt x="1969181" y="591548"/>
                  <a:pt x="1980676" y="603042"/>
                  <a:pt x="1980676" y="617207"/>
                </a:cubicBezTo>
                <a:cubicBezTo>
                  <a:pt x="1980676" y="631372"/>
                  <a:pt x="1969181" y="642865"/>
                  <a:pt x="1955016" y="642865"/>
                </a:cubicBezTo>
                <a:cubicBezTo>
                  <a:pt x="1940851" y="642865"/>
                  <a:pt x="1929358" y="631372"/>
                  <a:pt x="1929358" y="617207"/>
                </a:cubicBezTo>
                <a:cubicBezTo>
                  <a:pt x="1929358" y="603042"/>
                  <a:pt x="1940851" y="591548"/>
                  <a:pt x="1955016" y="591548"/>
                </a:cubicBezTo>
                <a:close/>
                <a:moveTo>
                  <a:pt x="1890696" y="591548"/>
                </a:moveTo>
                <a:cubicBezTo>
                  <a:pt x="1904860" y="591548"/>
                  <a:pt x="1916355" y="603042"/>
                  <a:pt x="1916355" y="617207"/>
                </a:cubicBezTo>
                <a:cubicBezTo>
                  <a:pt x="1916355" y="631372"/>
                  <a:pt x="1904860" y="642865"/>
                  <a:pt x="1890696" y="642865"/>
                </a:cubicBezTo>
                <a:cubicBezTo>
                  <a:pt x="1876531" y="642865"/>
                  <a:pt x="1865037" y="631372"/>
                  <a:pt x="1865037" y="617207"/>
                </a:cubicBezTo>
                <a:cubicBezTo>
                  <a:pt x="1865037" y="603042"/>
                  <a:pt x="1876531" y="591548"/>
                  <a:pt x="1890696" y="591548"/>
                </a:cubicBezTo>
                <a:close/>
                <a:moveTo>
                  <a:pt x="11970691" y="537211"/>
                </a:moveTo>
                <a:cubicBezTo>
                  <a:pt x="11977773" y="537211"/>
                  <a:pt x="11983579" y="543016"/>
                  <a:pt x="11983579" y="550099"/>
                </a:cubicBezTo>
                <a:cubicBezTo>
                  <a:pt x="11983579" y="557181"/>
                  <a:pt x="11977889" y="562987"/>
                  <a:pt x="11970691" y="562987"/>
                </a:cubicBezTo>
                <a:cubicBezTo>
                  <a:pt x="11963609" y="562987"/>
                  <a:pt x="11957803" y="557297"/>
                  <a:pt x="11957803" y="550099"/>
                </a:cubicBezTo>
                <a:cubicBezTo>
                  <a:pt x="11957803" y="543016"/>
                  <a:pt x="11963493" y="537211"/>
                  <a:pt x="11970691" y="537211"/>
                </a:cubicBezTo>
                <a:close/>
                <a:moveTo>
                  <a:pt x="11325553" y="537211"/>
                </a:moveTo>
                <a:cubicBezTo>
                  <a:pt x="11332752" y="537211"/>
                  <a:pt x="11338441" y="543016"/>
                  <a:pt x="11338441" y="550099"/>
                </a:cubicBezTo>
                <a:cubicBezTo>
                  <a:pt x="11338441" y="557181"/>
                  <a:pt x="11332752" y="562987"/>
                  <a:pt x="11325553" y="562987"/>
                </a:cubicBezTo>
                <a:cubicBezTo>
                  <a:pt x="11318471" y="562987"/>
                  <a:pt x="11312667" y="557297"/>
                  <a:pt x="11312667" y="550099"/>
                </a:cubicBezTo>
                <a:cubicBezTo>
                  <a:pt x="11312667" y="543016"/>
                  <a:pt x="11318356" y="537211"/>
                  <a:pt x="11325553" y="537211"/>
                </a:cubicBezTo>
                <a:close/>
                <a:moveTo>
                  <a:pt x="11197259" y="537211"/>
                </a:moveTo>
                <a:cubicBezTo>
                  <a:pt x="11204378" y="537211"/>
                  <a:pt x="11210147" y="542981"/>
                  <a:pt x="11210147" y="550099"/>
                </a:cubicBezTo>
                <a:cubicBezTo>
                  <a:pt x="11210147" y="557217"/>
                  <a:pt x="11204378" y="562987"/>
                  <a:pt x="11197259" y="562987"/>
                </a:cubicBezTo>
                <a:cubicBezTo>
                  <a:pt x="11190143" y="562987"/>
                  <a:pt x="11184374" y="557217"/>
                  <a:pt x="11184374" y="550099"/>
                </a:cubicBezTo>
                <a:cubicBezTo>
                  <a:pt x="11184374" y="542981"/>
                  <a:pt x="11190143" y="537211"/>
                  <a:pt x="11197259" y="537211"/>
                </a:cubicBezTo>
                <a:close/>
                <a:moveTo>
                  <a:pt x="10683501" y="537211"/>
                </a:moveTo>
                <a:cubicBezTo>
                  <a:pt x="10690620" y="537211"/>
                  <a:pt x="10696389" y="542981"/>
                  <a:pt x="10696389" y="550099"/>
                </a:cubicBezTo>
                <a:cubicBezTo>
                  <a:pt x="10696389" y="557217"/>
                  <a:pt x="10690620" y="562987"/>
                  <a:pt x="10683501" y="562987"/>
                </a:cubicBezTo>
                <a:cubicBezTo>
                  <a:pt x="10676385" y="562987"/>
                  <a:pt x="10670613" y="557217"/>
                  <a:pt x="10670613" y="550099"/>
                </a:cubicBezTo>
                <a:cubicBezTo>
                  <a:pt x="10670613" y="542981"/>
                  <a:pt x="10676385" y="537211"/>
                  <a:pt x="10683501" y="537211"/>
                </a:cubicBezTo>
                <a:close/>
                <a:moveTo>
                  <a:pt x="10555092" y="537211"/>
                </a:moveTo>
                <a:cubicBezTo>
                  <a:pt x="10562174" y="537211"/>
                  <a:pt x="10567978" y="543016"/>
                  <a:pt x="10567978" y="550099"/>
                </a:cubicBezTo>
                <a:cubicBezTo>
                  <a:pt x="10567978" y="557181"/>
                  <a:pt x="10562289" y="562987"/>
                  <a:pt x="10555092" y="562987"/>
                </a:cubicBezTo>
                <a:cubicBezTo>
                  <a:pt x="10548009" y="562987"/>
                  <a:pt x="10542204" y="557297"/>
                  <a:pt x="10542204" y="550099"/>
                </a:cubicBezTo>
                <a:cubicBezTo>
                  <a:pt x="10542204" y="543016"/>
                  <a:pt x="10547893" y="537211"/>
                  <a:pt x="10555092" y="537211"/>
                </a:cubicBezTo>
                <a:close/>
                <a:moveTo>
                  <a:pt x="10105654" y="537211"/>
                </a:moveTo>
                <a:cubicBezTo>
                  <a:pt x="10112773" y="537211"/>
                  <a:pt x="10118542" y="542981"/>
                  <a:pt x="10118542" y="550099"/>
                </a:cubicBezTo>
                <a:cubicBezTo>
                  <a:pt x="10118542" y="557217"/>
                  <a:pt x="10112773" y="562987"/>
                  <a:pt x="10105654" y="562987"/>
                </a:cubicBezTo>
                <a:cubicBezTo>
                  <a:pt x="10098538" y="562987"/>
                  <a:pt x="10092766" y="557217"/>
                  <a:pt x="10092766" y="550099"/>
                </a:cubicBezTo>
                <a:cubicBezTo>
                  <a:pt x="10092766" y="542981"/>
                  <a:pt x="10098538" y="537211"/>
                  <a:pt x="10105654" y="537211"/>
                </a:cubicBezTo>
                <a:close/>
                <a:moveTo>
                  <a:pt x="8564495" y="537211"/>
                </a:moveTo>
                <a:cubicBezTo>
                  <a:pt x="8571614" y="537211"/>
                  <a:pt x="8577383" y="542981"/>
                  <a:pt x="8577383" y="550099"/>
                </a:cubicBezTo>
                <a:cubicBezTo>
                  <a:pt x="8577383" y="557217"/>
                  <a:pt x="8571614" y="562987"/>
                  <a:pt x="8564495" y="562987"/>
                </a:cubicBezTo>
                <a:cubicBezTo>
                  <a:pt x="8557376" y="562987"/>
                  <a:pt x="8551607" y="557217"/>
                  <a:pt x="8551607" y="550099"/>
                </a:cubicBezTo>
                <a:cubicBezTo>
                  <a:pt x="8551607" y="542981"/>
                  <a:pt x="8557376" y="537211"/>
                  <a:pt x="8564495" y="537211"/>
                </a:cubicBezTo>
                <a:close/>
                <a:moveTo>
                  <a:pt x="8050737" y="537211"/>
                </a:moveTo>
                <a:cubicBezTo>
                  <a:pt x="8057936" y="537211"/>
                  <a:pt x="8063625" y="543016"/>
                  <a:pt x="8063625" y="550099"/>
                </a:cubicBezTo>
                <a:cubicBezTo>
                  <a:pt x="8063625" y="557181"/>
                  <a:pt x="8057936" y="562987"/>
                  <a:pt x="8050737" y="562987"/>
                </a:cubicBezTo>
                <a:cubicBezTo>
                  <a:pt x="8043653" y="562987"/>
                  <a:pt x="8037849" y="557297"/>
                  <a:pt x="8037849" y="550099"/>
                </a:cubicBezTo>
                <a:cubicBezTo>
                  <a:pt x="8037849" y="543016"/>
                  <a:pt x="8043538" y="537211"/>
                  <a:pt x="8050737" y="537211"/>
                </a:cubicBezTo>
                <a:close/>
                <a:moveTo>
                  <a:pt x="7794032" y="537211"/>
                </a:moveTo>
                <a:cubicBezTo>
                  <a:pt x="7801148" y="537211"/>
                  <a:pt x="7806920" y="542981"/>
                  <a:pt x="7806920" y="550099"/>
                </a:cubicBezTo>
                <a:cubicBezTo>
                  <a:pt x="7806920" y="557217"/>
                  <a:pt x="7801148" y="562987"/>
                  <a:pt x="7794032" y="562987"/>
                </a:cubicBezTo>
                <a:cubicBezTo>
                  <a:pt x="7786914" y="562987"/>
                  <a:pt x="7781144" y="557217"/>
                  <a:pt x="7781144" y="550099"/>
                </a:cubicBezTo>
                <a:cubicBezTo>
                  <a:pt x="7781144" y="542981"/>
                  <a:pt x="7786914" y="537211"/>
                  <a:pt x="7794032" y="537211"/>
                </a:cubicBezTo>
                <a:close/>
                <a:moveTo>
                  <a:pt x="7151863" y="537211"/>
                </a:moveTo>
                <a:cubicBezTo>
                  <a:pt x="7158981" y="537211"/>
                  <a:pt x="7164751" y="542981"/>
                  <a:pt x="7164751" y="550099"/>
                </a:cubicBezTo>
                <a:cubicBezTo>
                  <a:pt x="7164751" y="557217"/>
                  <a:pt x="7158981" y="562987"/>
                  <a:pt x="7151863" y="562987"/>
                </a:cubicBezTo>
                <a:cubicBezTo>
                  <a:pt x="7144744" y="562987"/>
                  <a:pt x="7138975" y="557217"/>
                  <a:pt x="7138975" y="550099"/>
                </a:cubicBezTo>
                <a:cubicBezTo>
                  <a:pt x="7138975" y="542981"/>
                  <a:pt x="7144744" y="537211"/>
                  <a:pt x="7151863" y="537211"/>
                </a:cubicBezTo>
                <a:close/>
                <a:moveTo>
                  <a:pt x="6894925" y="537211"/>
                </a:moveTo>
                <a:cubicBezTo>
                  <a:pt x="6902124" y="537211"/>
                  <a:pt x="6907813" y="543016"/>
                  <a:pt x="6907813" y="550099"/>
                </a:cubicBezTo>
                <a:cubicBezTo>
                  <a:pt x="6907813" y="557181"/>
                  <a:pt x="6902124" y="562987"/>
                  <a:pt x="6894925" y="562987"/>
                </a:cubicBezTo>
                <a:cubicBezTo>
                  <a:pt x="6887844" y="562987"/>
                  <a:pt x="6882040" y="557297"/>
                  <a:pt x="6882040" y="550099"/>
                </a:cubicBezTo>
                <a:cubicBezTo>
                  <a:pt x="6882040" y="543016"/>
                  <a:pt x="6887726" y="537211"/>
                  <a:pt x="6894925" y="537211"/>
                </a:cubicBezTo>
                <a:close/>
                <a:moveTo>
                  <a:pt x="6252873" y="537211"/>
                </a:moveTo>
                <a:cubicBezTo>
                  <a:pt x="6259955" y="537211"/>
                  <a:pt x="6265761" y="543016"/>
                  <a:pt x="6265761" y="550099"/>
                </a:cubicBezTo>
                <a:cubicBezTo>
                  <a:pt x="6265761" y="557181"/>
                  <a:pt x="6260072" y="562987"/>
                  <a:pt x="6252873" y="562987"/>
                </a:cubicBezTo>
                <a:cubicBezTo>
                  <a:pt x="6245792" y="562987"/>
                  <a:pt x="6239985" y="557297"/>
                  <a:pt x="6239985" y="550099"/>
                </a:cubicBezTo>
                <a:cubicBezTo>
                  <a:pt x="6239985" y="543016"/>
                  <a:pt x="6245674" y="537211"/>
                  <a:pt x="6252873" y="537211"/>
                </a:cubicBezTo>
                <a:close/>
                <a:moveTo>
                  <a:pt x="5614950" y="537211"/>
                </a:moveTo>
                <a:cubicBezTo>
                  <a:pt x="5622149" y="537211"/>
                  <a:pt x="5627837" y="543016"/>
                  <a:pt x="5627837" y="550099"/>
                </a:cubicBezTo>
                <a:cubicBezTo>
                  <a:pt x="5627837" y="557181"/>
                  <a:pt x="5622149" y="562987"/>
                  <a:pt x="5614950" y="562987"/>
                </a:cubicBezTo>
                <a:cubicBezTo>
                  <a:pt x="5607869" y="562987"/>
                  <a:pt x="5602062" y="557297"/>
                  <a:pt x="5602062" y="550099"/>
                </a:cubicBezTo>
                <a:cubicBezTo>
                  <a:pt x="5602062" y="543016"/>
                  <a:pt x="5607752" y="537211"/>
                  <a:pt x="5614950" y="537211"/>
                </a:cubicBezTo>
                <a:close/>
                <a:moveTo>
                  <a:pt x="5486655" y="537211"/>
                </a:moveTo>
                <a:cubicBezTo>
                  <a:pt x="5493773" y="537211"/>
                  <a:pt x="5499543" y="542981"/>
                  <a:pt x="5499543" y="550099"/>
                </a:cubicBezTo>
                <a:cubicBezTo>
                  <a:pt x="5499543" y="557217"/>
                  <a:pt x="5493773" y="562987"/>
                  <a:pt x="5486655" y="562987"/>
                </a:cubicBezTo>
                <a:cubicBezTo>
                  <a:pt x="5479539" y="562987"/>
                  <a:pt x="5473769" y="557217"/>
                  <a:pt x="5473769" y="550099"/>
                </a:cubicBezTo>
                <a:cubicBezTo>
                  <a:pt x="5473769" y="542981"/>
                  <a:pt x="5479539" y="537211"/>
                  <a:pt x="5486655" y="537211"/>
                </a:cubicBezTo>
                <a:close/>
                <a:moveTo>
                  <a:pt x="4972896" y="537211"/>
                </a:moveTo>
                <a:cubicBezTo>
                  <a:pt x="4980015" y="537211"/>
                  <a:pt x="4985785" y="542981"/>
                  <a:pt x="4985785" y="550099"/>
                </a:cubicBezTo>
                <a:cubicBezTo>
                  <a:pt x="4985785" y="557217"/>
                  <a:pt x="4980015" y="562987"/>
                  <a:pt x="4972896" y="562987"/>
                </a:cubicBezTo>
                <a:cubicBezTo>
                  <a:pt x="4965781" y="562987"/>
                  <a:pt x="4960010" y="557217"/>
                  <a:pt x="4960010" y="550099"/>
                </a:cubicBezTo>
                <a:cubicBezTo>
                  <a:pt x="4960010" y="542981"/>
                  <a:pt x="4965781" y="537211"/>
                  <a:pt x="4972896" y="537211"/>
                </a:cubicBezTo>
                <a:close/>
                <a:moveTo>
                  <a:pt x="4844487" y="537211"/>
                </a:moveTo>
                <a:cubicBezTo>
                  <a:pt x="4851568" y="537211"/>
                  <a:pt x="4857374" y="543016"/>
                  <a:pt x="4857374" y="550099"/>
                </a:cubicBezTo>
                <a:cubicBezTo>
                  <a:pt x="4857374" y="557181"/>
                  <a:pt x="4851686" y="562987"/>
                  <a:pt x="4844487" y="562987"/>
                </a:cubicBezTo>
                <a:cubicBezTo>
                  <a:pt x="4837405" y="562987"/>
                  <a:pt x="4831598" y="557297"/>
                  <a:pt x="4831598" y="550099"/>
                </a:cubicBezTo>
                <a:cubicBezTo>
                  <a:pt x="4831598" y="543016"/>
                  <a:pt x="4837289" y="537211"/>
                  <a:pt x="4844487" y="537211"/>
                </a:cubicBezTo>
                <a:close/>
                <a:moveTo>
                  <a:pt x="4395050" y="537211"/>
                </a:moveTo>
                <a:cubicBezTo>
                  <a:pt x="4402168" y="537211"/>
                  <a:pt x="4407938" y="542981"/>
                  <a:pt x="4407938" y="550099"/>
                </a:cubicBezTo>
                <a:cubicBezTo>
                  <a:pt x="4407938" y="557217"/>
                  <a:pt x="4402168" y="562987"/>
                  <a:pt x="4395050" y="562987"/>
                </a:cubicBezTo>
                <a:cubicBezTo>
                  <a:pt x="4387934" y="562987"/>
                  <a:pt x="4382162" y="557217"/>
                  <a:pt x="4382162" y="550099"/>
                </a:cubicBezTo>
                <a:cubicBezTo>
                  <a:pt x="4382162" y="542981"/>
                  <a:pt x="4387934" y="537211"/>
                  <a:pt x="4395050" y="537211"/>
                </a:cubicBezTo>
                <a:close/>
                <a:moveTo>
                  <a:pt x="2853891" y="537211"/>
                </a:moveTo>
                <a:cubicBezTo>
                  <a:pt x="2861009" y="537211"/>
                  <a:pt x="2866779" y="542981"/>
                  <a:pt x="2866779" y="550099"/>
                </a:cubicBezTo>
                <a:cubicBezTo>
                  <a:pt x="2866779" y="557217"/>
                  <a:pt x="2861009" y="562987"/>
                  <a:pt x="2853891" y="562987"/>
                </a:cubicBezTo>
                <a:cubicBezTo>
                  <a:pt x="2846773" y="562987"/>
                  <a:pt x="2841003" y="557217"/>
                  <a:pt x="2841003" y="550099"/>
                </a:cubicBezTo>
                <a:cubicBezTo>
                  <a:pt x="2841003" y="542981"/>
                  <a:pt x="2846773" y="537211"/>
                  <a:pt x="2853891" y="537211"/>
                </a:cubicBezTo>
                <a:close/>
                <a:moveTo>
                  <a:pt x="2340133" y="537211"/>
                </a:moveTo>
                <a:cubicBezTo>
                  <a:pt x="2347331" y="537211"/>
                  <a:pt x="2353019" y="543016"/>
                  <a:pt x="2353019" y="550099"/>
                </a:cubicBezTo>
                <a:cubicBezTo>
                  <a:pt x="2353019" y="557181"/>
                  <a:pt x="2347331" y="562987"/>
                  <a:pt x="2340133" y="562987"/>
                </a:cubicBezTo>
                <a:cubicBezTo>
                  <a:pt x="2333051" y="562987"/>
                  <a:pt x="2327245" y="557297"/>
                  <a:pt x="2327245" y="550099"/>
                </a:cubicBezTo>
                <a:cubicBezTo>
                  <a:pt x="2327245" y="543016"/>
                  <a:pt x="2332935" y="537211"/>
                  <a:pt x="2340133" y="537211"/>
                </a:cubicBezTo>
                <a:close/>
                <a:moveTo>
                  <a:pt x="2083427" y="537211"/>
                </a:moveTo>
                <a:cubicBezTo>
                  <a:pt x="2090546" y="537211"/>
                  <a:pt x="2096314" y="542981"/>
                  <a:pt x="2096314" y="550099"/>
                </a:cubicBezTo>
                <a:cubicBezTo>
                  <a:pt x="2096314" y="557217"/>
                  <a:pt x="2090546" y="562987"/>
                  <a:pt x="2083427" y="562987"/>
                </a:cubicBezTo>
                <a:cubicBezTo>
                  <a:pt x="2076310" y="562987"/>
                  <a:pt x="2070540" y="557217"/>
                  <a:pt x="2070540" y="550099"/>
                </a:cubicBezTo>
                <a:cubicBezTo>
                  <a:pt x="2070540" y="542981"/>
                  <a:pt x="2076310" y="537211"/>
                  <a:pt x="2083427" y="537211"/>
                </a:cubicBezTo>
                <a:close/>
                <a:moveTo>
                  <a:pt x="1441258" y="537211"/>
                </a:moveTo>
                <a:cubicBezTo>
                  <a:pt x="1448377" y="537211"/>
                  <a:pt x="1454146" y="542981"/>
                  <a:pt x="1454146" y="550099"/>
                </a:cubicBezTo>
                <a:cubicBezTo>
                  <a:pt x="1454146" y="557217"/>
                  <a:pt x="1448377" y="562987"/>
                  <a:pt x="1441258" y="562987"/>
                </a:cubicBezTo>
                <a:cubicBezTo>
                  <a:pt x="1434141" y="562987"/>
                  <a:pt x="1428371" y="557217"/>
                  <a:pt x="1428371" y="550099"/>
                </a:cubicBezTo>
                <a:cubicBezTo>
                  <a:pt x="1428371" y="542981"/>
                  <a:pt x="1434141" y="537211"/>
                  <a:pt x="1441258" y="537211"/>
                </a:cubicBezTo>
                <a:close/>
                <a:moveTo>
                  <a:pt x="1184322" y="537211"/>
                </a:moveTo>
                <a:cubicBezTo>
                  <a:pt x="1191520" y="537211"/>
                  <a:pt x="1197209" y="543016"/>
                  <a:pt x="1197209" y="550099"/>
                </a:cubicBezTo>
                <a:cubicBezTo>
                  <a:pt x="1197209" y="557181"/>
                  <a:pt x="1191520" y="562987"/>
                  <a:pt x="1184322" y="562987"/>
                </a:cubicBezTo>
                <a:cubicBezTo>
                  <a:pt x="1177239" y="562987"/>
                  <a:pt x="1171435" y="557297"/>
                  <a:pt x="1171435" y="550099"/>
                </a:cubicBezTo>
                <a:cubicBezTo>
                  <a:pt x="1171435" y="543016"/>
                  <a:pt x="1177123" y="537211"/>
                  <a:pt x="1184322" y="537211"/>
                </a:cubicBezTo>
                <a:close/>
                <a:moveTo>
                  <a:pt x="542270" y="537211"/>
                </a:moveTo>
                <a:cubicBezTo>
                  <a:pt x="549351" y="537211"/>
                  <a:pt x="555157" y="543016"/>
                  <a:pt x="555157" y="550099"/>
                </a:cubicBezTo>
                <a:cubicBezTo>
                  <a:pt x="555157" y="557181"/>
                  <a:pt x="549469" y="562987"/>
                  <a:pt x="542270" y="562987"/>
                </a:cubicBezTo>
                <a:cubicBezTo>
                  <a:pt x="535188" y="562987"/>
                  <a:pt x="529382" y="557297"/>
                  <a:pt x="529382" y="550099"/>
                </a:cubicBezTo>
                <a:cubicBezTo>
                  <a:pt x="529382" y="543016"/>
                  <a:pt x="535071" y="537211"/>
                  <a:pt x="542270" y="537211"/>
                </a:cubicBezTo>
                <a:close/>
                <a:moveTo>
                  <a:pt x="10619297" y="524440"/>
                </a:moveTo>
                <a:cubicBezTo>
                  <a:pt x="10633462" y="524440"/>
                  <a:pt x="10644955" y="535934"/>
                  <a:pt x="10644955" y="550099"/>
                </a:cubicBezTo>
                <a:cubicBezTo>
                  <a:pt x="10644955" y="564263"/>
                  <a:pt x="10633462" y="575758"/>
                  <a:pt x="10619297" y="575758"/>
                </a:cubicBezTo>
                <a:cubicBezTo>
                  <a:pt x="10605132" y="575758"/>
                  <a:pt x="10593639" y="564263"/>
                  <a:pt x="10593639" y="550099"/>
                </a:cubicBezTo>
                <a:cubicBezTo>
                  <a:pt x="10593639" y="535934"/>
                  <a:pt x="10605132" y="524440"/>
                  <a:pt x="10619297" y="524440"/>
                </a:cubicBezTo>
                <a:close/>
                <a:moveTo>
                  <a:pt x="10362474" y="524440"/>
                </a:moveTo>
                <a:cubicBezTo>
                  <a:pt x="10376639" y="524440"/>
                  <a:pt x="10388135" y="535934"/>
                  <a:pt x="10388135" y="550099"/>
                </a:cubicBezTo>
                <a:cubicBezTo>
                  <a:pt x="10388135" y="564263"/>
                  <a:pt x="10376639" y="575758"/>
                  <a:pt x="10362474" y="575758"/>
                </a:cubicBezTo>
                <a:cubicBezTo>
                  <a:pt x="10348312" y="575758"/>
                  <a:pt x="10336816" y="564263"/>
                  <a:pt x="10336816" y="550099"/>
                </a:cubicBezTo>
                <a:cubicBezTo>
                  <a:pt x="10336816" y="535934"/>
                  <a:pt x="10348312" y="524440"/>
                  <a:pt x="10362474" y="524440"/>
                </a:cubicBezTo>
                <a:close/>
                <a:moveTo>
                  <a:pt x="7858237" y="524440"/>
                </a:moveTo>
                <a:cubicBezTo>
                  <a:pt x="7872402" y="524440"/>
                  <a:pt x="7883895" y="535934"/>
                  <a:pt x="7883895" y="550099"/>
                </a:cubicBezTo>
                <a:cubicBezTo>
                  <a:pt x="7883895" y="564263"/>
                  <a:pt x="7872402" y="575758"/>
                  <a:pt x="7858237" y="575758"/>
                </a:cubicBezTo>
                <a:cubicBezTo>
                  <a:pt x="7844072" y="575758"/>
                  <a:pt x="7832578" y="564263"/>
                  <a:pt x="7832578" y="550099"/>
                </a:cubicBezTo>
                <a:cubicBezTo>
                  <a:pt x="7832578" y="535934"/>
                  <a:pt x="7844072" y="524440"/>
                  <a:pt x="7858237" y="524440"/>
                </a:cubicBezTo>
                <a:close/>
                <a:moveTo>
                  <a:pt x="7665621" y="524440"/>
                </a:moveTo>
                <a:cubicBezTo>
                  <a:pt x="7679786" y="524440"/>
                  <a:pt x="7691279" y="535934"/>
                  <a:pt x="7691279" y="550099"/>
                </a:cubicBezTo>
                <a:cubicBezTo>
                  <a:pt x="7691279" y="564263"/>
                  <a:pt x="7679786" y="575758"/>
                  <a:pt x="7665621" y="575758"/>
                </a:cubicBezTo>
                <a:cubicBezTo>
                  <a:pt x="7651456" y="575758"/>
                  <a:pt x="7639963" y="564263"/>
                  <a:pt x="7639963" y="550099"/>
                </a:cubicBezTo>
                <a:cubicBezTo>
                  <a:pt x="7639963" y="535934"/>
                  <a:pt x="7651456" y="524440"/>
                  <a:pt x="7665621" y="524440"/>
                </a:cubicBezTo>
                <a:close/>
                <a:moveTo>
                  <a:pt x="7601299" y="524440"/>
                </a:moveTo>
                <a:cubicBezTo>
                  <a:pt x="7615464" y="524440"/>
                  <a:pt x="7626959" y="535934"/>
                  <a:pt x="7626959" y="550099"/>
                </a:cubicBezTo>
                <a:cubicBezTo>
                  <a:pt x="7626959" y="564263"/>
                  <a:pt x="7615464" y="575758"/>
                  <a:pt x="7601299" y="575758"/>
                </a:cubicBezTo>
                <a:cubicBezTo>
                  <a:pt x="7587134" y="575758"/>
                  <a:pt x="7575640" y="564263"/>
                  <a:pt x="7575640" y="550099"/>
                </a:cubicBezTo>
                <a:cubicBezTo>
                  <a:pt x="7575640" y="535934"/>
                  <a:pt x="7587134" y="524440"/>
                  <a:pt x="7601299" y="524440"/>
                </a:cubicBezTo>
                <a:close/>
                <a:moveTo>
                  <a:pt x="4908693" y="524440"/>
                </a:moveTo>
                <a:cubicBezTo>
                  <a:pt x="4922857" y="524440"/>
                  <a:pt x="4934352" y="535934"/>
                  <a:pt x="4934352" y="550099"/>
                </a:cubicBezTo>
                <a:cubicBezTo>
                  <a:pt x="4934352" y="564263"/>
                  <a:pt x="4922857" y="575758"/>
                  <a:pt x="4908693" y="575758"/>
                </a:cubicBezTo>
                <a:cubicBezTo>
                  <a:pt x="4894527" y="575758"/>
                  <a:pt x="4883033" y="564263"/>
                  <a:pt x="4883033" y="550099"/>
                </a:cubicBezTo>
                <a:cubicBezTo>
                  <a:pt x="4883033" y="535934"/>
                  <a:pt x="4894527" y="524440"/>
                  <a:pt x="4908693" y="524440"/>
                </a:cubicBezTo>
                <a:close/>
                <a:moveTo>
                  <a:pt x="4651872" y="524440"/>
                </a:moveTo>
                <a:cubicBezTo>
                  <a:pt x="4666036" y="524440"/>
                  <a:pt x="4677531" y="535934"/>
                  <a:pt x="4677531" y="550099"/>
                </a:cubicBezTo>
                <a:cubicBezTo>
                  <a:pt x="4677531" y="564263"/>
                  <a:pt x="4666036" y="575758"/>
                  <a:pt x="4651872" y="575758"/>
                </a:cubicBezTo>
                <a:cubicBezTo>
                  <a:pt x="4637706" y="575758"/>
                  <a:pt x="4626213" y="564263"/>
                  <a:pt x="4626213" y="550099"/>
                </a:cubicBezTo>
                <a:cubicBezTo>
                  <a:pt x="4626213" y="535934"/>
                  <a:pt x="4637706" y="524440"/>
                  <a:pt x="4651872" y="524440"/>
                </a:cubicBezTo>
                <a:close/>
                <a:moveTo>
                  <a:pt x="2147633" y="524440"/>
                </a:moveTo>
                <a:cubicBezTo>
                  <a:pt x="2161798" y="524440"/>
                  <a:pt x="2173293" y="535934"/>
                  <a:pt x="2173293" y="550099"/>
                </a:cubicBezTo>
                <a:cubicBezTo>
                  <a:pt x="2173293" y="564263"/>
                  <a:pt x="2161798" y="575758"/>
                  <a:pt x="2147633" y="575758"/>
                </a:cubicBezTo>
                <a:cubicBezTo>
                  <a:pt x="2133469" y="575758"/>
                  <a:pt x="2121975" y="564263"/>
                  <a:pt x="2121975" y="550099"/>
                </a:cubicBezTo>
                <a:cubicBezTo>
                  <a:pt x="2121975" y="535934"/>
                  <a:pt x="2133469" y="524440"/>
                  <a:pt x="2147633" y="524440"/>
                </a:cubicBezTo>
                <a:close/>
                <a:moveTo>
                  <a:pt x="1955016" y="524440"/>
                </a:moveTo>
                <a:cubicBezTo>
                  <a:pt x="1969181" y="524440"/>
                  <a:pt x="1980676" y="535934"/>
                  <a:pt x="1980676" y="550099"/>
                </a:cubicBezTo>
                <a:cubicBezTo>
                  <a:pt x="1980676" y="564263"/>
                  <a:pt x="1969181" y="575758"/>
                  <a:pt x="1955016" y="575758"/>
                </a:cubicBezTo>
                <a:cubicBezTo>
                  <a:pt x="1940851" y="575758"/>
                  <a:pt x="1929358" y="564263"/>
                  <a:pt x="1929358" y="550099"/>
                </a:cubicBezTo>
                <a:cubicBezTo>
                  <a:pt x="1929358" y="535934"/>
                  <a:pt x="1940851" y="524440"/>
                  <a:pt x="1955016" y="524440"/>
                </a:cubicBezTo>
                <a:close/>
                <a:moveTo>
                  <a:pt x="1890696" y="524440"/>
                </a:moveTo>
                <a:cubicBezTo>
                  <a:pt x="1904860" y="524440"/>
                  <a:pt x="1916355" y="535934"/>
                  <a:pt x="1916355" y="550099"/>
                </a:cubicBezTo>
                <a:cubicBezTo>
                  <a:pt x="1916355" y="564263"/>
                  <a:pt x="1904860" y="575758"/>
                  <a:pt x="1890696" y="575758"/>
                </a:cubicBezTo>
                <a:cubicBezTo>
                  <a:pt x="1876531" y="575758"/>
                  <a:pt x="1865037" y="564263"/>
                  <a:pt x="1865037" y="550099"/>
                </a:cubicBezTo>
                <a:cubicBezTo>
                  <a:pt x="1865037" y="535934"/>
                  <a:pt x="1876531" y="524440"/>
                  <a:pt x="1890696" y="524440"/>
                </a:cubicBezTo>
                <a:close/>
                <a:moveTo>
                  <a:pt x="11197259" y="469987"/>
                </a:moveTo>
                <a:cubicBezTo>
                  <a:pt x="11204378" y="469987"/>
                  <a:pt x="11210147" y="475757"/>
                  <a:pt x="11210147" y="482875"/>
                </a:cubicBezTo>
                <a:cubicBezTo>
                  <a:pt x="11210147" y="489992"/>
                  <a:pt x="11204378" y="495762"/>
                  <a:pt x="11197259" y="495762"/>
                </a:cubicBezTo>
                <a:cubicBezTo>
                  <a:pt x="11190143" y="495762"/>
                  <a:pt x="11184374" y="489992"/>
                  <a:pt x="11184374" y="482875"/>
                </a:cubicBezTo>
                <a:cubicBezTo>
                  <a:pt x="11184374" y="475757"/>
                  <a:pt x="11190143" y="469987"/>
                  <a:pt x="11197259" y="469987"/>
                </a:cubicBezTo>
                <a:close/>
                <a:moveTo>
                  <a:pt x="10683501" y="469987"/>
                </a:moveTo>
                <a:cubicBezTo>
                  <a:pt x="10690620" y="469987"/>
                  <a:pt x="10696389" y="475757"/>
                  <a:pt x="10696389" y="482875"/>
                </a:cubicBezTo>
                <a:cubicBezTo>
                  <a:pt x="10696389" y="489992"/>
                  <a:pt x="10690620" y="495762"/>
                  <a:pt x="10683501" y="495762"/>
                </a:cubicBezTo>
                <a:cubicBezTo>
                  <a:pt x="10676385" y="495762"/>
                  <a:pt x="10670613" y="489992"/>
                  <a:pt x="10670613" y="482875"/>
                </a:cubicBezTo>
                <a:cubicBezTo>
                  <a:pt x="10670613" y="475757"/>
                  <a:pt x="10676385" y="469987"/>
                  <a:pt x="10683501" y="469987"/>
                </a:cubicBezTo>
                <a:close/>
                <a:moveTo>
                  <a:pt x="8564495" y="469987"/>
                </a:moveTo>
                <a:cubicBezTo>
                  <a:pt x="8571614" y="469987"/>
                  <a:pt x="8577383" y="475757"/>
                  <a:pt x="8577383" y="482875"/>
                </a:cubicBezTo>
                <a:cubicBezTo>
                  <a:pt x="8577383" y="489992"/>
                  <a:pt x="8571614" y="495762"/>
                  <a:pt x="8564495" y="495762"/>
                </a:cubicBezTo>
                <a:cubicBezTo>
                  <a:pt x="8557376" y="495762"/>
                  <a:pt x="8551607" y="489992"/>
                  <a:pt x="8551607" y="482875"/>
                </a:cubicBezTo>
                <a:cubicBezTo>
                  <a:pt x="8551607" y="475757"/>
                  <a:pt x="8557376" y="469987"/>
                  <a:pt x="8564495" y="469987"/>
                </a:cubicBezTo>
                <a:close/>
                <a:moveTo>
                  <a:pt x="8050737" y="469987"/>
                </a:moveTo>
                <a:cubicBezTo>
                  <a:pt x="8057936" y="470104"/>
                  <a:pt x="8063625" y="475793"/>
                  <a:pt x="8063625" y="482875"/>
                </a:cubicBezTo>
                <a:cubicBezTo>
                  <a:pt x="8063625" y="489957"/>
                  <a:pt x="8057936" y="495762"/>
                  <a:pt x="8050737" y="495762"/>
                </a:cubicBezTo>
                <a:cubicBezTo>
                  <a:pt x="8043653" y="495762"/>
                  <a:pt x="8037849" y="490073"/>
                  <a:pt x="8037849" y="482875"/>
                </a:cubicBezTo>
                <a:cubicBezTo>
                  <a:pt x="8037849" y="475793"/>
                  <a:pt x="8043538" y="469987"/>
                  <a:pt x="8050737" y="469987"/>
                </a:cubicBezTo>
                <a:close/>
                <a:moveTo>
                  <a:pt x="7858237" y="469987"/>
                </a:moveTo>
                <a:cubicBezTo>
                  <a:pt x="7865355" y="469987"/>
                  <a:pt x="7871124" y="475757"/>
                  <a:pt x="7871124" y="482875"/>
                </a:cubicBezTo>
                <a:cubicBezTo>
                  <a:pt x="7871124" y="489992"/>
                  <a:pt x="7865355" y="495762"/>
                  <a:pt x="7858237" y="495762"/>
                </a:cubicBezTo>
                <a:cubicBezTo>
                  <a:pt x="7851118" y="495762"/>
                  <a:pt x="7845349" y="489992"/>
                  <a:pt x="7845349" y="482875"/>
                </a:cubicBezTo>
                <a:cubicBezTo>
                  <a:pt x="7845349" y="475757"/>
                  <a:pt x="7851118" y="469987"/>
                  <a:pt x="7858237" y="469987"/>
                </a:cubicBezTo>
                <a:close/>
                <a:moveTo>
                  <a:pt x="7794032" y="469987"/>
                </a:moveTo>
                <a:cubicBezTo>
                  <a:pt x="7801148" y="469987"/>
                  <a:pt x="7806920" y="475757"/>
                  <a:pt x="7806920" y="482875"/>
                </a:cubicBezTo>
                <a:cubicBezTo>
                  <a:pt x="7806920" y="489992"/>
                  <a:pt x="7801148" y="495762"/>
                  <a:pt x="7794032" y="495762"/>
                </a:cubicBezTo>
                <a:cubicBezTo>
                  <a:pt x="7786914" y="495762"/>
                  <a:pt x="7781144" y="489992"/>
                  <a:pt x="7781144" y="482875"/>
                </a:cubicBezTo>
                <a:cubicBezTo>
                  <a:pt x="7781144" y="475757"/>
                  <a:pt x="7786914" y="469987"/>
                  <a:pt x="7794032" y="469987"/>
                </a:cubicBezTo>
                <a:close/>
                <a:moveTo>
                  <a:pt x="5486655" y="469987"/>
                </a:moveTo>
                <a:cubicBezTo>
                  <a:pt x="5493773" y="469987"/>
                  <a:pt x="5499543" y="475757"/>
                  <a:pt x="5499543" y="482875"/>
                </a:cubicBezTo>
                <a:cubicBezTo>
                  <a:pt x="5499543" y="489992"/>
                  <a:pt x="5493773" y="495762"/>
                  <a:pt x="5486655" y="495762"/>
                </a:cubicBezTo>
                <a:cubicBezTo>
                  <a:pt x="5479539" y="495762"/>
                  <a:pt x="5473769" y="489992"/>
                  <a:pt x="5473769" y="482875"/>
                </a:cubicBezTo>
                <a:cubicBezTo>
                  <a:pt x="5473769" y="475757"/>
                  <a:pt x="5479539" y="469987"/>
                  <a:pt x="5486655" y="469987"/>
                </a:cubicBezTo>
                <a:close/>
                <a:moveTo>
                  <a:pt x="4972896" y="469987"/>
                </a:moveTo>
                <a:cubicBezTo>
                  <a:pt x="4980015" y="469987"/>
                  <a:pt x="4985785" y="475757"/>
                  <a:pt x="4985785" y="482875"/>
                </a:cubicBezTo>
                <a:cubicBezTo>
                  <a:pt x="4985785" y="489992"/>
                  <a:pt x="4980015" y="495762"/>
                  <a:pt x="4972896" y="495762"/>
                </a:cubicBezTo>
                <a:cubicBezTo>
                  <a:pt x="4965781" y="495762"/>
                  <a:pt x="4960010" y="489992"/>
                  <a:pt x="4960010" y="482875"/>
                </a:cubicBezTo>
                <a:cubicBezTo>
                  <a:pt x="4960010" y="475757"/>
                  <a:pt x="4965781" y="469987"/>
                  <a:pt x="4972896" y="469987"/>
                </a:cubicBezTo>
                <a:close/>
                <a:moveTo>
                  <a:pt x="2853891" y="469987"/>
                </a:moveTo>
                <a:cubicBezTo>
                  <a:pt x="2861009" y="469987"/>
                  <a:pt x="2866779" y="475757"/>
                  <a:pt x="2866779" y="482875"/>
                </a:cubicBezTo>
                <a:cubicBezTo>
                  <a:pt x="2866779" y="489992"/>
                  <a:pt x="2861009" y="495762"/>
                  <a:pt x="2853891" y="495762"/>
                </a:cubicBezTo>
                <a:cubicBezTo>
                  <a:pt x="2846773" y="495762"/>
                  <a:pt x="2841003" y="489992"/>
                  <a:pt x="2841003" y="482875"/>
                </a:cubicBezTo>
                <a:cubicBezTo>
                  <a:pt x="2841003" y="475757"/>
                  <a:pt x="2846773" y="469987"/>
                  <a:pt x="2853891" y="469987"/>
                </a:cubicBezTo>
                <a:close/>
                <a:moveTo>
                  <a:pt x="2340133" y="469987"/>
                </a:moveTo>
                <a:cubicBezTo>
                  <a:pt x="2347331" y="470104"/>
                  <a:pt x="2353019" y="475793"/>
                  <a:pt x="2353019" y="482875"/>
                </a:cubicBezTo>
                <a:cubicBezTo>
                  <a:pt x="2353019" y="489957"/>
                  <a:pt x="2347331" y="495762"/>
                  <a:pt x="2340133" y="495762"/>
                </a:cubicBezTo>
                <a:cubicBezTo>
                  <a:pt x="2333051" y="495762"/>
                  <a:pt x="2327245" y="490073"/>
                  <a:pt x="2327245" y="482875"/>
                </a:cubicBezTo>
                <a:cubicBezTo>
                  <a:pt x="2327245" y="475793"/>
                  <a:pt x="2332935" y="469987"/>
                  <a:pt x="2340133" y="469987"/>
                </a:cubicBezTo>
                <a:close/>
                <a:moveTo>
                  <a:pt x="2147633" y="469987"/>
                </a:moveTo>
                <a:cubicBezTo>
                  <a:pt x="2154750" y="469987"/>
                  <a:pt x="2160520" y="475757"/>
                  <a:pt x="2160520" y="482875"/>
                </a:cubicBezTo>
                <a:cubicBezTo>
                  <a:pt x="2160520" y="489992"/>
                  <a:pt x="2154750" y="495762"/>
                  <a:pt x="2147633" y="495762"/>
                </a:cubicBezTo>
                <a:cubicBezTo>
                  <a:pt x="2140515" y="495762"/>
                  <a:pt x="2134746" y="489992"/>
                  <a:pt x="2134746" y="482875"/>
                </a:cubicBezTo>
                <a:cubicBezTo>
                  <a:pt x="2134746" y="475757"/>
                  <a:pt x="2140515" y="469987"/>
                  <a:pt x="2147633" y="469987"/>
                </a:cubicBezTo>
                <a:close/>
                <a:moveTo>
                  <a:pt x="2083427" y="469987"/>
                </a:moveTo>
                <a:cubicBezTo>
                  <a:pt x="2090546" y="469987"/>
                  <a:pt x="2096314" y="475757"/>
                  <a:pt x="2096314" y="482875"/>
                </a:cubicBezTo>
                <a:cubicBezTo>
                  <a:pt x="2096314" y="489992"/>
                  <a:pt x="2090546" y="495762"/>
                  <a:pt x="2083427" y="495762"/>
                </a:cubicBezTo>
                <a:cubicBezTo>
                  <a:pt x="2076310" y="495762"/>
                  <a:pt x="2070540" y="489992"/>
                  <a:pt x="2070540" y="482875"/>
                </a:cubicBezTo>
                <a:cubicBezTo>
                  <a:pt x="2070540" y="475757"/>
                  <a:pt x="2076310" y="469987"/>
                  <a:pt x="2083427" y="469987"/>
                </a:cubicBezTo>
                <a:close/>
                <a:moveTo>
                  <a:pt x="10619297" y="457216"/>
                </a:moveTo>
                <a:cubicBezTo>
                  <a:pt x="10633462" y="457216"/>
                  <a:pt x="10644955" y="468710"/>
                  <a:pt x="10644955" y="482875"/>
                </a:cubicBezTo>
                <a:cubicBezTo>
                  <a:pt x="10644955" y="497040"/>
                  <a:pt x="10633462" y="508534"/>
                  <a:pt x="10619297" y="508534"/>
                </a:cubicBezTo>
                <a:cubicBezTo>
                  <a:pt x="10605132" y="508534"/>
                  <a:pt x="10593639" y="497040"/>
                  <a:pt x="10593639" y="482875"/>
                </a:cubicBezTo>
                <a:cubicBezTo>
                  <a:pt x="10593639" y="468710"/>
                  <a:pt x="10605132" y="457216"/>
                  <a:pt x="10619297" y="457216"/>
                </a:cubicBezTo>
                <a:close/>
                <a:moveTo>
                  <a:pt x="10362474" y="457216"/>
                </a:moveTo>
                <a:cubicBezTo>
                  <a:pt x="10376639" y="457216"/>
                  <a:pt x="10388135" y="468710"/>
                  <a:pt x="10388135" y="482875"/>
                </a:cubicBezTo>
                <a:cubicBezTo>
                  <a:pt x="10388135" y="497040"/>
                  <a:pt x="10376639" y="508534"/>
                  <a:pt x="10362474" y="508534"/>
                </a:cubicBezTo>
                <a:cubicBezTo>
                  <a:pt x="10348312" y="508534"/>
                  <a:pt x="10336816" y="497040"/>
                  <a:pt x="10336816" y="482875"/>
                </a:cubicBezTo>
                <a:cubicBezTo>
                  <a:pt x="10336816" y="468710"/>
                  <a:pt x="10348312" y="457216"/>
                  <a:pt x="10362474" y="457216"/>
                </a:cubicBezTo>
                <a:close/>
                <a:moveTo>
                  <a:pt x="7665621" y="457216"/>
                </a:moveTo>
                <a:cubicBezTo>
                  <a:pt x="7679786" y="457216"/>
                  <a:pt x="7691279" y="468710"/>
                  <a:pt x="7691279" y="482875"/>
                </a:cubicBezTo>
                <a:cubicBezTo>
                  <a:pt x="7691279" y="497040"/>
                  <a:pt x="7679786" y="508534"/>
                  <a:pt x="7665621" y="508534"/>
                </a:cubicBezTo>
                <a:cubicBezTo>
                  <a:pt x="7651456" y="508534"/>
                  <a:pt x="7639963" y="497040"/>
                  <a:pt x="7639963" y="482875"/>
                </a:cubicBezTo>
                <a:cubicBezTo>
                  <a:pt x="7639963" y="468710"/>
                  <a:pt x="7651456" y="457216"/>
                  <a:pt x="7665621" y="457216"/>
                </a:cubicBezTo>
                <a:close/>
                <a:moveTo>
                  <a:pt x="7601299" y="457216"/>
                </a:moveTo>
                <a:cubicBezTo>
                  <a:pt x="7615464" y="457216"/>
                  <a:pt x="7626959" y="468710"/>
                  <a:pt x="7626959" y="482875"/>
                </a:cubicBezTo>
                <a:cubicBezTo>
                  <a:pt x="7626959" y="497040"/>
                  <a:pt x="7615464" y="508534"/>
                  <a:pt x="7601299" y="508534"/>
                </a:cubicBezTo>
                <a:cubicBezTo>
                  <a:pt x="7587134" y="508534"/>
                  <a:pt x="7575640" y="497040"/>
                  <a:pt x="7575640" y="482875"/>
                </a:cubicBezTo>
                <a:cubicBezTo>
                  <a:pt x="7575640" y="468710"/>
                  <a:pt x="7587134" y="457216"/>
                  <a:pt x="7601299" y="457216"/>
                </a:cubicBezTo>
                <a:close/>
                <a:moveTo>
                  <a:pt x="4908693" y="457216"/>
                </a:moveTo>
                <a:cubicBezTo>
                  <a:pt x="4922857" y="457216"/>
                  <a:pt x="4934352" y="468710"/>
                  <a:pt x="4934352" y="482875"/>
                </a:cubicBezTo>
                <a:cubicBezTo>
                  <a:pt x="4934352" y="497040"/>
                  <a:pt x="4922857" y="508534"/>
                  <a:pt x="4908693" y="508534"/>
                </a:cubicBezTo>
                <a:cubicBezTo>
                  <a:pt x="4894527" y="508534"/>
                  <a:pt x="4883033" y="497040"/>
                  <a:pt x="4883033" y="482875"/>
                </a:cubicBezTo>
                <a:cubicBezTo>
                  <a:pt x="4883033" y="468710"/>
                  <a:pt x="4894527" y="457216"/>
                  <a:pt x="4908693" y="457216"/>
                </a:cubicBezTo>
                <a:close/>
                <a:moveTo>
                  <a:pt x="4651872" y="457216"/>
                </a:moveTo>
                <a:cubicBezTo>
                  <a:pt x="4666036" y="457216"/>
                  <a:pt x="4677531" y="468710"/>
                  <a:pt x="4677531" y="482875"/>
                </a:cubicBezTo>
                <a:cubicBezTo>
                  <a:pt x="4677531" y="497040"/>
                  <a:pt x="4666036" y="508534"/>
                  <a:pt x="4651872" y="508534"/>
                </a:cubicBezTo>
                <a:cubicBezTo>
                  <a:pt x="4637706" y="508534"/>
                  <a:pt x="4626213" y="497040"/>
                  <a:pt x="4626213" y="482875"/>
                </a:cubicBezTo>
                <a:cubicBezTo>
                  <a:pt x="4626213" y="468710"/>
                  <a:pt x="4637706" y="457216"/>
                  <a:pt x="4651872" y="457216"/>
                </a:cubicBezTo>
                <a:close/>
                <a:moveTo>
                  <a:pt x="1955016" y="457216"/>
                </a:moveTo>
                <a:cubicBezTo>
                  <a:pt x="1969181" y="457216"/>
                  <a:pt x="1980676" y="468710"/>
                  <a:pt x="1980676" y="482875"/>
                </a:cubicBezTo>
                <a:cubicBezTo>
                  <a:pt x="1980676" y="497040"/>
                  <a:pt x="1969181" y="508534"/>
                  <a:pt x="1955016" y="508534"/>
                </a:cubicBezTo>
                <a:cubicBezTo>
                  <a:pt x="1940851" y="508534"/>
                  <a:pt x="1929358" y="497040"/>
                  <a:pt x="1929358" y="482875"/>
                </a:cubicBezTo>
                <a:cubicBezTo>
                  <a:pt x="1929358" y="468710"/>
                  <a:pt x="1940851" y="457216"/>
                  <a:pt x="1955016" y="457216"/>
                </a:cubicBezTo>
                <a:close/>
                <a:moveTo>
                  <a:pt x="1890696" y="457216"/>
                </a:moveTo>
                <a:cubicBezTo>
                  <a:pt x="1904860" y="457216"/>
                  <a:pt x="1916355" y="468710"/>
                  <a:pt x="1916355" y="482875"/>
                </a:cubicBezTo>
                <a:cubicBezTo>
                  <a:pt x="1916355" y="497040"/>
                  <a:pt x="1904860" y="508534"/>
                  <a:pt x="1890696" y="508534"/>
                </a:cubicBezTo>
                <a:cubicBezTo>
                  <a:pt x="1876531" y="508534"/>
                  <a:pt x="1865037" y="497040"/>
                  <a:pt x="1865037" y="482875"/>
                </a:cubicBezTo>
                <a:cubicBezTo>
                  <a:pt x="1865037" y="468710"/>
                  <a:pt x="1876531" y="457216"/>
                  <a:pt x="1890696" y="457216"/>
                </a:cubicBezTo>
                <a:close/>
                <a:moveTo>
                  <a:pt x="11197259" y="402879"/>
                </a:moveTo>
                <a:cubicBezTo>
                  <a:pt x="11204378" y="402879"/>
                  <a:pt x="11210147" y="408649"/>
                  <a:pt x="11210147" y="415767"/>
                </a:cubicBezTo>
                <a:cubicBezTo>
                  <a:pt x="11210147" y="422885"/>
                  <a:pt x="11204378" y="428655"/>
                  <a:pt x="11197259" y="428655"/>
                </a:cubicBezTo>
                <a:cubicBezTo>
                  <a:pt x="11190143" y="428655"/>
                  <a:pt x="11184374" y="422885"/>
                  <a:pt x="11184374" y="415767"/>
                </a:cubicBezTo>
                <a:cubicBezTo>
                  <a:pt x="11184374" y="408649"/>
                  <a:pt x="11190143" y="402879"/>
                  <a:pt x="11197259" y="402879"/>
                </a:cubicBezTo>
                <a:close/>
                <a:moveTo>
                  <a:pt x="10362474" y="402879"/>
                </a:moveTo>
                <a:cubicBezTo>
                  <a:pt x="10369593" y="402879"/>
                  <a:pt x="10375362" y="408649"/>
                  <a:pt x="10375362" y="415767"/>
                </a:cubicBezTo>
                <a:cubicBezTo>
                  <a:pt x="10375362" y="422885"/>
                  <a:pt x="10369593" y="428655"/>
                  <a:pt x="10362474" y="428655"/>
                </a:cubicBezTo>
                <a:cubicBezTo>
                  <a:pt x="10355358" y="428655"/>
                  <a:pt x="10349589" y="422885"/>
                  <a:pt x="10349589" y="415767"/>
                </a:cubicBezTo>
                <a:cubicBezTo>
                  <a:pt x="10349589" y="408649"/>
                  <a:pt x="10355358" y="402879"/>
                  <a:pt x="10362474" y="402879"/>
                </a:cubicBezTo>
                <a:close/>
                <a:moveTo>
                  <a:pt x="8564495" y="402879"/>
                </a:moveTo>
                <a:cubicBezTo>
                  <a:pt x="8571614" y="402879"/>
                  <a:pt x="8577383" y="408649"/>
                  <a:pt x="8577383" y="415767"/>
                </a:cubicBezTo>
                <a:cubicBezTo>
                  <a:pt x="8577383" y="422885"/>
                  <a:pt x="8571614" y="428655"/>
                  <a:pt x="8564495" y="428655"/>
                </a:cubicBezTo>
                <a:cubicBezTo>
                  <a:pt x="8557376" y="428655"/>
                  <a:pt x="8551607" y="422885"/>
                  <a:pt x="8551607" y="415767"/>
                </a:cubicBezTo>
                <a:cubicBezTo>
                  <a:pt x="8551607" y="408649"/>
                  <a:pt x="8557376" y="402879"/>
                  <a:pt x="8564495" y="402879"/>
                </a:cubicBezTo>
                <a:close/>
                <a:moveTo>
                  <a:pt x="8050737" y="402879"/>
                </a:moveTo>
                <a:cubicBezTo>
                  <a:pt x="8057936" y="402879"/>
                  <a:pt x="8063625" y="408685"/>
                  <a:pt x="8063625" y="415767"/>
                </a:cubicBezTo>
                <a:cubicBezTo>
                  <a:pt x="8063625" y="422849"/>
                  <a:pt x="8057936" y="428655"/>
                  <a:pt x="8050737" y="428655"/>
                </a:cubicBezTo>
                <a:cubicBezTo>
                  <a:pt x="8043653" y="428655"/>
                  <a:pt x="8037849" y="422965"/>
                  <a:pt x="8037849" y="415767"/>
                </a:cubicBezTo>
                <a:cubicBezTo>
                  <a:pt x="8037849" y="408685"/>
                  <a:pt x="8043538" y="402879"/>
                  <a:pt x="8050737" y="402879"/>
                </a:cubicBezTo>
                <a:close/>
                <a:moveTo>
                  <a:pt x="7858237" y="402879"/>
                </a:moveTo>
                <a:cubicBezTo>
                  <a:pt x="7865355" y="402879"/>
                  <a:pt x="7871124" y="408649"/>
                  <a:pt x="7871124" y="415767"/>
                </a:cubicBezTo>
                <a:cubicBezTo>
                  <a:pt x="7871124" y="422885"/>
                  <a:pt x="7865355" y="428655"/>
                  <a:pt x="7858237" y="428655"/>
                </a:cubicBezTo>
                <a:cubicBezTo>
                  <a:pt x="7851118" y="428655"/>
                  <a:pt x="7845349" y="422885"/>
                  <a:pt x="7845349" y="415767"/>
                </a:cubicBezTo>
                <a:cubicBezTo>
                  <a:pt x="7845349" y="408649"/>
                  <a:pt x="7851118" y="402879"/>
                  <a:pt x="7858237" y="402879"/>
                </a:cubicBezTo>
                <a:close/>
                <a:moveTo>
                  <a:pt x="7794032" y="402879"/>
                </a:moveTo>
                <a:cubicBezTo>
                  <a:pt x="7801148" y="402879"/>
                  <a:pt x="7806920" y="408649"/>
                  <a:pt x="7806920" y="415767"/>
                </a:cubicBezTo>
                <a:cubicBezTo>
                  <a:pt x="7806920" y="422885"/>
                  <a:pt x="7801148" y="428655"/>
                  <a:pt x="7794032" y="428655"/>
                </a:cubicBezTo>
                <a:cubicBezTo>
                  <a:pt x="7786914" y="428655"/>
                  <a:pt x="7781144" y="422885"/>
                  <a:pt x="7781144" y="415767"/>
                </a:cubicBezTo>
                <a:cubicBezTo>
                  <a:pt x="7781144" y="408649"/>
                  <a:pt x="7786914" y="402879"/>
                  <a:pt x="7794032" y="402879"/>
                </a:cubicBezTo>
                <a:close/>
                <a:moveTo>
                  <a:pt x="7665506" y="402879"/>
                </a:moveTo>
                <a:cubicBezTo>
                  <a:pt x="7672587" y="402879"/>
                  <a:pt x="7678394" y="408685"/>
                  <a:pt x="7678394" y="415767"/>
                </a:cubicBezTo>
                <a:cubicBezTo>
                  <a:pt x="7678394" y="422849"/>
                  <a:pt x="7672702" y="428655"/>
                  <a:pt x="7665506" y="428655"/>
                </a:cubicBezTo>
                <a:cubicBezTo>
                  <a:pt x="7658422" y="428655"/>
                  <a:pt x="7652618" y="422965"/>
                  <a:pt x="7652618" y="415767"/>
                </a:cubicBezTo>
                <a:cubicBezTo>
                  <a:pt x="7652618" y="408685"/>
                  <a:pt x="7658307" y="402879"/>
                  <a:pt x="7665506" y="402879"/>
                </a:cubicBezTo>
                <a:close/>
                <a:moveTo>
                  <a:pt x="5486655" y="402879"/>
                </a:moveTo>
                <a:cubicBezTo>
                  <a:pt x="5493773" y="402879"/>
                  <a:pt x="5499543" y="408649"/>
                  <a:pt x="5499543" y="415767"/>
                </a:cubicBezTo>
                <a:cubicBezTo>
                  <a:pt x="5499543" y="422885"/>
                  <a:pt x="5493773" y="428655"/>
                  <a:pt x="5486655" y="428655"/>
                </a:cubicBezTo>
                <a:cubicBezTo>
                  <a:pt x="5479539" y="428655"/>
                  <a:pt x="5473769" y="422885"/>
                  <a:pt x="5473769" y="415767"/>
                </a:cubicBezTo>
                <a:cubicBezTo>
                  <a:pt x="5473769" y="408649"/>
                  <a:pt x="5479539" y="402879"/>
                  <a:pt x="5486655" y="402879"/>
                </a:cubicBezTo>
                <a:close/>
                <a:moveTo>
                  <a:pt x="4651872" y="402879"/>
                </a:moveTo>
                <a:cubicBezTo>
                  <a:pt x="4658989" y="402879"/>
                  <a:pt x="4664758" y="408649"/>
                  <a:pt x="4664758" y="415767"/>
                </a:cubicBezTo>
                <a:cubicBezTo>
                  <a:pt x="4664758" y="422885"/>
                  <a:pt x="4658989" y="428655"/>
                  <a:pt x="4651872" y="428655"/>
                </a:cubicBezTo>
                <a:cubicBezTo>
                  <a:pt x="4644754" y="428655"/>
                  <a:pt x="4638984" y="422885"/>
                  <a:pt x="4638984" y="415767"/>
                </a:cubicBezTo>
                <a:cubicBezTo>
                  <a:pt x="4638984" y="408649"/>
                  <a:pt x="4644754" y="402879"/>
                  <a:pt x="4651872" y="402879"/>
                </a:cubicBezTo>
                <a:close/>
                <a:moveTo>
                  <a:pt x="2853891" y="402879"/>
                </a:moveTo>
                <a:cubicBezTo>
                  <a:pt x="2861009" y="402879"/>
                  <a:pt x="2866779" y="408649"/>
                  <a:pt x="2866779" y="415767"/>
                </a:cubicBezTo>
                <a:cubicBezTo>
                  <a:pt x="2866779" y="422885"/>
                  <a:pt x="2861009" y="428655"/>
                  <a:pt x="2853891" y="428655"/>
                </a:cubicBezTo>
                <a:cubicBezTo>
                  <a:pt x="2846773" y="428655"/>
                  <a:pt x="2841003" y="422885"/>
                  <a:pt x="2841003" y="415767"/>
                </a:cubicBezTo>
                <a:cubicBezTo>
                  <a:pt x="2841003" y="408649"/>
                  <a:pt x="2846773" y="402879"/>
                  <a:pt x="2853891" y="402879"/>
                </a:cubicBezTo>
                <a:close/>
                <a:moveTo>
                  <a:pt x="2340133" y="402879"/>
                </a:moveTo>
                <a:cubicBezTo>
                  <a:pt x="2347331" y="402879"/>
                  <a:pt x="2353019" y="408685"/>
                  <a:pt x="2353019" y="415767"/>
                </a:cubicBezTo>
                <a:cubicBezTo>
                  <a:pt x="2353019" y="422849"/>
                  <a:pt x="2347331" y="428655"/>
                  <a:pt x="2340133" y="428655"/>
                </a:cubicBezTo>
                <a:cubicBezTo>
                  <a:pt x="2333051" y="428655"/>
                  <a:pt x="2327245" y="422965"/>
                  <a:pt x="2327245" y="415767"/>
                </a:cubicBezTo>
                <a:cubicBezTo>
                  <a:pt x="2327245" y="408685"/>
                  <a:pt x="2332935" y="402879"/>
                  <a:pt x="2340133" y="402879"/>
                </a:cubicBezTo>
                <a:close/>
                <a:moveTo>
                  <a:pt x="2147633" y="402879"/>
                </a:moveTo>
                <a:cubicBezTo>
                  <a:pt x="2154750" y="402879"/>
                  <a:pt x="2160520" y="408649"/>
                  <a:pt x="2160520" y="415767"/>
                </a:cubicBezTo>
                <a:cubicBezTo>
                  <a:pt x="2160520" y="422885"/>
                  <a:pt x="2154750" y="428655"/>
                  <a:pt x="2147633" y="428655"/>
                </a:cubicBezTo>
                <a:cubicBezTo>
                  <a:pt x="2140515" y="428655"/>
                  <a:pt x="2134746" y="422885"/>
                  <a:pt x="2134746" y="415767"/>
                </a:cubicBezTo>
                <a:cubicBezTo>
                  <a:pt x="2134746" y="408649"/>
                  <a:pt x="2140515" y="402879"/>
                  <a:pt x="2147633" y="402879"/>
                </a:cubicBezTo>
                <a:close/>
                <a:moveTo>
                  <a:pt x="2083427" y="402879"/>
                </a:moveTo>
                <a:cubicBezTo>
                  <a:pt x="2090546" y="402879"/>
                  <a:pt x="2096314" y="408649"/>
                  <a:pt x="2096314" y="415767"/>
                </a:cubicBezTo>
                <a:cubicBezTo>
                  <a:pt x="2096314" y="422885"/>
                  <a:pt x="2090546" y="428655"/>
                  <a:pt x="2083427" y="428655"/>
                </a:cubicBezTo>
                <a:cubicBezTo>
                  <a:pt x="2076310" y="428655"/>
                  <a:pt x="2070540" y="422885"/>
                  <a:pt x="2070540" y="415767"/>
                </a:cubicBezTo>
                <a:cubicBezTo>
                  <a:pt x="2070540" y="408649"/>
                  <a:pt x="2076310" y="402879"/>
                  <a:pt x="2083427" y="402879"/>
                </a:cubicBezTo>
                <a:close/>
                <a:moveTo>
                  <a:pt x="1954901" y="402879"/>
                </a:moveTo>
                <a:cubicBezTo>
                  <a:pt x="1961983" y="402879"/>
                  <a:pt x="1967788" y="408685"/>
                  <a:pt x="1967788" y="415767"/>
                </a:cubicBezTo>
                <a:cubicBezTo>
                  <a:pt x="1967788" y="422849"/>
                  <a:pt x="1962100" y="428655"/>
                  <a:pt x="1954901" y="428655"/>
                </a:cubicBezTo>
                <a:cubicBezTo>
                  <a:pt x="1947819" y="428655"/>
                  <a:pt x="1942013" y="422965"/>
                  <a:pt x="1942013" y="415767"/>
                </a:cubicBezTo>
                <a:cubicBezTo>
                  <a:pt x="1942013" y="408685"/>
                  <a:pt x="1947704" y="402879"/>
                  <a:pt x="1954901" y="402879"/>
                </a:cubicBezTo>
                <a:close/>
                <a:moveTo>
                  <a:pt x="10619297" y="390108"/>
                </a:moveTo>
                <a:cubicBezTo>
                  <a:pt x="10633462" y="390108"/>
                  <a:pt x="10644955" y="401602"/>
                  <a:pt x="10644955" y="415767"/>
                </a:cubicBezTo>
                <a:cubicBezTo>
                  <a:pt x="10644955" y="429932"/>
                  <a:pt x="10633462" y="441426"/>
                  <a:pt x="10619297" y="441426"/>
                </a:cubicBezTo>
                <a:cubicBezTo>
                  <a:pt x="10605132" y="441426"/>
                  <a:pt x="10593639" y="429932"/>
                  <a:pt x="10593639" y="415767"/>
                </a:cubicBezTo>
                <a:cubicBezTo>
                  <a:pt x="10593639" y="401602"/>
                  <a:pt x="10605132" y="390108"/>
                  <a:pt x="10619297" y="390108"/>
                </a:cubicBezTo>
                <a:close/>
                <a:moveTo>
                  <a:pt x="4908693" y="390108"/>
                </a:moveTo>
                <a:cubicBezTo>
                  <a:pt x="4922857" y="390108"/>
                  <a:pt x="4934352" y="401602"/>
                  <a:pt x="4934352" y="415767"/>
                </a:cubicBezTo>
                <a:cubicBezTo>
                  <a:pt x="4934352" y="429932"/>
                  <a:pt x="4922857" y="441426"/>
                  <a:pt x="4908693" y="441426"/>
                </a:cubicBezTo>
                <a:cubicBezTo>
                  <a:pt x="4894527" y="441426"/>
                  <a:pt x="4883033" y="429932"/>
                  <a:pt x="4883033" y="415767"/>
                </a:cubicBezTo>
                <a:cubicBezTo>
                  <a:pt x="4883033" y="401602"/>
                  <a:pt x="4894527" y="390108"/>
                  <a:pt x="4908693" y="390108"/>
                </a:cubicBezTo>
                <a:close/>
                <a:moveTo>
                  <a:pt x="11197259" y="335772"/>
                </a:moveTo>
                <a:cubicBezTo>
                  <a:pt x="11204378" y="335772"/>
                  <a:pt x="11210147" y="341542"/>
                  <a:pt x="11210147" y="348659"/>
                </a:cubicBezTo>
                <a:cubicBezTo>
                  <a:pt x="11210147" y="355777"/>
                  <a:pt x="11204378" y="361547"/>
                  <a:pt x="11197259" y="361547"/>
                </a:cubicBezTo>
                <a:cubicBezTo>
                  <a:pt x="11190143" y="361547"/>
                  <a:pt x="11184374" y="355777"/>
                  <a:pt x="11184374" y="348659"/>
                </a:cubicBezTo>
                <a:cubicBezTo>
                  <a:pt x="11184374" y="341542"/>
                  <a:pt x="11190143" y="335772"/>
                  <a:pt x="11197259" y="335772"/>
                </a:cubicBezTo>
                <a:close/>
                <a:moveTo>
                  <a:pt x="10362474" y="335772"/>
                </a:moveTo>
                <a:cubicBezTo>
                  <a:pt x="10369593" y="335772"/>
                  <a:pt x="10375362" y="341542"/>
                  <a:pt x="10375362" y="348659"/>
                </a:cubicBezTo>
                <a:cubicBezTo>
                  <a:pt x="10375362" y="355777"/>
                  <a:pt x="10369593" y="361547"/>
                  <a:pt x="10362474" y="361547"/>
                </a:cubicBezTo>
                <a:cubicBezTo>
                  <a:pt x="10355358" y="361547"/>
                  <a:pt x="10349589" y="355777"/>
                  <a:pt x="10349589" y="348659"/>
                </a:cubicBezTo>
                <a:cubicBezTo>
                  <a:pt x="10349589" y="341542"/>
                  <a:pt x="10355358" y="335772"/>
                  <a:pt x="10362474" y="335772"/>
                </a:cubicBezTo>
                <a:close/>
                <a:moveTo>
                  <a:pt x="8564495" y="335772"/>
                </a:moveTo>
                <a:cubicBezTo>
                  <a:pt x="8571614" y="335772"/>
                  <a:pt x="8577383" y="341542"/>
                  <a:pt x="8577383" y="348659"/>
                </a:cubicBezTo>
                <a:cubicBezTo>
                  <a:pt x="8577383" y="355777"/>
                  <a:pt x="8571614" y="361547"/>
                  <a:pt x="8564495" y="361547"/>
                </a:cubicBezTo>
                <a:cubicBezTo>
                  <a:pt x="8557376" y="361547"/>
                  <a:pt x="8551607" y="355777"/>
                  <a:pt x="8551607" y="348659"/>
                </a:cubicBezTo>
                <a:cubicBezTo>
                  <a:pt x="8551607" y="341542"/>
                  <a:pt x="8557376" y="335772"/>
                  <a:pt x="8564495" y="335772"/>
                </a:cubicBezTo>
                <a:close/>
                <a:moveTo>
                  <a:pt x="8050737" y="335772"/>
                </a:moveTo>
                <a:cubicBezTo>
                  <a:pt x="8057936" y="335772"/>
                  <a:pt x="8063625" y="341576"/>
                  <a:pt x="8063625" y="348659"/>
                </a:cubicBezTo>
                <a:cubicBezTo>
                  <a:pt x="8063625" y="355741"/>
                  <a:pt x="8057936" y="361547"/>
                  <a:pt x="8050737" y="361547"/>
                </a:cubicBezTo>
                <a:cubicBezTo>
                  <a:pt x="8043653" y="361547"/>
                  <a:pt x="8037849" y="355857"/>
                  <a:pt x="8037849" y="348659"/>
                </a:cubicBezTo>
                <a:cubicBezTo>
                  <a:pt x="8037849" y="341576"/>
                  <a:pt x="8043538" y="335772"/>
                  <a:pt x="8050737" y="335772"/>
                </a:cubicBezTo>
                <a:close/>
                <a:moveTo>
                  <a:pt x="7858237" y="335772"/>
                </a:moveTo>
                <a:cubicBezTo>
                  <a:pt x="7865355" y="335772"/>
                  <a:pt x="7871124" y="341542"/>
                  <a:pt x="7871124" y="348659"/>
                </a:cubicBezTo>
                <a:cubicBezTo>
                  <a:pt x="7871124" y="355777"/>
                  <a:pt x="7865355" y="361547"/>
                  <a:pt x="7858237" y="361547"/>
                </a:cubicBezTo>
                <a:cubicBezTo>
                  <a:pt x="7851118" y="361547"/>
                  <a:pt x="7845349" y="355777"/>
                  <a:pt x="7845349" y="348659"/>
                </a:cubicBezTo>
                <a:cubicBezTo>
                  <a:pt x="7845349" y="341542"/>
                  <a:pt x="7851118" y="335772"/>
                  <a:pt x="7858237" y="335772"/>
                </a:cubicBezTo>
                <a:close/>
                <a:moveTo>
                  <a:pt x="7794032" y="335772"/>
                </a:moveTo>
                <a:cubicBezTo>
                  <a:pt x="7801148" y="335772"/>
                  <a:pt x="7806920" y="341542"/>
                  <a:pt x="7806920" y="348659"/>
                </a:cubicBezTo>
                <a:cubicBezTo>
                  <a:pt x="7806920" y="355777"/>
                  <a:pt x="7801148" y="361547"/>
                  <a:pt x="7794032" y="361547"/>
                </a:cubicBezTo>
                <a:cubicBezTo>
                  <a:pt x="7786914" y="361547"/>
                  <a:pt x="7781144" y="355777"/>
                  <a:pt x="7781144" y="348659"/>
                </a:cubicBezTo>
                <a:cubicBezTo>
                  <a:pt x="7781144" y="341542"/>
                  <a:pt x="7786914" y="335772"/>
                  <a:pt x="7794032" y="335772"/>
                </a:cubicBezTo>
                <a:close/>
                <a:moveTo>
                  <a:pt x="7665506" y="335772"/>
                </a:moveTo>
                <a:cubicBezTo>
                  <a:pt x="7672587" y="335772"/>
                  <a:pt x="7678394" y="341576"/>
                  <a:pt x="7678394" y="348659"/>
                </a:cubicBezTo>
                <a:cubicBezTo>
                  <a:pt x="7678394" y="355741"/>
                  <a:pt x="7672702" y="361547"/>
                  <a:pt x="7665506" y="361547"/>
                </a:cubicBezTo>
                <a:cubicBezTo>
                  <a:pt x="7658422" y="361547"/>
                  <a:pt x="7652618" y="355857"/>
                  <a:pt x="7652618" y="348659"/>
                </a:cubicBezTo>
                <a:cubicBezTo>
                  <a:pt x="7652618" y="341576"/>
                  <a:pt x="7658307" y="335772"/>
                  <a:pt x="7665506" y="335772"/>
                </a:cubicBezTo>
                <a:close/>
                <a:moveTo>
                  <a:pt x="5486655" y="335772"/>
                </a:moveTo>
                <a:cubicBezTo>
                  <a:pt x="5493773" y="335772"/>
                  <a:pt x="5499543" y="341542"/>
                  <a:pt x="5499543" y="348659"/>
                </a:cubicBezTo>
                <a:cubicBezTo>
                  <a:pt x="5499543" y="355777"/>
                  <a:pt x="5493773" y="361547"/>
                  <a:pt x="5486655" y="361547"/>
                </a:cubicBezTo>
                <a:cubicBezTo>
                  <a:pt x="5479539" y="361547"/>
                  <a:pt x="5473769" y="355777"/>
                  <a:pt x="5473769" y="348659"/>
                </a:cubicBezTo>
                <a:cubicBezTo>
                  <a:pt x="5473769" y="341542"/>
                  <a:pt x="5479539" y="335772"/>
                  <a:pt x="5486655" y="335772"/>
                </a:cubicBezTo>
                <a:close/>
                <a:moveTo>
                  <a:pt x="4651872" y="335772"/>
                </a:moveTo>
                <a:cubicBezTo>
                  <a:pt x="4658989" y="335772"/>
                  <a:pt x="4664758" y="341542"/>
                  <a:pt x="4664758" y="348659"/>
                </a:cubicBezTo>
                <a:cubicBezTo>
                  <a:pt x="4664758" y="355777"/>
                  <a:pt x="4658989" y="361547"/>
                  <a:pt x="4651872" y="361547"/>
                </a:cubicBezTo>
                <a:cubicBezTo>
                  <a:pt x="4644754" y="361547"/>
                  <a:pt x="4638984" y="355777"/>
                  <a:pt x="4638984" y="348659"/>
                </a:cubicBezTo>
                <a:cubicBezTo>
                  <a:pt x="4638984" y="341542"/>
                  <a:pt x="4644754" y="335772"/>
                  <a:pt x="4651872" y="335772"/>
                </a:cubicBezTo>
                <a:close/>
                <a:moveTo>
                  <a:pt x="2853891" y="335772"/>
                </a:moveTo>
                <a:cubicBezTo>
                  <a:pt x="2861009" y="335772"/>
                  <a:pt x="2866779" y="341542"/>
                  <a:pt x="2866779" y="348659"/>
                </a:cubicBezTo>
                <a:cubicBezTo>
                  <a:pt x="2866779" y="355777"/>
                  <a:pt x="2861009" y="361547"/>
                  <a:pt x="2853891" y="361547"/>
                </a:cubicBezTo>
                <a:cubicBezTo>
                  <a:pt x="2846773" y="361547"/>
                  <a:pt x="2841003" y="355777"/>
                  <a:pt x="2841003" y="348659"/>
                </a:cubicBezTo>
                <a:cubicBezTo>
                  <a:pt x="2841003" y="341542"/>
                  <a:pt x="2846773" y="335772"/>
                  <a:pt x="2853891" y="335772"/>
                </a:cubicBezTo>
                <a:close/>
                <a:moveTo>
                  <a:pt x="2340133" y="335772"/>
                </a:moveTo>
                <a:cubicBezTo>
                  <a:pt x="2347331" y="335772"/>
                  <a:pt x="2353019" y="341576"/>
                  <a:pt x="2353019" y="348659"/>
                </a:cubicBezTo>
                <a:cubicBezTo>
                  <a:pt x="2353019" y="355741"/>
                  <a:pt x="2347331" y="361547"/>
                  <a:pt x="2340133" y="361547"/>
                </a:cubicBezTo>
                <a:cubicBezTo>
                  <a:pt x="2333051" y="361547"/>
                  <a:pt x="2327245" y="355857"/>
                  <a:pt x="2327245" y="348659"/>
                </a:cubicBezTo>
                <a:cubicBezTo>
                  <a:pt x="2327245" y="341576"/>
                  <a:pt x="2332935" y="335772"/>
                  <a:pt x="2340133" y="335772"/>
                </a:cubicBezTo>
                <a:close/>
                <a:moveTo>
                  <a:pt x="2147633" y="335772"/>
                </a:moveTo>
                <a:cubicBezTo>
                  <a:pt x="2154750" y="335772"/>
                  <a:pt x="2160520" y="341542"/>
                  <a:pt x="2160520" y="348659"/>
                </a:cubicBezTo>
                <a:cubicBezTo>
                  <a:pt x="2160520" y="355777"/>
                  <a:pt x="2154750" y="361547"/>
                  <a:pt x="2147633" y="361547"/>
                </a:cubicBezTo>
                <a:cubicBezTo>
                  <a:pt x="2140515" y="361547"/>
                  <a:pt x="2134746" y="355777"/>
                  <a:pt x="2134746" y="348659"/>
                </a:cubicBezTo>
                <a:cubicBezTo>
                  <a:pt x="2134746" y="341542"/>
                  <a:pt x="2140515" y="335772"/>
                  <a:pt x="2147633" y="335772"/>
                </a:cubicBezTo>
                <a:close/>
                <a:moveTo>
                  <a:pt x="2083427" y="335772"/>
                </a:moveTo>
                <a:cubicBezTo>
                  <a:pt x="2090546" y="335772"/>
                  <a:pt x="2096314" y="341542"/>
                  <a:pt x="2096314" y="348659"/>
                </a:cubicBezTo>
                <a:cubicBezTo>
                  <a:pt x="2096314" y="355777"/>
                  <a:pt x="2090546" y="361547"/>
                  <a:pt x="2083427" y="361547"/>
                </a:cubicBezTo>
                <a:cubicBezTo>
                  <a:pt x="2076310" y="361547"/>
                  <a:pt x="2070540" y="355777"/>
                  <a:pt x="2070540" y="348659"/>
                </a:cubicBezTo>
                <a:cubicBezTo>
                  <a:pt x="2070540" y="341542"/>
                  <a:pt x="2076310" y="335772"/>
                  <a:pt x="2083427" y="335772"/>
                </a:cubicBezTo>
                <a:close/>
                <a:moveTo>
                  <a:pt x="1954901" y="335772"/>
                </a:moveTo>
                <a:cubicBezTo>
                  <a:pt x="1961983" y="335772"/>
                  <a:pt x="1967788" y="341576"/>
                  <a:pt x="1967788" y="348659"/>
                </a:cubicBezTo>
                <a:cubicBezTo>
                  <a:pt x="1967788" y="355741"/>
                  <a:pt x="1962100" y="361547"/>
                  <a:pt x="1954901" y="361547"/>
                </a:cubicBezTo>
                <a:cubicBezTo>
                  <a:pt x="1947819" y="361547"/>
                  <a:pt x="1942013" y="355857"/>
                  <a:pt x="1942013" y="348659"/>
                </a:cubicBezTo>
                <a:cubicBezTo>
                  <a:pt x="1942013" y="341576"/>
                  <a:pt x="1947704" y="335772"/>
                  <a:pt x="1954901" y="335772"/>
                </a:cubicBezTo>
                <a:close/>
                <a:moveTo>
                  <a:pt x="10619297" y="323000"/>
                </a:moveTo>
                <a:cubicBezTo>
                  <a:pt x="10633462" y="323000"/>
                  <a:pt x="10644955" y="334378"/>
                  <a:pt x="10644955" y="348659"/>
                </a:cubicBezTo>
                <a:cubicBezTo>
                  <a:pt x="10644955" y="362824"/>
                  <a:pt x="10633462" y="374318"/>
                  <a:pt x="10619297" y="374318"/>
                </a:cubicBezTo>
                <a:cubicBezTo>
                  <a:pt x="10605132" y="374318"/>
                  <a:pt x="10593639" y="362824"/>
                  <a:pt x="10593639" y="348659"/>
                </a:cubicBezTo>
                <a:cubicBezTo>
                  <a:pt x="10593639" y="334495"/>
                  <a:pt x="10605132" y="323000"/>
                  <a:pt x="10619297" y="323000"/>
                </a:cubicBezTo>
                <a:close/>
                <a:moveTo>
                  <a:pt x="4908693" y="323000"/>
                </a:moveTo>
                <a:cubicBezTo>
                  <a:pt x="4922857" y="323000"/>
                  <a:pt x="4934352" y="334378"/>
                  <a:pt x="4934352" y="348659"/>
                </a:cubicBezTo>
                <a:cubicBezTo>
                  <a:pt x="4934352" y="362824"/>
                  <a:pt x="4922857" y="374318"/>
                  <a:pt x="4908693" y="374318"/>
                </a:cubicBezTo>
                <a:cubicBezTo>
                  <a:pt x="4894527" y="374318"/>
                  <a:pt x="4883033" y="362824"/>
                  <a:pt x="4883033" y="348659"/>
                </a:cubicBezTo>
                <a:cubicBezTo>
                  <a:pt x="4883033" y="334495"/>
                  <a:pt x="4894527" y="323000"/>
                  <a:pt x="4908693" y="323000"/>
                </a:cubicBezTo>
                <a:close/>
                <a:moveTo>
                  <a:pt x="11197259" y="268548"/>
                </a:moveTo>
                <a:cubicBezTo>
                  <a:pt x="11204378" y="268548"/>
                  <a:pt x="11210147" y="274317"/>
                  <a:pt x="11210147" y="281435"/>
                </a:cubicBezTo>
                <a:cubicBezTo>
                  <a:pt x="11210147" y="288553"/>
                  <a:pt x="11204378" y="294323"/>
                  <a:pt x="11197259" y="294323"/>
                </a:cubicBezTo>
                <a:cubicBezTo>
                  <a:pt x="11190143" y="294323"/>
                  <a:pt x="11184374" y="288553"/>
                  <a:pt x="11184374" y="281435"/>
                </a:cubicBezTo>
                <a:cubicBezTo>
                  <a:pt x="11184374" y="274317"/>
                  <a:pt x="11190143" y="268548"/>
                  <a:pt x="11197259" y="268548"/>
                </a:cubicBezTo>
                <a:close/>
                <a:moveTo>
                  <a:pt x="10619297" y="268548"/>
                </a:moveTo>
                <a:cubicBezTo>
                  <a:pt x="10626378" y="268664"/>
                  <a:pt x="10632182" y="274353"/>
                  <a:pt x="10632182" y="281435"/>
                </a:cubicBezTo>
                <a:cubicBezTo>
                  <a:pt x="10632182" y="288518"/>
                  <a:pt x="10626496" y="294323"/>
                  <a:pt x="10619297" y="294323"/>
                </a:cubicBezTo>
                <a:cubicBezTo>
                  <a:pt x="10612213" y="294323"/>
                  <a:pt x="10606409" y="288634"/>
                  <a:pt x="10606409" y="281435"/>
                </a:cubicBezTo>
                <a:cubicBezTo>
                  <a:pt x="10606409" y="274353"/>
                  <a:pt x="10612098" y="268548"/>
                  <a:pt x="10619297" y="268548"/>
                </a:cubicBezTo>
                <a:close/>
                <a:moveTo>
                  <a:pt x="10362474" y="268548"/>
                </a:moveTo>
                <a:cubicBezTo>
                  <a:pt x="10369593" y="268548"/>
                  <a:pt x="10375362" y="274317"/>
                  <a:pt x="10375362" y="281435"/>
                </a:cubicBezTo>
                <a:cubicBezTo>
                  <a:pt x="10375362" y="288553"/>
                  <a:pt x="10369593" y="294323"/>
                  <a:pt x="10362474" y="294323"/>
                </a:cubicBezTo>
                <a:cubicBezTo>
                  <a:pt x="10355358" y="294323"/>
                  <a:pt x="10349589" y="288553"/>
                  <a:pt x="10349589" y="281435"/>
                </a:cubicBezTo>
                <a:cubicBezTo>
                  <a:pt x="10349589" y="274317"/>
                  <a:pt x="10355358" y="268548"/>
                  <a:pt x="10362474" y="268548"/>
                </a:cubicBezTo>
                <a:close/>
                <a:moveTo>
                  <a:pt x="8564495" y="268548"/>
                </a:moveTo>
                <a:cubicBezTo>
                  <a:pt x="8571614" y="268548"/>
                  <a:pt x="8577383" y="274317"/>
                  <a:pt x="8577383" y="281435"/>
                </a:cubicBezTo>
                <a:cubicBezTo>
                  <a:pt x="8577383" y="288553"/>
                  <a:pt x="8571614" y="294323"/>
                  <a:pt x="8564495" y="294323"/>
                </a:cubicBezTo>
                <a:cubicBezTo>
                  <a:pt x="8557376" y="294323"/>
                  <a:pt x="8551607" y="288553"/>
                  <a:pt x="8551607" y="281435"/>
                </a:cubicBezTo>
                <a:cubicBezTo>
                  <a:pt x="8551607" y="274317"/>
                  <a:pt x="8557376" y="268548"/>
                  <a:pt x="8564495" y="268548"/>
                </a:cubicBezTo>
                <a:close/>
                <a:moveTo>
                  <a:pt x="7858237" y="268548"/>
                </a:moveTo>
                <a:cubicBezTo>
                  <a:pt x="7865355" y="268548"/>
                  <a:pt x="7871124" y="274317"/>
                  <a:pt x="7871124" y="281435"/>
                </a:cubicBezTo>
                <a:cubicBezTo>
                  <a:pt x="7871124" y="288553"/>
                  <a:pt x="7865355" y="294323"/>
                  <a:pt x="7858237" y="294323"/>
                </a:cubicBezTo>
                <a:cubicBezTo>
                  <a:pt x="7851118" y="294323"/>
                  <a:pt x="7845349" y="288553"/>
                  <a:pt x="7845349" y="281435"/>
                </a:cubicBezTo>
                <a:cubicBezTo>
                  <a:pt x="7845349" y="274317"/>
                  <a:pt x="7851118" y="268548"/>
                  <a:pt x="7858237" y="268548"/>
                </a:cubicBezTo>
                <a:close/>
                <a:moveTo>
                  <a:pt x="7794032" y="268548"/>
                </a:moveTo>
                <a:cubicBezTo>
                  <a:pt x="7801148" y="268548"/>
                  <a:pt x="7806920" y="274317"/>
                  <a:pt x="7806920" y="281435"/>
                </a:cubicBezTo>
                <a:cubicBezTo>
                  <a:pt x="7806920" y="288553"/>
                  <a:pt x="7801148" y="294323"/>
                  <a:pt x="7794032" y="294323"/>
                </a:cubicBezTo>
                <a:cubicBezTo>
                  <a:pt x="7786914" y="294323"/>
                  <a:pt x="7781144" y="288553"/>
                  <a:pt x="7781144" y="281435"/>
                </a:cubicBezTo>
                <a:cubicBezTo>
                  <a:pt x="7781144" y="274317"/>
                  <a:pt x="7786914" y="268548"/>
                  <a:pt x="7794032" y="268548"/>
                </a:cubicBezTo>
                <a:close/>
                <a:moveTo>
                  <a:pt x="7665506" y="268548"/>
                </a:moveTo>
                <a:cubicBezTo>
                  <a:pt x="7672587" y="268664"/>
                  <a:pt x="7678394" y="274353"/>
                  <a:pt x="7678394" y="281435"/>
                </a:cubicBezTo>
                <a:cubicBezTo>
                  <a:pt x="7678394" y="288518"/>
                  <a:pt x="7672702" y="294323"/>
                  <a:pt x="7665506" y="294323"/>
                </a:cubicBezTo>
                <a:cubicBezTo>
                  <a:pt x="7658422" y="294323"/>
                  <a:pt x="7652618" y="288634"/>
                  <a:pt x="7652618" y="281435"/>
                </a:cubicBezTo>
                <a:cubicBezTo>
                  <a:pt x="7652618" y="274353"/>
                  <a:pt x="7658307" y="268548"/>
                  <a:pt x="7665506" y="268548"/>
                </a:cubicBezTo>
                <a:close/>
                <a:moveTo>
                  <a:pt x="5486655" y="268548"/>
                </a:moveTo>
                <a:cubicBezTo>
                  <a:pt x="5493773" y="268548"/>
                  <a:pt x="5499543" y="274317"/>
                  <a:pt x="5499543" y="281435"/>
                </a:cubicBezTo>
                <a:cubicBezTo>
                  <a:pt x="5499543" y="288553"/>
                  <a:pt x="5493773" y="294323"/>
                  <a:pt x="5486655" y="294323"/>
                </a:cubicBezTo>
                <a:cubicBezTo>
                  <a:pt x="5479539" y="294323"/>
                  <a:pt x="5473769" y="288553"/>
                  <a:pt x="5473769" y="281435"/>
                </a:cubicBezTo>
                <a:cubicBezTo>
                  <a:pt x="5473769" y="274317"/>
                  <a:pt x="5479539" y="268548"/>
                  <a:pt x="5486655" y="268548"/>
                </a:cubicBezTo>
                <a:close/>
                <a:moveTo>
                  <a:pt x="4908693" y="268548"/>
                </a:moveTo>
                <a:cubicBezTo>
                  <a:pt x="4915774" y="268664"/>
                  <a:pt x="4921580" y="274353"/>
                  <a:pt x="4921580" y="281435"/>
                </a:cubicBezTo>
                <a:cubicBezTo>
                  <a:pt x="4921580" y="288518"/>
                  <a:pt x="4915891" y="294323"/>
                  <a:pt x="4908693" y="294323"/>
                </a:cubicBezTo>
                <a:cubicBezTo>
                  <a:pt x="4901610" y="294323"/>
                  <a:pt x="4895806" y="288634"/>
                  <a:pt x="4895806" y="281435"/>
                </a:cubicBezTo>
                <a:cubicBezTo>
                  <a:pt x="4895806" y="274353"/>
                  <a:pt x="4901493" y="268548"/>
                  <a:pt x="4908693" y="268548"/>
                </a:cubicBezTo>
                <a:close/>
                <a:moveTo>
                  <a:pt x="4651872" y="268548"/>
                </a:moveTo>
                <a:cubicBezTo>
                  <a:pt x="4658989" y="268548"/>
                  <a:pt x="4664758" y="274317"/>
                  <a:pt x="4664758" y="281435"/>
                </a:cubicBezTo>
                <a:cubicBezTo>
                  <a:pt x="4664758" y="288553"/>
                  <a:pt x="4658989" y="294323"/>
                  <a:pt x="4651872" y="294323"/>
                </a:cubicBezTo>
                <a:cubicBezTo>
                  <a:pt x="4644754" y="294323"/>
                  <a:pt x="4638984" y="288553"/>
                  <a:pt x="4638984" y="281435"/>
                </a:cubicBezTo>
                <a:cubicBezTo>
                  <a:pt x="4638984" y="274317"/>
                  <a:pt x="4644754" y="268548"/>
                  <a:pt x="4651872" y="268548"/>
                </a:cubicBezTo>
                <a:close/>
                <a:moveTo>
                  <a:pt x="2853891" y="268548"/>
                </a:moveTo>
                <a:cubicBezTo>
                  <a:pt x="2861009" y="268548"/>
                  <a:pt x="2866779" y="274317"/>
                  <a:pt x="2866779" y="281435"/>
                </a:cubicBezTo>
                <a:cubicBezTo>
                  <a:pt x="2866779" y="288553"/>
                  <a:pt x="2861009" y="294323"/>
                  <a:pt x="2853891" y="294323"/>
                </a:cubicBezTo>
                <a:cubicBezTo>
                  <a:pt x="2846773" y="294323"/>
                  <a:pt x="2841003" y="288553"/>
                  <a:pt x="2841003" y="281435"/>
                </a:cubicBezTo>
                <a:cubicBezTo>
                  <a:pt x="2841003" y="274317"/>
                  <a:pt x="2846773" y="268548"/>
                  <a:pt x="2853891" y="268548"/>
                </a:cubicBezTo>
                <a:close/>
                <a:moveTo>
                  <a:pt x="2147633" y="268548"/>
                </a:moveTo>
                <a:cubicBezTo>
                  <a:pt x="2154750" y="268548"/>
                  <a:pt x="2160520" y="274317"/>
                  <a:pt x="2160520" y="281435"/>
                </a:cubicBezTo>
                <a:cubicBezTo>
                  <a:pt x="2160520" y="288553"/>
                  <a:pt x="2154750" y="294323"/>
                  <a:pt x="2147633" y="294323"/>
                </a:cubicBezTo>
                <a:cubicBezTo>
                  <a:pt x="2140515" y="294323"/>
                  <a:pt x="2134746" y="288553"/>
                  <a:pt x="2134746" y="281435"/>
                </a:cubicBezTo>
                <a:cubicBezTo>
                  <a:pt x="2134746" y="274317"/>
                  <a:pt x="2140515" y="268548"/>
                  <a:pt x="2147633" y="268548"/>
                </a:cubicBezTo>
                <a:close/>
                <a:moveTo>
                  <a:pt x="2083427" y="268548"/>
                </a:moveTo>
                <a:cubicBezTo>
                  <a:pt x="2090546" y="268548"/>
                  <a:pt x="2096314" y="274317"/>
                  <a:pt x="2096314" y="281435"/>
                </a:cubicBezTo>
                <a:cubicBezTo>
                  <a:pt x="2096314" y="288553"/>
                  <a:pt x="2090546" y="294323"/>
                  <a:pt x="2083427" y="294323"/>
                </a:cubicBezTo>
                <a:cubicBezTo>
                  <a:pt x="2076310" y="294323"/>
                  <a:pt x="2070540" y="288553"/>
                  <a:pt x="2070540" y="281435"/>
                </a:cubicBezTo>
                <a:cubicBezTo>
                  <a:pt x="2070540" y="274317"/>
                  <a:pt x="2076310" y="268548"/>
                  <a:pt x="2083427" y="268548"/>
                </a:cubicBezTo>
                <a:close/>
                <a:moveTo>
                  <a:pt x="1954901" y="268548"/>
                </a:moveTo>
                <a:cubicBezTo>
                  <a:pt x="1961983" y="268664"/>
                  <a:pt x="1967788" y="274353"/>
                  <a:pt x="1967788" y="281435"/>
                </a:cubicBezTo>
                <a:cubicBezTo>
                  <a:pt x="1967788" y="288518"/>
                  <a:pt x="1962100" y="294323"/>
                  <a:pt x="1954901" y="294323"/>
                </a:cubicBezTo>
                <a:cubicBezTo>
                  <a:pt x="1947819" y="294323"/>
                  <a:pt x="1942013" y="288634"/>
                  <a:pt x="1942013" y="281435"/>
                </a:cubicBezTo>
                <a:cubicBezTo>
                  <a:pt x="1942013" y="274353"/>
                  <a:pt x="1947704" y="268548"/>
                  <a:pt x="1954901" y="268548"/>
                </a:cubicBezTo>
                <a:close/>
                <a:moveTo>
                  <a:pt x="10619297" y="201440"/>
                </a:moveTo>
                <a:cubicBezTo>
                  <a:pt x="10626378" y="201440"/>
                  <a:pt x="10632182" y="207245"/>
                  <a:pt x="10632182" y="214327"/>
                </a:cubicBezTo>
                <a:cubicBezTo>
                  <a:pt x="10632182" y="221410"/>
                  <a:pt x="10626496" y="227215"/>
                  <a:pt x="10619297" y="227215"/>
                </a:cubicBezTo>
                <a:cubicBezTo>
                  <a:pt x="10612213" y="227215"/>
                  <a:pt x="10606409" y="221526"/>
                  <a:pt x="10606409" y="214327"/>
                </a:cubicBezTo>
                <a:cubicBezTo>
                  <a:pt x="10606409" y="207245"/>
                  <a:pt x="10612098" y="201440"/>
                  <a:pt x="10619297" y="201440"/>
                </a:cubicBezTo>
                <a:close/>
                <a:moveTo>
                  <a:pt x="10362474" y="201440"/>
                </a:moveTo>
                <a:cubicBezTo>
                  <a:pt x="10369593" y="201440"/>
                  <a:pt x="10375362" y="207209"/>
                  <a:pt x="10375362" y="214327"/>
                </a:cubicBezTo>
                <a:cubicBezTo>
                  <a:pt x="10375362" y="221445"/>
                  <a:pt x="10369593" y="227215"/>
                  <a:pt x="10362474" y="227215"/>
                </a:cubicBezTo>
                <a:cubicBezTo>
                  <a:pt x="10355358" y="227215"/>
                  <a:pt x="10349589" y="221445"/>
                  <a:pt x="10349589" y="214327"/>
                </a:cubicBezTo>
                <a:cubicBezTo>
                  <a:pt x="10349589" y="207209"/>
                  <a:pt x="10355358" y="201440"/>
                  <a:pt x="10362474" y="201440"/>
                </a:cubicBezTo>
                <a:close/>
                <a:moveTo>
                  <a:pt x="7858237" y="201440"/>
                </a:moveTo>
                <a:cubicBezTo>
                  <a:pt x="7865355" y="201440"/>
                  <a:pt x="7871124" y="207209"/>
                  <a:pt x="7871124" y="214327"/>
                </a:cubicBezTo>
                <a:cubicBezTo>
                  <a:pt x="7871124" y="221445"/>
                  <a:pt x="7865355" y="227215"/>
                  <a:pt x="7858237" y="227215"/>
                </a:cubicBezTo>
                <a:cubicBezTo>
                  <a:pt x="7851118" y="227215"/>
                  <a:pt x="7845349" y="221445"/>
                  <a:pt x="7845349" y="214327"/>
                </a:cubicBezTo>
                <a:cubicBezTo>
                  <a:pt x="7845349" y="207209"/>
                  <a:pt x="7851118" y="201440"/>
                  <a:pt x="7858237" y="201440"/>
                </a:cubicBezTo>
                <a:close/>
                <a:moveTo>
                  <a:pt x="7665506" y="201440"/>
                </a:moveTo>
                <a:cubicBezTo>
                  <a:pt x="7672587" y="201440"/>
                  <a:pt x="7678394" y="207245"/>
                  <a:pt x="7678394" y="214327"/>
                </a:cubicBezTo>
                <a:cubicBezTo>
                  <a:pt x="7678394" y="221410"/>
                  <a:pt x="7672702" y="227215"/>
                  <a:pt x="7665506" y="227215"/>
                </a:cubicBezTo>
                <a:cubicBezTo>
                  <a:pt x="7658422" y="227215"/>
                  <a:pt x="7652618" y="221526"/>
                  <a:pt x="7652618" y="214327"/>
                </a:cubicBezTo>
                <a:cubicBezTo>
                  <a:pt x="7652618" y="207245"/>
                  <a:pt x="7658307" y="201440"/>
                  <a:pt x="7665506" y="201440"/>
                </a:cubicBezTo>
                <a:close/>
                <a:moveTo>
                  <a:pt x="4908693" y="201440"/>
                </a:moveTo>
                <a:cubicBezTo>
                  <a:pt x="4915774" y="201440"/>
                  <a:pt x="4921580" y="207245"/>
                  <a:pt x="4921580" y="214327"/>
                </a:cubicBezTo>
                <a:cubicBezTo>
                  <a:pt x="4921580" y="221410"/>
                  <a:pt x="4915891" y="227215"/>
                  <a:pt x="4908693" y="227215"/>
                </a:cubicBezTo>
                <a:cubicBezTo>
                  <a:pt x="4901610" y="227215"/>
                  <a:pt x="4895806" y="221526"/>
                  <a:pt x="4895806" y="214327"/>
                </a:cubicBezTo>
                <a:cubicBezTo>
                  <a:pt x="4895806" y="207245"/>
                  <a:pt x="4901493" y="201440"/>
                  <a:pt x="4908693" y="201440"/>
                </a:cubicBezTo>
                <a:close/>
                <a:moveTo>
                  <a:pt x="4651872" y="201440"/>
                </a:moveTo>
                <a:cubicBezTo>
                  <a:pt x="4658989" y="201440"/>
                  <a:pt x="4664758" y="207209"/>
                  <a:pt x="4664758" y="214327"/>
                </a:cubicBezTo>
                <a:cubicBezTo>
                  <a:pt x="4664758" y="221445"/>
                  <a:pt x="4658989" y="227215"/>
                  <a:pt x="4651872" y="227215"/>
                </a:cubicBezTo>
                <a:cubicBezTo>
                  <a:pt x="4644754" y="227215"/>
                  <a:pt x="4638984" y="221445"/>
                  <a:pt x="4638984" y="214327"/>
                </a:cubicBezTo>
                <a:cubicBezTo>
                  <a:pt x="4638984" y="207209"/>
                  <a:pt x="4644754" y="201440"/>
                  <a:pt x="4651872" y="201440"/>
                </a:cubicBezTo>
                <a:close/>
                <a:moveTo>
                  <a:pt x="2147633" y="201440"/>
                </a:moveTo>
                <a:cubicBezTo>
                  <a:pt x="2154750" y="201440"/>
                  <a:pt x="2160520" y="207209"/>
                  <a:pt x="2160520" y="214327"/>
                </a:cubicBezTo>
                <a:cubicBezTo>
                  <a:pt x="2160520" y="221445"/>
                  <a:pt x="2154750" y="227215"/>
                  <a:pt x="2147633" y="227215"/>
                </a:cubicBezTo>
                <a:cubicBezTo>
                  <a:pt x="2140515" y="227215"/>
                  <a:pt x="2134746" y="221445"/>
                  <a:pt x="2134746" y="214327"/>
                </a:cubicBezTo>
                <a:cubicBezTo>
                  <a:pt x="2134746" y="207209"/>
                  <a:pt x="2140515" y="201440"/>
                  <a:pt x="2147633" y="201440"/>
                </a:cubicBezTo>
                <a:close/>
                <a:moveTo>
                  <a:pt x="1954901" y="201440"/>
                </a:moveTo>
                <a:cubicBezTo>
                  <a:pt x="1961983" y="201440"/>
                  <a:pt x="1967788" y="207245"/>
                  <a:pt x="1967788" y="214327"/>
                </a:cubicBezTo>
                <a:cubicBezTo>
                  <a:pt x="1967788" y="221410"/>
                  <a:pt x="1962100" y="227215"/>
                  <a:pt x="1954901" y="227215"/>
                </a:cubicBezTo>
                <a:cubicBezTo>
                  <a:pt x="1947819" y="227215"/>
                  <a:pt x="1942013" y="221526"/>
                  <a:pt x="1942013" y="214327"/>
                </a:cubicBezTo>
                <a:cubicBezTo>
                  <a:pt x="1942013" y="207245"/>
                  <a:pt x="1947704" y="201440"/>
                  <a:pt x="1954901" y="201440"/>
                </a:cubicBezTo>
                <a:close/>
                <a:moveTo>
                  <a:pt x="10619297" y="134216"/>
                </a:moveTo>
                <a:cubicBezTo>
                  <a:pt x="10626378" y="134332"/>
                  <a:pt x="10632182" y="140021"/>
                  <a:pt x="10632182" y="147103"/>
                </a:cubicBezTo>
                <a:cubicBezTo>
                  <a:pt x="10632182" y="154186"/>
                  <a:pt x="10626496" y="159991"/>
                  <a:pt x="10619297" y="159991"/>
                </a:cubicBezTo>
                <a:cubicBezTo>
                  <a:pt x="10612213" y="159991"/>
                  <a:pt x="10606409" y="154301"/>
                  <a:pt x="10606409" y="147103"/>
                </a:cubicBezTo>
                <a:cubicBezTo>
                  <a:pt x="10606409" y="140021"/>
                  <a:pt x="10612098" y="134216"/>
                  <a:pt x="10619297" y="134216"/>
                </a:cubicBezTo>
                <a:close/>
                <a:moveTo>
                  <a:pt x="10362474" y="134216"/>
                </a:moveTo>
                <a:cubicBezTo>
                  <a:pt x="10369593" y="134216"/>
                  <a:pt x="10375362" y="139985"/>
                  <a:pt x="10375362" y="147103"/>
                </a:cubicBezTo>
                <a:cubicBezTo>
                  <a:pt x="10375362" y="154221"/>
                  <a:pt x="10369593" y="159991"/>
                  <a:pt x="10362474" y="159991"/>
                </a:cubicBezTo>
                <a:cubicBezTo>
                  <a:pt x="10355358" y="159991"/>
                  <a:pt x="10349589" y="154221"/>
                  <a:pt x="10349589" y="147103"/>
                </a:cubicBezTo>
                <a:cubicBezTo>
                  <a:pt x="10349589" y="139985"/>
                  <a:pt x="10355358" y="134216"/>
                  <a:pt x="10362474" y="134216"/>
                </a:cubicBezTo>
                <a:close/>
                <a:moveTo>
                  <a:pt x="7858237" y="134216"/>
                </a:moveTo>
                <a:cubicBezTo>
                  <a:pt x="7865355" y="134216"/>
                  <a:pt x="7871124" y="139985"/>
                  <a:pt x="7871124" y="147103"/>
                </a:cubicBezTo>
                <a:cubicBezTo>
                  <a:pt x="7871124" y="154221"/>
                  <a:pt x="7865355" y="159991"/>
                  <a:pt x="7858237" y="159991"/>
                </a:cubicBezTo>
                <a:cubicBezTo>
                  <a:pt x="7851118" y="159991"/>
                  <a:pt x="7845349" y="154221"/>
                  <a:pt x="7845349" y="147103"/>
                </a:cubicBezTo>
                <a:cubicBezTo>
                  <a:pt x="7845349" y="139985"/>
                  <a:pt x="7851118" y="134216"/>
                  <a:pt x="7858237" y="134216"/>
                </a:cubicBezTo>
                <a:close/>
                <a:moveTo>
                  <a:pt x="7665506" y="134216"/>
                </a:moveTo>
                <a:cubicBezTo>
                  <a:pt x="7672587" y="134332"/>
                  <a:pt x="7678394" y="140021"/>
                  <a:pt x="7678394" y="147103"/>
                </a:cubicBezTo>
                <a:cubicBezTo>
                  <a:pt x="7678394" y="154186"/>
                  <a:pt x="7672702" y="159991"/>
                  <a:pt x="7665506" y="159991"/>
                </a:cubicBezTo>
                <a:cubicBezTo>
                  <a:pt x="7658422" y="159991"/>
                  <a:pt x="7652618" y="154301"/>
                  <a:pt x="7652618" y="147103"/>
                </a:cubicBezTo>
                <a:cubicBezTo>
                  <a:pt x="7652618" y="140021"/>
                  <a:pt x="7658307" y="134216"/>
                  <a:pt x="7665506" y="134216"/>
                </a:cubicBezTo>
                <a:close/>
                <a:moveTo>
                  <a:pt x="4908693" y="134216"/>
                </a:moveTo>
                <a:cubicBezTo>
                  <a:pt x="4915774" y="134332"/>
                  <a:pt x="4921580" y="140021"/>
                  <a:pt x="4921580" y="147103"/>
                </a:cubicBezTo>
                <a:cubicBezTo>
                  <a:pt x="4921580" y="154186"/>
                  <a:pt x="4915891" y="159991"/>
                  <a:pt x="4908693" y="159991"/>
                </a:cubicBezTo>
                <a:cubicBezTo>
                  <a:pt x="4901610" y="159991"/>
                  <a:pt x="4895806" y="154301"/>
                  <a:pt x="4895806" y="147103"/>
                </a:cubicBezTo>
                <a:cubicBezTo>
                  <a:pt x="4895806" y="140021"/>
                  <a:pt x="4901493" y="134216"/>
                  <a:pt x="4908693" y="134216"/>
                </a:cubicBezTo>
                <a:close/>
                <a:moveTo>
                  <a:pt x="4651872" y="134216"/>
                </a:moveTo>
                <a:cubicBezTo>
                  <a:pt x="4658989" y="134216"/>
                  <a:pt x="4664758" y="139985"/>
                  <a:pt x="4664758" y="147103"/>
                </a:cubicBezTo>
                <a:cubicBezTo>
                  <a:pt x="4664758" y="154221"/>
                  <a:pt x="4658989" y="159991"/>
                  <a:pt x="4651872" y="159991"/>
                </a:cubicBezTo>
                <a:cubicBezTo>
                  <a:pt x="4644754" y="159991"/>
                  <a:pt x="4638984" y="154221"/>
                  <a:pt x="4638984" y="147103"/>
                </a:cubicBezTo>
                <a:cubicBezTo>
                  <a:pt x="4638984" y="139985"/>
                  <a:pt x="4644754" y="134216"/>
                  <a:pt x="4651872" y="134216"/>
                </a:cubicBezTo>
                <a:close/>
                <a:moveTo>
                  <a:pt x="2147633" y="134216"/>
                </a:moveTo>
                <a:cubicBezTo>
                  <a:pt x="2154750" y="134216"/>
                  <a:pt x="2160520" y="139985"/>
                  <a:pt x="2160520" y="147103"/>
                </a:cubicBezTo>
                <a:cubicBezTo>
                  <a:pt x="2160520" y="154221"/>
                  <a:pt x="2154750" y="159991"/>
                  <a:pt x="2147633" y="159991"/>
                </a:cubicBezTo>
                <a:cubicBezTo>
                  <a:pt x="2140515" y="159991"/>
                  <a:pt x="2134746" y="154221"/>
                  <a:pt x="2134746" y="147103"/>
                </a:cubicBezTo>
                <a:cubicBezTo>
                  <a:pt x="2134746" y="139985"/>
                  <a:pt x="2140515" y="134216"/>
                  <a:pt x="2147633" y="134216"/>
                </a:cubicBezTo>
                <a:close/>
                <a:moveTo>
                  <a:pt x="1954901" y="134216"/>
                </a:moveTo>
                <a:cubicBezTo>
                  <a:pt x="1961983" y="134332"/>
                  <a:pt x="1967788" y="140021"/>
                  <a:pt x="1967788" y="147103"/>
                </a:cubicBezTo>
                <a:cubicBezTo>
                  <a:pt x="1967788" y="154186"/>
                  <a:pt x="1962100" y="159991"/>
                  <a:pt x="1954901" y="159991"/>
                </a:cubicBezTo>
                <a:cubicBezTo>
                  <a:pt x="1947819" y="159991"/>
                  <a:pt x="1942013" y="154301"/>
                  <a:pt x="1942013" y="147103"/>
                </a:cubicBezTo>
                <a:cubicBezTo>
                  <a:pt x="1942013" y="140021"/>
                  <a:pt x="1947704" y="134216"/>
                  <a:pt x="1954901" y="134216"/>
                </a:cubicBezTo>
                <a:close/>
                <a:moveTo>
                  <a:pt x="10619297" y="67108"/>
                </a:moveTo>
                <a:cubicBezTo>
                  <a:pt x="10626378" y="67108"/>
                  <a:pt x="10632182" y="72913"/>
                  <a:pt x="10632182" y="79995"/>
                </a:cubicBezTo>
                <a:cubicBezTo>
                  <a:pt x="10632182" y="87078"/>
                  <a:pt x="10626496" y="92883"/>
                  <a:pt x="10619297" y="92883"/>
                </a:cubicBezTo>
                <a:cubicBezTo>
                  <a:pt x="10612213" y="92883"/>
                  <a:pt x="10606409" y="87194"/>
                  <a:pt x="10606409" y="79995"/>
                </a:cubicBezTo>
                <a:cubicBezTo>
                  <a:pt x="10606409" y="72913"/>
                  <a:pt x="10612098" y="67108"/>
                  <a:pt x="10619297" y="67108"/>
                </a:cubicBezTo>
                <a:close/>
                <a:moveTo>
                  <a:pt x="4908693" y="67108"/>
                </a:moveTo>
                <a:cubicBezTo>
                  <a:pt x="4915774" y="67108"/>
                  <a:pt x="4921580" y="72913"/>
                  <a:pt x="4921580" y="79995"/>
                </a:cubicBezTo>
                <a:cubicBezTo>
                  <a:pt x="4921580" y="87078"/>
                  <a:pt x="4915891" y="92883"/>
                  <a:pt x="4908693" y="92883"/>
                </a:cubicBezTo>
                <a:cubicBezTo>
                  <a:pt x="4901610" y="92883"/>
                  <a:pt x="4895806" y="87194"/>
                  <a:pt x="4895806" y="79995"/>
                </a:cubicBezTo>
                <a:cubicBezTo>
                  <a:pt x="4895806" y="72913"/>
                  <a:pt x="4901493" y="67108"/>
                  <a:pt x="4908693" y="67108"/>
                </a:cubicBezTo>
                <a:close/>
                <a:moveTo>
                  <a:pt x="10619297" y="0"/>
                </a:moveTo>
                <a:cubicBezTo>
                  <a:pt x="10626378" y="0"/>
                  <a:pt x="10632182" y="5689"/>
                  <a:pt x="10632182" y="12888"/>
                </a:cubicBezTo>
                <a:cubicBezTo>
                  <a:pt x="10632182" y="19970"/>
                  <a:pt x="10626496" y="25775"/>
                  <a:pt x="10619297" y="25775"/>
                </a:cubicBezTo>
                <a:cubicBezTo>
                  <a:pt x="10612213" y="25775"/>
                  <a:pt x="10606409" y="20087"/>
                  <a:pt x="10606409" y="12888"/>
                </a:cubicBezTo>
                <a:cubicBezTo>
                  <a:pt x="10606409" y="5805"/>
                  <a:pt x="10612098" y="0"/>
                  <a:pt x="10619297" y="0"/>
                </a:cubicBezTo>
                <a:close/>
                <a:moveTo>
                  <a:pt x="4908693" y="0"/>
                </a:moveTo>
                <a:cubicBezTo>
                  <a:pt x="4915774" y="0"/>
                  <a:pt x="4921580" y="5689"/>
                  <a:pt x="4921580" y="12888"/>
                </a:cubicBezTo>
                <a:cubicBezTo>
                  <a:pt x="4921580" y="19970"/>
                  <a:pt x="4915891" y="25775"/>
                  <a:pt x="4908693" y="25775"/>
                </a:cubicBezTo>
                <a:cubicBezTo>
                  <a:pt x="4901610" y="25775"/>
                  <a:pt x="4895806" y="20087"/>
                  <a:pt x="4895806" y="12888"/>
                </a:cubicBezTo>
                <a:cubicBezTo>
                  <a:pt x="4895806" y="5805"/>
                  <a:pt x="4901493" y="0"/>
                  <a:pt x="4908693" y="0"/>
                </a:cubicBezTo>
                <a:close/>
              </a:path>
            </a:pathLst>
          </a:custGeom>
          <a:solidFill>
            <a:schemeClr val="accent1">
              <a:alpha val="3000"/>
            </a:schemeClr>
          </a:solidFill>
          <a:ln w="361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Roboto" panose="02000000000000000000" charset="0"/>
              <a:cs typeface="Roboto" panose="02000000000000000000" charset="0"/>
            </a:endParaRPr>
          </a:p>
        </p:txBody>
      </p:sp>
      <p:sp>
        <p:nvSpPr>
          <p:cNvPr id="2" name="页面-上"/>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4" name="页面-下"/>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3" name="页面-上"/>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5" name="页面-下"/>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Tree>
    <p:custDataLst>
      <p:tags r:id="rId3"/>
    </p:custData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svg"/><Relationship Id="rId3" Type="http://schemas.openxmlformats.org/officeDocument/2006/relationships/image" Target="../media/image37.png"/><Relationship Id="rId4" Type="http://schemas.openxmlformats.org/officeDocument/2006/relationships/image" Target="../media/image2.svg"/><Relationship Id="rId5" Type="http://schemas.openxmlformats.org/officeDocument/2006/relationships/tags" Target="../tags/tag37.xml"/><Relationship Id="rId6"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tags" Target="../tags/tag44.xml"/><Relationship Id="rId8" Type="http://schemas.openxmlformats.org/officeDocument/2006/relationships/tags" Target="../tags/tag45.xml"/><Relationship Id="rId9" Type="http://schemas.openxmlformats.org/officeDocument/2006/relationships/tags" Target="../tags/tag46.xml"/><Relationship Id="rId10" Type="http://schemas.openxmlformats.org/officeDocument/2006/relationships/tags" Target="../tags/tag47.xml"/><Relationship Id="rId11" Type="http://schemas.openxmlformats.org/officeDocument/2006/relationships/tags" Target="../tags/tag48.xml"/><Relationship Id="rId12" Type="http://schemas.openxmlformats.org/officeDocument/2006/relationships/tags" Target="../tags/tag49.xml"/><Relationship Id="rId13" Type="http://schemas.openxmlformats.org/officeDocument/2006/relationships/tags" Target="../tags/tag50.xml"/><Relationship Id="rId14" Type="http://schemas.openxmlformats.org/officeDocument/2006/relationships/tags" Target="../tags/tag51.xml"/><Relationship Id="rId15" Type="http://schemas.openxmlformats.org/officeDocument/2006/relationships/tags" Target="../tags/tag52.xml"/><Relationship Id="rId16" Type="http://schemas.openxmlformats.org/officeDocument/2006/relationships/tags" Target="../tags/tag53.xml"/><Relationship Id="rId17" Type="http://schemas.openxmlformats.org/officeDocument/2006/relationships/tags" Target="../tags/tag54.xml"/><Relationship Id="rId18" Type="http://schemas.openxmlformats.org/officeDocument/2006/relationships/tags" Target="../tags/tag55.xml"/><Relationship Id="rId19" Type="http://schemas.openxmlformats.org/officeDocument/2006/relationships/tags" Target="../tags/tag56.xml"/><Relationship Id="rId20" Type="http://schemas.openxmlformats.org/officeDocument/2006/relationships/tags" Target="../tags/tag57.xml"/><Relationship Id="rId21" Type="http://schemas.openxmlformats.org/officeDocument/2006/relationships/tags" Target="../tags/tag58.xml"/><Relationship Id="rId22" Type="http://schemas.openxmlformats.org/officeDocument/2006/relationships/tags" Target="../tags/tag59.xml"/><Relationship Id="rId23" Type="http://schemas.openxmlformats.org/officeDocument/2006/relationships/tags" Target="../tags/tag60.xml"/><Relationship Id="rId24" Type="http://schemas.openxmlformats.org/officeDocument/2006/relationships/tags" Target="../tags/tag61.xml"/><Relationship Id="rId25" Type="http://schemas.openxmlformats.org/officeDocument/2006/relationships/tags" Target="../tags/tag62.xml"/><Relationship Id="rId26" Type="http://schemas.openxmlformats.org/officeDocument/2006/relationships/tags" Target="../tags/tag63.xml"/><Relationship Id="rId27" Type="http://schemas.openxmlformats.org/officeDocument/2006/relationships/tags" Target="../tags/tag64.xml"/><Relationship Id="rId28" Type="http://schemas.openxmlformats.org/officeDocument/2006/relationships/tags" Target="../tags/tag65.xml"/><Relationship Id="rId29" Type="http://schemas.openxmlformats.org/officeDocument/2006/relationships/tags" Target="../tags/tag66.xml"/><Relationship Id="rId30" Type="http://schemas.openxmlformats.org/officeDocument/2006/relationships/tags" Target="../tags/tag67.xml"/><Relationship Id="rId31" Type="http://schemas.openxmlformats.org/officeDocument/2006/relationships/tags" Target="../tags/tag68.xml"/><Relationship Id="rId32" Type="http://schemas.openxmlformats.org/officeDocument/2006/relationships/tags" Target="../tags/tag69.xml"/><Relationship Id="rId33" Type="http://schemas.openxmlformats.org/officeDocument/2006/relationships/tags" Target="../tags/tag70.xml"/><Relationship Id="rId34" Type="http://schemas.openxmlformats.org/officeDocument/2006/relationships/tags" Target="../tags/tag71.xml"/><Relationship Id="rId35" Type="http://schemas.openxmlformats.org/officeDocument/2006/relationships/tags" Target="../tags/tag72.xml"/><Relationship Id="rId36" Type="http://schemas.openxmlformats.org/officeDocument/2006/relationships/tags" Target="../tags/tag73.xml"/><Relationship Id="rId37" Type="http://schemas.openxmlformats.org/officeDocument/2006/relationships/tags" Target="../tags/tag74.xml"/><Relationship Id="rId38" Type="http://schemas.openxmlformats.org/officeDocument/2006/relationships/tags" Target="../tags/tag75.xml"/><Relationship Id="rId39" Type="http://schemas.openxmlformats.org/officeDocument/2006/relationships/tags" Target="../tags/tag76.xml"/><Relationship Id="rId40" Type="http://schemas.openxmlformats.org/officeDocument/2006/relationships/tags" Target="../tags/tag77.xml"/><Relationship Id="rId41" Type="http://schemas.openxmlformats.org/officeDocument/2006/relationships/tags" Target="../tags/tag78.xml"/><Relationship Id="rId42" Type="http://schemas.openxmlformats.org/officeDocument/2006/relationships/tags" Target="../tags/tag79.xml"/><Relationship Id="rId43" Type="http://schemas.openxmlformats.org/officeDocument/2006/relationships/tags" Target="../tags/tag80.xml"/><Relationship Id="rId44" Type="http://schemas.openxmlformats.org/officeDocument/2006/relationships/tags" Target="../tags/tag81.xml"/><Relationship Id="rId45" Type="http://schemas.openxmlformats.org/officeDocument/2006/relationships/tags" Target="../tags/tag82.xml"/><Relationship Id="rId46" Type="http://schemas.openxmlformats.org/officeDocument/2006/relationships/tags" Target="../tags/tag83.xml"/><Relationship Id="rId47" Type="http://schemas.openxmlformats.org/officeDocument/2006/relationships/tags" Target="../tags/tag84.xml"/><Relationship Id="rId48" Type="http://schemas.openxmlformats.org/officeDocument/2006/relationships/tags" Target="../tags/tag85.xml"/><Relationship Id="rId49" Type="http://schemas.openxmlformats.org/officeDocument/2006/relationships/tags" Target="../tags/tag86.xml"/><Relationship Id="rId50" Type="http://schemas.openxmlformats.org/officeDocument/2006/relationships/tags" Target="../tags/tag87.xml"/><Relationship Id="rId51" Type="http://schemas.openxmlformats.org/officeDocument/2006/relationships/tags" Target="../tags/tag88.xml"/><Relationship Id="rId52" Type="http://schemas.openxmlformats.org/officeDocument/2006/relationships/tags" Target="../tags/tag89.xml"/><Relationship Id="rId53" Type="http://schemas.openxmlformats.org/officeDocument/2006/relationships/tags" Target="../tags/tag90.xml"/><Relationship Id="rId54" Type="http://schemas.openxmlformats.org/officeDocument/2006/relationships/tags" Target="../tags/tag91.xml"/><Relationship Id="rId55" Type="http://schemas.openxmlformats.org/officeDocument/2006/relationships/tags" Target="../tags/tag92.xml"/><Relationship Id="rId56" Type="http://schemas.openxmlformats.org/officeDocument/2006/relationships/tags" Target="../tags/tag93.xml"/><Relationship Id="rId57" Type="http://schemas.openxmlformats.org/officeDocument/2006/relationships/tags" Target="../tags/tag94.xml"/><Relationship Id="rId58" Type="http://schemas.openxmlformats.org/officeDocument/2006/relationships/tags" Target="../tags/tag95.xml"/><Relationship Id="rId59" Type="http://schemas.openxmlformats.org/officeDocument/2006/relationships/image" Target="../media/image38.png"/><Relationship Id="rId60" Type="http://schemas.openxmlformats.org/officeDocument/2006/relationships/image" Target="../media/image3.svg"/><Relationship Id="rId61" Type="http://schemas.openxmlformats.org/officeDocument/2006/relationships/image" Target="../media/image39.png"/><Relationship Id="rId62" Type="http://schemas.openxmlformats.org/officeDocument/2006/relationships/image" Target="../media/image4.svg"/><Relationship Id="rId63" Type="http://schemas.openxmlformats.org/officeDocument/2006/relationships/image" Target="../media/image40.png"/><Relationship Id="rId64" Type="http://schemas.openxmlformats.org/officeDocument/2006/relationships/image" Target="../media/image5.svg"/><Relationship Id="rId65" Type="http://schemas.openxmlformats.org/officeDocument/2006/relationships/image" Target="../media/image41.png"/><Relationship Id="rId66" Type="http://schemas.openxmlformats.org/officeDocument/2006/relationships/image" Target="../media/image6.svg"/><Relationship Id="rId67" Type="http://schemas.openxmlformats.org/officeDocument/2006/relationships/image" Target="../media/image42.png"/><Relationship Id="rId68" Type="http://schemas.openxmlformats.org/officeDocument/2006/relationships/image" Target="../media/image7.svg"/><Relationship Id="rId69" Type="http://schemas.openxmlformats.org/officeDocument/2006/relationships/image" Target="../media/image43.png"/><Relationship Id="rId70" Type="http://schemas.openxmlformats.org/officeDocument/2006/relationships/image" Target="../media/image8.svg"/><Relationship Id="rId71" Type="http://schemas.openxmlformats.org/officeDocument/2006/relationships/image" Target="../media/image44.png"/><Relationship Id="rId72" Type="http://schemas.openxmlformats.org/officeDocument/2006/relationships/image" Target="../media/image9.svg"/><Relationship Id="rId73" Type="http://schemas.openxmlformats.org/officeDocument/2006/relationships/image" Target="../media/image45.png"/><Relationship Id="rId74" Type="http://schemas.openxmlformats.org/officeDocument/2006/relationships/image" Target="../media/image10.svg"/><Relationship Id="rId75" Type="http://schemas.openxmlformats.org/officeDocument/2006/relationships/image" Target="../media/image46.png"/><Relationship Id="rId76" Type="http://schemas.openxmlformats.org/officeDocument/2006/relationships/image" Target="../media/image11.svg"/><Relationship Id="rId77" Type="http://schemas.openxmlformats.org/officeDocument/2006/relationships/image" Target="../media/image47.png"/><Relationship Id="rId78" Type="http://schemas.openxmlformats.org/officeDocument/2006/relationships/image" Target="../media/image12.svg"/><Relationship Id="rId79" Type="http://schemas.openxmlformats.org/officeDocument/2006/relationships/image" Target="../media/image48.png"/><Relationship Id="rId80" Type="http://schemas.openxmlformats.org/officeDocument/2006/relationships/image" Target="../media/image13.svg"/><Relationship Id="rId81" Type="http://schemas.openxmlformats.org/officeDocument/2006/relationships/tags" Target="../tags/tag96.xml"/><Relationship Id="rId8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tags" Target="../tags/tag115.xml"/><Relationship Id="rId7" Type="http://schemas.openxmlformats.org/officeDocument/2006/relationships/tags" Target="../tags/tag116.xml"/><Relationship Id="rId8" Type="http://schemas.openxmlformats.org/officeDocument/2006/relationships/tags" Target="../tags/tag117.xml"/><Relationship Id="rId9" Type="http://schemas.openxmlformats.org/officeDocument/2006/relationships/tags" Target="../tags/tag118.xml"/><Relationship Id="rId10" Type="http://schemas.openxmlformats.org/officeDocument/2006/relationships/tags" Target="../tags/tag119.xml"/><Relationship Id="rId11" Type="http://schemas.openxmlformats.org/officeDocument/2006/relationships/tags" Target="../tags/tag120.xml"/><Relationship Id="rId12" Type="http://schemas.openxmlformats.org/officeDocument/2006/relationships/tags" Target="../tags/tag121.xml"/><Relationship Id="rId13" Type="http://schemas.openxmlformats.org/officeDocument/2006/relationships/tags" Target="../tags/tag122.xml"/><Relationship Id="rId14" Type="http://schemas.openxmlformats.org/officeDocument/2006/relationships/tags" Target="../tags/tag123.xml"/><Relationship Id="rId15" Type="http://schemas.openxmlformats.org/officeDocument/2006/relationships/tags" Target="../tags/tag124.xml"/><Relationship Id="rId16" Type="http://schemas.openxmlformats.org/officeDocument/2006/relationships/tags" Target="../tags/tag125.xml"/><Relationship Id="rId17" Type="http://schemas.openxmlformats.org/officeDocument/2006/relationships/tags" Target="../tags/tag126.xml"/><Relationship Id="rId18" Type="http://schemas.openxmlformats.org/officeDocument/2006/relationships/tags" Target="../tags/tag127.xml"/><Relationship Id="rId19" Type="http://schemas.openxmlformats.org/officeDocument/2006/relationships/tags" Target="../tags/tag128.xml"/><Relationship Id="rId20" Type="http://schemas.openxmlformats.org/officeDocument/2006/relationships/tags" Target="../tags/tag129.xml"/><Relationship Id="rId21" Type="http://schemas.openxmlformats.org/officeDocument/2006/relationships/tags" Target="../tags/tag130.xml"/><Relationship Id="rId22" Type="http://schemas.openxmlformats.org/officeDocument/2006/relationships/tags" Target="../tags/tag131.xml"/><Relationship Id="rId23" Type="http://schemas.openxmlformats.org/officeDocument/2006/relationships/tags" Target="../tags/tag132.xml"/><Relationship Id="rId24" Type="http://schemas.openxmlformats.org/officeDocument/2006/relationships/tags" Target="../tags/tag133.xml"/><Relationship Id="rId25" Type="http://schemas.openxmlformats.org/officeDocument/2006/relationships/tags" Target="../tags/tag134.xml"/><Relationship Id="rId26" Type="http://schemas.openxmlformats.org/officeDocument/2006/relationships/tags" Target="../tags/tag135.xml"/><Relationship Id="rId27" Type="http://schemas.openxmlformats.org/officeDocument/2006/relationships/tags" Target="../tags/tag136.xml"/><Relationship Id="rId28" Type="http://schemas.openxmlformats.org/officeDocument/2006/relationships/tags" Target="../tags/tag137.xml"/><Relationship Id="rId29" Type="http://schemas.openxmlformats.org/officeDocument/2006/relationships/tags" Target="../tags/tag138.xml"/><Relationship Id="rId30"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14.svg"/><Relationship Id="rId3" Type="http://schemas.openxmlformats.org/officeDocument/2006/relationships/image" Target="../media/image50.png"/><Relationship Id="rId4" Type="http://schemas.openxmlformats.org/officeDocument/2006/relationships/image" Target="../media/image15.svg"/><Relationship Id="rId5" Type="http://schemas.openxmlformats.org/officeDocument/2006/relationships/image" Target="../media/image51.png"/><Relationship Id="rId6" Type="http://schemas.openxmlformats.org/officeDocument/2006/relationships/image" Target="../media/image16.svg"/><Relationship Id="rId7" Type="http://schemas.openxmlformats.org/officeDocument/2006/relationships/tags" Target="../tags/tag139.xml"/><Relationship Id="rId8"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tags" Target="../tags/tag145.xml"/><Relationship Id="rId7" Type="http://schemas.openxmlformats.org/officeDocument/2006/relationships/tags" Target="../tags/tag146.xml"/><Relationship Id="rId8" Type="http://schemas.openxmlformats.org/officeDocument/2006/relationships/tags" Target="../tags/tag147.xml"/><Relationship Id="rId9" Type="http://schemas.openxmlformats.org/officeDocument/2006/relationships/tags" Target="../tags/tag148.xml"/><Relationship Id="rId10" Type="http://schemas.openxmlformats.org/officeDocument/2006/relationships/tags" Target="../tags/tag149.xml"/><Relationship Id="rId11" Type="http://schemas.openxmlformats.org/officeDocument/2006/relationships/tags" Target="../tags/tag150.xml"/><Relationship Id="rId12" Type="http://schemas.openxmlformats.org/officeDocument/2006/relationships/tags" Target="../tags/tag151.xml"/><Relationship Id="rId13" Type="http://schemas.openxmlformats.org/officeDocument/2006/relationships/tags" Target="../tags/tag152.xml"/><Relationship Id="rId14" Type="http://schemas.openxmlformats.org/officeDocument/2006/relationships/tags" Target="../tags/tag153.xml"/><Relationship Id="rId15" Type="http://schemas.openxmlformats.org/officeDocument/2006/relationships/tags" Target="../tags/tag154.xml"/><Relationship Id="rId16" Type="http://schemas.openxmlformats.org/officeDocument/2006/relationships/tags" Target="../tags/tag155.xml"/><Relationship Id="rId17" Type="http://schemas.openxmlformats.org/officeDocument/2006/relationships/tags" Target="../tags/tag156.xml"/><Relationship Id="rId18" Type="http://schemas.openxmlformats.org/officeDocument/2006/relationships/tags" Target="../tags/tag157.xml"/><Relationship Id="rId19" Type="http://schemas.openxmlformats.org/officeDocument/2006/relationships/tags" Target="../tags/tag158.xml"/><Relationship Id="rId20" Type="http://schemas.openxmlformats.org/officeDocument/2006/relationships/tags" Target="../tags/tag159.xml"/><Relationship Id="rId21" Type="http://schemas.openxmlformats.org/officeDocument/2006/relationships/tags" Target="../tags/tag160.xml"/><Relationship Id="rId22" Type="http://schemas.openxmlformats.org/officeDocument/2006/relationships/tags" Target="../tags/tag161.xml"/><Relationship Id="rId23" Type="http://schemas.openxmlformats.org/officeDocument/2006/relationships/tags" Target="../tags/tag162.xml"/><Relationship Id="rId24" Type="http://schemas.openxmlformats.org/officeDocument/2006/relationships/tags" Target="../tags/tag163.xml"/><Relationship Id="rId25" Type="http://schemas.openxmlformats.org/officeDocument/2006/relationships/tags" Target="../tags/tag164.xml"/><Relationship Id="rId26" Type="http://schemas.openxmlformats.org/officeDocument/2006/relationships/tags" Target="../tags/tag165.xml"/><Relationship Id="rId27" Type="http://schemas.openxmlformats.org/officeDocument/2006/relationships/tags" Target="../tags/tag166.xml"/><Relationship Id="rId28" Type="http://schemas.openxmlformats.org/officeDocument/2006/relationships/tags" Target="../tags/tag167.xml"/><Relationship Id="rId29" Type="http://schemas.openxmlformats.org/officeDocument/2006/relationships/tags" Target="../tags/tag168.xml"/><Relationship Id="rId30" Type="http://schemas.openxmlformats.org/officeDocument/2006/relationships/tags" Target="../tags/tag169.xml"/><Relationship Id="rId3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52.png"/><Relationship Id="rId5" Type="http://schemas.openxmlformats.org/officeDocument/2006/relationships/image" Target="../media/image17.svg"/><Relationship Id="rId6" Type="http://schemas.openxmlformats.org/officeDocument/2006/relationships/tags" Target="../tags/tag178.xml"/><Relationship Id="rId7"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tags" Target="../tags/tag179.xml"/><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任意多边形: 形状 3"/>
          <p:cNvSpPr/>
          <p:nvPr/>
        </p:nvSpPr>
        <p:spPr>
          <a:xfrm>
            <a:off x="266700" y="783899"/>
            <a:ext cx="11658600" cy="2940501"/>
          </a:xfrm>
          <a:custGeom>
            <a:avLst/>
            <a:gdLst>
              <a:gd name="connsiteX0" fmla="*/ 0 w 11658600"/>
              <a:gd name="connsiteY0" fmla="*/ 0 h 2940501"/>
              <a:gd name="connsiteX1" fmla="*/ 11658600 w 11658600"/>
              <a:gd name="connsiteY1" fmla="*/ 0 h 2940501"/>
              <a:gd name="connsiteX2" fmla="*/ 11658600 w 11658600"/>
              <a:gd name="connsiteY2" fmla="*/ 2513697 h 2940501"/>
              <a:gd name="connsiteX3" fmla="*/ 11604767 w 11658600"/>
              <a:gd name="connsiteY3" fmla="*/ 2513697 h 2940501"/>
              <a:gd name="connsiteX4" fmla="*/ 11604767 w 11658600"/>
              <a:gd name="connsiteY4" fmla="*/ 2940501 h 2940501"/>
              <a:gd name="connsiteX5" fmla="*/ 7257228 w 11658600"/>
              <a:gd name="connsiteY5" fmla="*/ 2940501 h 2940501"/>
              <a:gd name="connsiteX6" fmla="*/ 7536030 w 11658600"/>
              <a:gd name="connsiteY6" fmla="*/ 2449700 h 2940501"/>
              <a:gd name="connsiteX7" fmla="*/ 7549988 w 11658600"/>
              <a:gd name="connsiteY7" fmla="*/ 2449700 h 2940501"/>
              <a:gd name="connsiteX8" fmla="*/ 7994274 w 11658600"/>
              <a:gd name="connsiteY8" fmla="*/ 1651514 h 2940501"/>
              <a:gd name="connsiteX9" fmla="*/ 8050107 w 11658600"/>
              <a:gd name="connsiteY9" fmla="*/ 1197256 h 2940501"/>
              <a:gd name="connsiteX10" fmla="*/ 7997242 w 11658600"/>
              <a:gd name="connsiteY10" fmla="*/ 1067661 h 2940501"/>
              <a:gd name="connsiteX11" fmla="*/ 3654870 w 11658600"/>
              <a:gd name="connsiteY11" fmla="*/ 1067661 h 2940501"/>
              <a:gd name="connsiteX12" fmla="*/ 3599110 w 11658600"/>
              <a:gd name="connsiteY12" fmla="*/ 1204543 h 2940501"/>
              <a:gd name="connsiteX13" fmla="*/ 3654171 w 11658600"/>
              <a:gd name="connsiteY13" fmla="*/ 1657401 h 2940501"/>
              <a:gd name="connsiteX14" fmla="*/ 4093160 w 11658600"/>
              <a:gd name="connsiteY14" fmla="*/ 2449700 h 2940501"/>
              <a:gd name="connsiteX15" fmla="*/ 4101338 w 11658600"/>
              <a:gd name="connsiteY15" fmla="*/ 2449700 h 2940501"/>
              <a:gd name="connsiteX16" fmla="*/ 4380141 w 11658600"/>
              <a:gd name="connsiteY16" fmla="*/ 2940501 h 2940501"/>
              <a:gd name="connsiteX17" fmla="*/ 0 w 11658600"/>
              <a:gd name="connsiteY17" fmla="*/ 2940501 h 2940501"/>
              <a:gd name="connsiteX18" fmla="*/ 0 w 11658600"/>
              <a:gd name="connsiteY18" fmla="*/ 2513697 h 2940501"/>
              <a:gd name="connsiteX19" fmla="*/ 0 w 11658600"/>
              <a:gd name="connsiteY19" fmla="*/ 2449700 h 294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58600" h="2940501">
                <a:moveTo>
                  <a:pt x="0" y="0"/>
                </a:moveTo>
                <a:lnTo>
                  <a:pt x="11658600" y="0"/>
                </a:lnTo>
                <a:lnTo>
                  <a:pt x="11658600" y="2513697"/>
                </a:lnTo>
                <a:lnTo>
                  <a:pt x="11604767" y="2513697"/>
                </a:lnTo>
                <a:lnTo>
                  <a:pt x="11604767" y="2940501"/>
                </a:lnTo>
                <a:lnTo>
                  <a:pt x="7257228" y="2940501"/>
                </a:lnTo>
                <a:lnTo>
                  <a:pt x="7536030" y="2449700"/>
                </a:lnTo>
                <a:lnTo>
                  <a:pt x="7549988" y="2449700"/>
                </a:lnTo>
                <a:lnTo>
                  <a:pt x="7994274" y="1651514"/>
                </a:lnTo>
                <a:cubicBezTo>
                  <a:pt x="8076649" y="1503522"/>
                  <a:pt x="8089451" y="1341689"/>
                  <a:pt x="8050107" y="1197256"/>
                </a:cubicBezTo>
                <a:lnTo>
                  <a:pt x="7997242" y="1067661"/>
                </a:lnTo>
                <a:lnTo>
                  <a:pt x="3654870" y="1067661"/>
                </a:lnTo>
                <a:lnTo>
                  <a:pt x="3599110" y="1204543"/>
                </a:lnTo>
                <a:cubicBezTo>
                  <a:pt x="3559867" y="1348616"/>
                  <a:pt x="3572458" y="1509923"/>
                  <a:pt x="3654171" y="1657401"/>
                </a:cubicBezTo>
                <a:lnTo>
                  <a:pt x="4093160" y="2449700"/>
                </a:lnTo>
                <a:lnTo>
                  <a:pt x="4101338" y="2449700"/>
                </a:lnTo>
                <a:lnTo>
                  <a:pt x="4380141" y="2940501"/>
                </a:lnTo>
                <a:lnTo>
                  <a:pt x="0" y="2940501"/>
                </a:lnTo>
                <a:lnTo>
                  <a:pt x="0" y="2513697"/>
                </a:lnTo>
                <a:lnTo>
                  <a:pt x="0" y="24497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任意多边形: 形状 39"/>
          <p:cNvSpPr/>
          <p:nvPr/>
        </p:nvSpPr>
        <p:spPr>
          <a:xfrm flipH="1">
            <a:off x="208698" y="4465144"/>
            <a:ext cx="11769942" cy="2244796"/>
          </a:xfrm>
          <a:custGeom>
            <a:avLst/>
            <a:gdLst>
              <a:gd name="connsiteX0" fmla="*/ 11547258 w 11547258"/>
              <a:gd name="connsiteY0" fmla="*/ 0 h 2320724"/>
              <a:gd name="connsiteX1" fmla="*/ 6865051 w 11547258"/>
              <a:gd name="connsiteY1" fmla="*/ 0 h 2320724"/>
              <a:gd name="connsiteX2" fmla="*/ 6075719 w 11547258"/>
              <a:gd name="connsiteY2" fmla="*/ 1324330 h 2320724"/>
              <a:gd name="connsiteX3" fmla="*/ 5886465 w 11547258"/>
              <a:gd name="connsiteY3" fmla="*/ 1517905 h 2320724"/>
              <a:gd name="connsiteX4" fmla="*/ 5773629 w 11547258"/>
              <a:gd name="connsiteY4" fmla="*/ 1571705 h 2320724"/>
              <a:gd name="connsiteX5" fmla="*/ 5660794 w 11547258"/>
              <a:gd name="connsiteY5" fmla="*/ 1517905 h 2320724"/>
              <a:gd name="connsiteX6" fmla="*/ 5471540 w 11547258"/>
              <a:gd name="connsiteY6" fmla="*/ 1324330 h 2320724"/>
              <a:gd name="connsiteX7" fmla="*/ 4682207 w 11547258"/>
              <a:gd name="connsiteY7" fmla="*/ 0 h 2320724"/>
              <a:gd name="connsiteX8" fmla="*/ 0 w 11547258"/>
              <a:gd name="connsiteY8" fmla="*/ 0 h 2320724"/>
              <a:gd name="connsiteX9" fmla="*/ 0 w 11547258"/>
              <a:gd name="connsiteY9" fmla="*/ 2320724 h 2320724"/>
              <a:gd name="connsiteX10" fmla="*/ 5624252 w 11547258"/>
              <a:gd name="connsiteY10" fmla="*/ 2320724 h 2320724"/>
              <a:gd name="connsiteX11" fmla="*/ 5923006 w 11547258"/>
              <a:gd name="connsiteY11" fmla="*/ 2320724 h 2320724"/>
              <a:gd name="connsiteX12" fmla="*/ 11547258 w 11547258"/>
              <a:gd name="connsiteY12" fmla="*/ 2320724 h 232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7258" h="2320724">
                <a:moveTo>
                  <a:pt x="11547258" y="0"/>
                </a:moveTo>
                <a:lnTo>
                  <a:pt x="6865051" y="0"/>
                </a:lnTo>
                <a:lnTo>
                  <a:pt x="6075719" y="1324330"/>
                </a:lnTo>
                <a:cubicBezTo>
                  <a:pt x="6026510" y="1406892"/>
                  <a:pt x="5961059" y="1471420"/>
                  <a:pt x="5886465" y="1517905"/>
                </a:cubicBezTo>
                <a:lnTo>
                  <a:pt x="5773629" y="1571705"/>
                </a:lnTo>
                <a:lnTo>
                  <a:pt x="5660794" y="1517905"/>
                </a:lnTo>
                <a:cubicBezTo>
                  <a:pt x="5586199" y="1471420"/>
                  <a:pt x="5520749" y="1406892"/>
                  <a:pt x="5471540" y="1324330"/>
                </a:cubicBezTo>
                <a:lnTo>
                  <a:pt x="4682207" y="0"/>
                </a:lnTo>
                <a:lnTo>
                  <a:pt x="0" y="0"/>
                </a:lnTo>
                <a:lnTo>
                  <a:pt x="0" y="2320724"/>
                </a:lnTo>
                <a:lnTo>
                  <a:pt x="5624252" y="2320724"/>
                </a:lnTo>
                <a:lnTo>
                  <a:pt x="5923006" y="2320724"/>
                </a:lnTo>
                <a:lnTo>
                  <a:pt x="11547258" y="2320724"/>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矩形 23"/>
          <p:cNvSpPr/>
          <p:nvPr/>
        </p:nvSpPr>
        <p:spPr>
          <a:xfrm>
            <a:off x="213360" y="783898"/>
            <a:ext cx="60360" cy="2940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213360" y="4455854"/>
            <a:ext cx="6036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11925300" y="4455854"/>
            <a:ext cx="6120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flipH="1">
            <a:off x="8283712" y="921575"/>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flipH="1">
            <a:off x="8540199"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流程提效</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资源复用</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flipH="1">
            <a:off x="8248126" y="1459064"/>
            <a:ext cx="3515980"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模板复用</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活动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筹备周期↓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5" name="矩形: 圆角 44"/>
          <p:cNvSpPr/>
          <p:nvPr/>
        </p:nvSpPr>
        <p:spPr>
          <a:xfrm flipH="1">
            <a:off x="10323758" y="3124372"/>
            <a:ext cx="1308617"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22%</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flipH="1">
            <a:off x="8684232" y="3124372"/>
            <a:ext cx="1548195"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筹备周期↓</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531627" y="921575"/>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88115"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超额达标</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结构优化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440187" y="1367624"/>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利润跃升</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高毛利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占比提至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，净利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559435" y="3124200"/>
            <a:ext cx="1068070"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净利</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661795" y="3124200"/>
            <a:ext cx="115379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ROI</a:t>
            </a: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升至</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5.1</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圆角 37"/>
          <p:cNvSpPr/>
          <p:nvPr/>
        </p:nvSpPr>
        <p:spPr>
          <a:xfrm>
            <a:off x="2844800" y="3124200"/>
            <a:ext cx="136715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毛利率</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+8pts</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flipH="1">
            <a:off x="8283712" y="4615933"/>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flipH="1">
            <a:off x="8540199"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让团队少加班，多打粮</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flipH="1">
            <a:off x="8999837" y="5036831"/>
            <a:ext cx="2750519"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流程瘦身</a:t>
            </a:r>
            <a:endParaRPr kumimoji="0" lang="en-US" altLang="zh-CN"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审批节点</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，周工时↓</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7h</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矩形: 圆角 46"/>
          <p:cNvSpPr/>
          <p:nvPr/>
        </p:nvSpPr>
        <p:spPr>
          <a:xfrm>
            <a:off x="531627" y="4615933"/>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8115"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扛住</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KPI</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，突破舒适区</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40187" y="5036831"/>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指标飙升</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Q2 GMV 3.7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42%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矩形: 圆角 64"/>
          <p:cNvSpPr/>
          <p:nvPr/>
        </p:nvSpPr>
        <p:spPr>
          <a:xfrm flipH="1">
            <a:off x="10706426"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产能上升</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flipH="1">
            <a:off x="9633094"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省时省力</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矩形: 圆角 66"/>
          <p:cNvSpPr/>
          <p:nvPr/>
        </p:nvSpPr>
        <p:spPr>
          <a:xfrm flipH="1">
            <a:off x="8378190" y="6257101"/>
            <a:ext cx="11245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周工时↓</a:t>
            </a:r>
            <a:r>
              <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7h</a:t>
            </a:r>
            <a:endPar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566089" y="6257101"/>
            <a:ext cx="969641"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超额完成</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625589" y="6257101"/>
            <a:ext cx="12089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GMV 4200</a:t>
            </a: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圆角 51"/>
          <p:cNvSpPr/>
          <p:nvPr/>
        </p:nvSpPr>
        <p:spPr>
          <a:xfrm>
            <a:off x="2924371" y="6257101"/>
            <a:ext cx="1154586"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复购率</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46%</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任意多边形: 形状 87"/>
          <p:cNvSpPr/>
          <p:nvPr/>
        </p:nvSpPr>
        <p:spPr>
          <a:xfrm>
            <a:off x="7339630" y="3863174"/>
            <a:ext cx="4646870"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flipH="1">
            <a:off x="210094" y="3863174"/>
            <a:ext cx="4641666"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rot="7200000" flipV="1">
            <a:off x="3807033" y="1766379"/>
            <a:ext cx="2449161" cy="3149123"/>
          </a:xfrm>
          <a:custGeom>
            <a:avLst/>
            <a:gdLst>
              <a:gd name="connsiteX0" fmla="*/ 3504249 w 3592198"/>
              <a:gd name="connsiteY0" fmla="*/ 4292439 h 4618834"/>
              <a:gd name="connsiteX1" fmla="*/ 2939480 w 3592198"/>
              <a:gd name="connsiteY1" fmla="*/ 4618834 h 4618834"/>
              <a:gd name="connsiteX2" fmla="*/ 2815572 w 3592198"/>
              <a:gd name="connsiteY2" fmla="*/ 4618834 h 4618834"/>
              <a:gd name="connsiteX3" fmla="*/ 936327 w 3592198"/>
              <a:gd name="connsiteY3" fmla="*/ 1363886 h 4618834"/>
              <a:gd name="connsiteX4" fmla="*/ 79693 w 3592198"/>
              <a:gd name="connsiteY4" fmla="*/ 1066986 h 4618834"/>
              <a:gd name="connsiteX5" fmla="*/ 0 w 3592198"/>
              <a:gd name="connsiteY5" fmla="*/ 1104742 h 4618834"/>
              <a:gd name="connsiteX6" fmla="*/ 452597 w 3592198"/>
              <a:gd name="connsiteY6" fmla="*/ 324403 h 4618834"/>
              <a:gd name="connsiteX7" fmla="*/ 1580108 w 3592198"/>
              <a:gd name="connsiteY7" fmla="*/ 324403 h 4618834"/>
              <a:gd name="connsiteX8" fmla="*/ 3503236 w 3592198"/>
              <a:gd name="connsiteY8" fmla="*/ 3640138 h 4618834"/>
              <a:gd name="connsiteX9" fmla="*/ 3504249 w 3592198"/>
              <a:gd name="connsiteY9" fmla="*/ 4292439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8" h="4618834">
                <a:moveTo>
                  <a:pt x="3504249" y="4292439"/>
                </a:moveTo>
                <a:cubicBezTo>
                  <a:pt x="3394598" y="4482795"/>
                  <a:pt x="3190651" y="4618834"/>
                  <a:pt x="2939480" y="4618834"/>
                </a:cubicBezTo>
                <a:lnTo>
                  <a:pt x="2815572" y="4618834"/>
                </a:lnTo>
                <a:lnTo>
                  <a:pt x="936327" y="1363886"/>
                </a:lnTo>
                <a:cubicBezTo>
                  <a:pt x="753065" y="1046468"/>
                  <a:pt x="380790" y="947587"/>
                  <a:pt x="79693" y="1066986"/>
                </a:cubicBezTo>
                <a:lnTo>
                  <a:pt x="0" y="1104742"/>
                </a:lnTo>
                <a:lnTo>
                  <a:pt x="452597" y="324403"/>
                </a:lnTo>
                <a:cubicBezTo>
                  <a:pt x="703468" y="-108134"/>
                  <a:pt x="1329237" y="-108134"/>
                  <a:pt x="1580108" y="324403"/>
                </a:cubicBezTo>
                <a:lnTo>
                  <a:pt x="3503236" y="3640138"/>
                </a:lnTo>
                <a:cubicBezTo>
                  <a:pt x="3629252" y="3857409"/>
                  <a:pt x="3613899" y="4102083"/>
                  <a:pt x="3504249" y="429243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rot="14400000" flipV="1">
            <a:off x="5418960" y="845566"/>
            <a:ext cx="2449161" cy="3149123"/>
          </a:xfrm>
          <a:custGeom>
            <a:avLst/>
            <a:gdLst>
              <a:gd name="connsiteX0" fmla="*/ 0 w 3592198"/>
              <a:gd name="connsiteY0" fmla="*/ 1104743 h 4618836"/>
              <a:gd name="connsiteX1" fmla="*/ 452597 w 3592198"/>
              <a:gd name="connsiteY1" fmla="*/ 324403 h 4618836"/>
              <a:gd name="connsiteX2" fmla="*/ 1580109 w 3592198"/>
              <a:gd name="connsiteY2" fmla="*/ 324403 h 4618836"/>
              <a:gd name="connsiteX3" fmla="*/ 3503235 w 3592198"/>
              <a:gd name="connsiteY3" fmla="*/ 3640140 h 4618836"/>
              <a:gd name="connsiteX4" fmla="*/ 2939479 w 3592198"/>
              <a:gd name="connsiteY4" fmla="*/ 4618836 h 4618836"/>
              <a:gd name="connsiteX5" fmla="*/ 2815571 w 3592198"/>
              <a:gd name="connsiteY5" fmla="*/ 4618836 h 4618836"/>
              <a:gd name="connsiteX6" fmla="*/ 936326 w 3592198"/>
              <a:gd name="connsiteY6" fmla="*/ 1363887 h 4618836"/>
              <a:gd name="connsiteX7" fmla="*/ 79693 w 3592198"/>
              <a:gd name="connsiteY7" fmla="*/ 1066988 h 46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2198" h="4618836">
                <a:moveTo>
                  <a:pt x="0" y="1104743"/>
                </a:moveTo>
                <a:lnTo>
                  <a:pt x="452597" y="324403"/>
                </a:lnTo>
                <a:cubicBezTo>
                  <a:pt x="703468" y="-108134"/>
                  <a:pt x="1329238" y="-108134"/>
                  <a:pt x="1580109" y="324403"/>
                </a:cubicBezTo>
                <a:lnTo>
                  <a:pt x="3503235" y="3640140"/>
                </a:lnTo>
                <a:cubicBezTo>
                  <a:pt x="3755269" y="4074681"/>
                  <a:pt x="3441821" y="4618836"/>
                  <a:pt x="2939479" y="4618836"/>
                </a:cubicBezTo>
                <a:lnTo>
                  <a:pt x="2815571" y="4618836"/>
                </a:lnTo>
                <a:lnTo>
                  <a:pt x="936326" y="1363887"/>
                </a:lnTo>
                <a:cubicBezTo>
                  <a:pt x="753064" y="1046469"/>
                  <a:pt x="380790" y="947589"/>
                  <a:pt x="79693" y="10669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flipV="1">
            <a:off x="5410447" y="2701943"/>
            <a:ext cx="2449160" cy="3149122"/>
          </a:xfrm>
          <a:custGeom>
            <a:avLst/>
            <a:gdLst>
              <a:gd name="connsiteX0" fmla="*/ 1016352 w 3592197"/>
              <a:gd name="connsiteY0" fmla="*/ 0 h 4618834"/>
              <a:gd name="connsiteX1" fmla="*/ 1580108 w 3592197"/>
              <a:gd name="connsiteY1" fmla="*/ 324403 h 4618834"/>
              <a:gd name="connsiteX2" fmla="*/ 3503234 w 3592197"/>
              <a:gd name="connsiteY2" fmla="*/ 3640138 h 4618834"/>
              <a:gd name="connsiteX3" fmla="*/ 2939478 w 3592197"/>
              <a:gd name="connsiteY3" fmla="*/ 4618834 h 4618834"/>
              <a:gd name="connsiteX4" fmla="*/ 2815570 w 3592197"/>
              <a:gd name="connsiteY4" fmla="*/ 4618834 h 4618834"/>
              <a:gd name="connsiteX5" fmla="*/ 936325 w 3592197"/>
              <a:gd name="connsiteY5" fmla="*/ 1363887 h 4618834"/>
              <a:gd name="connsiteX6" fmla="*/ 79692 w 3592197"/>
              <a:gd name="connsiteY6" fmla="*/ 1066986 h 4618834"/>
              <a:gd name="connsiteX7" fmla="*/ 0 w 3592197"/>
              <a:gd name="connsiteY7" fmla="*/ 1104741 h 4618834"/>
              <a:gd name="connsiteX8" fmla="*/ 452596 w 3592197"/>
              <a:gd name="connsiteY8" fmla="*/ 324403 h 4618834"/>
              <a:gd name="connsiteX9" fmla="*/ 1016352 w 3592197"/>
              <a:gd name="connsiteY9" fmla="*/ 0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7" h="4618834">
                <a:moveTo>
                  <a:pt x="1016352" y="0"/>
                </a:moveTo>
                <a:cubicBezTo>
                  <a:pt x="1235512" y="0"/>
                  <a:pt x="1454672" y="108134"/>
                  <a:pt x="1580108" y="324403"/>
                </a:cubicBezTo>
                <a:lnTo>
                  <a:pt x="3503234" y="3640138"/>
                </a:lnTo>
                <a:cubicBezTo>
                  <a:pt x="3755268" y="4074679"/>
                  <a:pt x="3441820" y="4618834"/>
                  <a:pt x="2939478" y="4618834"/>
                </a:cubicBezTo>
                <a:lnTo>
                  <a:pt x="2815570" y="4618834"/>
                </a:lnTo>
                <a:lnTo>
                  <a:pt x="936325" y="1363887"/>
                </a:lnTo>
                <a:cubicBezTo>
                  <a:pt x="753064" y="1046468"/>
                  <a:pt x="380789" y="947588"/>
                  <a:pt x="79692" y="1066986"/>
                </a:cubicBezTo>
                <a:lnTo>
                  <a:pt x="0" y="1104741"/>
                </a:lnTo>
                <a:lnTo>
                  <a:pt x="452596" y="324403"/>
                </a:lnTo>
                <a:cubicBezTo>
                  <a:pt x="578032" y="108134"/>
                  <a:pt x="797192" y="0"/>
                  <a:pt x="1016352"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等腰三角形 68"/>
          <p:cNvSpPr/>
          <p:nvPr/>
        </p:nvSpPr>
        <p:spPr>
          <a:xfrm>
            <a:off x="5203266" y="2721651"/>
            <a:ext cx="1763141" cy="1569462"/>
          </a:xfrm>
          <a:custGeom>
            <a:avLst/>
            <a:gdLst>
              <a:gd name="connsiteX0" fmla="*/ 24571 w 1747996"/>
              <a:gd name="connsiteY0" fmla="*/ 270309 h 1555980"/>
              <a:gd name="connsiteX1" fmla="*/ 718292 w 1747996"/>
              <a:gd name="connsiteY1" fmla="*/ 1466382 h 1555980"/>
              <a:gd name="connsiteX2" fmla="*/ 1029704 w 1747996"/>
              <a:gd name="connsiteY2" fmla="*/ 1466382 h 1555980"/>
              <a:gd name="connsiteX3" fmla="*/ 1723425 w 1747996"/>
              <a:gd name="connsiteY3" fmla="*/ 270309 h 1555980"/>
              <a:gd name="connsiteX4" fmla="*/ 1567719 w 1747996"/>
              <a:gd name="connsiteY4" fmla="*/ 0 h 1555980"/>
              <a:gd name="connsiteX5" fmla="*/ 180277 w 1747996"/>
              <a:gd name="connsiteY5" fmla="*/ 0 h 1555980"/>
              <a:gd name="connsiteX6" fmla="*/ 24571 w 1747996"/>
              <a:gd name="connsiteY6" fmla="*/ 270309 h 155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7996" h="1555980">
                <a:moveTo>
                  <a:pt x="24571" y="270309"/>
                </a:moveTo>
                <a:lnTo>
                  <a:pt x="718292" y="1466382"/>
                </a:lnTo>
                <a:cubicBezTo>
                  <a:pt x="787581" y="1585846"/>
                  <a:pt x="960415" y="1585846"/>
                  <a:pt x="1029704" y="1466382"/>
                </a:cubicBezTo>
                <a:lnTo>
                  <a:pt x="1723425" y="270309"/>
                </a:lnTo>
                <a:cubicBezTo>
                  <a:pt x="1793035" y="150292"/>
                  <a:pt x="1706463" y="0"/>
                  <a:pt x="1567719" y="0"/>
                </a:cubicBezTo>
                <a:lnTo>
                  <a:pt x="180277" y="0"/>
                </a:lnTo>
                <a:cubicBezTo>
                  <a:pt x="41534" y="0"/>
                  <a:pt x="-45039" y="150292"/>
                  <a:pt x="24571" y="270309"/>
                </a:cubicBezTo>
              </a:path>
            </a:pathLst>
          </a:cu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a:off x="5821482" y="2995867"/>
            <a:ext cx="558889" cy="616728"/>
          </a:xfrm>
          <a:custGeom>
            <a:avLst/>
            <a:gdLst>
              <a:gd name="connsiteX0" fmla="*/ 58568 w 558889"/>
              <a:gd name="connsiteY0" fmla="*/ 418494 h 616728"/>
              <a:gd name="connsiteX1" fmla="*/ 102621 w 558889"/>
              <a:gd name="connsiteY1" fmla="*/ 418494 h 616728"/>
              <a:gd name="connsiteX2" fmla="*/ 146673 w 558889"/>
              <a:gd name="connsiteY2" fmla="*/ 462546 h 616728"/>
              <a:gd name="connsiteX3" fmla="*/ 146673 w 558889"/>
              <a:gd name="connsiteY3" fmla="*/ 572677 h 616728"/>
              <a:gd name="connsiteX4" fmla="*/ 102621 w 558889"/>
              <a:gd name="connsiteY4" fmla="*/ 616728 h 616728"/>
              <a:gd name="connsiteX5" fmla="*/ 58568 w 558889"/>
              <a:gd name="connsiteY5" fmla="*/ 616728 h 616728"/>
              <a:gd name="connsiteX6" fmla="*/ 14517 w 558889"/>
              <a:gd name="connsiteY6" fmla="*/ 572677 h 616728"/>
              <a:gd name="connsiteX7" fmla="*/ 14517 w 558889"/>
              <a:gd name="connsiteY7" fmla="*/ 462546 h 616728"/>
              <a:gd name="connsiteX8" fmla="*/ 58568 w 558889"/>
              <a:gd name="connsiteY8" fmla="*/ 418494 h 616728"/>
              <a:gd name="connsiteX9" fmla="*/ 256802 w 558889"/>
              <a:gd name="connsiteY9" fmla="*/ 330389 h 616728"/>
              <a:gd name="connsiteX10" fmla="*/ 300855 w 558889"/>
              <a:gd name="connsiteY10" fmla="*/ 330389 h 616728"/>
              <a:gd name="connsiteX11" fmla="*/ 344907 w 558889"/>
              <a:gd name="connsiteY11" fmla="*/ 374441 h 616728"/>
              <a:gd name="connsiteX12" fmla="*/ 344907 w 558889"/>
              <a:gd name="connsiteY12" fmla="*/ 572675 h 616728"/>
              <a:gd name="connsiteX13" fmla="*/ 300855 w 558889"/>
              <a:gd name="connsiteY13" fmla="*/ 616727 h 616728"/>
              <a:gd name="connsiteX14" fmla="*/ 256802 w 558889"/>
              <a:gd name="connsiteY14" fmla="*/ 616727 h 616728"/>
              <a:gd name="connsiteX15" fmla="*/ 212751 w 558889"/>
              <a:gd name="connsiteY15" fmla="*/ 572675 h 616728"/>
              <a:gd name="connsiteX16" fmla="*/ 212751 w 558889"/>
              <a:gd name="connsiteY16" fmla="*/ 374441 h 616728"/>
              <a:gd name="connsiteX17" fmla="*/ 256802 w 558889"/>
              <a:gd name="connsiteY17" fmla="*/ 330389 h 616728"/>
              <a:gd name="connsiteX18" fmla="*/ 455037 w 558889"/>
              <a:gd name="connsiteY18" fmla="*/ 264311 h 616728"/>
              <a:gd name="connsiteX19" fmla="*/ 499090 w 558889"/>
              <a:gd name="connsiteY19" fmla="*/ 264311 h 616728"/>
              <a:gd name="connsiteX20" fmla="*/ 543141 w 558889"/>
              <a:gd name="connsiteY20" fmla="*/ 308363 h 616728"/>
              <a:gd name="connsiteX21" fmla="*/ 543141 w 558889"/>
              <a:gd name="connsiteY21" fmla="*/ 572675 h 616728"/>
              <a:gd name="connsiteX22" fmla="*/ 499090 w 558889"/>
              <a:gd name="connsiteY22" fmla="*/ 616727 h 616728"/>
              <a:gd name="connsiteX23" fmla="*/ 455037 w 558889"/>
              <a:gd name="connsiteY23" fmla="*/ 616727 h 616728"/>
              <a:gd name="connsiteX24" fmla="*/ 410985 w 558889"/>
              <a:gd name="connsiteY24" fmla="*/ 572675 h 616728"/>
              <a:gd name="connsiteX25" fmla="*/ 410985 w 558889"/>
              <a:gd name="connsiteY25" fmla="*/ 308363 h 616728"/>
              <a:gd name="connsiteX26" fmla="*/ 455037 w 558889"/>
              <a:gd name="connsiteY26" fmla="*/ 264311 h 616728"/>
              <a:gd name="connsiteX27" fmla="*/ 411976 w 558889"/>
              <a:gd name="connsiteY27" fmla="*/ 0 h 616728"/>
              <a:gd name="connsiteX28" fmla="*/ 525851 w 558889"/>
              <a:gd name="connsiteY28" fmla="*/ 0 h 616728"/>
              <a:gd name="connsiteX29" fmla="*/ 558889 w 558889"/>
              <a:gd name="connsiteY29" fmla="*/ 33038 h 616728"/>
              <a:gd name="connsiteX30" fmla="*/ 558889 w 558889"/>
              <a:gd name="connsiteY30" fmla="*/ 146913 h 616728"/>
              <a:gd name="connsiteX31" fmla="*/ 525851 w 558889"/>
              <a:gd name="connsiteY31" fmla="*/ 179952 h 616728"/>
              <a:gd name="connsiteX32" fmla="*/ 492811 w 558889"/>
              <a:gd name="connsiteY32" fmla="*/ 146913 h 616728"/>
              <a:gd name="connsiteX33" fmla="*/ 492811 w 558889"/>
              <a:gd name="connsiteY33" fmla="*/ 112416 h 616728"/>
              <a:gd name="connsiteX34" fmla="*/ 391601 w 558889"/>
              <a:gd name="connsiteY34" fmla="*/ 197242 h 616728"/>
              <a:gd name="connsiteX35" fmla="*/ 217817 w 558889"/>
              <a:gd name="connsiteY35" fmla="*/ 198233 h 616728"/>
              <a:gd name="connsiteX36" fmla="*/ 127400 w 558889"/>
              <a:gd name="connsiteY36" fmla="*/ 201427 h 616728"/>
              <a:gd name="connsiteX37" fmla="*/ 55815 w 558889"/>
              <a:gd name="connsiteY37" fmla="*/ 270038 h 616728"/>
              <a:gd name="connsiteX38" fmla="*/ 32908 w 558889"/>
              <a:gd name="connsiteY38" fmla="*/ 279179 h 616728"/>
              <a:gd name="connsiteX39" fmla="*/ 0 w 558889"/>
              <a:gd name="connsiteY39" fmla="*/ 246009 h 616728"/>
              <a:gd name="connsiteX40" fmla="*/ 10110 w 558889"/>
              <a:gd name="connsiteY40" fmla="*/ 222352 h 616728"/>
              <a:gd name="connsiteX41" fmla="*/ 81475 w 558889"/>
              <a:gd name="connsiteY41" fmla="*/ 154181 h 616728"/>
              <a:gd name="connsiteX42" fmla="*/ 260657 w 558889"/>
              <a:gd name="connsiteY42" fmla="*/ 148234 h 616728"/>
              <a:gd name="connsiteX43" fmla="*/ 348761 w 558889"/>
              <a:gd name="connsiteY43" fmla="*/ 147463 h 616728"/>
              <a:gd name="connsiteX44" fmla="*/ 445402 w 558889"/>
              <a:gd name="connsiteY44" fmla="*/ 66078 h 616728"/>
              <a:gd name="connsiteX45" fmla="*/ 411976 w 558889"/>
              <a:gd name="connsiteY45" fmla="*/ 66078 h 616728"/>
              <a:gd name="connsiteX46" fmla="*/ 378937 w 558889"/>
              <a:gd name="connsiteY46" fmla="*/ 33038 h 616728"/>
              <a:gd name="connsiteX47" fmla="*/ 411976 w 558889"/>
              <a:gd name="connsiteY47" fmla="*/ 0 h 61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8889" h="616728">
                <a:moveTo>
                  <a:pt x="58568" y="418494"/>
                </a:moveTo>
                <a:lnTo>
                  <a:pt x="102621" y="418494"/>
                </a:lnTo>
                <a:cubicBezTo>
                  <a:pt x="131989" y="418494"/>
                  <a:pt x="146673" y="433178"/>
                  <a:pt x="146673" y="462546"/>
                </a:cubicBezTo>
                <a:lnTo>
                  <a:pt x="146673" y="572677"/>
                </a:lnTo>
                <a:cubicBezTo>
                  <a:pt x="146673" y="602044"/>
                  <a:pt x="131989" y="616728"/>
                  <a:pt x="102621" y="616728"/>
                </a:cubicBezTo>
                <a:lnTo>
                  <a:pt x="58568" y="616728"/>
                </a:lnTo>
                <a:cubicBezTo>
                  <a:pt x="29201" y="616728"/>
                  <a:pt x="14517" y="602044"/>
                  <a:pt x="14517" y="572677"/>
                </a:cubicBezTo>
                <a:lnTo>
                  <a:pt x="14517" y="462546"/>
                </a:lnTo>
                <a:cubicBezTo>
                  <a:pt x="14517" y="433178"/>
                  <a:pt x="29201" y="418494"/>
                  <a:pt x="58568" y="418494"/>
                </a:cubicBezTo>
                <a:close/>
                <a:moveTo>
                  <a:pt x="256802" y="330389"/>
                </a:moveTo>
                <a:lnTo>
                  <a:pt x="300855" y="330389"/>
                </a:lnTo>
                <a:cubicBezTo>
                  <a:pt x="330223" y="330389"/>
                  <a:pt x="344907" y="345073"/>
                  <a:pt x="344907" y="374441"/>
                </a:cubicBezTo>
                <a:lnTo>
                  <a:pt x="344907" y="572675"/>
                </a:lnTo>
                <a:cubicBezTo>
                  <a:pt x="344907" y="602044"/>
                  <a:pt x="330223" y="616727"/>
                  <a:pt x="300855" y="616727"/>
                </a:cubicBezTo>
                <a:lnTo>
                  <a:pt x="256802" y="616727"/>
                </a:lnTo>
                <a:cubicBezTo>
                  <a:pt x="227435" y="616727"/>
                  <a:pt x="212751" y="602044"/>
                  <a:pt x="212751" y="572675"/>
                </a:cubicBezTo>
                <a:lnTo>
                  <a:pt x="212751" y="374441"/>
                </a:lnTo>
                <a:cubicBezTo>
                  <a:pt x="212751" y="345073"/>
                  <a:pt x="227435" y="330389"/>
                  <a:pt x="256802" y="330389"/>
                </a:cubicBezTo>
                <a:close/>
                <a:moveTo>
                  <a:pt x="455037" y="264311"/>
                </a:moveTo>
                <a:lnTo>
                  <a:pt x="499090" y="264311"/>
                </a:lnTo>
                <a:cubicBezTo>
                  <a:pt x="528457" y="264311"/>
                  <a:pt x="543141" y="278995"/>
                  <a:pt x="543141" y="308363"/>
                </a:cubicBezTo>
                <a:lnTo>
                  <a:pt x="543141" y="572675"/>
                </a:lnTo>
                <a:cubicBezTo>
                  <a:pt x="543141" y="602044"/>
                  <a:pt x="528457" y="616727"/>
                  <a:pt x="499090" y="616727"/>
                </a:cubicBezTo>
                <a:lnTo>
                  <a:pt x="455037" y="616727"/>
                </a:lnTo>
                <a:cubicBezTo>
                  <a:pt x="425669" y="616727"/>
                  <a:pt x="410985" y="602044"/>
                  <a:pt x="410985" y="572675"/>
                </a:cubicBezTo>
                <a:lnTo>
                  <a:pt x="410985" y="308363"/>
                </a:lnTo>
                <a:cubicBezTo>
                  <a:pt x="410985" y="278995"/>
                  <a:pt x="425669" y="264311"/>
                  <a:pt x="455037" y="264311"/>
                </a:cubicBezTo>
                <a:close/>
                <a:moveTo>
                  <a:pt x="411976" y="0"/>
                </a:moveTo>
                <a:lnTo>
                  <a:pt x="525851" y="0"/>
                </a:lnTo>
                <a:cubicBezTo>
                  <a:pt x="544098" y="0"/>
                  <a:pt x="558889" y="14792"/>
                  <a:pt x="558889" y="33038"/>
                </a:cubicBezTo>
                <a:lnTo>
                  <a:pt x="558889" y="146913"/>
                </a:lnTo>
                <a:cubicBezTo>
                  <a:pt x="558889" y="165160"/>
                  <a:pt x="544098" y="179952"/>
                  <a:pt x="525851" y="179952"/>
                </a:cubicBezTo>
                <a:cubicBezTo>
                  <a:pt x="507604" y="179952"/>
                  <a:pt x="492811" y="165160"/>
                  <a:pt x="492811" y="146913"/>
                </a:cubicBezTo>
                <a:lnTo>
                  <a:pt x="492811" y="112416"/>
                </a:lnTo>
                <a:lnTo>
                  <a:pt x="391601" y="197242"/>
                </a:lnTo>
                <a:cubicBezTo>
                  <a:pt x="341800" y="240264"/>
                  <a:pt x="268107" y="240685"/>
                  <a:pt x="217817" y="198233"/>
                </a:cubicBezTo>
                <a:cubicBezTo>
                  <a:pt x="191426" y="175643"/>
                  <a:pt x="152130" y="177031"/>
                  <a:pt x="127400" y="201427"/>
                </a:cubicBezTo>
                <a:lnTo>
                  <a:pt x="55815" y="270038"/>
                </a:lnTo>
                <a:cubicBezTo>
                  <a:pt x="49646" y="275928"/>
                  <a:pt x="41437" y="279204"/>
                  <a:pt x="32908" y="279179"/>
                </a:cubicBezTo>
                <a:cubicBezTo>
                  <a:pt x="14661" y="279107"/>
                  <a:pt x="-72" y="264256"/>
                  <a:pt x="0" y="246009"/>
                </a:cubicBezTo>
                <a:cubicBezTo>
                  <a:pt x="36" y="237081"/>
                  <a:pt x="3682" y="228548"/>
                  <a:pt x="10110" y="222352"/>
                </a:cubicBezTo>
                <a:lnTo>
                  <a:pt x="81475" y="154181"/>
                </a:lnTo>
                <a:cubicBezTo>
                  <a:pt x="130522" y="105797"/>
                  <a:pt x="208510" y="103208"/>
                  <a:pt x="260657" y="148234"/>
                </a:cubicBezTo>
                <a:cubicBezTo>
                  <a:pt x="286134" y="169913"/>
                  <a:pt x="323667" y="169585"/>
                  <a:pt x="348761" y="147463"/>
                </a:cubicBezTo>
                <a:lnTo>
                  <a:pt x="445402" y="66078"/>
                </a:lnTo>
                <a:lnTo>
                  <a:pt x="411976" y="66078"/>
                </a:lnTo>
                <a:cubicBezTo>
                  <a:pt x="393729" y="66078"/>
                  <a:pt x="378937" y="51285"/>
                  <a:pt x="378937" y="33038"/>
                </a:cubicBezTo>
                <a:cubicBezTo>
                  <a:pt x="378937" y="14792"/>
                  <a:pt x="393729" y="0"/>
                  <a:pt x="411976" y="0"/>
                </a:cubicBezTo>
                <a:close/>
              </a:path>
            </a:pathLst>
          </a:custGeom>
          <a:solidFill>
            <a:schemeClr val="accent1"/>
          </a:solidFill>
          <a:ln w="567"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椭圆 89"/>
          <p:cNvSpPr/>
          <p:nvPr/>
        </p:nvSpPr>
        <p:spPr>
          <a:xfrm>
            <a:off x="3607722" y="1590304"/>
            <a:ext cx="990164" cy="990164"/>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7602738" y="1590304"/>
            <a:ext cx="990164" cy="990164"/>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5605230" y="5354967"/>
            <a:ext cx="990164" cy="990164"/>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410448" y="2032121"/>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指标破局</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5" name="文本框 94"/>
          <p:cNvSpPr txBox="1"/>
          <p:nvPr/>
        </p:nvSpPr>
        <p:spPr>
          <a:xfrm rot="3596499">
            <a:off x="4143183" y="3386060"/>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人效跃迁</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文本框 95"/>
          <p:cNvSpPr txBox="1"/>
          <p:nvPr/>
        </p:nvSpPr>
        <p:spPr>
          <a:xfrm rot="18003501" flipH="1">
            <a:off x="6126473" y="3857862"/>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资源复利</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图形 97"/>
          <p:cNvSpPr/>
          <p:nvPr/>
        </p:nvSpPr>
        <p:spPr>
          <a:xfrm>
            <a:off x="7887019" y="1903126"/>
            <a:ext cx="423107" cy="405975"/>
          </a:xfrm>
          <a:custGeom>
            <a:avLst/>
            <a:gdLst>
              <a:gd name="connsiteX0" fmla="*/ 3548 w 398896"/>
              <a:gd name="connsiteY0" fmla="*/ 251712 h 382744"/>
              <a:gd name="connsiteX1" fmla="*/ 72306 w 398896"/>
              <a:gd name="connsiteY1" fmla="*/ 284719 h 382744"/>
              <a:gd name="connsiteX2" fmla="*/ 199449 w 398896"/>
              <a:gd name="connsiteY2" fmla="*/ 346298 h 382744"/>
              <a:gd name="connsiteX3" fmla="*/ 322060 w 398896"/>
              <a:gd name="connsiteY3" fmla="*/ 286894 h 382744"/>
              <a:gd name="connsiteX4" fmla="*/ 395387 w 398896"/>
              <a:gd name="connsiteY4" fmla="*/ 251774 h 382744"/>
              <a:gd name="connsiteX5" fmla="*/ 378331 w 398896"/>
              <a:gd name="connsiteY5" fmla="*/ 300160 h 382744"/>
              <a:gd name="connsiteX6" fmla="*/ 215339 w 398896"/>
              <a:gd name="connsiteY6" fmla="*/ 379098 h 382744"/>
              <a:gd name="connsiteX7" fmla="*/ 183559 w 398896"/>
              <a:gd name="connsiteY7" fmla="*/ 379098 h 382744"/>
              <a:gd name="connsiteX8" fmla="*/ 20567 w 398896"/>
              <a:gd name="connsiteY8" fmla="*/ 300159 h 382744"/>
              <a:gd name="connsiteX9" fmla="*/ 3548 w 398896"/>
              <a:gd name="connsiteY9" fmla="*/ 251712 h 382744"/>
              <a:gd name="connsiteX10" fmla="*/ 395229 w 398896"/>
              <a:gd name="connsiteY10" fmla="*/ 175446 h 382744"/>
              <a:gd name="connsiteX11" fmla="*/ 378358 w 398896"/>
              <a:gd name="connsiteY11" fmla="*/ 224147 h 382744"/>
              <a:gd name="connsiteX12" fmla="*/ 378331 w 398896"/>
              <a:gd name="connsiteY12" fmla="*/ 224160 h 382744"/>
              <a:gd name="connsiteX13" fmla="*/ 215327 w 398896"/>
              <a:gd name="connsiteY13" fmla="*/ 303099 h 382744"/>
              <a:gd name="connsiteX14" fmla="*/ 183547 w 398896"/>
              <a:gd name="connsiteY14" fmla="*/ 303099 h 382744"/>
              <a:gd name="connsiteX15" fmla="*/ 20567 w 398896"/>
              <a:gd name="connsiteY15" fmla="*/ 224160 h 382744"/>
              <a:gd name="connsiteX16" fmla="*/ 2819 w 398896"/>
              <a:gd name="connsiteY16" fmla="*/ 177366 h 382744"/>
              <a:gd name="connsiteX17" fmla="*/ 183341 w 398896"/>
              <a:gd name="connsiteY17" fmla="*/ 262513 h 382744"/>
              <a:gd name="connsiteX18" fmla="*/ 199449 w 398896"/>
              <a:gd name="connsiteY18" fmla="*/ 270312 h 382744"/>
              <a:gd name="connsiteX19" fmla="*/ 362441 w 398896"/>
              <a:gd name="connsiteY19" fmla="*/ 191373 h 382744"/>
              <a:gd name="connsiteX20" fmla="*/ 362355 w 398896"/>
              <a:gd name="connsiteY20" fmla="*/ 191336 h 382744"/>
              <a:gd name="connsiteX21" fmla="*/ 395228 w 398896"/>
              <a:gd name="connsiteY21" fmla="*/ 175458 h 382744"/>
              <a:gd name="connsiteX22" fmla="*/ 215339 w 398896"/>
              <a:gd name="connsiteY22" fmla="*/ 3634 h 382744"/>
              <a:gd name="connsiteX23" fmla="*/ 378319 w 398896"/>
              <a:gd name="connsiteY23" fmla="*/ 82561 h 382744"/>
              <a:gd name="connsiteX24" fmla="*/ 395233 w 398896"/>
              <a:gd name="connsiteY24" fmla="*/ 131246 h 382744"/>
              <a:gd name="connsiteX25" fmla="*/ 378319 w 398896"/>
              <a:gd name="connsiteY25" fmla="*/ 148161 h 382744"/>
              <a:gd name="connsiteX26" fmla="*/ 215339 w 398896"/>
              <a:gd name="connsiteY26" fmla="*/ 227101 h 382744"/>
              <a:gd name="connsiteX27" fmla="*/ 183559 w 398896"/>
              <a:gd name="connsiteY27" fmla="*/ 227101 h 382744"/>
              <a:gd name="connsiteX28" fmla="*/ 20567 w 398896"/>
              <a:gd name="connsiteY28" fmla="*/ 148162 h 382744"/>
              <a:gd name="connsiteX29" fmla="*/ 3653 w 398896"/>
              <a:gd name="connsiteY29" fmla="*/ 99476 h 382744"/>
              <a:gd name="connsiteX30" fmla="*/ 20567 w 398896"/>
              <a:gd name="connsiteY30" fmla="*/ 82561 h 382744"/>
              <a:gd name="connsiteX31" fmla="*/ 183559 w 398896"/>
              <a:gd name="connsiteY31" fmla="*/ 3646 h 382744"/>
              <a:gd name="connsiteX32" fmla="*/ 215339 w 398896"/>
              <a:gd name="connsiteY32" fmla="*/ 3646 h 3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896" h="382744">
                <a:moveTo>
                  <a:pt x="3548" y="251712"/>
                </a:moveTo>
                <a:lnTo>
                  <a:pt x="72306" y="284719"/>
                </a:lnTo>
                <a:lnTo>
                  <a:pt x="199449" y="346298"/>
                </a:lnTo>
                <a:lnTo>
                  <a:pt x="322060" y="286894"/>
                </a:lnTo>
                <a:lnTo>
                  <a:pt x="395387" y="251774"/>
                </a:lnTo>
                <a:cubicBezTo>
                  <a:pt x="403939" y="269850"/>
                  <a:pt x="396328" y="291442"/>
                  <a:pt x="378331" y="300160"/>
                </a:cubicBezTo>
                <a:lnTo>
                  <a:pt x="215339" y="379098"/>
                </a:lnTo>
                <a:cubicBezTo>
                  <a:pt x="205303" y="383960"/>
                  <a:pt x="193595" y="383960"/>
                  <a:pt x="183559" y="379098"/>
                </a:cubicBezTo>
                <a:lnTo>
                  <a:pt x="20567" y="300159"/>
                </a:lnTo>
                <a:cubicBezTo>
                  <a:pt x="2549" y="291427"/>
                  <a:pt x="-5051" y="269794"/>
                  <a:pt x="3548" y="251712"/>
                </a:cubicBezTo>
                <a:close/>
                <a:moveTo>
                  <a:pt x="395229" y="175446"/>
                </a:moveTo>
                <a:cubicBezTo>
                  <a:pt x="404018" y="193553"/>
                  <a:pt x="396465" y="215357"/>
                  <a:pt x="378358" y="224147"/>
                </a:cubicBezTo>
                <a:cubicBezTo>
                  <a:pt x="378349" y="224151"/>
                  <a:pt x="378340" y="224156"/>
                  <a:pt x="378331" y="224160"/>
                </a:cubicBezTo>
                <a:lnTo>
                  <a:pt x="215327" y="303099"/>
                </a:lnTo>
                <a:cubicBezTo>
                  <a:pt x="205291" y="307961"/>
                  <a:pt x="193582" y="307961"/>
                  <a:pt x="183547" y="303099"/>
                </a:cubicBezTo>
                <a:lnTo>
                  <a:pt x="20567" y="224160"/>
                </a:lnTo>
                <a:cubicBezTo>
                  <a:pt x="3183" y="215732"/>
                  <a:pt x="-4603" y="195203"/>
                  <a:pt x="2819" y="177366"/>
                </a:cubicBezTo>
                <a:lnTo>
                  <a:pt x="183341" y="262513"/>
                </a:lnTo>
                <a:lnTo>
                  <a:pt x="199449" y="270312"/>
                </a:lnTo>
                <a:lnTo>
                  <a:pt x="362441" y="191373"/>
                </a:lnTo>
                <a:lnTo>
                  <a:pt x="362355" y="191336"/>
                </a:lnTo>
                <a:lnTo>
                  <a:pt x="395228" y="175458"/>
                </a:lnTo>
                <a:close/>
                <a:moveTo>
                  <a:pt x="215339" y="3634"/>
                </a:moveTo>
                <a:lnTo>
                  <a:pt x="378319" y="82561"/>
                </a:lnTo>
                <a:cubicBezTo>
                  <a:pt x="396434" y="91334"/>
                  <a:pt x="404006" y="113132"/>
                  <a:pt x="395233" y="131246"/>
                </a:cubicBezTo>
                <a:cubicBezTo>
                  <a:pt x="391658" y="138627"/>
                  <a:pt x="385699" y="144586"/>
                  <a:pt x="378319" y="148161"/>
                </a:cubicBezTo>
                <a:lnTo>
                  <a:pt x="215339" y="227101"/>
                </a:lnTo>
                <a:cubicBezTo>
                  <a:pt x="205303" y="231962"/>
                  <a:pt x="193595" y="231962"/>
                  <a:pt x="183559" y="227101"/>
                </a:cubicBezTo>
                <a:lnTo>
                  <a:pt x="20567" y="148162"/>
                </a:lnTo>
                <a:cubicBezTo>
                  <a:pt x="2452" y="139388"/>
                  <a:pt x="-5121" y="117591"/>
                  <a:pt x="3653" y="99476"/>
                </a:cubicBezTo>
                <a:cubicBezTo>
                  <a:pt x="7227" y="92095"/>
                  <a:pt x="13187" y="86136"/>
                  <a:pt x="20567" y="82561"/>
                </a:cubicBezTo>
                <a:lnTo>
                  <a:pt x="183559" y="3646"/>
                </a:lnTo>
                <a:cubicBezTo>
                  <a:pt x="193595" y="-1215"/>
                  <a:pt x="205303" y="-1215"/>
                  <a:pt x="215339" y="3646"/>
                </a:cubicBezTo>
                <a:close/>
              </a:path>
            </a:pathLst>
          </a:custGeom>
          <a:solidFill>
            <a:schemeClr val="bg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图形 99"/>
          <p:cNvSpPr/>
          <p:nvPr/>
        </p:nvSpPr>
        <p:spPr>
          <a:xfrm>
            <a:off x="3887548" y="1892880"/>
            <a:ext cx="443816" cy="388304"/>
          </a:xfrm>
          <a:custGeom>
            <a:avLst/>
            <a:gdLst>
              <a:gd name="connsiteX0" fmla="*/ 303545 w 418420"/>
              <a:gd name="connsiteY0" fmla="*/ 130838 h 366084"/>
              <a:gd name="connsiteX1" fmla="*/ 233416 w 418420"/>
              <a:gd name="connsiteY1" fmla="*/ 130838 h 366084"/>
              <a:gd name="connsiteX2" fmla="*/ 214837 w 418420"/>
              <a:gd name="connsiteY2" fmla="*/ 148370 h 366084"/>
              <a:gd name="connsiteX3" fmla="*/ 233416 w 418420"/>
              <a:gd name="connsiteY3" fmla="*/ 165902 h 366084"/>
              <a:gd name="connsiteX4" fmla="*/ 261677 w 418420"/>
              <a:gd name="connsiteY4" fmla="*/ 165902 h 366084"/>
              <a:gd name="connsiteX5" fmla="*/ 221379 w 418420"/>
              <a:gd name="connsiteY5" fmla="*/ 221378 h 366084"/>
              <a:gd name="connsiteX6" fmla="*/ 220594 w 418420"/>
              <a:gd name="connsiteY6" fmla="*/ 222163 h 366084"/>
              <a:gd name="connsiteX7" fmla="*/ 202015 w 418420"/>
              <a:gd name="connsiteY7" fmla="*/ 223471 h 366084"/>
              <a:gd name="connsiteX8" fmla="*/ 161717 w 418420"/>
              <a:gd name="connsiteY8" fmla="*/ 187883 h 366084"/>
              <a:gd name="connsiteX9" fmla="*/ 125606 w 418420"/>
              <a:gd name="connsiteY9" fmla="*/ 189453 h 366084"/>
              <a:gd name="connsiteX10" fmla="*/ 83214 w 418420"/>
              <a:gd name="connsiteY10" fmla="*/ 233938 h 366084"/>
              <a:gd name="connsiteX11" fmla="*/ 78504 w 418420"/>
              <a:gd name="connsiteY11" fmla="*/ 247022 h 366084"/>
              <a:gd name="connsiteX12" fmla="*/ 84784 w 418420"/>
              <a:gd name="connsiteY12" fmla="*/ 259321 h 366084"/>
              <a:gd name="connsiteX13" fmla="*/ 97345 w 418420"/>
              <a:gd name="connsiteY13" fmla="*/ 264031 h 366084"/>
              <a:gd name="connsiteX14" fmla="*/ 110952 w 418420"/>
              <a:gd name="connsiteY14" fmla="*/ 258274 h 366084"/>
              <a:gd name="connsiteX15" fmla="*/ 136596 w 418420"/>
              <a:gd name="connsiteY15" fmla="*/ 231321 h 366084"/>
              <a:gd name="connsiteX16" fmla="*/ 154390 w 418420"/>
              <a:gd name="connsiteY16" fmla="*/ 230536 h 366084"/>
              <a:gd name="connsiteX17" fmla="*/ 194165 w 418420"/>
              <a:gd name="connsiteY17" fmla="*/ 265601 h 366084"/>
              <a:gd name="connsiteX18" fmla="*/ 195473 w 418420"/>
              <a:gd name="connsiteY18" fmla="*/ 266647 h 366084"/>
              <a:gd name="connsiteX19" fmla="*/ 232108 w 418420"/>
              <a:gd name="connsiteY19" fmla="*/ 261937 h 366084"/>
              <a:gd name="connsiteX20" fmla="*/ 284704 w 418420"/>
              <a:gd name="connsiteY20" fmla="*/ 194163 h 366084"/>
              <a:gd name="connsiteX21" fmla="*/ 284704 w 418420"/>
              <a:gd name="connsiteY21" fmla="*/ 221901 h 366084"/>
              <a:gd name="connsiteX22" fmla="*/ 303283 w 418420"/>
              <a:gd name="connsiteY22" fmla="*/ 239433 h 366084"/>
              <a:gd name="connsiteX23" fmla="*/ 322386 w 418420"/>
              <a:gd name="connsiteY23" fmla="*/ 221901 h 366084"/>
              <a:gd name="connsiteX24" fmla="*/ 322386 w 418420"/>
              <a:gd name="connsiteY24" fmla="*/ 147847 h 366084"/>
              <a:gd name="connsiteX25" fmla="*/ 321862 w 418420"/>
              <a:gd name="connsiteY25" fmla="*/ 144183 h 366084"/>
              <a:gd name="connsiteX26" fmla="*/ 320816 w 418420"/>
              <a:gd name="connsiteY26" fmla="*/ 141567 h 366084"/>
              <a:gd name="connsiteX27" fmla="*/ 319246 w 418420"/>
              <a:gd name="connsiteY27" fmla="*/ 138950 h 366084"/>
              <a:gd name="connsiteX28" fmla="*/ 316891 w 418420"/>
              <a:gd name="connsiteY28" fmla="*/ 136333 h 366084"/>
              <a:gd name="connsiteX29" fmla="*/ 316629 w 418420"/>
              <a:gd name="connsiteY29" fmla="*/ 135548 h 366084"/>
              <a:gd name="connsiteX30" fmla="*/ 313750 w 418420"/>
              <a:gd name="connsiteY30" fmla="*/ 133978 h 366084"/>
              <a:gd name="connsiteX31" fmla="*/ 310349 w 418420"/>
              <a:gd name="connsiteY31" fmla="*/ 132408 h 366084"/>
              <a:gd name="connsiteX32" fmla="*/ 306947 w 418420"/>
              <a:gd name="connsiteY32" fmla="*/ 131361 h 366084"/>
              <a:gd name="connsiteX33" fmla="*/ 303545 w 418420"/>
              <a:gd name="connsiteY33" fmla="*/ 130838 h 366084"/>
              <a:gd name="connsiteX34" fmla="*/ 171137 w 418420"/>
              <a:gd name="connsiteY34" fmla="*/ 0 h 366084"/>
              <a:gd name="connsiteX35" fmla="*/ 209342 w 418420"/>
              <a:gd name="connsiteY35" fmla="*/ 38466 h 366084"/>
              <a:gd name="connsiteX36" fmla="*/ 222426 w 418420"/>
              <a:gd name="connsiteY36" fmla="*/ 57830 h 366084"/>
              <a:gd name="connsiteX37" fmla="*/ 380478 w 418420"/>
              <a:gd name="connsiteY37" fmla="*/ 57830 h 366084"/>
              <a:gd name="connsiteX38" fmla="*/ 418421 w 418420"/>
              <a:gd name="connsiteY38" fmla="*/ 96297 h 366084"/>
              <a:gd name="connsiteX39" fmla="*/ 418421 w 418420"/>
              <a:gd name="connsiteY39" fmla="*/ 327618 h 366084"/>
              <a:gd name="connsiteX40" fmla="*/ 380478 w 418420"/>
              <a:gd name="connsiteY40" fmla="*/ 366084 h 366084"/>
              <a:gd name="connsiteX41" fmla="*/ 38206 w 418420"/>
              <a:gd name="connsiteY41" fmla="*/ 366084 h 366084"/>
              <a:gd name="connsiteX42" fmla="*/ 11253 w 418420"/>
              <a:gd name="connsiteY42" fmla="*/ 354832 h 366084"/>
              <a:gd name="connsiteX43" fmla="*/ 1 w 418420"/>
              <a:gd name="connsiteY43" fmla="*/ 327880 h 366084"/>
              <a:gd name="connsiteX44" fmla="*/ 1 w 418420"/>
              <a:gd name="connsiteY44" fmla="*/ 38466 h 366084"/>
              <a:gd name="connsiteX45" fmla="*/ 37944 w 418420"/>
              <a:gd name="connsiteY45" fmla="*/ 0 h 366084"/>
              <a:gd name="connsiteX46" fmla="*/ 171137 w 418420"/>
              <a:gd name="connsiteY46" fmla="*/ 0 h 3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420" h="366084">
                <a:moveTo>
                  <a:pt x="303545" y="130838"/>
                </a:moveTo>
                <a:lnTo>
                  <a:pt x="233416" y="130838"/>
                </a:lnTo>
                <a:cubicBezTo>
                  <a:pt x="222949" y="130838"/>
                  <a:pt x="214837" y="138688"/>
                  <a:pt x="214837" y="148370"/>
                </a:cubicBezTo>
                <a:cubicBezTo>
                  <a:pt x="214837" y="158052"/>
                  <a:pt x="223211" y="165902"/>
                  <a:pt x="233416" y="165902"/>
                </a:cubicBezTo>
                <a:lnTo>
                  <a:pt x="261677" y="165902"/>
                </a:lnTo>
                <a:lnTo>
                  <a:pt x="221379" y="221378"/>
                </a:lnTo>
                <a:lnTo>
                  <a:pt x="220594" y="222163"/>
                </a:lnTo>
                <a:cubicBezTo>
                  <a:pt x="215884" y="227658"/>
                  <a:pt x="207510" y="228181"/>
                  <a:pt x="202015" y="223471"/>
                </a:cubicBezTo>
                <a:lnTo>
                  <a:pt x="161717" y="187883"/>
                </a:lnTo>
                <a:cubicBezTo>
                  <a:pt x="151203" y="178646"/>
                  <a:pt x="135278" y="179339"/>
                  <a:pt x="125606" y="189453"/>
                </a:cubicBezTo>
                <a:lnTo>
                  <a:pt x="83214" y="233938"/>
                </a:lnTo>
                <a:cubicBezTo>
                  <a:pt x="80074" y="237863"/>
                  <a:pt x="78504" y="242312"/>
                  <a:pt x="78504" y="247022"/>
                </a:cubicBezTo>
                <a:cubicBezTo>
                  <a:pt x="79027" y="251732"/>
                  <a:pt x="81121" y="255919"/>
                  <a:pt x="84784" y="259321"/>
                </a:cubicBezTo>
                <a:cubicBezTo>
                  <a:pt x="88186" y="262461"/>
                  <a:pt x="92634" y="264031"/>
                  <a:pt x="97345" y="264031"/>
                </a:cubicBezTo>
                <a:cubicBezTo>
                  <a:pt x="102578" y="264031"/>
                  <a:pt x="107550" y="261937"/>
                  <a:pt x="110952" y="258274"/>
                </a:cubicBezTo>
                <a:lnTo>
                  <a:pt x="136596" y="231321"/>
                </a:lnTo>
                <a:cubicBezTo>
                  <a:pt x="141044" y="226088"/>
                  <a:pt x="149156" y="225826"/>
                  <a:pt x="154390" y="230536"/>
                </a:cubicBezTo>
                <a:lnTo>
                  <a:pt x="194165" y="265601"/>
                </a:lnTo>
                <a:cubicBezTo>
                  <a:pt x="194688" y="265862"/>
                  <a:pt x="194950" y="266386"/>
                  <a:pt x="195473" y="266647"/>
                </a:cubicBezTo>
                <a:cubicBezTo>
                  <a:pt x="206987" y="275544"/>
                  <a:pt x="223211" y="273451"/>
                  <a:pt x="232108" y="261937"/>
                </a:cubicBezTo>
                <a:lnTo>
                  <a:pt x="284704" y="194163"/>
                </a:lnTo>
                <a:lnTo>
                  <a:pt x="284704" y="221901"/>
                </a:lnTo>
                <a:cubicBezTo>
                  <a:pt x="284704" y="231583"/>
                  <a:pt x="293078" y="239433"/>
                  <a:pt x="303283" y="239433"/>
                </a:cubicBezTo>
                <a:cubicBezTo>
                  <a:pt x="313489" y="239172"/>
                  <a:pt x="321862" y="231583"/>
                  <a:pt x="322386" y="221901"/>
                </a:cubicBezTo>
                <a:lnTo>
                  <a:pt x="322386" y="147847"/>
                </a:lnTo>
                <a:cubicBezTo>
                  <a:pt x="322386" y="146277"/>
                  <a:pt x="321862" y="145230"/>
                  <a:pt x="321862" y="144183"/>
                </a:cubicBezTo>
                <a:cubicBezTo>
                  <a:pt x="321339" y="143660"/>
                  <a:pt x="321339" y="142613"/>
                  <a:pt x="320816" y="141567"/>
                </a:cubicBezTo>
                <a:cubicBezTo>
                  <a:pt x="320292" y="140520"/>
                  <a:pt x="319769" y="139735"/>
                  <a:pt x="319246" y="138950"/>
                </a:cubicBezTo>
                <a:cubicBezTo>
                  <a:pt x="318681" y="137901"/>
                  <a:pt x="317874" y="137004"/>
                  <a:pt x="316891" y="136333"/>
                </a:cubicBezTo>
                <a:lnTo>
                  <a:pt x="316629" y="135548"/>
                </a:lnTo>
                <a:cubicBezTo>
                  <a:pt x="315582" y="135025"/>
                  <a:pt x="314535" y="134501"/>
                  <a:pt x="313750" y="133978"/>
                </a:cubicBezTo>
                <a:cubicBezTo>
                  <a:pt x="312704" y="133455"/>
                  <a:pt x="311657" y="132931"/>
                  <a:pt x="310349" y="132408"/>
                </a:cubicBezTo>
                <a:cubicBezTo>
                  <a:pt x="309302" y="131885"/>
                  <a:pt x="307994" y="131623"/>
                  <a:pt x="306947" y="131361"/>
                </a:cubicBezTo>
                <a:cubicBezTo>
                  <a:pt x="305900" y="130838"/>
                  <a:pt x="304592" y="130838"/>
                  <a:pt x="303545" y="130838"/>
                </a:cubicBezTo>
                <a:close/>
                <a:moveTo>
                  <a:pt x="171137" y="0"/>
                </a:moveTo>
                <a:cubicBezTo>
                  <a:pt x="192333" y="0"/>
                  <a:pt x="195735" y="13084"/>
                  <a:pt x="209342" y="38466"/>
                </a:cubicBezTo>
                <a:lnTo>
                  <a:pt x="222426" y="57830"/>
                </a:lnTo>
                <a:lnTo>
                  <a:pt x="380478" y="57830"/>
                </a:lnTo>
                <a:cubicBezTo>
                  <a:pt x="401412" y="57830"/>
                  <a:pt x="418421" y="75101"/>
                  <a:pt x="418421" y="96297"/>
                </a:cubicBezTo>
                <a:lnTo>
                  <a:pt x="418421" y="327618"/>
                </a:lnTo>
                <a:cubicBezTo>
                  <a:pt x="418421" y="348814"/>
                  <a:pt x="401412" y="366084"/>
                  <a:pt x="380478" y="366084"/>
                </a:cubicBezTo>
                <a:lnTo>
                  <a:pt x="38206" y="366084"/>
                </a:lnTo>
                <a:cubicBezTo>
                  <a:pt x="28001" y="366084"/>
                  <a:pt x="18319" y="361897"/>
                  <a:pt x="11253" y="354832"/>
                </a:cubicBezTo>
                <a:cubicBezTo>
                  <a:pt x="3981" y="347760"/>
                  <a:pt x="-84" y="338023"/>
                  <a:pt x="1" y="327880"/>
                </a:cubicBezTo>
                <a:lnTo>
                  <a:pt x="1" y="38466"/>
                </a:lnTo>
                <a:cubicBezTo>
                  <a:pt x="1" y="17271"/>
                  <a:pt x="17010" y="0"/>
                  <a:pt x="37944" y="0"/>
                </a:cubicBezTo>
                <a:lnTo>
                  <a:pt x="171137" y="0"/>
                </a:lnTo>
                <a:close/>
              </a:path>
            </a:pathLst>
          </a:custGeom>
          <a:solidFill>
            <a:schemeClr val="bg1"/>
          </a:soli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图形 101"/>
          <p:cNvSpPr/>
          <p:nvPr/>
        </p:nvSpPr>
        <p:spPr>
          <a:xfrm>
            <a:off x="5849893" y="5623248"/>
            <a:ext cx="486581" cy="486581"/>
          </a:xfrm>
          <a:custGeom>
            <a:avLst/>
            <a:gdLst>
              <a:gd name="connsiteX0" fmla="*/ 420510 w 458738"/>
              <a:gd name="connsiteY0" fmla="*/ 353611 h 458738"/>
              <a:gd name="connsiteX1" fmla="*/ 431978 w 458738"/>
              <a:gd name="connsiteY1" fmla="*/ 332585 h 458738"/>
              <a:gd name="connsiteX2" fmla="*/ 433890 w 458738"/>
              <a:gd name="connsiteY2" fmla="*/ 326851 h 458738"/>
              <a:gd name="connsiteX3" fmla="*/ 441535 w 458738"/>
              <a:gd name="connsiteY3" fmla="*/ 309648 h 458738"/>
              <a:gd name="connsiteX4" fmla="*/ 443447 w 458738"/>
              <a:gd name="connsiteY4" fmla="*/ 302003 h 458738"/>
              <a:gd name="connsiteX5" fmla="*/ 449181 w 458738"/>
              <a:gd name="connsiteY5" fmla="*/ 286711 h 458738"/>
              <a:gd name="connsiteX6" fmla="*/ 451092 w 458738"/>
              <a:gd name="connsiteY6" fmla="*/ 279066 h 458738"/>
              <a:gd name="connsiteX7" fmla="*/ 454915 w 458738"/>
              <a:gd name="connsiteY7" fmla="*/ 261863 h 458738"/>
              <a:gd name="connsiteX8" fmla="*/ 456827 w 458738"/>
              <a:gd name="connsiteY8" fmla="*/ 254217 h 458738"/>
              <a:gd name="connsiteX9" fmla="*/ 458738 w 458738"/>
              <a:gd name="connsiteY9" fmla="*/ 229369 h 458738"/>
              <a:gd name="connsiteX10" fmla="*/ 229369 w 458738"/>
              <a:gd name="connsiteY10" fmla="*/ 0 h 458738"/>
              <a:gd name="connsiteX11" fmla="*/ 0 w 458738"/>
              <a:gd name="connsiteY11" fmla="*/ 229369 h 458738"/>
              <a:gd name="connsiteX12" fmla="*/ 1911 w 458738"/>
              <a:gd name="connsiteY12" fmla="*/ 254217 h 458738"/>
              <a:gd name="connsiteX13" fmla="*/ 3823 w 458738"/>
              <a:gd name="connsiteY13" fmla="*/ 261863 h 458738"/>
              <a:gd name="connsiteX14" fmla="*/ 5734 w 458738"/>
              <a:gd name="connsiteY14" fmla="*/ 279066 h 458738"/>
              <a:gd name="connsiteX15" fmla="*/ 7646 w 458738"/>
              <a:gd name="connsiteY15" fmla="*/ 286711 h 458738"/>
              <a:gd name="connsiteX16" fmla="*/ 13380 w 458738"/>
              <a:gd name="connsiteY16" fmla="*/ 302003 h 458738"/>
              <a:gd name="connsiteX17" fmla="*/ 15291 w 458738"/>
              <a:gd name="connsiteY17" fmla="*/ 309648 h 458738"/>
              <a:gd name="connsiteX18" fmla="*/ 22937 w 458738"/>
              <a:gd name="connsiteY18" fmla="*/ 326851 h 458738"/>
              <a:gd name="connsiteX19" fmla="*/ 24848 w 458738"/>
              <a:gd name="connsiteY19" fmla="*/ 332585 h 458738"/>
              <a:gd name="connsiteX20" fmla="*/ 36317 w 458738"/>
              <a:gd name="connsiteY20" fmla="*/ 353611 h 458738"/>
              <a:gd name="connsiteX21" fmla="*/ 227458 w 458738"/>
              <a:gd name="connsiteY21" fmla="*/ 458738 h 458738"/>
              <a:gd name="connsiteX22" fmla="*/ 420510 w 458738"/>
              <a:gd name="connsiteY22" fmla="*/ 353611 h 458738"/>
              <a:gd name="connsiteX23" fmla="*/ 420510 w 458738"/>
              <a:gd name="connsiteY23" fmla="*/ 353611 h 458738"/>
              <a:gd name="connsiteX24" fmla="*/ 227458 w 458738"/>
              <a:gd name="connsiteY24" fmla="*/ 108950 h 458738"/>
              <a:gd name="connsiteX25" fmla="*/ 311560 w 458738"/>
              <a:gd name="connsiteY25" fmla="*/ 193052 h 458738"/>
              <a:gd name="connsiteX26" fmla="*/ 227458 w 458738"/>
              <a:gd name="connsiteY26" fmla="*/ 277154 h 458738"/>
              <a:gd name="connsiteX27" fmla="*/ 143356 w 458738"/>
              <a:gd name="connsiteY27" fmla="*/ 193052 h 458738"/>
              <a:gd name="connsiteX28" fmla="*/ 227458 w 458738"/>
              <a:gd name="connsiteY28" fmla="*/ 108950 h 458738"/>
              <a:gd name="connsiteX29" fmla="*/ 87925 w 458738"/>
              <a:gd name="connsiteY29" fmla="*/ 372725 h 458738"/>
              <a:gd name="connsiteX30" fmla="*/ 227458 w 458738"/>
              <a:gd name="connsiteY30" fmla="*/ 280977 h 458738"/>
              <a:gd name="connsiteX31" fmla="*/ 366990 w 458738"/>
              <a:gd name="connsiteY31" fmla="*/ 372725 h 458738"/>
              <a:gd name="connsiteX32" fmla="*/ 227458 w 458738"/>
              <a:gd name="connsiteY32" fmla="*/ 430067 h 458738"/>
              <a:gd name="connsiteX33" fmla="*/ 87925 w 458738"/>
              <a:gd name="connsiteY33" fmla="*/ 372725 h 45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8738" h="458738">
                <a:moveTo>
                  <a:pt x="420510" y="353611"/>
                </a:moveTo>
                <a:cubicBezTo>
                  <a:pt x="424333" y="345965"/>
                  <a:pt x="428155" y="340231"/>
                  <a:pt x="431978" y="332585"/>
                </a:cubicBezTo>
                <a:cubicBezTo>
                  <a:pt x="433890" y="330674"/>
                  <a:pt x="433890" y="328762"/>
                  <a:pt x="433890" y="326851"/>
                </a:cubicBezTo>
                <a:cubicBezTo>
                  <a:pt x="435801" y="321117"/>
                  <a:pt x="439624" y="315382"/>
                  <a:pt x="441535" y="309648"/>
                </a:cubicBezTo>
                <a:cubicBezTo>
                  <a:pt x="443447" y="307737"/>
                  <a:pt x="443447" y="305825"/>
                  <a:pt x="443447" y="302003"/>
                </a:cubicBezTo>
                <a:cubicBezTo>
                  <a:pt x="445358" y="296268"/>
                  <a:pt x="447270" y="290534"/>
                  <a:pt x="449181" y="286711"/>
                </a:cubicBezTo>
                <a:cubicBezTo>
                  <a:pt x="449181" y="284800"/>
                  <a:pt x="451092" y="280977"/>
                  <a:pt x="451092" y="279066"/>
                </a:cubicBezTo>
                <a:cubicBezTo>
                  <a:pt x="453004" y="273331"/>
                  <a:pt x="453004" y="267597"/>
                  <a:pt x="454915" y="261863"/>
                </a:cubicBezTo>
                <a:cubicBezTo>
                  <a:pt x="454915" y="259952"/>
                  <a:pt x="456827" y="256129"/>
                  <a:pt x="456827" y="254217"/>
                </a:cubicBezTo>
                <a:cubicBezTo>
                  <a:pt x="458738" y="246572"/>
                  <a:pt x="458738" y="237015"/>
                  <a:pt x="458738" y="229369"/>
                </a:cubicBezTo>
                <a:cubicBezTo>
                  <a:pt x="458738" y="103216"/>
                  <a:pt x="355522" y="0"/>
                  <a:pt x="229369" y="0"/>
                </a:cubicBezTo>
                <a:cubicBezTo>
                  <a:pt x="103216" y="0"/>
                  <a:pt x="0" y="103216"/>
                  <a:pt x="0" y="229369"/>
                </a:cubicBezTo>
                <a:cubicBezTo>
                  <a:pt x="0" y="237015"/>
                  <a:pt x="0" y="246572"/>
                  <a:pt x="1911" y="254217"/>
                </a:cubicBezTo>
                <a:cubicBezTo>
                  <a:pt x="1911" y="256129"/>
                  <a:pt x="1911" y="259952"/>
                  <a:pt x="3823" y="261863"/>
                </a:cubicBezTo>
                <a:cubicBezTo>
                  <a:pt x="3823" y="267597"/>
                  <a:pt x="5734" y="273331"/>
                  <a:pt x="5734" y="279066"/>
                </a:cubicBezTo>
                <a:cubicBezTo>
                  <a:pt x="5734" y="280977"/>
                  <a:pt x="7646" y="284800"/>
                  <a:pt x="7646" y="286711"/>
                </a:cubicBezTo>
                <a:cubicBezTo>
                  <a:pt x="9557" y="292445"/>
                  <a:pt x="11468" y="298180"/>
                  <a:pt x="13380" y="302003"/>
                </a:cubicBezTo>
                <a:cubicBezTo>
                  <a:pt x="13380" y="303914"/>
                  <a:pt x="15291" y="305825"/>
                  <a:pt x="15291" y="309648"/>
                </a:cubicBezTo>
                <a:cubicBezTo>
                  <a:pt x="17203" y="315382"/>
                  <a:pt x="19114" y="321117"/>
                  <a:pt x="22937" y="326851"/>
                </a:cubicBezTo>
                <a:cubicBezTo>
                  <a:pt x="22937" y="328762"/>
                  <a:pt x="24848" y="330674"/>
                  <a:pt x="24848" y="332585"/>
                </a:cubicBezTo>
                <a:cubicBezTo>
                  <a:pt x="28671" y="340231"/>
                  <a:pt x="32494" y="345965"/>
                  <a:pt x="36317" y="353611"/>
                </a:cubicBezTo>
                <a:cubicBezTo>
                  <a:pt x="76456" y="416687"/>
                  <a:pt x="147178" y="458738"/>
                  <a:pt x="227458" y="458738"/>
                </a:cubicBezTo>
                <a:cubicBezTo>
                  <a:pt x="307737" y="458738"/>
                  <a:pt x="378459" y="416687"/>
                  <a:pt x="420510" y="353611"/>
                </a:cubicBezTo>
                <a:cubicBezTo>
                  <a:pt x="418598" y="353611"/>
                  <a:pt x="418598" y="353611"/>
                  <a:pt x="420510" y="353611"/>
                </a:cubicBezTo>
                <a:close/>
                <a:moveTo>
                  <a:pt x="227458" y="108950"/>
                </a:moveTo>
                <a:cubicBezTo>
                  <a:pt x="273331" y="108950"/>
                  <a:pt x="311560" y="147178"/>
                  <a:pt x="311560" y="193052"/>
                </a:cubicBezTo>
                <a:cubicBezTo>
                  <a:pt x="311560" y="238926"/>
                  <a:pt x="273331" y="277154"/>
                  <a:pt x="227458" y="277154"/>
                </a:cubicBezTo>
                <a:cubicBezTo>
                  <a:pt x="181584" y="277154"/>
                  <a:pt x="143356" y="238926"/>
                  <a:pt x="143356" y="193052"/>
                </a:cubicBezTo>
                <a:cubicBezTo>
                  <a:pt x="143356" y="147178"/>
                  <a:pt x="181584" y="108950"/>
                  <a:pt x="227458" y="108950"/>
                </a:cubicBezTo>
                <a:close/>
                <a:moveTo>
                  <a:pt x="87925" y="372725"/>
                </a:moveTo>
                <a:cubicBezTo>
                  <a:pt x="112773" y="317294"/>
                  <a:pt x="166293" y="280977"/>
                  <a:pt x="227458" y="280977"/>
                </a:cubicBezTo>
                <a:cubicBezTo>
                  <a:pt x="288623" y="280977"/>
                  <a:pt x="342142" y="317294"/>
                  <a:pt x="366990" y="372725"/>
                </a:cubicBezTo>
                <a:cubicBezTo>
                  <a:pt x="330674" y="407130"/>
                  <a:pt x="280977" y="430067"/>
                  <a:pt x="227458" y="430067"/>
                </a:cubicBezTo>
                <a:cubicBezTo>
                  <a:pt x="173938" y="428155"/>
                  <a:pt x="124242" y="407130"/>
                  <a:pt x="87925" y="372725"/>
                </a:cubicBezTo>
                <a:close/>
              </a:path>
            </a:pathLst>
          </a:custGeom>
          <a:solidFill>
            <a:schemeClr val="bg1"/>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1926140" y="783898"/>
            <a:ext cx="60360" cy="29405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440187" y="1947562"/>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成本精控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外包费用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440187" y="2527500"/>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品类升级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新品贡献收入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，毛利率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+8pts</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flipH="1">
            <a:off x="9032142" y="2053990"/>
            <a:ext cx="2731963"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三轮迭代，</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40187" y="5593127"/>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渠道破冰</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直播首秀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4200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flipH="1">
            <a:off x="8273101" y="5593127"/>
            <a:ext cx="3477256"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工具提效</a:t>
            </a:r>
            <a:endParaRPr kumimoji="0" lang="en-US" altLang="zh-CN"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上线，月省人力</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人天</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矩形 15"/>
          <p:cNvSpPr/>
          <p:nvPr/>
        </p:nvSpPr>
        <p:spPr>
          <a:xfrm>
            <a:off x="196432" y="63770"/>
            <a:ext cx="442223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00038" y="908051"/>
            <a:ext cx="11591925" cy="82242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1111044" y="1013354"/>
            <a:ext cx="10687666" cy="598625"/>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KISS</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复盘法是一种科学的项目复盘方法，能够把</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过往经验转化为实践能力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，以促进下一次活动更好地展开，从而不断提升个人和团队的能力，持续匹配岗位需求和达成目标。模型由四部分组成：</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Keep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（保持）</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Improve</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（改进）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Stop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（停止）</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Start</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（开始）</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393290" y="1007014"/>
            <a:ext cx="624501" cy="624501"/>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433670" y="1025433"/>
            <a:ext cx="543739" cy="587661"/>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a:t>
            </a:r>
            <a:endParaRPr kumimoji="0" lang="en-US" altLang="zh-CN"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300038" y="1829440"/>
            <a:ext cx="11591925" cy="4768210"/>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56060" y="2069948"/>
            <a:ext cx="1867803" cy="358927"/>
          </a:xfrm>
          <a:prstGeom prst="round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单圆角 7"/>
          <p:cNvSpPr/>
          <p:nvPr/>
        </p:nvSpPr>
        <p:spPr>
          <a:xfrm flipV="1">
            <a:off x="556060" y="2069948"/>
            <a:ext cx="999123" cy="358927"/>
          </a:xfrm>
          <a:prstGeom prst="round1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35899" y="208782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Keep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 name="文本框 9"/>
          <p:cNvSpPr txBox="1"/>
          <p:nvPr/>
        </p:nvSpPr>
        <p:spPr>
          <a:xfrm>
            <a:off x="1593112" y="210571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保持</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84357"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终身学习：</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任职多年来，我坚持不断学习各种知识，工作带来的高要求，激励了我更加积极的进取之心</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84357"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用规章提高效率：</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积极上级逐步完善办公室各项管理制度，建立了职责清晰、操作性强的工作流程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556060"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59598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好的方法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矩形: 圆角 14"/>
          <p:cNvSpPr/>
          <p:nvPr/>
        </p:nvSpPr>
        <p:spPr>
          <a:xfrm>
            <a:off x="1554809"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594729"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好的习惯</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2553558"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93478"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好的想法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箭头连接符 18"/>
          <p:cNvCxnSpPr/>
          <p:nvPr/>
        </p:nvCxnSpPr>
        <p:spPr>
          <a:xfrm flipH="1" flipV="1">
            <a:off x="433670"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950733"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556060" y="4503479"/>
            <a:ext cx="1867803" cy="358927"/>
          </a:xfrm>
          <a:prstGeom prst="roundRect">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单圆角 21"/>
          <p:cNvSpPr/>
          <p:nvPr/>
        </p:nvSpPr>
        <p:spPr>
          <a:xfrm flipV="1">
            <a:off x="556060" y="4503479"/>
            <a:ext cx="999123" cy="358927"/>
          </a:xfrm>
          <a:prstGeom prst="round1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35899" y="4521359"/>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Stop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4" name="文本框 23"/>
          <p:cNvSpPr txBox="1"/>
          <p:nvPr/>
        </p:nvSpPr>
        <p:spPr>
          <a:xfrm>
            <a:off x="1593112" y="4539241"/>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a:t>
            </a:r>
            <a:endPar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484357" y="5008530"/>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停止不好行为：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很多情况下仅凭感觉做事。特别是在语言、举止、仪容仪表、公关礼仪方面有一定欠缺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484357" y="5503094"/>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改善错误习惯：</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以前做事有很多考虑不周，往往顾头不顾尾，没有一个全面认识，甚至忽略很多细节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556060"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595980"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错误方法</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1554809"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1594729"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错误习惯</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9795599" y="2069948"/>
            <a:ext cx="1867803" cy="358927"/>
          </a:xfrm>
          <a:prstGeom prst="roundRect">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单圆角 31"/>
          <p:cNvSpPr/>
          <p:nvPr/>
        </p:nvSpPr>
        <p:spPr>
          <a:xfrm flipH="1" flipV="1">
            <a:off x="10664279" y="2069948"/>
            <a:ext cx="999123" cy="358927"/>
          </a:xfrm>
          <a:prstGeom prst="round1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0563729" y="2085390"/>
            <a:ext cx="1200222"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Improve</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nvSpPr>
        <p:spPr>
          <a:xfrm>
            <a:off x="9875438" y="209798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835426"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业务水平较低：</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结合本职工作，从身边事情做起，从岗位服务做起，加强业务知识，强化业务素养</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7835426"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团队沟通不强：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我们都处在一个大家庭中，每个成员承担着不同的工作。要及时和领导沟通，团结同事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8788502"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8828422"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流程优化</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9787251"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9827171"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方法改进</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10786000"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1082592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工具使用</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9795599" y="4513950"/>
            <a:ext cx="1867803" cy="358927"/>
          </a:xfrm>
          <a:prstGeom prst="roundRect">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单圆角 43"/>
          <p:cNvSpPr/>
          <p:nvPr/>
        </p:nvSpPr>
        <p:spPr>
          <a:xfrm flipH="1" flipV="1">
            <a:off x="10664279" y="4513950"/>
            <a:ext cx="999123" cy="358927"/>
          </a:xfrm>
          <a:prstGeom prst="round1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10832651" y="4529392"/>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Start</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6" name="文本框 45"/>
          <p:cNvSpPr txBox="1"/>
          <p:nvPr/>
        </p:nvSpPr>
        <p:spPr>
          <a:xfrm>
            <a:off x="9875438" y="454199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开始</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7835426" y="50190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归零心态，主动探索：</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摆正心态，在做好本职工作的情况下向同事们学习新的技能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35265" y="5513705"/>
            <a:ext cx="3996000" cy="53340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加强网站推广：</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除了规定的活动策划以外，还要根据新闻事件热点制造公司话题，进而达到公司品牌推广的效果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787251"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786000"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10825920"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计划中的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827171"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未完成的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梯形 52"/>
          <p:cNvSpPr/>
          <p:nvPr/>
        </p:nvSpPr>
        <p:spPr>
          <a:xfrm>
            <a:off x="4356574" y="5049481"/>
            <a:ext cx="3478852" cy="1384003"/>
          </a:xfrm>
          <a:prstGeom prst="trapezoid">
            <a:avLst>
              <a:gd name="adj" fmla="val 46682"/>
            </a:avLst>
          </a:prstGeom>
          <a:gradFill>
            <a:gsLst>
              <a:gs pos="0">
                <a:schemeClr val="accent1"/>
              </a:gs>
              <a:gs pos="100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椭圆 53"/>
          <p:cNvSpPr/>
          <p:nvPr/>
        </p:nvSpPr>
        <p:spPr>
          <a:xfrm>
            <a:off x="4375355" y="2492900"/>
            <a:ext cx="3441290" cy="3441290"/>
          </a:xfrm>
          <a:prstGeom prst="ellipse">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4581832" y="2699377"/>
            <a:ext cx="3028336" cy="3028336"/>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椭圆 55"/>
          <p:cNvSpPr/>
          <p:nvPr/>
        </p:nvSpPr>
        <p:spPr>
          <a:xfrm>
            <a:off x="5486400" y="3603945"/>
            <a:ext cx="1219200" cy="1219200"/>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空心弧 56"/>
          <p:cNvSpPr/>
          <p:nvPr/>
        </p:nvSpPr>
        <p:spPr>
          <a:xfrm>
            <a:off x="4729316" y="2846861"/>
            <a:ext cx="2733368" cy="2733368"/>
          </a:xfrm>
          <a:prstGeom prst="blockArc">
            <a:avLst>
              <a:gd name="adj1" fmla="val 10800000"/>
              <a:gd name="adj2" fmla="val 16214024"/>
              <a:gd name="adj3" fmla="val 20454"/>
            </a:avLst>
          </a:prstGeom>
          <a:solidFill>
            <a:schemeClr val="accent1"/>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rot="5400000">
            <a:off x="6093211" y="2849649"/>
            <a:ext cx="1372260" cy="1366685"/>
          </a:xfrm>
          <a:custGeom>
            <a:avLst/>
            <a:gdLst>
              <a:gd name="connsiteX0" fmla="*/ 0 w 1372260"/>
              <a:gd name="connsiteY0" fmla="*/ 1366684 h 1366685"/>
              <a:gd name="connsiteX1" fmla="*/ 402266 w 1372260"/>
              <a:gd name="connsiteY1" fmla="*/ 398323 h 1366685"/>
              <a:gd name="connsiteX2" fmla="*/ 1372260 w 1372260"/>
              <a:gd name="connsiteY2" fmla="*/ 11 h 1366685"/>
              <a:gd name="connsiteX3" fmla="*/ 1369979 w 1372260"/>
              <a:gd name="connsiteY3" fmla="*/ 559090 h 1366685"/>
              <a:gd name="connsiteX4" fmla="*/ 796790 w 1372260"/>
              <a:gd name="connsiteY4" fmla="*/ 794461 h 1366685"/>
              <a:gd name="connsiteX5" fmla="*/ 559083 w 1372260"/>
              <a:gd name="connsiteY5" fmla="*/ 1366685 h 1366685"/>
              <a:gd name="connsiteX6" fmla="*/ 0 w 1372260"/>
              <a:gd name="connsiteY6" fmla="*/ 1366684 h 136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260" h="1366685">
                <a:moveTo>
                  <a:pt x="0" y="1366684"/>
                </a:moveTo>
                <a:cubicBezTo>
                  <a:pt x="0" y="1003251"/>
                  <a:pt x="144756" y="654785"/>
                  <a:pt x="402266" y="398323"/>
                </a:cubicBezTo>
                <a:cubicBezTo>
                  <a:pt x="659776" y="141862"/>
                  <a:pt x="1008829" y="-1472"/>
                  <a:pt x="1372260" y="11"/>
                </a:cubicBezTo>
                <a:cubicBezTo>
                  <a:pt x="1371500" y="186371"/>
                  <a:pt x="1370739" y="372730"/>
                  <a:pt x="1369979" y="559090"/>
                </a:cubicBezTo>
                <a:cubicBezTo>
                  <a:pt x="1155221" y="558214"/>
                  <a:pt x="948958" y="642912"/>
                  <a:pt x="796790" y="794461"/>
                </a:cubicBezTo>
                <a:cubicBezTo>
                  <a:pt x="644622" y="946009"/>
                  <a:pt x="559083" y="1151925"/>
                  <a:pt x="559083" y="1366685"/>
                </a:cubicBezTo>
                <a:lnTo>
                  <a:pt x="0" y="1366684"/>
                </a:lnTo>
                <a:close/>
              </a:path>
            </a:pathLst>
          </a:custGeom>
          <a:solidFill>
            <a:schemeClr val="accent2"/>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空心弧 58"/>
          <p:cNvSpPr/>
          <p:nvPr/>
        </p:nvSpPr>
        <p:spPr>
          <a:xfrm rot="10800000">
            <a:off x="4729316" y="2846861"/>
            <a:ext cx="2733368" cy="2733368"/>
          </a:xfrm>
          <a:prstGeom prst="blockArc">
            <a:avLst>
              <a:gd name="adj1" fmla="val 10800000"/>
              <a:gd name="adj2" fmla="val 16214024"/>
              <a:gd name="adj3" fmla="val 20454"/>
            </a:avLst>
          </a:prstGeom>
          <a:solidFill>
            <a:schemeClr val="accent3"/>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空心弧 59"/>
          <p:cNvSpPr/>
          <p:nvPr/>
        </p:nvSpPr>
        <p:spPr>
          <a:xfrm rot="16200000">
            <a:off x="4729316" y="2846861"/>
            <a:ext cx="2733368" cy="2733368"/>
          </a:xfrm>
          <a:prstGeom prst="blockArc">
            <a:avLst>
              <a:gd name="adj1" fmla="val 10800000"/>
              <a:gd name="adj2" fmla="val 16214024"/>
              <a:gd name="adj3" fmla="val 20454"/>
            </a:avLst>
          </a:prstGeom>
          <a:solidFill>
            <a:schemeClr val="accent4"/>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弧形 60"/>
          <p:cNvSpPr/>
          <p:nvPr/>
        </p:nvSpPr>
        <p:spPr>
          <a:xfrm>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弧形 61"/>
          <p:cNvSpPr/>
          <p:nvPr/>
        </p:nvSpPr>
        <p:spPr>
          <a:xfrm rot="54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弧形 62"/>
          <p:cNvSpPr/>
          <p:nvPr/>
        </p:nvSpPr>
        <p:spPr>
          <a:xfrm rot="108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弧形 63"/>
          <p:cNvSpPr/>
          <p:nvPr/>
        </p:nvSpPr>
        <p:spPr>
          <a:xfrm rot="162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5" name="文本占位符 1"/>
          <p:cNvSpPr txBox="1"/>
          <p:nvPr/>
        </p:nvSpPr>
        <p:spPr>
          <a:xfrm>
            <a:off x="5529915" y="3869258"/>
            <a:ext cx="1132170" cy="619125"/>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endPar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占位符 1"/>
          <p:cNvSpPr txBox="1"/>
          <p:nvPr/>
        </p:nvSpPr>
        <p:spPr>
          <a:xfrm>
            <a:off x="5074188" y="3146900"/>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文本占位符 1"/>
          <p:cNvSpPr txBox="1"/>
          <p:nvPr/>
        </p:nvSpPr>
        <p:spPr>
          <a:xfrm>
            <a:off x="6499180" y="3146900"/>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占位符 1"/>
          <p:cNvSpPr txBox="1"/>
          <p:nvPr/>
        </p:nvSpPr>
        <p:spPr>
          <a:xfrm>
            <a:off x="5074188" y="4790192"/>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占位符 1"/>
          <p:cNvSpPr txBox="1"/>
          <p:nvPr/>
        </p:nvSpPr>
        <p:spPr>
          <a:xfrm>
            <a:off x="6499180" y="4790192"/>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梯形 69"/>
          <p:cNvSpPr/>
          <p:nvPr/>
        </p:nvSpPr>
        <p:spPr>
          <a:xfrm>
            <a:off x="4314376" y="5993026"/>
            <a:ext cx="3562794" cy="460136"/>
          </a:xfrm>
          <a:prstGeom prst="trapezoid">
            <a:avLst>
              <a:gd name="adj" fmla="val 48562"/>
            </a:avLst>
          </a:prstGeom>
          <a:solidFill>
            <a:schemeClr val="accent1">
              <a:alpha val="0"/>
            </a:schemeClr>
          </a:solidFill>
          <a:ln>
            <a:gradFill>
              <a:gsLst>
                <a:gs pos="0">
                  <a:schemeClr val="accent1">
                    <a:alpha val="0"/>
                  </a:schemeClr>
                </a:gs>
                <a:gs pos="100000">
                  <a:schemeClr val="accent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3" name="矩形 72"/>
          <p:cNvSpPr/>
          <p:nvPr/>
        </p:nvSpPr>
        <p:spPr>
          <a:xfrm>
            <a:off x="195815" y="63770"/>
            <a:ext cx="41073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92088" y="765175"/>
            <a:ext cx="11807825" cy="5940425"/>
          </a:xfrm>
          <a:prstGeom prst="rect">
            <a:avLst/>
          </a:prstGeom>
          <a:solidFill>
            <a:schemeClr val="bg1">
              <a:lumMod val="95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3119120" y="472720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3119120" y="328556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3119120" y="184183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
          <p:cNvSpPr/>
          <p:nvPr/>
        </p:nvSpPr>
        <p:spPr bwMode="auto">
          <a:xfrm flipV="1">
            <a:off x="300038" y="4036188"/>
            <a:ext cx="3367532" cy="1937687"/>
          </a:xfrm>
          <a:custGeom>
            <a:avLst/>
            <a:gdLst>
              <a:gd name="T0" fmla="*/ 0 w 460"/>
              <a:gd name="T1" fmla="*/ 251 h 251"/>
              <a:gd name="T2" fmla="*/ 441 w 460"/>
              <a:gd name="T3" fmla="*/ 122 h 251"/>
              <a:gd name="T4" fmla="*/ 460 w 460"/>
              <a:gd name="T5" fmla="*/ 99 h 251"/>
              <a:gd name="T6" fmla="*/ 460 w 460"/>
              <a:gd name="T7" fmla="*/ 0 h 251"/>
              <a:gd name="T8" fmla="*/ 21 w 460"/>
              <a:gd name="T9" fmla="*/ 142 h 251"/>
              <a:gd name="T10" fmla="*/ 0 w 460"/>
              <a:gd name="T11" fmla="*/ 160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2"/>
                  <a:pt x="441" y="122"/>
                  <a:pt x="441" y="122"/>
                </a:cubicBezTo>
                <a:cubicBezTo>
                  <a:pt x="451" y="119"/>
                  <a:pt x="460" y="114"/>
                  <a:pt x="460" y="99"/>
                </a:cubicBezTo>
                <a:cubicBezTo>
                  <a:pt x="460" y="0"/>
                  <a:pt x="460" y="0"/>
                  <a:pt x="460" y="0"/>
                </a:cubicBezTo>
                <a:cubicBezTo>
                  <a:pt x="21" y="142"/>
                  <a:pt x="21" y="142"/>
                  <a:pt x="21" y="142"/>
                </a:cubicBezTo>
                <a:cubicBezTo>
                  <a:pt x="5" y="147"/>
                  <a:pt x="0" y="150"/>
                  <a:pt x="0" y="160"/>
                </a:cubicBezTo>
                <a:lnTo>
                  <a:pt x="0" y="251"/>
                </a:ln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 name="Freeform 7"/>
          <p:cNvSpPr/>
          <p:nvPr/>
        </p:nvSpPr>
        <p:spPr bwMode="auto">
          <a:xfrm flipV="1">
            <a:off x="300038" y="513842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3"/>
                  <a:pt x="447" y="0"/>
                  <a:pt x="432" y="0"/>
                </a:cubicBez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Freeform 8"/>
          <p:cNvSpPr/>
          <p:nvPr/>
        </p:nvSpPr>
        <p:spPr bwMode="auto">
          <a:xfrm flipV="1">
            <a:off x="300038" y="2469905"/>
            <a:ext cx="3367532" cy="2138069"/>
          </a:xfrm>
          <a:custGeom>
            <a:avLst/>
            <a:gdLst>
              <a:gd name="T0" fmla="*/ 0 w 460"/>
              <a:gd name="T1" fmla="*/ 251 h 251"/>
              <a:gd name="T2" fmla="*/ 441 w 460"/>
              <a:gd name="T3" fmla="*/ 121 h 251"/>
              <a:gd name="T4" fmla="*/ 460 w 460"/>
              <a:gd name="T5" fmla="*/ 98 h 251"/>
              <a:gd name="T6" fmla="*/ 460 w 460"/>
              <a:gd name="T7" fmla="*/ 0 h 251"/>
              <a:gd name="T8" fmla="*/ 21 w 460"/>
              <a:gd name="T9" fmla="*/ 142 h 251"/>
              <a:gd name="T10" fmla="*/ 0 w 460"/>
              <a:gd name="T11" fmla="*/ 159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1"/>
                  <a:pt x="441" y="121"/>
                  <a:pt x="441" y="121"/>
                </a:cubicBezTo>
                <a:cubicBezTo>
                  <a:pt x="451" y="118"/>
                  <a:pt x="460" y="113"/>
                  <a:pt x="460" y="98"/>
                </a:cubicBezTo>
                <a:cubicBezTo>
                  <a:pt x="460" y="0"/>
                  <a:pt x="460" y="0"/>
                  <a:pt x="460" y="0"/>
                </a:cubicBezTo>
                <a:cubicBezTo>
                  <a:pt x="21" y="142"/>
                  <a:pt x="21" y="142"/>
                  <a:pt x="21" y="142"/>
                </a:cubicBezTo>
                <a:cubicBezTo>
                  <a:pt x="5" y="147"/>
                  <a:pt x="0" y="150"/>
                  <a:pt x="0" y="159"/>
                </a:cubicBezTo>
                <a:lnTo>
                  <a:pt x="0" y="251"/>
                </a:lnTo>
                <a:close/>
              </a:path>
            </a:pathLst>
          </a:custGeom>
          <a:solidFill>
            <a:schemeClr val="accent3">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 name="Freeform 11"/>
          <p:cNvSpPr/>
          <p:nvPr/>
        </p:nvSpPr>
        <p:spPr bwMode="auto">
          <a:xfrm flipV="1">
            <a:off x="300038" y="370971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2"/>
                  <a:pt x="447" y="0"/>
                  <a:pt x="432" y="0"/>
                </a:cubicBezTo>
                <a:close/>
              </a:path>
            </a:pathLst>
          </a:custGeom>
          <a:solidFill>
            <a:schemeClr val="accent3"/>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Freeform 12"/>
          <p:cNvSpPr/>
          <p:nvPr/>
        </p:nvSpPr>
        <p:spPr bwMode="auto">
          <a:xfrm flipV="1">
            <a:off x="300038" y="2006922"/>
            <a:ext cx="3398202" cy="1386388"/>
          </a:xfrm>
          <a:custGeom>
            <a:avLst/>
            <a:gdLst>
              <a:gd name="T0" fmla="*/ 464 w 464"/>
              <a:gd name="T1" fmla="*/ 81 h 157"/>
              <a:gd name="T2" fmla="*/ 379 w 464"/>
              <a:gd name="T3" fmla="*/ 0 h 157"/>
              <a:gd name="T4" fmla="*/ 379 w 464"/>
              <a:gd name="T5" fmla="*/ 26 h 157"/>
              <a:gd name="T6" fmla="*/ 153 w 464"/>
              <a:gd name="T7" fmla="*/ 26 h 157"/>
              <a:gd name="T8" fmla="*/ 93 w 464"/>
              <a:gd name="T9" fmla="*/ 26 h 157"/>
              <a:gd name="T10" fmla="*/ 32 w 464"/>
              <a:gd name="T11" fmla="*/ 26 h 157"/>
              <a:gd name="T12" fmla="*/ 24 w 464"/>
              <a:gd name="T13" fmla="*/ 26 h 157"/>
              <a:gd name="T14" fmla="*/ 0 w 464"/>
              <a:gd name="T15" fmla="*/ 11 h 157"/>
              <a:gd name="T16" fmla="*/ 0 w 464"/>
              <a:gd name="T17" fmla="*/ 11 h 157"/>
              <a:gd name="T18" fmla="*/ 0 w 464"/>
              <a:gd name="T19" fmla="*/ 13 h 157"/>
              <a:gd name="T20" fmla="*/ 0 w 464"/>
              <a:gd name="T21" fmla="*/ 26 h 157"/>
              <a:gd name="T22" fmla="*/ 0 w 464"/>
              <a:gd name="T23" fmla="*/ 77 h 157"/>
              <a:gd name="T24" fmla="*/ 0 w 464"/>
              <a:gd name="T25" fmla="*/ 97 h 157"/>
              <a:gd name="T26" fmla="*/ 0 w 464"/>
              <a:gd name="T27" fmla="*/ 103 h 157"/>
              <a:gd name="T28" fmla="*/ 28 w 464"/>
              <a:gd name="T29" fmla="*/ 131 h 157"/>
              <a:gd name="T30" fmla="*/ 93 w 464"/>
              <a:gd name="T31" fmla="*/ 131 h 157"/>
              <a:gd name="T32" fmla="*/ 153 w 464"/>
              <a:gd name="T33" fmla="*/ 131 h 157"/>
              <a:gd name="T34" fmla="*/ 379 w 464"/>
              <a:gd name="T35" fmla="*/ 131 h 157"/>
              <a:gd name="T36" fmla="*/ 379 w 464"/>
              <a:gd name="T37" fmla="*/ 157 h 157"/>
              <a:gd name="T38" fmla="*/ 464 w 464"/>
              <a:gd name="T39" fmla="*/ 8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157">
                <a:moveTo>
                  <a:pt x="464" y="81"/>
                </a:moveTo>
                <a:cubicBezTo>
                  <a:pt x="379" y="0"/>
                  <a:pt x="379" y="0"/>
                  <a:pt x="379" y="0"/>
                </a:cubicBezTo>
                <a:cubicBezTo>
                  <a:pt x="379" y="26"/>
                  <a:pt x="379" y="26"/>
                  <a:pt x="379" y="26"/>
                </a:cubicBezTo>
                <a:cubicBezTo>
                  <a:pt x="153" y="26"/>
                  <a:pt x="153" y="26"/>
                  <a:pt x="153" y="26"/>
                </a:cubicBezTo>
                <a:cubicBezTo>
                  <a:pt x="93" y="26"/>
                  <a:pt x="93" y="26"/>
                  <a:pt x="93" y="26"/>
                </a:cubicBezTo>
                <a:cubicBezTo>
                  <a:pt x="32" y="26"/>
                  <a:pt x="32" y="26"/>
                  <a:pt x="32" y="26"/>
                </a:cubicBezTo>
                <a:cubicBezTo>
                  <a:pt x="24" y="26"/>
                  <a:pt x="24" y="26"/>
                  <a:pt x="24" y="26"/>
                </a:cubicBezTo>
                <a:cubicBezTo>
                  <a:pt x="9" y="26"/>
                  <a:pt x="0" y="20"/>
                  <a:pt x="0" y="11"/>
                </a:cubicBezTo>
                <a:cubicBezTo>
                  <a:pt x="0" y="11"/>
                  <a:pt x="0" y="11"/>
                  <a:pt x="0" y="11"/>
                </a:cubicBezTo>
                <a:cubicBezTo>
                  <a:pt x="0" y="13"/>
                  <a:pt x="0" y="13"/>
                  <a:pt x="0" y="13"/>
                </a:cubicBezTo>
                <a:cubicBezTo>
                  <a:pt x="0" y="26"/>
                  <a:pt x="0" y="26"/>
                  <a:pt x="0" y="26"/>
                </a:cubicBezTo>
                <a:cubicBezTo>
                  <a:pt x="0" y="77"/>
                  <a:pt x="0" y="77"/>
                  <a:pt x="0" y="77"/>
                </a:cubicBezTo>
                <a:cubicBezTo>
                  <a:pt x="0" y="97"/>
                  <a:pt x="0" y="97"/>
                  <a:pt x="0" y="97"/>
                </a:cubicBezTo>
                <a:cubicBezTo>
                  <a:pt x="0" y="103"/>
                  <a:pt x="0" y="103"/>
                  <a:pt x="0" y="103"/>
                </a:cubicBezTo>
                <a:cubicBezTo>
                  <a:pt x="0" y="118"/>
                  <a:pt x="12" y="131"/>
                  <a:pt x="28" y="131"/>
                </a:cubicBezTo>
                <a:cubicBezTo>
                  <a:pt x="93" y="131"/>
                  <a:pt x="93" y="131"/>
                  <a:pt x="93" y="131"/>
                </a:cubicBezTo>
                <a:cubicBezTo>
                  <a:pt x="153" y="131"/>
                  <a:pt x="153" y="131"/>
                  <a:pt x="153" y="131"/>
                </a:cubicBezTo>
                <a:cubicBezTo>
                  <a:pt x="379" y="131"/>
                  <a:pt x="379" y="131"/>
                  <a:pt x="379" y="131"/>
                </a:cubicBezTo>
                <a:cubicBezTo>
                  <a:pt x="379" y="157"/>
                  <a:pt x="379" y="157"/>
                  <a:pt x="379" y="157"/>
                </a:cubicBezTo>
                <a:lnTo>
                  <a:pt x="464" y="81"/>
                </a:lnTo>
                <a:close/>
              </a:path>
            </a:pathLst>
          </a:cu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810320" y="5577101"/>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01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不足之处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810320" y="4155805"/>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02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问题剖析</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810320" y="2457719"/>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03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方案完善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对角圆角 12"/>
          <p:cNvSpPr/>
          <p:nvPr/>
        </p:nvSpPr>
        <p:spPr>
          <a:xfrm>
            <a:off x="3983410" y="6170931"/>
            <a:ext cx="2258283" cy="426719"/>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300038" y="901540"/>
            <a:ext cx="11591923" cy="825492"/>
          </a:xfrm>
          <a:prstGeom prst="rect">
            <a:avLst/>
          </a:pr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518160" y="1031747"/>
            <a:ext cx="11155678" cy="587661"/>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一年来，工作规范化建设初步确立了工作方向和目标，把管理理念导入到了各个部门的日常工作当中，也提供了我们应该提供的服务工作。但距离公司的要求和目标仍有不少距离，还没有达到员工心目中理想的期望，还有很多不足需要进行调整和完善</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101630"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问题一</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3903511"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在组织活动时，我面临制定计划和预算的挑战，对相关概念和格式不熟悉。尽管请教了同事和朋友，活动虽无重大失误，但未达预期效果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903511" y="4811714"/>
            <a:ext cx="2159566"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计划能力、组织能力欠缺</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椭圆 18"/>
          <p:cNvSpPr/>
          <p:nvPr/>
        </p:nvSpPr>
        <p:spPr>
          <a:xfrm>
            <a:off x="391351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3949993"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a:off x="4796845"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4833326"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椭圆 22"/>
          <p:cNvSpPr/>
          <p:nvPr/>
        </p:nvSpPr>
        <p:spPr>
          <a:xfrm>
            <a:off x="5680178"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5716659"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矩形: 对角圆角 24"/>
          <p:cNvSpPr/>
          <p:nvPr/>
        </p:nvSpPr>
        <p:spPr>
          <a:xfrm>
            <a:off x="6716374" y="6170931"/>
            <a:ext cx="2258283" cy="426719"/>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6834594"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问题二</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636475"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2011</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年入职后，发现公司有</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起劳动仲裁案件，员工常因缺乏合理诉求渠道而停工以接触高层。我每次都被动应对，压力大，工作无亮点</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636475" y="4811714"/>
            <a:ext cx="1441420"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法律知识不熟悉</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椭圆 28"/>
          <p:cNvSpPr/>
          <p:nvPr/>
        </p:nvSpPr>
        <p:spPr>
          <a:xfrm>
            <a:off x="6646476"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6682957"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7529809"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a:off x="7566290"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41314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椭圆 33"/>
          <p:cNvSpPr/>
          <p:nvPr/>
        </p:nvSpPr>
        <p:spPr>
          <a:xfrm>
            <a:off x="8449623"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对角圆角 34"/>
          <p:cNvSpPr/>
          <p:nvPr/>
        </p:nvSpPr>
        <p:spPr>
          <a:xfrm>
            <a:off x="9449338" y="6170931"/>
            <a:ext cx="2258283" cy="426719"/>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9567558"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问题三</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9369439"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SA8000</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客户审核中，发现公司逃生卷闸门不合格。公司文件仅要求卷闸门打开并有插销，但客户还要求卷闸门上开小门，以便火灾时逃生</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9369439" y="4811714"/>
            <a:ext cx="1980029"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公司项目体系流程老套</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椭圆 38"/>
          <p:cNvSpPr/>
          <p:nvPr/>
        </p:nvSpPr>
        <p:spPr>
          <a:xfrm>
            <a:off x="9379440"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a:off x="9415921"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椭圆 40"/>
          <p:cNvSpPr/>
          <p:nvPr/>
        </p:nvSpPr>
        <p:spPr>
          <a:xfrm>
            <a:off x="10262773"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a:off x="10299254"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11146106"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椭圆 43"/>
          <p:cNvSpPr/>
          <p:nvPr/>
        </p:nvSpPr>
        <p:spPr>
          <a:xfrm>
            <a:off x="11182587"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45" name="直接箭头连接符 44"/>
          <p:cNvCxnSpPr/>
          <p:nvPr/>
        </p:nvCxnSpPr>
        <p:spPr>
          <a:xfrm flipV="1">
            <a:off x="65276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92708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03511"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在以后的工作中，我将要求自已继续参加各种与工作相关的培训班，让自已的知识更加丰富，能更好地为工作服务，以提升工作能力为目的</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6636475"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在今后的一年内通过网络及公司的法律顾问等途径，全而掌握所有与人力资源、行政管理相关的法律知识及政策以便更好的展开工作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9369439"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结合公司实际情况，编写整理成册完善的规章制度，包括考勤管理规定、厂纪厂规管理规定、工资规定、宿舍规定、奖惩规定等制度并告知员工</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410163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6886815"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67200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401310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89714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5781187"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缺乏协作</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675219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亮点不够</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7629258"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沟通不畅</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506321"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专业不精</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9492266"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体系混乱</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1035945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制度不全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1249520"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人员散漫</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a:off x="3995444" y="1947151"/>
            <a:ext cx="2320154" cy="2493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a:off x="401442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9762" y="1998301"/>
            <a:ext cx="163564" cy="163564"/>
          </a:xfrm>
          <a:prstGeom prst="rect">
            <a:avLst/>
          </a:prstGeom>
          <a:effectLst/>
        </p:spPr>
      </p:pic>
      <p:sp>
        <p:nvSpPr>
          <p:cNvPr id="65" name="文本框 64"/>
          <p:cNvSpPr txBox="1"/>
          <p:nvPr/>
        </p:nvSpPr>
        <p:spPr>
          <a:xfrm>
            <a:off x="419933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理论运用到工作中</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a:off x="6728239" y="1947151"/>
            <a:ext cx="2320154" cy="249388"/>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6747215"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8" name="图形 6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2557" y="1998301"/>
            <a:ext cx="163564" cy="163564"/>
          </a:xfrm>
          <a:prstGeom prst="rect">
            <a:avLst/>
          </a:prstGeom>
          <a:effectLst/>
        </p:spPr>
      </p:pic>
      <p:sp>
        <p:nvSpPr>
          <p:cNvPr id="69" name="文本框 68"/>
          <p:cNvSpPr txBox="1"/>
          <p:nvPr/>
        </p:nvSpPr>
        <p:spPr>
          <a:xfrm>
            <a:off x="6932126"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强化相关法律知识</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矩形: 圆角 69"/>
          <p:cNvSpPr/>
          <p:nvPr/>
        </p:nvSpPr>
        <p:spPr>
          <a:xfrm>
            <a:off x="9461034" y="1947151"/>
            <a:ext cx="2320154" cy="2493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948001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72" name="图形 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352" y="1998301"/>
            <a:ext cx="163564" cy="163564"/>
          </a:xfrm>
          <a:prstGeom prst="rect">
            <a:avLst/>
          </a:prstGeom>
          <a:effectLst/>
        </p:spPr>
      </p:pic>
      <p:sp>
        <p:nvSpPr>
          <p:cNvPr id="73" name="文本框 72"/>
          <p:cNvSpPr txBox="1"/>
          <p:nvPr/>
        </p:nvSpPr>
        <p:spPr>
          <a:xfrm>
            <a:off x="966492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健全公司规章制度</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左大括号 73"/>
          <p:cNvSpPr/>
          <p:nvPr/>
        </p:nvSpPr>
        <p:spPr>
          <a:xfrm rot="5400000">
            <a:off x="5080671" y="2774198"/>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左大括号 74"/>
          <p:cNvSpPr/>
          <p:nvPr/>
        </p:nvSpPr>
        <p:spPr>
          <a:xfrm rot="5400000">
            <a:off x="7803665" y="2774199"/>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左大括号 75"/>
          <p:cNvSpPr/>
          <p:nvPr/>
        </p:nvSpPr>
        <p:spPr>
          <a:xfrm rot="5400000">
            <a:off x="10526659" y="2774200"/>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矩形 79"/>
          <p:cNvSpPr/>
          <p:nvPr/>
        </p:nvSpPr>
        <p:spPr>
          <a:xfrm>
            <a:off x="20247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存在问题与改进办法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custDataLst>
              <p:tags r:id="rId1"/>
            </p:custDataLst>
          </p:nvPr>
        </p:nvSpPr>
        <p:spPr>
          <a:xfrm>
            <a:off x="307562" y="918261"/>
            <a:ext cx="11630126" cy="736562"/>
          </a:xfrm>
          <a:prstGeom prst="triangl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4366007" y="1109395"/>
            <a:ext cx="3513237" cy="49715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40" b="1"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数据安全治理体系框架</a:t>
            </a:r>
            <a:endParaRPr kumimoji="0" lang="zh-CN" altLang="en-US" sz="2640" b="1"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custDataLst>
              <p:tags r:id="rId2"/>
            </p:custDataLst>
          </p:nvPr>
        </p:nvSpPr>
        <p:spPr>
          <a:xfrm>
            <a:off x="307562" y="1747815"/>
            <a:ext cx="1449577"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 name="直接连接符 4"/>
          <p:cNvCxnSpPr/>
          <p:nvPr/>
        </p:nvCxnSpPr>
        <p:spPr>
          <a:xfrm>
            <a:off x="405722" y="4170973"/>
            <a:ext cx="1253256"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45071" y="2118175"/>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57522" y="1913627"/>
            <a:ext cx="1549655" cy="406265"/>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custDataLst>
              <p:tags r:id="rId3"/>
            </p:custDataLst>
          </p:nvPr>
        </p:nvSpPr>
        <p:spPr>
          <a:xfrm>
            <a:off x="457420" y="2459522"/>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custDataLst>
              <p:tags r:id="rId4"/>
            </p:custDataLst>
          </p:nvPr>
        </p:nvSpPr>
        <p:spPr>
          <a:xfrm>
            <a:off x="457420" y="2834410"/>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圆角 9"/>
          <p:cNvSpPr/>
          <p:nvPr>
            <p:custDataLst>
              <p:tags r:id="rId5"/>
            </p:custDataLst>
          </p:nvPr>
        </p:nvSpPr>
        <p:spPr>
          <a:xfrm>
            <a:off x="457420" y="3209297"/>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custDataLst>
              <p:tags r:id="rId6"/>
            </p:custDataLst>
          </p:nvPr>
        </p:nvSpPr>
        <p:spPr>
          <a:xfrm>
            <a:off x="457420" y="3584185"/>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649777" y="242719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649777" y="280368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649777" y="318017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649777" y="355666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椭圆 15"/>
          <p:cNvSpPr/>
          <p:nvPr/>
        </p:nvSpPr>
        <p:spPr>
          <a:xfrm>
            <a:off x="445071" y="4608963"/>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254313" y="4404417"/>
            <a:ext cx="1556074" cy="39682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规章</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custDataLst>
              <p:tags r:id="rId7"/>
            </p:custDataLst>
          </p:nvPr>
        </p:nvSpPr>
        <p:spPr>
          <a:xfrm>
            <a:off x="457420" y="495031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649777" y="4957985"/>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矩形: 圆角 19"/>
          <p:cNvSpPr/>
          <p:nvPr>
            <p:custDataLst>
              <p:tags r:id="rId8"/>
            </p:custDataLst>
          </p:nvPr>
        </p:nvSpPr>
        <p:spPr>
          <a:xfrm>
            <a:off x="457420" y="533017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49777" y="533784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矩形: 圆角 21"/>
          <p:cNvSpPr/>
          <p:nvPr>
            <p:custDataLst>
              <p:tags r:id="rId9"/>
            </p:custDataLst>
          </p:nvPr>
        </p:nvSpPr>
        <p:spPr>
          <a:xfrm>
            <a:off x="457420" y="571003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49777" y="5717707"/>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custDataLst>
              <p:tags r:id="rId10"/>
            </p:custDataLst>
          </p:nvPr>
        </p:nvSpPr>
        <p:spPr>
          <a:xfrm>
            <a:off x="457420" y="608989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49777" y="609756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6" name="直接连接符 25"/>
          <p:cNvCxnSpPr/>
          <p:nvPr/>
        </p:nvCxnSpPr>
        <p:spPr>
          <a:xfrm>
            <a:off x="1806668" y="1801138"/>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06668" y="4170972"/>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06668" y="6556125"/>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014948" y="1855844"/>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014948" y="4226508"/>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935332" y="2636782"/>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有法可依</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1935332" y="4831911"/>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有章可循</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矩形: 圆角 32"/>
          <p:cNvSpPr/>
          <p:nvPr>
            <p:custDataLst>
              <p:tags r:id="rId11"/>
            </p:custDataLst>
          </p:nvPr>
        </p:nvSpPr>
        <p:spPr>
          <a:xfrm>
            <a:off x="2397922" y="1747815"/>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custDataLst>
              <p:tags r:id="rId12"/>
            </p:custDataLst>
          </p:nvPr>
        </p:nvSpPr>
        <p:spPr>
          <a:xfrm>
            <a:off x="2397922" y="4224296"/>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圆角 34"/>
          <p:cNvSpPr/>
          <p:nvPr>
            <p:custDataLst>
              <p:tags r:id="rId13"/>
            </p:custDataLst>
          </p:nvPr>
        </p:nvSpPr>
        <p:spPr>
          <a:xfrm>
            <a:off x="9661921" y="1747815"/>
            <a:ext cx="2275764"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矩形 35"/>
          <p:cNvSpPr/>
          <p:nvPr/>
        </p:nvSpPr>
        <p:spPr>
          <a:xfrm>
            <a:off x="2481034" y="2118176"/>
            <a:ext cx="174878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custDataLst>
              <p:tags r:id="rId14"/>
            </p:custDataLst>
          </p:nvPr>
        </p:nvSpPr>
        <p:spPr>
          <a:xfrm>
            <a:off x="2481109" y="1801138"/>
            <a:ext cx="1748638" cy="392428"/>
          </a:xfrm>
          <a:prstGeom prst="roundRect">
            <a:avLst>
              <a:gd name="adj" fmla="val 11649"/>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4319135" y="2118176"/>
            <a:ext cx="3499355" cy="1875712"/>
          </a:xfrm>
          <a:prstGeom prst="rect">
            <a:avLst/>
          </a:prstGeom>
          <a:solidFill>
            <a:schemeClr val="accent2">
              <a:lumMod val="20000"/>
              <a:lumOff val="8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custDataLst>
              <p:tags r:id="rId15"/>
            </p:custDataLst>
          </p:nvPr>
        </p:nvSpPr>
        <p:spPr>
          <a:xfrm>
            <a:off x="4319282" y="1801138"/>
            <a:ext cx="3499061" cy="392428"/>
          </a:xfrm>
          <a:prstGeom prst="roundRect">
            <a:avLst>
              <a:gd name="adj" fmla="val 11649"/>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39"/>
          <p:cNvSpPr/>
          <p:nvPr/>
        </p:nvSpPr>
        <p:spPr>
          <a:xfrm>
            <a:off x="7907805" y="2118176"/>
            <a:ext cx="156683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custDataLst>
              <p:tags r:id="rId16"/>
            </p:custDataLst>
          </p:nvPr>
        </p:nvSpPr>
        <p:spPr>
          <a:xfrm>
            <a:off x="7907872" y="1801138"/>
            <a:ext cx="1566702" cy="39242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2791658"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顶层设计</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5527466" y="1814129"/>
            <a:ext cx="1082695" cy="364581"/>
          </a:xfrm>
          <a:prstGeom prst="rect">
            <a:avLst/>
          </a:prstGeom>
          <a:noFill/>
          <a:effectLst/>
        </p:spPr>
        <p:txBody>
          <a:bodyPr wrap="none" lIns="100584" tIns="50292" rIns="100584" bIns="50292">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数据梳理</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149874"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安全策略</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custDataLst>
              <p:tags r:id="rId17"/>
            </p:custDataLst>
          </p:nvPr>
        </p:nvSpPr>
        <p:spPr>
          <a:xfrm>
            <a:off x="2635781" y="2263662"/>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custDataLst>
              <p:tags r:id="rId18"/>
            </p:custDataLst>
          </p:nvPr>
        </p:nvSpPr>
        <p:spPr>
          <a:xfrm>
            <a:off x="2635781" y="2608429"/>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custDataLst>
              <p:tags r:id="rId19"/>
            </p:custDataLst>
          </p:nvPr>
        </p:nvSpPr>
        <p:spPr>
          <a:xfrm>
            <a:off x="2635781" y="295240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custDataLst>
              <p:tags r:id="rId20"/>
            </p:custDataLst>
          </p:nvPr>
        </p:nvSpPr>
        <p:spPr>
          <a:xfrm>
            <a:off x="2635781" y="329638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custDataLst>
              <p:tags r:id="rId21"/>
            </p:custDataLst>
          </p:nvPr>
        </p:nvSpPr>
        <p:spPr>
          <a:xfrm>
            <a:off x="2635781" y="3640366"/>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924558" y="227893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经营策略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3090275" y="2615564"/>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治理</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3090275" y="2965009"/>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合规</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3001887" y="3301640"/>
            <a:ext cx="707080" cy="29739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IT</a:t>
            </a: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41699" y="3639841"/>
            <a:ext cx="1027456"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风险容忍度</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custDataLst>
              <p:tags r:id="rId22"/>
            </p:custDataLst>
          </p:nvPr>
        </p:nvSpPr>
        <p:spPr>
          <a:xfrm>
            <a:off x="4671987"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custDataLst>
              <p:tags r:id="rId23"/>
            </p:custDataLst>
          </p:nvPr>
        </p:nvSpPr>
        <p:spPr>
          <a:xfrm>
            <a:off x="4533018"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custDataLst>
              <p:tags r:id="rId24"/>
            </p:custDataLst>
          </p:nvPr>
        </p:nvSpPr>
        <p:spPr>
          <a:xfrm>
            <a:off x="445804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custDataLst>
              <p:tags r:id="rId25"/>
            </p:custDataLst>
          </p:nvPr>
        </p:nvSpPr>
        <p:spPr>
          <a:xfrm>
            <a:off x="4533018"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custDataLst>
              <p:tags r:id="rId26"/>
            </p:custDataLst>
          </p:nvPr>
        </p:nvSpPr>
        <p:spPr>
          <a:xfrm>
            <a:off x="4674773"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765489"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自动识别</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4626519"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访问监视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4551546"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流向分析</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4626519"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数据采集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4768273"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异常警告</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5" name="组合 64"/>
          <p:cNvGrpSpPr/>
          <p:nvPr/>
        </p:nvGrpSpPr>
        <p:grpSpPr>
          <a:xfrm>
            <a:off x="8142151" y="2482634"/>
            <a:ext cx="1098140" cy="250157"/>
            <a:chOff x="8124000" y="2521068"/>
            <a:chExt cx="1199779" cy="308443"/>
          </a:xfrm>
          <a:effectLst/>
        </p:grpSpPr>
        <p:sp>
          <p:nvSpPr>
            <p:cNvPr id="66" name="椭圆 65"/>
            <p:cNvSpPr/>
            <p:nvPr/>
          </p:nvSpPr>
          <p:spPr>
            <a:xfrm>
              <a:off x="8124000" y="2521068"/>
              <a:ext cx="1199779"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8209372" y="2614261"/>
              <a:ext cx="1029037"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68" name="文本框 67"/>
          <p:cNvSpPr txBox="1"/>
          <p:nvPr/>
        </p:nvSpPr>
        <p:spPr>
          <a:xfrm>
            <a:off x="8257257" y="230386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9" name="组合 68"/>
          <p:cNvGrpSpPr/>
          <p:nvPr/>
        </p:nvGrpSpPr>
        <p:grpSpPr>
          <a:xfrm>
            <a:off x="8142151" y="3044965"/>
            <a:ext cx="1098140" cy="250160"/>
            <a:chOff x="8124000" y="2584141"/>
            <a:chExt cx="1199779" cy="308451"/>
          </a:xfrm>
          <a:effectLst/>
        </p:grpSpPr>
        <p:sp>
          <p:nvSpPr>
            <p:cNvPr id="70" name="椭圆 69"/>
            <p:cNvSpPr/>
            <p:nvPr/>
          </p:nvSpPr>
          <p:spPr>
            <a:xfrm>
              <a:off x="8124000" y="2584141"/>
              <a:ext cx="1199779" cy="215253"/>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8209372" y="2677338"/>
              <a:ext cx="1029037" cy="21525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2" name="文本框 71"/>
          <p:cNvSpPr txBox="1"/>
          <p:nvPr/>
        </p:nvSpPr>
        <p:spPr>
          <a:xfrm>
            <a:off x="8257257" y="2866195"/>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73" name="组合 72"/>
          <p:cNvGrpSpPr/>
          <p:nvPr/>
        </p:nvGrpSpPr>
        <p:grpSpPr>
          <a:xfrm>
            <a:off x="8142151" y="3607295"/>
            <a:ext cx="1098140" cy="250160"/>
            <a:chOff x="8124000" y="2647148"/>
            <a:chExt cx="1199779" cy="308449"/>
          </a:xfrm>
          <a:effectLst/>
        </p:grpSpPr>
        <p:sp>
          <p:nvSpPr>
            <p:cNvPr id="74" name="椭圆 73"/>
            <p:cNvSpPr/>
            <p:nvPr/>
          </p:nvSpPr>
          <p:spPr>
            <a:xfrm>
              <a:off x="8124000" y="2647148"/>
              <a:ext cx="1199779"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椭圆 74"/>
            <p:cNvSpPr/>
            <p:nvPr/>
          </p:nvSpPr>
          <p:spPr>
            <a:xfrm>
              <a:off x="8209372" y="2740345"/>
              <a:ext cx="1029037"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6" name="文本框 75"/>
          <p:cNvSpPr txBox="1"/>
          <p:nvPr/>
        </p:nvSpPr>
        <p:spPr>
          <a:xfrm>
            <a:off x="8257257" y="3428526"/>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7" name="矩形: 圆角 76"/>
          <p:cNvSpPr/>
          <p:nvPr>
            <p:custDataLst>
              <p:tags r:id="rId27"/>
            </p:custDataLst>
          </p:nvPr>
        </p:nvSpPr>
        <p:spPr>
          <a:xfrm>
            <a:off x="2463473" y="4307248"/>
            <a:ext cx="7023626" cy="44386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8" name="文本框 77"/>
          <p:cNvSpPr txBox="1"/>
          <p:nvPr/>
        </p:nvSpPr>
        <p:spPr>
          <a:xfrm>
            <a:off x="4231309" y="4346891"/>
            <a:ext cx="3487954" cy="36367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数据安全运营管理平台（</a:t>
            </a:r>
            <a:r>
              <a:rPr kumimoji="0" lang="en-US" altLang="zh-CN"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DSOP</a:t>
            </a: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矩形: 圆角 78"/>
          <p:cNvSpPr/>
          <p:nvPr>
            <p:custDataLst>
              <p:tags r:id="rId28"/>
            </p:custDataLst>
          </p:nvPr>
        </p:nvSpPr>
        <p:spPr>
          <a:xfrm>
            <a:off x="2463473" y="4805551"/>
            <a:ext cx="7023626" cy="1105796"/>
          </a:xfrm>
          <a:prstGeom prst="roundRect">
            <a:avLst>
              <a:gd name="adj" fmla="val 6013"/>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矩形: 圆角 79"/>
          <p:cNvSpPr/>
          <p:nvPr>
            <p:custDataLst>
              <p:tags r:id="rId29"/>
            </p:custDataLst>
          </p:nvPr>
        </p:nvSpPr>
        <p:spPr>
          <a:xfrm>
            <a:off x="2463473" y="5975835"/>
            <a:ext cx="7023626" cy="513783"/>
          </a:xfrm>
          <a:prstGeom prst="roundRect">
            <a:avLst>
              <a:gd name="adj" fmla="val 60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2539102" y="5059934"/>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a:t>
            </a:r>
            <a:endParaRPr kumimoji="0" lang="en-US" altLang="zh-CN"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2" name="矩形 81"/>
          <p:cNvSpPr/>
          <p:nvPr/>
        </p:nvSpPr>
        <p:spPr>
          <a:xfrm>
            <a:off x="3098901" y="4995845"/>
            <a:ext cx="1063425" cy="883373"/>
          </a:xfrm>
          <a:prstGeom prst="rect">
            <a:avLst/>
          </a:prstGeom>
          <a:solidFill>
            <a:schemeClr val="accent1">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custDataLst>
              <p:tags r:id="rId30"/>
            </p:custDataLst>
          </p:nvPr>
        </p:nvSpPr>
        <p:spPr>
          <a:xfrm>
            <a:off x="3098945" y="4862279"/>
            <a:ext cx="1063336"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3223442"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数据发现</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3223442"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数据识别</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文本框 85"/>
          <p:cNvSpPr txBox="1"/>
          <p:nvPr/>
        </p:nvSpPr>
        <p:spPr>
          <a:xfrm>
            <a:off x="3223442"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分类分级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7" name="文本框 86"/>
          <p:cNvSpPr txBox="1"/>
          <p:nvPr/>
        </p:nvSpPr>
        <p:spPr>
          <a:xfrm>
            <a:off x="3252277"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识别能力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88" name="直接连接符 87"/>
          <p:cNvCxnSpPr/>
          <p:nvPr/>
        </p:nvCxnSpPr>
        <p:spPr>
          <a:xfrm>
            <a:off x="3236195"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236195"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3850"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矩形: 圆角 90"/>
          <p:cNvSpPr/>
          <p:nvPr>
            <p:custDataLst>
              <p:tags r:id="rId31"/>
            </p:custDataLst>
          </p:nvPr>
        </p:nvSpPr>
        <p:spPr>
          <a:xfrm>
            <a:off x="4233920"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文本框 91"/>
          <p:cNvSpPr txBox="1"/>
          <p:nvPr/>
        </p:nvSpPr>
        <p:spPr>
          <a:xfrm>
            <a:off x="4292536"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数据加容</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4292536"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4345771" y="5571067"/>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防勒索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4694539"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防护能力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6" name="直接连接符 95"/>
          <p:cNvCxnSpPr/>
          <p:nvPr/>
        </p:nvCxnSpPr>
        <p:spPr>
          <a:xfrm>
            <a:off x="4305290"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305290"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5116519" y="5102473"/>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防火墙</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5058077"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58077"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数据访问</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1" name="直接连接符 100"/>
          <p:cNvCxnSpPr/>
          <p:nvPr/>
        </p:nvCxnSpPr>
        <p:spPr>
          <a:xfrm>
            <a:off x="507083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07083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5984283"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圆角 103"/>
          <p:cNvSpPr/>
          <p:nvPr>
            <p:custDataLst>
              <p:tags r:id="rId32"/>
            </p:custDataLst>
          </p:nvPr>
        </p:nvSpPr>
        <p:spPr>
          <a:xfrm>
            <a:off x="5984354"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文本框 104"/>
          <p:cNvSpPr txBox="1"/>
          <p:nvPr/>
        </p:nvSpPr>
        <p:spPr>
          <a:xfrm>
            <a:off x="6042968"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行为监测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 name="文本框 105"/>
          <p:cNvSpPr txBox="1"/>
          <p:nvPr/>
        </p:nvSpPr>
        <p:spPr>
          <a:xfrm>
            <a:off x="6042968"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应用监测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 name="文本框 106"/>
          <p:cNvSpPr txBox="1"/>
          <p:nvPr/>
        </p:nvSpPr>
        <p:spPr>
          <a:xfrm>
            <a:off x="6042968"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热点监测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 name="文本框 107"/>
          <p:cNvSpPr txBox="1"/>
          <p:nvPr/>
        </p:nvSpPr>
        <p:spPr>
          <a:xfrm>
            <a:off x="6444972"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监测能力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9" name="直接连接符 108"/>
          <p:cNvCxnSpPr/>
          <p:nvPr/>
        </p:nvCxnSpPr>
        <p:spPr>
          <a:xfrm>
            <a:off x="605572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05572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808509"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文本框 111"/>
          <p:cNvSpPr txBox="1"/>
          <p:nvPr/>
        </p:nvSpPr>
        <p:spPr>
          <a:xfrm>
            <a:off x="6808509"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账号监测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6808509"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4" name="直接连接符 113"/>
          <p:cNvCxnSpPr/>
          <p:nvPr/>
        </p:nvCxnSpPr>
        <p:spPr>
          <a:xfrm>
            <a:off x="6821262"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821262"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734715"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7" name="矩形: 圆角 116"/>
          <p:cNvSpPr/>
          <p:nvPr>
            <p:custDataLst>
              <p:tags r:id="rId33"/>
            </p:custDataLst>
          </p:nvPr>
        </p:nvSpPr>
        <p:spPr>
          <a:xfrm>
            <a:off x="7734785"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8" name="文本框 117"/>
          <p:cNvSpPr txBox="1"/>
          <p:nvPr/>
        </p:nvSpPr>
        <p:spPr>
          <a:xfrm>
            <a:off x="779340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资产管理</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779340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关联分析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0" name="文本框 119"/>
          <p:cNvSpPr txBox="1"/>
          <p:nvPr/>
        </p:nvSpPr>
        <p:spPr>
          <a:xfrm>
            <a:off x="779340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追踪溯源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195404"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22" name="直接连接符 121"/>
          <p:cNvCxnSpPr/>
          <p:nvPr/>
        </p:nvCxnSpPr>
        <p:spPr>
          <a:xfrm>
            <a:off x="780615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80615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55894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联防联控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5" name="文本框 124"/>
          <p:cNvSpPr txBox="1"/>
          <p:nvPr/>
        </p:nvSpPr>
        <p:spPr>
          <a:xfrm>
            <a:off x="855894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人物画像</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6" name="文本框 125"/>
          <p:cNvSpPr txBox="1"/>
          <p:nvPr/>
        </p:nvSpPr>
        <p:spPr>
          <a:xfrm>
            <a:off x="855894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自动偏移</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7" name="直接连接符 126"/>
          <p:cNvCxnSpPr/>
          <p:nvPr/>
        </p:nvCxnSpPr>
        <p:spPr>
          <a:xfrm>
            <a:off x="857169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857169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2539102" y="5990373"/>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应用范围</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30" name="矩形: 圆角 129"/>
          <p:cNvSpPr/>
          <p:nvPr>
            <p:custDataLst>
              <p:tags r:id="rId34"/>
            </p:custDataLst>
          </p:nvPr>
        </p:nvSpPr>
        <p:spPr>
          <a:xfrm>
            <a:off x="307744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1" name="矩形: 圆角 130"/>
          <p:cNvSpPr/>
          <p:nvPr>
            <p:custDataLst>
              <p:tags r:id="rId35"/>
            </p:custDataLst>
          </p:nvPr>
        </p:nvSpPr>
        <p:spPr>
          <a:xfrm>
            <a:off x="520753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2" name="矩形: 圆角 131"/>
          <p:cNvSpPr/>
          <p:nvPr>
            <p:custDataLst>
              <p:tags r:id="rId36"/>
            </p:custDataLst>
          </p:nvPr>
        </p:nvSpPr>
        <p:spPr>
          <a:xfrm>
            <a:off x="7337630"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3" name="文本框 132"/>
          <p:cNvSpPr txBox="1"/>
          <p:nvPr/>
        </p:nvSpPr>
        <p:spPr>
          <a:xfrm>
            <a:off x="3666048" y="6044155"/>
            <a:ext cx="861737"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数据库</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5699433"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5" name="文本框 134"/>
          <p:cNvSpPr txBox="1"/>
          <p:nvPr/>
        </p:nvSpPr>
        <p:spPr>
          <a:xfrm>
            <a:off x="7843385"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终端数据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6" name="文本框 135"/>
          <p:cNvSpPr txBox="1"/>
          <p:nvPr/>
        </p:nvSpPr>
        <p:spPr>
          <a:xfrm>
            <a:off x="10133179" y="1863844"/>
            <a:ext cx="1333250" cy="643253"/>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数据全生命</a:t>
            </a:r>
            <a:endParaRPr kumimoji="0" lang="en-US" altLang="zh-CN"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周期管理</a:t>
            </a:r>
            <a:endParaRPr kumimoji="0" lang="zh-CN" altLang="en-US" sz="176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grpSp>
        <p:nvGrpSpPr>
          <p:cNvPr id="137" name="组合 136"/>
          <p:cNvGrpSpPr/>
          <p:nvPr/>
        </p:nvGrpSpPr>
        <p:grpSpPr>
          <a:xfrm>
            <a:off x="9938768" y="2475420"/>
            <a:ext cx="1698856" cy="116602"/>
            <a:chOff x="9938524" y="2538190"/>
            <a:chExt cx="1965841" cy="119106"/>
          </a:xfrm>
          <a:effectLst/>
        </p:grpSpPr>
        <p:sp>
          <p:nvSpPr>
            <p:cNvPr id="138" name="左大括号 137"/>
            <p:cNvSpPr/>
            <p:nvPr/>
          </p:nvSpPr>
          <p:spPr>
            <a:xfrm rot="5400000">
              <a:off x="10864769" y="1611945"/>
              <a:ext cx="113351" cy="1965841"/>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9" name="左大括号 138"/>
            <p:cNvSpPr/>
            <p:nvPr/>
          </p:nvSpPr>
          <p:spPr>
            <a:xfrm rot="5400000">
              <a:off x="10868241" y="1996702"/>
              <a:ext cx="113351" cy="1202452"/>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0" name="左大括号 139"/>
            <p:cNvSpPr/>
            <p:nvPr/>
          </p:nvSpPr>
          <p:spPr>
            <a:xfrm rot="5400000">
              <a:off x="10871292" y="2334898"/>
              <a:ext cx="113351" cy="531445"/>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141" name="矩形: 圆角 140"/>
          <p:cNvSpPr/>
          <p:nvPr>
            <p:custDataLst>
              <p:tags r:id="rId37"/>
            </p:custDataLst>
          </p:nvPr>
        </p:nvSpPr>
        <p:spPr>
          <a:xfrm>
            <a:off x="97808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2" name="矩形: 圆角 141"/>
          <p:cNvSpPr/>
          <p:nvPr>
            <p:custDataLst>
              <p:tags r:id="rId38"/>
            </p:custDataLst>
          </p:nvPr>
        </p:nvSpPr>
        <p:spPr>
          <a:xfrm>
            <a:off x="101262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3" name="矩形: 圆角 142"/>
          <p:cNvSpPr/>
          <p:nvPr>
            <p:custDataLst>
              <p:tags r:id="rId39"/>
            </p:custDataLst>
          </p:nvPr>
        </p:nvSpPr>
        <p:spPr>
          <a:xfrm>
            <a:off x="10471665"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4" name="矩形: 圆角 143"/>
          <p:cNvSpPr/>
          <p:nvPr>
            <p:custDataLst>
              <p:tags r:id="rId40"/>
            </p:custDataLst>
          </p:nvPr>
        </p:nvSpPr>
        <p:spPr>
          <a:xfrm>
            <a:off x="108170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5" name="矩形: 圆角 144"/>
          <p:cNvSpPr/>
          <p:nvPr>
            <p:custDataLst>
              <p:tags r:id="rId41"/>
            </p:custDataLst>
          </p:nvPr>
        </p:nvSpPr>
        <p:spPr>
          <a:xfrm>
            <a:off x="111624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6" name="矩形: 圆角 145"/>
          <p:cNvSpPr/>
          <p:nvPr>
            <p:custDataLst>
              <p:tags r:id="rId42"/>
            </p:custDataLst>
          </p:nvPr>
        </p:nvSpPr>
        <p:spPr>
          <a:xfrm>
            <a:off x="11507862"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7" name="文本框 146"/>
          <p:cNvSpPr txBox="1"/>
          <p:nvPr/>
        </p:nvSpPr>
        <p:spPr>
          <a:xfrm>
            <a:off x="974527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数据采集安全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8" name="文本框 147"/>
          <p:cNvSpPr txBox="1"/>
          <p:nvPr/>
        </p:nvSpPr>
        <p:spPr>
          <a:xfrm>
            <a:off x="1008976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数据存储安全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9" name="文本框 148"/>
          <p:cNvSpPr txBox="1"/>
          <p:nvPr/>
        </p:nvSpPr>
        <p:spPr>
          <a:xfrm>
            <a:off x="1043425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数据传输安全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0" name="文本框 149"/>
          <p:cNvSpPr txBox="1"/>
          <p:nvPr/>
        </p:nvSpPr>
        <p:spPr>
          <a:xfrm>
            <a:off x="1077874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数据使用安全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1" name="文本框 150"/>
          <p:cNvSpPr txBox="1"/>
          <p:nvPr/>
        </p:nvSpPr>
        <p:spPr>
          <a:xfrm>
            <a:off x="1112323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数据共享安全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2" name="文本框 151"/>
          <p:cNvSpPr txBox="1"/>
          <p:nvPr/>
        </p:nvSpPr>
        <p:spPr>
          <a:xfrm>
            <a:off x="1146772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数据销毁安全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3" name="文本框 152"/>
          <p:cNvSpPr txBox="1"/>
          <p:nvPr/>
        </p:nvSpPr>
        <p:spPr>
          <a:xfrm>
            <a:off x="9907160" y="4423069"/>
            <a:ext cx="1785297" cy="37241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应用场景全覆盖</a:t>
            </a:r>
            <a:endParaRPr kumimoji="0" lang="zh-CN" altLang="en-US" sz="176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54" name="椭圆 153"/>
          <p:cNvSpPr/>
          <p:nvPr/>
        </p:nvSpPr>
        <p:spPr>
          <a:xfrm>
            <a:off x="9919733" y="5085235"/>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5" name="椭圆 154"/>
          <p:cNvSpPr/>
          <p:nvPr/>
        </p:nvSpPr>
        <p:spPr>
          <a:xfrm>
            <a:off x="9919733" y="5614146"/>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6" name="椭圆 155"/>
          <p:cNvSpPr/>
          <p:nvPr/>
        </p:nvSpPr>
        <p:spPr>
          <a:xfrm>
            <a:off x="9919733" y="6150889"/>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7" name="文本框 156"/>
          <p:cNvSpPr txBox="1"/>
          <p:nvPr/>
        </p:nvSpPr>
        <p:spPr>
          <a:xfrm>
            <a:off x="10018572" y="4916083"/>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8" name="文本框 157"/>
          <p:cNvSpPr txBox="1"/>
          <p:nvPr/>
        </p:nvSpPr>
        <p:spPr>
          <a:xfrm>
            <a:off x="10018572" y="5412009"/>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网络数据安全场景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0018572" y="5962472"/>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线下数据安全场景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cxnSp>
        <p:nvCxnSpPr>
          <p:cNvPr id="160" name="直接连接符 159"/>
          <p:cNvCxnSpPr/>
          <p:nvPr/>
        </p:nvCxnSpPr>
        <p:spPr>
          <a:xfrm>
            <a:off x="9880942" y="4235231"/>
            <a:ext cx="1837725"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161" name="任意多边形: 形状 160"/>
          <p:cNvSpPr/>
          <p:nvPr/>
        </p:nvSpPr>
        <p:spPr>
          <a:xfrm>
            <a:off x="5325977" y="2367824"/>
            <a:ext cx="1482547" cy="1456823"/>
          </a:xfrm>
          <a:custGeom>
            <a:avLst/>
            <a:gdLst>
              <a:gd name="connsiteX0" fmla="*/ 600150 w 1200300"/>
              <a:gd name="connsiteY0" fmla="*/ 152295 h 1179474"/>
              <a:gd name="connsiteX1" fmla="*/ 528975 w 1200300"/>
              <a:gd name="connsiteY1" fmla="*/ 199473 h 1179474"/>
              <a:gd name="connsiteX2" fmla="*/ 527361 w 1200300"/>
              <a:gd name="connsiteY2" fmla="*/ 207465 h 1179474"/>
              <a:gd name="connsiteX3" fmla="*/ 502323 w 1200300"/>
              <a:gd name="connsiteY3" fmla="*/ 210619 h 1179474"/>
              <a:gd name="connsiteX4" fmla="*/ 433901 w 1200300"/>
              <a:gd name="connsiteY4" fmla="*/ 237539 h 1179474"/>
              <a:gd name="connsiteX5" fmla="*/ 418501 w 1200300"/>
              <a:gd name="connsiteY5" fmla="*/ 227156 h 1179474"/>
              <a:gd name="connsiteX6" fmla="*/ 388433 w 1200300"/>
              <a:gd name="connsiteY6" fmla="*/ 221086 h 1179474"/>
              <a:gd name="connsiteX7" fmla="*/ 311187 w 1200300"/>
              <a:gd name="connsiteY7" fmla="*/ 298332 h 1179474"/>
              <a:gd name="connsiteX8" fmla="*/ 316329 w 1200300"/>
              <a:gd name="connsiteY8" fmla="*/ 323801 h 1179474"/>
              <a:gd name="connsiteX9" fmla="*/ 275561 w 1200300"/>
              <a:gd name="connsiteY9" fmla="*/ 370878 h 1179474"/>
              <a:gd name="connsiteX10" fmla="*/ 258961 w 1200300"/>
              <a:gd name="connsiteY10" fmla="*/ 401461 h 1179474"/>
              <a:gd name="connsiteX11" fmla="*/ 257584 w 1200300"/>
              <a:gd name="connsiteY11" fmla="*/ 401183 h 1179474"/>
              <a:gd name="connsiteX12" fmla="*/ 180338 w 1200300"/>
              <a:gd name="connsiteY12" fmla="*/ 478429 h 1179474"/>
              <a:gd name="connsiteX13" fmla="*/ 202963 w 1200300"/>
              <a:gd name="connsiteY13" fmla="*/ 533050 h 1179474"/>
              <a:gd name="connsiteX14" fmla="*/ 213693 w 1200300"/>
              <a:gd name="connsiteY14" fmla="*/ 540285 h 1179474"/>
              <a:gd name="connsiteX15" fmla="*/ 208708 w 1200300"/>
              <a:gd name="connsiteY15" fmla="*/ 589737 h 1179474"/>
              <a:gd name="connsiteX16" fmla="*/ 213106 w 1200300"/>
              <a:gd name="connsiteY16" fmla="*/ 639583 h 1179474"/>
              <a:gd name="connsiteX17" fmla="*/ 202963 w 1200300"/>
              <a:gd name="connsiteY17" fmla="*/ 646422 h 1179474"/>
              <a:gd name="connsiteX18" fmla="*/ 180338 w 1200300"/>
              <a:gd name="connsiteY18" fmla="*/ 701043 h 1179474"/>
              <a:gd name="connsiteX19" fmla="*/ 257584 w 1200300"/>
              <a:gd name="connsiteY19" fmla="*/ 778289 h 1179474"/>
              <a:gd name="connsiteX20" fmla="*/ 257631 w 1200300"/>
              <a:gd name="connsiteY20" fmla="*/ 778280 h 1179474"/>
              <a:gd name="connsiteX21" fmla="*/ 260570 w 1200300"/>
              <a:gd name="connsiteY21" fmla="*/ 784580 h 1179474"/>
              <a:gd name="connsiteX22" fmla="*/ 298095 w 1200300"/>
              <a:gd name="connsiteY22" fmla="*/ 838731 h 1179474"/>
              <a:gd name="connsiteX23" fmla="*/ 316039 w 1200300"/>
              <a:gd name="connsiteY23" fmla="*/ 857108 h 1179474"/>
              <a:gd name="connsiteX24" fmla="*/ 311187 w 1200300"/>
              <a:gd name="connsiteY24" fmla="*/ 881140 h 1179474"/>
              <a:gd name="connsiteX25" fmla="*/ 388433 w 1200300"/>
              <a:gd name="connsiteY25" fmla="*/ 958386 h 1179474"/>
              <a:gd name="connsiteX26" fmla="*/ 418501 w 1200300"/>
              <a:gd name="connsiteY26" fmla="*/ 952316 h 1179474"/>
              <a:gd name="connsiteX27" fmla="*/ 433206 w 1200300"/>
              <a:gd name="connsiteY27" fmla="*/ 942401 h 1179474"/>
              <a:gd name="connsiteX28" fmla="*/ 456619 w 1200300"/>
              <a:gd name="connsiteY28" fmla="*/ 954027 h 1179474"/>
              <a:gd name="connsiteX29" fmla="*/ 521261 w 1200300"/>
              <a:gd name="connsiteY29" fmla="*/ 973226 h 1179474"/>
              <a:gd name="connsiteX30" fmla="*/ 527739 w 1200300"/>
              <a:gd name="connsiteY30" fmla="*/ 973879 h 1179474"/>
              <a:gd name="connsiteX31" fmla="*/ 528975 w 1200300"/>
              <a:gd name="connsiteY31" fmla="*/ 979999 h 1179474"/>
              <a:gd name="connsiteX32" fmla="*/ 600150 w 1200300"/>
              <a:gd name="connsiteY32" fmla="*/ 1027177 h 1179474"/>
              <a:gd name="connsiteX33" fmla="*/ 671326 w 1200300"/>
              <a:gd name="connsiteY33" fmla="*/ 979999 h 1179474"/>
              <a:gd name="connsiteX34" fmla="*/ 672939 w 1200300"/>
              <a:gd name="connsiteY34" fmla="*/ 972009 h 1179474"/>
              <a:gd name="connsiteX35" fmla="*/ 697978 w 1200300"/>
              <a:gd name="connsiteY35" fmla="*/ 968855 h 1179474"/>
              <a:gd name="connsiteX36" fmla="*/ 766402 w 1200300"/>
              <a:gd name="connsiteY36" fmla="*/ 941934 h 1179474"/>
              <a:gd name="connsiteX37" fmla="*/ 781800 w 1200300"/>
              <a:gd name="connsiteY37" fmla="*/ 952316 h 1179474"/>
              <a:gd name="connsiteX38" fmla="*/ 811867 w 1200300"/>
              <a:gd name="connsiteY38" fmla="*/ 958386 h 1179474"/>
              <a:gd name="connsiteX39" fmla="*/ 889113 w 1200300"/>
              <a:gd name="connsiteY39" fmla="*/ 881140 h 1179474"/>
              <a:gd name="connsiteX40" fmla="*/ 883972 w 1200300"/>
              <a:gd name="connsiteY40" fmla="*/ 855673 h 1179474"/>
              <a:gd name="connsiteX41" fmla="*/ 924740 w 1200300"/>
              <a:gd name="connsiteY41" fmla="*/ 808596 h 1179474"/>
              <a:gd name="connsiteX42" fmla="*/ 941341 w 1200300"/>
              <a:gd name="connsiteY42" fmla="*/ 778011 h 1179474"/>
              <a:gd name="connsiteX43" fmla="*/ 942716 w 1200300"/>
              <a:gd name="connsiteY43" fmla="*/ 778289 h 1179474"/>
              <a:gd name="connsiteX44" fmla="*/ 1019962 w 1200300"/>
              <a:gd name="connsiteY44" fmla="*/ 701043 h 1179474"/>
              <a:gd name="connsiteX45" fmla="*/ 997338 w 1200300"/>
              <a:gd name="connsiteY45" fmla="*/ 646422 h 1179474"/>
              <a:gd name="connsiteX46" fmla="*/ 986607 w 1200300"/>
              <a:gd name="connsiteY46" fmla="*/ 639187 h 1179474"/>
              <a:gd name="connsiteX47" fmla="*/ 991592 w 1200300"/>
              <a:gd name="connsiteY47" fmla="*/ 589737 h 1179474"/>
              <a:gd name="connsiteX48" fmla="*/ 987790 w 1200300"/>
              <a:gd name="connsiteY48" fmla="*/ 539487 h 1179474"/>
              <a:gd name="connsiteX49" fmla="*/ 997338 w 1200300"/>
              <a:gd name="connsiteY49" fmla="*/ 533050 h 1179474"/>
              <a:gd name="connsiteX50" fmla="*/ 1019962 w 1200300"/>
              <a:gd name="connsiteY50" fmla="*/ 478429 h 1179474"/>
              <a:gd name="connsiteX51" fmla="*/ 942716 w 1200300"/>
              <a:gd name="connsiteY51" fmla="*/ 401183 h 1179474"/>
              <a:gd name="connsiteX52" fmla="*/ 942217 w 1200300"/>
              <a:gd name="connsiteY52" fmla="*/ 401284 h 1179474"/>
              <a:gd name="connsiteX53" fmla="*/ 924740 w 1200300"/>
              <a:gd name="connsiteY53" fmla="*/ 370878 h 1179474"/>
              <a:gd name="connsiteX54" fmla="*/ 884350 w 1200300"/>
              <a:gd name="connsiteY54" fmla="*/ 321925 h 1179474"/>
              <a:gd name="connsiteX55" fmla="*/ 889113 w 1200300"/>
              <a:gd name="connsiteY55" fmla="*/ 298332 h 1179474"/>
              <a:gd name="connsiteX56" fmla="*/ 811867 w 1200300"/>
              <a:gd name="connsiteY56" fmla="*/ 221086 h 1179474"/>
              <a:gd name="connsiteX57" fmla="*/ 781800 w 1200300"/>
              <a:gd name="connsiteY57" fmla="*/ 227156 h 1179474"/>
              <a:gd name="connsiteX58" fmla="*/ 767178 w 1200300"/>
              <a:gd name="connsiteY58" fmla="*/ 237015 h 1179474"/>
              <a:gd name="connsiteX59" fmla="*/ 752517 w 1200300"/>
              <a:gd name="connsiteY59" fmla="*/ 229057 h 1179474"/>
              <a:gd name="connsiteX60" fmla="*/ 679040 w 1200300"/>
              <a:gd name="connsiteY60" fmla="*/ 206248 h 1179474"/>
              <a:gd name="connsiteX61" fmla="*/ 672562 w 1200300"/>
              <a:gd name="connsiteY61" fmla="*/ 205595 h 1179474"/>
              <a:gd name="connsiteX62" fmla="*/ 671326 w 1200300"/>
              <a:gd name="connsiteY62" fmla="*/ 199473 h 1179474"/>
              <a:gd name="connsiteX63" fmla="*/ 600150 w 1200300"/>
              <a:gd name="connsiteY63" fmla="*/ 152295 h 1179474"/>
              <a:gd name="connsiteX64" fmla="*/ 489983 w 1200300"/>
              <a:gd name="connsiteY64" fmla="*/ 0 h 1179474"/>
              <a:gd name="connsiteX65" fmla="*/ 496448 w 1200300"/>
              <a:gd name="connsiteY65" fmla="*/ 9589 h 1179474"/>
              <a:gd name="connsiteX66" fmla="*/ 600150 w 1200300"/>
              <a:gd name="connsiteY66" fmla="*/ 52544 h 1179474"/>
              <a:gd name="connsiteX67" fmla="*/ 703851 w 1200300"/>
              <a:gd name="connsiteY67" fmla="*/ 9589 h 1179474"/>
              <a:gd name="connsiteX68" fmla="*/ 709801 w 1200300"/>
              <a:gd name="connsiteY68" fmla="*/ 764 h 1179474"/>
              <a:gd name="connsiteX69" fmla="*/ 750137 w 1200300"/>
              <a:gd name="connsiteY69" fmla="*/ 8482 h 1179474"/>
              <a:gd name="connsiteX70" fmla="*/ 853759 w 1200300"/>
              <a:gd name="connsiteY70" fmla="*/ 45647 h 1179474"/>
              <a:gd name="connsiteX71" fmla="*/ 857771 w 1200300"/>
              <a:gd name="connsiteY71" fmla="*/ 47985 h 1179474"/>
              <a:gd name="connsiteX72" fmla="*/ 866976 w 1200300"/>
              <a:gd name="connsiteY72" fmla="*/ 93576 h 1179474"/>
              <a:gd name="connsiteX73" fmla="*/ 1002107 w 1200300"/>
              <a:gd name="connsiteY73" fmla="*/ 183147 h 1179474"/>
              <a:gd name="connsiteX74" fmla="*/ 1034559 w 1200300"/>
              <a:gd name="connsiteY74" fmla="*/ 176595 h 1179474"/>
              <a:gd name="connsiteX75" fmla="*/ 1097804 w 1200300"/>
              <a:gd name="connsiteY75" fmla="*/ 254187 h 1179474"/>
              <a:gd name="connsiteX76" fmla="*/ 1125842 w 1200300"/>
              <a:gd name="connsiteY76" fmla="*/ 305843 h 1179474"/>
              <a:gd name="connsiteX77" fmla="*/ 1115399 w 1200300"/>
              <a:gd name="connsiteY77" fmla="*/ 321331 h 1179474"/>
              <a:gd name="connsiteX78" fmla="*/ 1103874 w 1200300"/>
              <a:gd name="connsiteY78" fmla="*/ 378417 h 1179474"/>
              <a:gd name="connsiteX79" fmla="*/ 1146828 w 1200300"/>
              <a:gd name="connsiteY79" fmla="*/ 482118 h 1179474"/>
              <a:gd name="connsiteX80" fmla="*/ 1192560 w 1200300"/>
              <a:gd name="connsiteY80" fmla="*/ 512951 h 1179474"/>
              <a:gd name="connsiteX81" fmla="*/ 1200300 w 1200300"/>
              <a:gd name="connsiteY81" fmla="*/ 589737 h 1179474"/>
              <a:gd name="connsiteX82" fmla="*/ 1192559 w 1200300"/>
              <a:gd name="connsiteY82" fmla="*/ 666525 h 1179474"/>
              <a:gd name="connsiteX83" fmla="*/ 1146828 w 1200300"/>
              <a:gd name="connsiteY83" fmla="*/ 697358 h 1179474"/>
              <a:gd name="connsiteX84" fmla="*/ 1103874 w 1200300"/>
              <a:gd name="connsiteY84" fmla="*/ 801060 h 1179474"/>
              <a:gd name="connsiteX85" fmla="*/ 1115399 w 1200300"/>
              <a:gd name="connsiteY85" fmla="*/ 858145 h 1179474"/>
              <a:gd name="connsiteX86" fmla="*/ 1125841 w 1200300"/>
              <a:gd name="connsiteY86" fmla="*/ 873633 h 1179474"/>
              <a:gd name="connsiteX87" fmla="*/ 1097804 w 1200300"/>
              <a:gd name="connsiteY87" fmla="*/ 925287 h 1179474"/>
              <a:gd name="connsiteX88" fmla="*/ 1031198 w 1200300"/>
              <a:gd name="connsiteY88" fmla="*/ 1002201 h 1179474"/>
              <a:gd name="connsiteX89" fmla="*/ 1002107 w 1200300"/>
              <a:gd name="connsiteY89" fmla="*/ 996328 h 1179474"/>
              <a:gd name="connsiteX90" fmla="*/ 866976 w 1200300"/>
              <a:gd name="connsiteY90" fmla="*/ 1085898 h 1179474"/>
              <a:gd name="connsiteX91" fmla="*/ 857941 w 1200300"/>
              <a:gd name="connsiteY91" fmla="*/ 1130650 h 1179474"/>
              <a:gd name="connsiteX92" fmla="*/ 820210 w 1200300"/>
              <a:gd name="connsiteY92" fmla="*/ 1148259 h 1179474"/>
              <a:gd name="connsiteX93" fmla="*/ 713760 w 1200300"/>
              <a:gd name="connsiteY93" fmla="*/ 1179149 h 1179474"/>
              <a:gd name="connsiteX94" fmla="*/ 710316 w 1200300"/>
              <a:gd name="connsiteY94" fmla="*/ 1179474 h 1179474"/>
              <a:gd name="connsiteX95" fmla="*/ 703851 w 1200300"/>
              <a:gd name="connsiteY95" fmla="*/ 1169885 h 1179474"/>
              <a:gd name="connsiteX96" fmla="*/ 600150 w 1200300"/>
              <a:gd name="connsiteY96" fmla="*/ 1126931 h 1179474"/>
              <a:gd name="connsiteX97" fmla="*/ 496448 w 1200300"/>
              <a:gd name="connsiteY97" fmla="*/ 1169885 h 1179474"/>
              <a:gd name="connsiteX98" fmla="*/ 490421 w 1200300"/>
              <a:gd name="connsiteY98" fmla="*/ 1178825 h 1179474"/>
              <a:gd name="connsiteX99" fmla="*/ 479199 w 1200300"/>
              <a:gd name="connsiteY99" fmla="*/ 1177694 h 1179474"/>
              <a:gd name="connsiteX100" fmla="*/ 380091 w 1200300"/>
              <a:gd name="connsiteY100" fmla="*/ 1148259 h 1179474"/>
              <a:gd name="connsiteX101" fmla="*/ 342107 w 1200300"/>
              <a:gd name="connsiteY101" fmla="*/ 1129397 h 1179474"/>
              <a:gd name="connsiteX102" fmla="*/ 333325 w 1200300"/>
              <a:gd name="connsiteY102" fmla="*/ 1085897 h 1179474"/>
              <a:gd name="connsiteX103" fmla="*/ 198194 w 1200300"/>
              <a:gd name="connsiteY103" fmla="*/ 996327 h 1179474"/>
              <a:gd name="connsiteX104" fmla="*/ 167373 w 1200300"/>
              <a:gd name="connsiteY104" fmla="*/ 1002549 h 1179474"/>
              <a:gd name="connsiteX105" fmla="*/ 137046 w 1200300"/>
              <a:gd name="connsiteY105" fmla="*/ 971488 h 1179474"/>
              <a:gd name="connsiteX106" fmla="*/ 79514 w 1200300"/>
              <a:gd name="connsiteY106" fmla="*/ 888466 h 1179474"/>
              <a:gd name="connsiteX107" fmla="*/ 73356 w 1200300"/>
              <a:gd name="connsiteY107" fmla="*/ 875267 h 1179474"/>
              <a:gd name="connsiteX108" fmla="*/ 84901 w 1200300"/>
              <a:gd name="connsiteY108" fmla="*/ 858144 h 1179474"/>
              <a:gd name="connsiteX109" fmla="*/ 96426 w 1200300"/>
              <a:gd name="connsiteY109" fmla="*/ 801059 h 1179474"/>
              <a:gd name="connsiteX110" fmla="*/ 6855 w 1200300"/>
              <a:gd name="connsiteY110" fmla="*/ 665928 h 1179474"/>
              <a:gd name="connsiteX111" fmla="*/ 6721 w 1200300"/>
              <a:gd name="connsiteY111" fmla="*/ 665900 h 1179474"/>
              <a:gd name="connsiteX112" fmla="*/ 0 w 1200300"/>
              <a:gd name="connsiteY112" fmla="*/ 589737 h 1179474"/>
              <a:gd name="connsiteX113" fmla="*/ 7741 w 1200300"/>
              <a:gd name="connsiteY113" fmla="*/ 512949 h 1179474"/>
              <a:gd name="connsiteX114" fmla="*/ 53471 w 1200300"/>
              <a:gd name="connsiteY114" fmla="*/ 482117 h 1179474"/>
              <a:gd name="connsiteX115" fmla="*/ 96426 w 1200300"/>
              <a:gd name="connsiteY115" fmla="*/ 378416 h 1179474"/>
              <a:gd name="connsiteX116" fmla="*/ 84901 w 1200300"/>
              <a:gd name="connsiteY116" fmla="*/ 321330 h 1179474"/>
              <a:gd name="connsiteX117" fmla="*/ 74459 w 1200300"/>
              <a:gd name="connsiteY117" fmla="*/ 305843 h 1179474"/>
              <a:gd name="connsiteX118" fmla="*/ 102496 w 1200300"/>
              <a:gd name="connsiteY118" fmla="*/ 254187 h 1179474"/>
              <a:gd name="connsiteX119" fmla="*/ 169103 w 1200300"/>
              <a:gd name="connsiteY119" fmla="*/ 177274 h 1179474"/>
              <a:gd name="connsiteX120" fmla="*/ 198194 w 1200300"/>
              <a:gd name="connsiteY120" fmla="*/ 183147 h 1179474"/>
              <a:gd name="connsiteX121" fmla="*/ 333325 w 1200300"/>
              <a:gd name="connsiteY121" fmla="*/ 93576 h 1179474"/>
              <a:gd name="connsiteX122" fmla="*/ 342360 w 1200300"/>
              <a:gd name="connsiteY122" fmla="*/ 48825 h 1179474"/>
              <a:gd name="connsiteX123" fmla="*/ 380091 w 1200300"/>
              <a:gd name="connsiteY123" fmla="*/ 31216 h 1179474"/>
              <a:gd name="connsiteX124" fmla="*/ 486541 w 1200300"/>
              <a:gd name="connsiteY124" fmla="*/ 326 h 117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00300" h="1179474">
                <a:moveTo>
                  <a:pt x="600150" y="152295"/>
                </a:moveTo>
                <a:cubicBezTo>
                  <a:pt x="568154" y="152295"/>
                  <a:pt x="540701" y="171749"/>
                  <a:pt x="528975" y="199473"/>
                </a:cubicBezTo>
                <a:lnTo>
                  <a:pt x="527361" y="207465"/>
                </a:lnTo>
                <a:lnTo>
                  <a:pt x="502323" y="210619"/>
                </a:lnTo>
                <a:lnTo>
                  <a:pt x="433901" y="237539"/>
                </a:lnTo>
                <a:lnTo>
                  <a:pt x="418501" y="227156"/>
                </a:lnTo>
                <a:cubicBezTo>
                  <a:pt x="409259" y="223248"/>
                  <a:pt x="399099" y="221086"/>
                  <a:pt x="388433" y="221086"/>
                </a:cubicBezTo>
                <a:cubicBezTo>
                  <a:pt x="345771" y="221086"/>
                  <a:pt x="311187" y="255670"/>
                  <a:pt x="311187" y="298332"/>
                </a:cubicBezTo>
                <a:lnTo>
                  <a:pt x="316329" y="323801"/>
                </a:lnTo>
                <a:lnTo>
                  <a:pt x="275561" y="370878"/>
                </a:lnTo>
                <a:lnTo>
                  <a:pt x="258961" y="401461"/>
                </a:lnTo>
                <a:lnTo>
                  <a:pt x="257584" y="401183"/>
                </a:lnTo>
                <a:cubicBezTo>
                  <a:pt x="214922" y="401183"/>
                  <a:pt x="180338" y="435767"/>
                  <a:pt x="180338" y="478429"/>
                </a:cubicBezTo>
                <a:cubicBezTo>
                  <a:pt x="180338" y="499760"/>
                  <a:pt x="188984" y="519072"/>
                  <a:pt x="202963" y="533050"/>
                </a:cubicBezTo>
                <a:lnTo>
                  <a:pt x="213693" y="540285"/>
                </a:lnTo>
                <a:lnTo>
                  <a:pt x="208708" y="589737"/>
                </a:lnTo>
                <a:lnTo>
                  <a:pt x="213106" y="639583"/>
                </a:lnTo>
                <a:lnTo>
                  <a:pt x="202963" y="646422"/>
                </a:lnTo>
                <a:cubicBezTo>
                  <a:pt x="188984" y="660401"/>
                  <a:pt x="180338" y="679712"/>
                  <a:pt x="180338" y="701043"/>
                </a:cubicBezTo>
                <a:cubicBezTo>
                  <a:pt x="180338" y="743705"/>
                  <a:pt x="214922" y="778289"/>
                  <a:pt x="257584" y="778289"/>
                </a:cubicBezTo>
                <a:lnTo>
                  <a:pt x="257631" y="778280"/>
                </a:lnTo>
                <a:lnTo>
                  <a:pt x="260570" y="784580"/>
                </a:lnTo>
                <a:cubicBezTo>
                  <a:pt x="271568" y="803706"/>
                  <a:pt x="284135" y="821815"/>
                  <a:pt x="298095" y="838731"/>
                </a:cubicBezTo>
                <a:lnTo>
                  <a:pt x="316039" y="857108"/>
                </a:lnTo>
                <a:lnTo>
                  <a:pt x="311187" y="881140"/>
                </a:lnTo>
                <a:cubicBezTo>
                  <a:pt x="311187" y="923802"/>
                  <a:pt x="345771" y="958386"/>
                  <a:pt x="388433" y="958386"/>
                </a:cubicBezTo>
                <a:cubicBezTo>
                  <a:pt x="399099" y="958386"/>
                  <a:pt x="409259" y="956225"/>
                  <a:pt x="418501" y="952316"/>
                </a:cubicBezTo>
                <a:lnTo>
                  <a:pt x="433206" y="942401"/>
                </a:lnTo>
                <a:lnTo>
                  <a:pt x="456619" y="954027"/>
                </a:lnTo>
                <a:cubicBezTo>
                  <a:pt x="477359" y="962205"/>
                  <a:pt x="498965" y="968664"/>
                  <a:pt x="521261" y="973226"/>
                </a:cubicBezTo>
                <a:lnTo>
                  <a:pt x="527739" y="973879"/>
                </a:lnTo>
                <a:lnTo>
                  <a:pt x="528975" y="979999"/>
                </a:lnTo>
                <a:cubicBezTo>
                  <a:pt x="540701" y="1007724"/>
                  <a:pt x="568154" y="1027177"/>
                  <a:pt x="600150" y="1027177"/>
                </a:cubicBezTo>
                <a:cubicBezTo>
                  <a:pt x="632147" y="1027177"/>
                  <a:pt x="659599" y="1007724"/>
                  <a:pt x="671326" y="979999"/>
                </a:cubicBezTo>
                <a:lnTo>
                  <a:pt x="672939" y="972009"/>
                </a:lnTo>
                <a:lnTo>
                  <a:pt x="697978" y="968855"/>
                </a:lnTo>
                <a:lnTo>
                  <a:pt x="766402" y="941934"/>
                </a:lnTo>
                <a:lnTo>
                  <a:pt x="781800" y="952316"/>
                </a:lnTo>
                <a:cubicBezTo>
                  <a:pt x="791041" y="956225"/>
                  <a:pt x="801202" y="958386"/>
                  <a:pt x="811867" y="958386"/>
                </a:cubicBezTo>
                <a:cubicBezTo>
                  <a:pt x="854529" y="958386"/>
                  <a:pt x="889113" y="923802"/>
                  <a:pt x="889113" y="881140"/>
                </a:cubicBezTo>
                <a:lnTo>
                  <a:pt x="883972" y="855673"/>
                </a:lnTo>
                <a:lnTo>
                  <a:pt x="924740" y="808596"/>
                </a:lnTo>
                <a:lnTo>
                  <a:pt x="941341" y="778011"/>
                </a:lnTo>
                <a:lnTo>
                  <a:pt x="942716" y="778289"/>
                </a:lnTo>
                <a:cubicBezTo>
                  <a:pt x="985378" y="778289"/>
                  <a:pt x="1019962" y="743705"/>
                  <a:pt x="1019962" y="701043"/>
                </a:cubicBezTo>
                <a:cubicBezTo>
                  <a:pt x="1019962" y="679712"/>
                  <a:pt x="1011316" y="660401"/>
                  <a:pt x="997338" y="646422"/>
                </a:cubicBezTo>
                <a:lnTo>
                  <a:pt x="986607" y="639187"/>
                </a:lnTo>
                <a:lnTo>
                  <a:pt x="991592" y="589737"/>
                </a:lnTo>
                <a:lnTo>
                  <a:pt x="987790" y="539487"/>
                </a:lnTo>
                <a:lnTo>
                  <a:pt x="997338" y="533050"/>
                </a:lnTo>
                <a:cubicBezTo>
                  <a:pt x="1011316" y="519072"/>
                  <a:pt x="1019962" y="499760"/>
                  <a:pt x="1019962" y="478429"/>
                </a:cubicBezTo>
                <a:cubicBezTo>
                  <a:pt x="1019962" y="435767"/>
                  <a:pt x="985378" y="401183"/>
                  <a:pt x="942716" y="401183"/>
                </a:cubicBezTo>
                <a:lnTo>
                  <a:pt x="942217" y="401284"/>
                </a:lnTo>
                <a:lnTo>
                  <a:pt x="924740" y="370878"/>
                </a:lnTo>
                <a:lnTo>
                  <a:pt x="884350" y="321925"/>
                </a:lnTo>
                <a:lnTo>
                  <a:pt x="889113" y="298332"/>
                </a:lnTo>
                <a:cubicBezTo>
                  <a:pt x="889113" y="255670"/>
                  <a:pt x="854529" y="221086"/>
                  <a:pt x="811867" y="221086"/>
                </a:cubicBezTo>
                <a:cubicBezTo>
                  <a:pt x="801202" y="221086"/>
                  <a:pt x="791041" y="223248"/>
                  <a:pt x="781800" y="227156"/>
                </a:cubicBezTo>
                <a:lnTo>
                  <a:pt x="767178" y="237015"/>
                </a:lnTo>
                <a:lnTo>
                  <a:pt x="752517" y="229057"/>
                </a:lnTo>
                <a:cubicBezTo>
                  <a:pt x="729102" y="219153"/>
                  <a:pt x="704522" y="211463"/>
                  <a:pt x="679040" y="206248"/>
                </a:cubicBezTo>
                <a:lnTo>
                  <a:pt x="672562" y="205595"/>
                </a:lnTo>
                <a:lnTo>
                  <a:pt x="671326" y="199473"/>
                </a:lnTo>
                <a:cubicBezTo>
                  <a:pt x="659599" y="171749"/>
                  <a:pt x="632147" y="152295"/>
                  <a:pt x="600150" y="152295"/>
                </a:cubicBezTo>
                <a:close/>
                <a:moveTo>
                  <a:pt x="489983" y="0"/>
                </a:moveTo>
                <a:lnTo>
                  <a:pt x="496448" y="9589"/>
                </a:lnTo>
                <a:cubicBezTo>
                  <a:pt x="522988" y="36129"/>
                  <a:pt x="559652" y="52544"/>
                  <a:pt x="600150" y="52544"/>
                </a:cubicBezTo>
                <a:cubicBezTo>
                  <a:pt x="640648" y="52544"/>
                  <a:pt x="677312" y="36129"/>
                  <a:pt x="703851" y="9589"/>
                </a:cubicBezTo>
                <a:lnTo>
                  <a:pt x="709801" y="764"/>
                </a:lnTo>
                <a:lnTo>
                  <a:pt x="750137" y="8482"/>
                </a:lnTo>
                <a:cubicBezTo>
                  <a:pt x="786092" y="17733"/>
                  <a:pt x="820743" y="30232"/>
                  <a:pt x="853759" y="45647"/>
                </a:cubicBezTo>
                <a:lnTo>
                  <a:pt x="857771" y="47985"/>
                </a:lnTo>
                <a:lnTo>
                  <a:pt x="866976" y="93576"/>
                </a:lnTo>
                <a:cubicBezTo>
                  <a:pt x="889239" y="146213"/>
                  <a:pt x="941360" y="183147"/>
                  <a:pt x="1002107" y="183147"/>
                </a:cubicBezTo>
                <a:lnTo>
                  <a:pt x="1034559" y="176595"/>
                </a:lnTo>
                <a:lnTo>
                  <a:pt x="1097804" y="254187"/>
                </a:lnTo>
                <a:lnTo>
                  <a:pt x="1125842" y="305843"/>
                </a:lnTo>
                <a:lnTo>
                  <a:pt x="1115399" y="321331"/>
                </a:lnTo>
                <a:cubicBezTo>
                  <a:pt x="1107978" y="338877"/>
                  <a:pt x="1103874" y="358168"/>
                  <a:pt x="1103874" y="378417"/>
                </a:cubicBezTo>
                <a:cubicBezTo>
                  <a:pt x="1103874" y="418915"/>
                  <a:pt x="1120289" y="455579"/>
                  <a:pt x="1146828" y="482118"/>
                </a:cubicBezTo>
                <a:lnTo>
                  <a:pt x="1192560" y="512951"/>
                </a:lnTo>
                <a:lnTo>
                  <a:pt x="1200300" y="589737"/>
                </a:lnTo>
                <a:lnTo>
                  <a:pt x="1192559" y="666525"/>
                </a:lnTo>
                <a:lnTo>
                  <a:pt x="1146828" y="697358"/>
                </a:lnTo>
                <a:cubicBezTo>
                  <a:pt x="1120289" y="723898"/>
                  <a:pt x="1103874" y="760562"/>
                  <a:pt x="1103874" y="801060"/>
                </a:cubicBezTo>
                <a:cubicBezTo>
                  <a:pt x="1103874" y="821309"/>
                  <a:pt x="1107978" y="840599"/>
                  <a:pt x="1115399" y="858145"/>
                </a:cubicBezTo>
                <a:lnTo>
                  <a:pt x="1125841" y="873633"/>
                </a:lnTo>
                <a:lnTo>
                  <a:pt x="1097804" y="925287"/>
                </a:lnTo>
                <a:lnTo>
                  <a:pt x="1031198" y="1002201"/>
                </a:lnTo>
                <a:lnTo>
                  <a:pt x="1002107" y="996328"/>
                </a:lnTo>
                <a:cubicBezTo>
                  <a:pt x="941360" y="996328"/>
                  <a:pt x="889239" y="1033261"/>
                  <a:pt x="866976" y="1085898"/>
                </a:cubicBezTo>
                <a:lnTo>
                  <a:pt x="857941" y="1130650"/>
                </a:lnTo>
                <a:lnTo>
                  <a:pt x="820210" y="1148259"/>
                </a:lnTo>
                <a:cubicBezTo>
                  <a:pt x="786141" y="1161693"/>
                  <a:pt x="750548" y="1172100"/>
                  <a:pt x="713760" y="1179149"/>
                </a:cubicBezTo>
                <a:lnTo>
                  <a:pt x="710316" y="1179474"/>
                </a:lnTo>
                <a:lnTo>
                  <a:pt x="703851" y="1169885"/>
                </a:lnTo>
                <a:cubicBezTo>
                  <a:pt x="677312" y="1143346"/>
                  <a:pt x="640648" y="1126931"/>
                  <a:pt x="600150" y="1126931"/>
                </a:cubicBezTo>
                <a:cubicBezTo>
                  <a:pt x="559652" y="1126931"/>
                  <a:pt x="522988" y="1143346"/>
                  <a:pt x="496448" y="1169885"/>
                </a:cubicBezTo>
                <a:lnTo>
                  <a:pt x="490421" y="1178825"/>
                </a:lnTo>
                <a:lnTo>
                  <a:pt x="479199" y="1177694"/>
                </a:lnTo>
                <a:cubicBezTo>
                  <a:pt x="445015" y="1170699"/>
                  <a:pt x="411888" y="1160797"/>
                  <a:pt x="380091" y="1148259"/>
                </a:cubicBezTo>
                <a:lnTo>
                  <a:pt x="342107" y="1129397"/>
                </a:lnTo>
                <a:lnTo>
                  <a:pt x="333325" y="1085897"/>
                </a:lnTo>
                <a:cubicBezTo>
                  <a:pt x="311061" y="1033260"/>
                  <a:pt x="258941" y="996327"/>
                  <a:pt x="198194" y="996327"/>
                </a:cubicBezTo>
                <a:lnTo>
                  <a:pt x="167373" y="1002549"/>
                </a:lnTo>
                <a:lnTo>
                  <a:pt x="137046" y="971488"/>
                </a:lnTo>
                <a:cubicBezTo>
                  <a:pt x="115643" y="945553"/>
                  <a:pt x="96375" y="917789"/>
                  <a:pt x="79514" y="888466"/>
                </a:cubicBezTo>
                <a:lnTo>
                  <a:pt x="73356" y="875267"/>
                </a:lnTo>
                <a:lnTo>
                  <a:pt x="84901" y="858144"/>
                </a:lnTo>
                <a:cubicBezTo>
                  <a:pt x="92322" y="840598"/>
                  <a:pt x="96426" y="821308"/>
                  <a:pt x="96426" y="801059"/>
                </a:cubicBezTo>
                <a:cubicBezTo>
                  <a:pt x="96426" y="740312"/>
                  <a:pt x="59492" y="688191"/>
                  <a:pt x="6855" y="665928"/>
                </a:cubicBezTo>
                <a:lnTo>
                  <a:pt x="6721" y="665900"/>
                </a:lnTo>
                <a:lnTo>
                  <a:pt x="0" y="589737"/>
                </a:lnTo>
                <a:lnTo>
                  <a:pt x="7741" y="512949"/>
                </a:lnTo>
                <a:lnTo>
                  <a:pt x="53471" y="482117"/>
                </a:lnTo>
                <a:cubicBezTo>
                  <a:pt x="80011" y="455578"/>
                  <a:pt x="96426" y="418914"/>
                  <a:pt x="96426" y="378416"/>
                </a:cubicBezTo>
                <a:cubicBezTo>
                  <a:pt x="96426" y="358167"/>
                  <a:pt x="92322" y="338876"/>
                  <a:pt x="84901" y="321330"/>
                </a:cubicBezTo>
                <a:lnTo>
                  <a:pt x="74459" y="305843"/>
                </a:lnTo>
                <a:lnTo>
                  <a:pt x="102496" y="254187"/>
                </a:lnTo>
                <a:lnTo>
                  <a:pt x="169103" y="177274"/>
                </a:lnTo>
                <a:lnTo>
                  <a:pt x="198194" y="183147"/>
                </a:lnTo>
                <a:cubicBezTo>
                  <a:pt x="258941" y="183147"/>
                  <a:pt x="311061" y="146213"/>
                  <a:pt x="333325" y="93576"/>
                </a:cubicBezTo>
                <a:lnTo>
                  <a:pt x="342360" y="48825"/>
                </a:lnTo>
                <a:lnTo>
                  <a:pt x="380091" y="31216"/>
                </a:lnTo>
                <a:cubicBezTo>
                  <a:pt x="414160" y="17782"/>
                  <a:pt x="449754" y="7374"/>
                  <a:pt x="486541" y="326"/>
                </a:cubicBezTo>
                <a:close/>
              </a:path>
            </a:pathLst>
          </a:custGeom>
          <a:solidFill>
            <a:schemeClr val="accent2">
              <a:lumMod val="75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00584" tIns="50292" rIns="100584" bIns="50292"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2" name="椭圆 161"/>
          <p:cNvSpPr/>
          <p:nvPr>
            <p:custDataLst>
              <p:tags r:id="rId43"/>
            </p:custDataLst>
          </p:nvPr>
        </p:nvSpPr>
        <p:spPr>
          <a:xfrm>
            <a:off x="5786873" y="2815855"/>
            <a:ext cx="560756" cy="560756"/>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3" name="椭圆 162"/>
          <p:cNvSpPr/>
          <p:nvPr>
            <p:custDataLst>
              <p:tags r:id="rId44"/>
            </p:custDataLst>
          </p:nvPr>
        </p:nvSpPr>
        <p:spPr>
          <a:xfrm rot="9683864" flipV="1">
            <a:off x="5707780" y="234364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4" name="椭圆 163"/>
          <p:cNvSpPr/>
          <p:nvPr>
            <p:custDataLst>
              <p:tags r:id="rId45"/>
            </p:custDataLst>
          </p:nvPr>
        </p:nvSpPr>
        <p:spPr>
          <a:xfrm rot="9683864" flipV="1">
            <a:off x="6095057" y="233957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5" name="椭圆 164"/>
          <p:cNvSpPr/>
          <p:nvPr>
            <p:custDataLst>
              <p:tags r:id="rId46"/>
            </p:custDataLst>
          </p:nvPr>
        </p:nvSpPr>
        <p:spPr>
          <a:xfrm rot="9683864" flipV="1">
            <a:off x="6410764" y="256392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6" name="椭圆 165"/>
          <p:cNvSpPr/>
          <p:nvPr>
            <p:custDataLst>
              <p:tags r:id="rId47"/>
            </p:custDataLst>
          </p:nvPr>
        </p:nvSpPr>
        <p:spPr>
          <a:xfrm rot="9683864" flipV="1">
            <a:off x="6534312" y="293098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7" name="椭圆 166"/>
          <p:cNvSpPr/>
          <p:nvPr>
            <p:custDataLst>
              <p:tags r:id="rId48"/>
            </p:custDataLst>
          </p:nvPr>
        </p:nvSpPr>
        <p:spPr>
          <a:xfrm rot="9683864" flipV="1">
            <a:off x="6418509" y="3300567"/>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8" name="椭圆 167"/>
          <p:cNvSpPr/>
          <p:nvPr>
            <p:custDataLst>
              <p:tags r:id="rId49"/>
            </p:custDataLst>
          </p:nvPr>
        </p:nvSpPr>
        <p:spPr>
          <a:xfrm rot="9683864" flipV="1">
            <a:off x="6107587" y="353149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9" name="椭圆 168"/>
          <p:cNvSpPr/>
          <p:nvPr>
            <p:custDataLst>
              <p:tags r:id="rId50"/>
            </p:custDataLst>
          </p:nvPr>
        </p:nvSpPr>
        <p:spPr>
          <a:xfrm rot="9683864" flipV="1">
            <a:off x="5720309" y="353556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0" name="椭圆 169"/>
          <p:cNvSpPr/>
          <p:nvPr>
            <p:custDataLst>
              <p:tags r:id="rId51"/>
            </p:custDataLst>
          </p:nvPr>
        </p:nvSpPr>
        <p:spPr>
          <a:xfrm rot="9683864" flipV="1">
            <a:off x="5404602" y="331122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1" name="椭圆 170"/>
          <p:cNvSpPr/>
          <p:nvPr>
            <p:custDataLst>
              <p:tags r:id="rId52"/>
            </p:custDataLst>
          </p:nvPr>
        </p:nvSpPr>
        <p:spPr>
          <a:xfrm rot="9683864" flipV="1">
            <a:off x="5281054" y="294416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2" name="椭圆 171"/>
          <p:cNvSpPr/>
          <p:nvPr>
            <p:custDataLst>
              <p:tags r:id="rId53"/>
            </p:custDataLst>
          </p:nvPr>
        </p:nvSpPr>
        <p:spPr>
          <a:xfrm rot="9683864" flipV="1">
            <a:off x="5396858" y="257457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3" name="矩形: 圆角 172"/>
          <p:cNvSpPr/>
          <p:nvPr>
            <p:custDataLst>
              <p:tags r:id="rId54"/>
            </p:custDataLst>
          </p:nvPr>
        </p:nvSpPr>
        <p:spPr>
          <a:xfrm flipH="1">
            <a:off x="6727622"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4" name="矩形: 圆角 173"/>
          <p:cNvSpPr/>
          <p:nvPr>
            <p:custDataLst>
              <p:tags r:id="rId55"/>
            </p:custDataLst>
          </p:nvPr>
        </p:nvSpPr>
        <p:spPr>
          <a:xfrm flipH="1">
            <a:off x="6866591"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5" name="矩形: 圆角 174"/>
          <p:cNvSpPr/>
          <p:nvPr>
            <p:custDataLst>
              <p:tags r:id="rId56"/>
            </p:custDataLst>
          </p:nvPr>
        </p:nvSpPr>
        <p:spPr>
          <a:xfrm flipH="1">
            <a:off x="694156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6" name="矩形: 圆角 175"/>
          <p:cNvSpPr/>
          <p:nvPr>
            <p:custDataLst>
              <p:tags r:id="rId57"/>
            </p:custDataLst>
          </p:nvPr>
        </p:nvSpPr>
        <p:spPr>
          <a:xfrm flipH="1">
            <a:off x="6866591"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7" name="矩形: 圆角 176"/>
          <p:cNvSpPr/>
          <p:nvPr>
            <p:custDataLst>
              <p:tags r:id="rId58"/>
            </p:custDataLst>
          </p:nvPr>
        </p:nvSpPr>
        <p:spPr>
          <a:xfrm flipH="1">
            <a:off x="6724835"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8" name="文本框 177"/>
          <p:cNvSpPr txBox="1"/>
          <p:nvPr/>
        </p:nvSpPr>
        <p:spPr>
          <a:xfrm flipH="1">
            <a:off x="6821122"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分布监视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9" name="文本框 178"/>
          <p:cNvSpPr txBox="1"/>
          <p:nvPr/>
        </p:nvSpPr>
        <p:spPr>
          <a:xfrm flipH="1">
            <a:off x="6960091"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权限监视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0" name="文本框 179"/>
          <p:cNvSpPr txBox="1"/>
          <p:nvPr/>
        </p:nvSpPr>
        <p:spPr>
          <a:xfrm flipH="1">
            <a:off x="7035063"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分类依据</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1" name="文本框 180"/>
          <p:cNvSpPr txBox="1"/>
          <p:nvPr/>
        </p:nvSpPr>
        <p:spPr>
          <a:xfrm flipH="1">
            <a:off x="6960091"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痕迹收集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2" name="文本框 181"/>
          <p:cNvSpPr txBox="1"/>
          <p:nvPr/>
        </p:nvSpPr>
        <p:spPr>
          <a:xfrm flipH="1">
            <a:off x="6818335"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分级原则</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pic>
        <p:nvPicPr>
          <p:cNvPr id="183" name="图形 182"/>
          <p:cNvPicPr>
            <a:picLocks noChangeAspect="1"/>
          </p:cNvPicPr>
          <p:nvPr/>
        </p:nvPicPr>
        <p:blipFill>
          <a:blip r:embed="rId59" cstate="print">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5790229" y="2415874"/>
            <a:ext cx="155595" cy="155595"/>
          </a:xfrm>
          <a:prstGeom prst="rect">
            <a:avLst/>
          </a:prstGeom>
          <a:effectLst/>
        </p:spPr>
      </p:pic>
      <p:pic>
        <p:nvPicPr>
          <p:cNvPr id="184" name="图形 183"/>
          <p:cNvPicPr>
            <a:picLocks noChangeAspect="1"/>
          </p:cNvPicPr>
          <p:nvPr/>
        </p:nvPicPr>
        <p:blipFill>
          <a:blip r:embed="rId61" cstate="print">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5466228" y="2648086"/>
            <a:ext cx="155595" cy="155595"/>
          </a:xfrm>
          <a:prstGeom prst="rect">
            <a:avLst/>
          </a:prstGeom>
          <a:effectLst/>
        </p:spPr>
      </p:pic>
      <p:pic>
        <p:nvPicPr>
          <p:cNvPr id="185" name="图形 184"/>
          <p:cNvPicPr>
            <a:picLocks noChangeAspect="1"/>
          </p:cNvPicPr>
          <p:nvPr/>
        </p:nvPicPr>
        <p:blipFill>
          <a:blip r:embed="rId63" cstate="print">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6172138" y="2415874"/>
            <a:ext cx="155595" cy="155595"/>
          </a:xfrm>
          <a:prstGeom prst="rect">
            <a:avLst/>
          </a:prstGeom>
          <a:effectLst/>
        </p:spPr>
      </p:pic>
      <p:pic>
        <p:nvPicPr>
          <p:cNvPr id="186" name="图形 185"/>
          <p:cNvPicPr>
            <a:picLocks noChangeAspect="1"/>
          </p:cNvPicPr>
          <p:nvPr/>
        </p:nvPicPr>
        <p:blipFill>
          <a:blip r:embed="rId65" cstate="print">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359539" y="3021127"/>
            <a:ext cx="155595" cy="155595"/>
          </a:xfrm>
          <a:prstGeom prst="rect">
            <a:avLst/>
          </a:prstGeom>
          <a:effectLst/>
        </p:spPr>
      </p:pic>
      <p:pic>
        <p:nvPicPr>
          <p:cNvPr id="187" name="图形 186"/>
          <p:cNvPicPr>
            <a:picLocks noChangeAspect="1"/>
          </p:cNvPicPr>
          <p:nvPr/>
        </p:nvPicPr>
        <p:blipFill>
          <a:blip r:embed="rId67" cstate="print">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87340" y="2634187"/>
            <a:ext cx="155595" cy="155595"/>
          </a:xfrm>
          <a:prstGeom prst="rect">
            <a:avLst/>
          </a:prstGeom>
          <a:effectLst/>
        </p:spPr>
      </p:pic>
      <p:pic>
        <p:nvPicPr>
          <p:cNvPr id="188" name="图形 187"/>
          <p:cNvPicPr>
            <a:picLocks noChangeAspect="1"/>
          </p:cNvPicPr>
          <p:nvPr/>
        </p:nvPicPr>
        <p:blipFill>
          <a:blip r:embed="rId69" cstate="print">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5484690" y="3392557"/>
            <a:ext cx="155595" cy="155595"/>
          </a:xfrm>
          <a:prstGeom prst="rect">
            <a:avLst/>
          </a:prstGeom>
          <a:effectLst/>
        </p:spPr>
      </p:pic>
      <p:pic>
        <p:nvPicPr>
          <p:cNvPr id="189" name="图形 188"/>
          <p:cNvPicPr>
            <a:picLocks noChangeAspect="1"/>
          </p:cNvPicPr>
          <p:nvPr/>
        </p:nvPicPr>
        <p:blipFill>
          <a:blip r:embed="rId71" cstate="print">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613802" y="3011870"/>
            <a:ext cx="155595" cy="155595"/>
          </a:xfrm>
          <a:prstGeom prst="rect">
            <a:avLst/>
          </a:prstGeom>
          <a:effectLst/>
        </p:spPr>
      </p:pic>
      <p:pic>
        <p:nvPicPr>
          <p:cNvPr id="190" name="图形 189"/>
          <p:cNvPicPr>
            <a:picLocks noChangeAspect="1"/>
          </p:cNvPicPr>
          <p:nvPr/>
        </p:nvPicPr>
        <p:blipFill>
          <a:blip r:embed="rId73" cstate="print">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5804903" y="3621757"/>
            <a:ext cx="155595" cy="155595"/>
          </a:xfrm>
          <a:prstGeom prst="rect">
            <a:avLst/>
          </a:prstGeom>
          <a:effectLst/>
        </p:spPr>
      </p:pic>
      <p:pic>
        <p:nvPicPr>
          <p:cNvPr id="191" name="图形 190"/>
          <p:cNvPicPr>
            <a:picLocks noChangeAspect="1"/>
          </p:cNvPicPr>
          <p:nvPr/>
        </p:nvPicPr>
        <p:blipFill>
          <a:blip r:embed="rId75" cstate="print">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6493568" y="3388454"/>
            <a:ext cx="155595" cy="155595"/>
          </a:xfrm>
          <a:prstGeom prst="rect">
            <a:avLst/>
          </a:prstGeom>
          <a:effectLst/>
        </p:spPr>
      </p:pic>
      <p:pic>
        <p:nvPicPr>
          <p:cNvPr id="192" name="图形 191"/>
          <p:cNvPicPr>
            <a:picLocks noChangeAspect="1"/>
          </p:cNvPicPr>
          <p:nvPr/>
        </p:nvPicPr>
        <p:blipFill>
          <a:blip r:embed="rId77" cstate="print">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6184299" y="3606303"/>
            <a:ext cx="161934" cy="161934"/>
          </a:xfrm>
          <a:prstGeom prst="rect">
            <a:avLst/>
          </a:prstGeom>
          <a:effectLst/>
        </p:spPr>
      </p:pic>
      <p:pic>
        <p:nvPicPr>
          <p:cNvPr id="193" name="图形 192"/>
          <p:cNvPicPr>
            <a:picLocks noChangeAspect="1"/>
          </p:cNvPicPr>
          <p:nvPr/>
        </p:nvPicPr>
        <p:blipFill>
          <a:blip r:embed="rId79" cstate="print">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96283" y="2942164"/>
            <a:ext cx="295439" cy="295439"/>
          </a:xfrm>
          <a:prstGeom prst="rect">
            <a:avLst/>
          </a:prstGeom>
          <a:effectLst/>
        </p:spPr>
      </p:pic>
      <p:sp>
        <p:nvSpPr>
          <p:cNvPr id="196" name="矩形 195"/>
          <p:cNvSpPr/>
          <p:nvPr/>
        </p:nvSpPr>
        <p:spPr>
          <a:xfrm>
            <a:off x="196353"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房型图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数据管理核心</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8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4442460" y="4255713"/>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椭圆 9"/>
          <p:cNvSpPr/>
          <p:nvPr/>
        </p:nvSpPr>
        <p:spPr>
          <a:xfrm>
            <a:off x="4824459" y="4510945"/>
            <a:ext cx="2543081" cy="126886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442460" y="2874617"/>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4824459" y="3129848"/>
            <a:ext cx="2543081" cy="12688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椭圆 3"/>
          <p:cNvSpPr/>
          <p:nvPr/>
        </p:nvSpPr>
        <p:spPr>
          <a:xfrm>
            <a:off x="4442460" y="1493520"/>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椭圆 2"/>
          <p:cNvSpPr/>
          <p:nvPr/>
        </p:nvSpPr>
        <p:spPr>
          <a:xfrm>
            <a:off x="4824459" y="1748751"/>
            <a:ext cx="2543081" cy="12688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3" name="直接连接符 12"/>
          <p:cNvCxnSpPr>
            <a:stCxn id="4" idx="2"/>
            <a:endCxn id="9" idx="2"/>
          </p:cNvCxnSpPr>
          <p:nvPr/>
        </p:nvCxnSpPr>
        <p:spPr>
          <a:xfrm>
            <a:off x="444246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44" name="任意多边形: 形状 43"/>
          <p:cNvSpPr/>
          <p:nvPr/>
        </p:nvSpPr>
        <p:spPr>
          <a:xfrm flipH="1" flipV="1">
            <a:off x="3621059"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椭圆 44"/>
          <p:cNvSpPr/>
          <p:nvPr/>
        </p:nvSpPr>
        <p:spPr>
          <a:xfrm flipH="1" flipV="1">
            <a:off x="3499168"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flipH="1" flipV="1">
            <a:off x="3569653"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flipH="1">
            <a:off x="3621059"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flipH="1">
            <a:off x="3499168"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flipH="1">
            <a:off x="3569653"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8" name="直接连接符 37"/>
          <p:cNvCxnSpPr/>
          <p:nvPr/>
        </p:nvCxnSpPr>
        <p:spPr>
          <a:xfrm flipH="1">
            <a:off x="374295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flipH="1">
            <a:off x="3499168"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flipH="1">
            <a:off x="3569653"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4" name="直接连接符 13"/>
          <p:cNvCxnSpPr/>
          <p:nvPr/>
        </p:nvCxnSpPr>
        <p:spPr>
          <a:xfrm>
            <a:off x="774954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30" name="任意多边形: 形状 29"/>
          <p:cNvSpPr/>
          <p:nvPr/>
        </p:nvSpPr>
        <p:spPr>
          <a:xfrm flipV="1">
            <a:off x="7330440"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flipV="1">
            <a:off x="8442989"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flipV="1">
            <a:off x="8513474"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任意多边形: 形状 15"/>
          <p:cNvSpPr/>
          <p:nvPr/>
        </p:nvSpPr>
        <p:spPr>
          <a:xfrm>
            <a:off x="7330440"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8442989"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8513474"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4" name="直接连接符 23"/>
          <p:cNvCxnSpPr>
            <a:stCxn id="8" idx="6"/>
          </p:cNvCxnSpPr>
          <p:nvPr/>
        </p:nvCxnSpPr>
        <p:spPr>
          <a:xfrm>
            <a:off x="736754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442989"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椭圆 26"/>
          <p:cNvSpPr/>
          <p:nvPr/>
        </p:nvSpPr>
        <p:spPr>
          <a:xfrm>
            <a:off x="8513474"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矩形 52"/>
          <p:cNvSpPr/>
          <p:nvPr/>
        </p:nvSpPr>
        <p:spPr>
          <a:xfrm>
            <a:off x="192930" y="63770"/>
            <a:ext cx="4631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工程现状</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JLR Org Status</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2088"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267244"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67244"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ICE 6-cyl &amp; V8 on track. 120 staff, 4 teams. Next-gen hybrid dev started. Line output up 12% vs plan.</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61"/>
          <p:cNvSpPr/>
          <p:nvPr/>
        </p:nvSpPr>
        <p:spPr>
          <a:xfrm>
            <a:off x="192088"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62"/>
          <p:cNvSpPr/>
          <p:nvPr/>
        </p:nvSpPr>
        <p:spPr>
          <a:xfrm>
            <a:off x="192088"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2" name="文本框 8191"/>
          <p:cNvSpPr txBox="1"/>
          <p:nvPr/>
        </p:nvSpPr>
        <p:spPr>
          <a:xfrm>
            <a:off x="267244"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Chassis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3" name="文本框 8192"/>
          <p:cNvSpPr txBox="1"/>
          <p:nvPr/>
        </p:nvSpPr>
        <p:spPr>
          <a:xfrm>
            <a:off x="267244"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New MLA platform in production. 85 staff, 3 sites. Supplier quality 98.7%. Cost reduction 8% on track.</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5" name="矩形 8194"/>
          <p:cNvSpPr/>
          <p:nvPr/>
        </p:nvSpPr>
        <p:spPr>
          <a:xfrm>
            <a:off x="192088"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6" name="矩形 8195"/>
          <p:cNvSpPr/>
          <p:nvPr/>
        </p:nvSpPr>
        <p:spPr>
          <a:xfrm>
            <a:off x="192088"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7" name="文本框 8196"/>
          <p:cNvSpPr txBox="1"/>
          <p:nvPr/>
        </p:nvSpPr>
        <p:spPr>
          <a:xfrm>
            <a:off x="267244"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Electrics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8" name="文本框 8197"/>
          <p:cNvSpPr txBox="1"/>
          <p:nvPr/>
        </p:nvSpPr>
        <p:spPr>
          <a:xfrm>
            <a:off x="267244"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E/E arch V2.0 in validation. 95 engineers, 5 squads. Zonal controller done. FUSA compliance confirmed.</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9" name="矩形 8198"/>
          <p:cNvSpPr/>
          <p:nvPr/>
        </p:nvSpPr>
        <p:spPr>
          <a:xfrm>
            <a:off x="8974239"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0" name="矩形 8199"/>
          <p:cNvSpPr/>
          <p:nvPr/>
        </p:nvSpPr>
        <p:spPr>
          <a:xfrm>
            <a:off x="8974239"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1" name="文本框 8200"/>
          <p:cNvSpPr txBox="1"/>
          <p:nvPr/>
        </p:nvSpPr>
        <p:spPr>
          <a:xfrm>
            <a:off x="9049395"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Body/Trim</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2" name="文本框 8201"/>
          <p:cNvSpPr txBox="1"/>
          <p:nvPr/>
        </p:nvSpPr>
        <p:spPr>
          <a:xfrm>
            <a:off x="9049395"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Solihull plant at 92% util. 200 staff, 2 shifts. New door line installed. Cycle time reduced 14% in Q1.</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3" name="矩形 8202"/>
          <p:cNvSpPr/>
          <p:nvPr/>
        </p:nvSpPr>
        <p:spPr>
          <a:xfrm>
            <a:off x="8974239"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4" name="矩形 8203"/>
          <p:cNvSpPr/>
          <p:nvPr/>
        </p:nvSpPr>
        <p:spPr>
          <a:xfrm>
            <a:off x="8974239"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5" name="文本框 8204"/>
          <p:cNvSpPr txBox="1"/>
          <p:nvPr/>
        </p:nvSpPr>
        <p:spPr>
          <a:xfrm>
            <a:off x="9049395"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Sourcing</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6" name="文本框 8205"/>
          <p:cNvSpPr txBox="1"/>
          <p:nvPr/>
        </p:nvSpPr>
        <p:spPr>
          <a:xfrm>
            <a:off x="9049395"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Supply chain stabilised post-COVID. 78 buyers, 12 teams. Lead time 6.2 weeks. Risk score green.</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7" name="矩形 8206"/>
          <p:cNvSpPr/>
          <p:nvPr/>
        </p:nvSpPr>
        <p:spPr>
          <a:xfrm>
            <a:off x="8974239"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8" name="矩形 8207"/>
          <p:cNvSpPr/>
          <p:nvPr/>
        </p:nvSpPr>
        <p:spPr>
          <a:xfrm>
            <a:off x="8974239"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9" name="文本框 8208"/>
          <p:cNvSpPr txBox="1"/>
          <p:nvPr/>
        </p:nvSpPr>
        <p:spPr>
          <a:xfrm>
            <a:off x="9049395"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Quality</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0" name="文本框 8209"/>
          <p:cNvSpPr txBox="1"/>
          <p:nvPr/>
        </p:nvSpPr>
        <p:spPr>
          <a:xfrm>
            <a:off x="9049395"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J.D. Power 3rd in segment. PPM down 32% vs LY. 0 stop-ship in Q2. GP12 launch readiness confirmed green.</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11" name="文本框 8210"/>
          <p:cNvSpPr txBox="1"/>
          <p:nvPr/>
        </p:nvSpPr>
        <p:spPr>
          <a:xfrm>
            <a:off x="2699024"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2" name="文本框 8211"/>
          <p:cNvSpPr txBox="1"/>
          <p:nvPr/>
        </p:nvSpPr>
        <p:spPr>
          <a:xfrm>
            <a:off x="2699024"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3" name="文本框 8212"/>
          <p:cNvSpPr txBox="1"/>
          <p:nvPr/>
        </p:nvSpPr>
        <p:spPr>
          <a:xfrm>
            <a:off x="2699024"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4" name="文本框 8213"/>
          <p:cNvSpPr txBox="1"/>
          <p:nvPr/>
        </p:nvSpPr>
        <p:spPr>
          <a:xfrm>
            <a:off x="11476595"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5" name="文本框 8214"/>
          <p:cNvSpPr txBox="1"/>
          <p:nvPr/>
        </p:nvSpPr>
        <p:spPr>
          <a:xfrm>
            <a:off x="11476595"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6" name="文本框 8215"/>
          <p:cNvSpPr txBox="1"/>
          <p:nvPr/>
        </p:nvSpPr>
        <p:spPr>
          <a:xfrm>
            <a:off x="11476595"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7" name="文本框 8216"/>
          <p:cNvSpPr txBox="1"/>
          <p:nvPr/>
        </p:nvSpPr>
        <p:spPr>
          <a:xfrm>
            <a:off x="4930656" y="2160418"/>
            <a:ext cx="2330690"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ICE + BEV</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8" name="文本框 8217"/>
          <p:cNvSpPr txBox="1"/>
          <p:nvPr/>
        </p:nvSpPr>
        <p:spPr>
          <a:xfrm>
            <a:off x="4939442" y="3563391"/>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SW + HW</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9" name="文本框 8218"/>
          <p:cNvSpPr txBox="1"/>
          <p:nvPr/>
        </p:nvSpPr>
        <p:spPr>
          <a:xfrm>
            <a:off x="4939442" y="4944488"/>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Quality</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矩形: 圆角 7"/>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1273629" y="2150163"/>
            <a:ext cx="9612085" cy="3312436"/>
          </a:xfrm>
          <a:prstGeom prst="roundRect">
            <a:avLst>
              <a:gd name="adj" fmla="val 50000"/>
            </a:avLst>
          </a:prstGeom>
          <a:solidFill>
            <a:schemeClr val="accent2">
              <a:alpha val="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926"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椭圆 9"/>
          <p:cNvSpPr/>
          <p:nvPr/>
        </p:nvSpPr>
        <p:spPr>
          <a:xfrm>
            <a:off x="5104695" y="2815076"/>
            <a:ext cx="1982610" cy="198261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椭圆 10"/>
          <p:cNvSpPr/>
          <p:nvPr/>
        </p:nvSpPr>
        <p:spPr>
          <a:xfrm>
            <a:off x="3537858"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7330646"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椭圆 12"/>
          <p:cNvSpPr/>
          <p:nvPr/>
        </p:nvSpPr>
        <p:spPr>
          <a:xfrm>
            <a:off x="2280070"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椭圆 13"/>
          <p:cNvSpPr/>
          <p:nvPr/>
        </p:nvSpPr>
        <p:spPr>
          <a:xfrm>
            <a:off x="8902043"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任意多边形: 形状 25"/>
          <p:cNvSpPr/>
          <p:nvPr/>
        </p:nvSpPr>
        <p:spPr>
          <a:xfrm flipH="1" flipV="1">
            <a:off x="7413174"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等腰三角形 26"/>
          <p:cNvSpPr/>
          <p:nvPr/>
        </p:nvSpPr>
        <p:spPr>
          <a:xfrm rot="5400000" flipH="1" flipV="1">
            <a:off x="6870202" y="5955751"/>
            <a:ext cx="745480" cy="52322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192088"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1"/>
              </a:gs>
              <a:gs pos="89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等腰三角形 22"/>
          <p:cNvSpPr/>
          <p:nvPr/>
        </p:nvSpPr>
        <p:spPr>
          <a:xfrm rot="5400000">
            <a:off x="4576320" y="1133791"/>
            <a:ext cx="745480" cy="52322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圆角 27"/>
          <p:cNvSpPr/>
          <p:nvPr/>
        </p:nvSpPr>
        <p:spPr>
          <a:xfrm>
            <a:off x="5376705" y="1301311"/>
            <a:ext cx="1193993"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个核心客体</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776455" y="1301311"/>
            <a:ext cx="1453145"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观看率提升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矩形: 圆角 30"/>
          <p:cNvSpPr/>
          <p:nvPr/>
        </p:nvSpPr>
        <p:spPr>
          <a:xfrm>
            <a:off x="8435357" y="1301311"/>
            <a:ext cx="1400178"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转化率达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72%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矩形: 圆角 31"/>
          <p:cNvSpPr/>
          <p:nvPr/>
        </p:nvSpPr>
        <p:spPr>
          <a:xfrm>
            <a:off x="3377469" y="6055465"/>
            <a:ext cx="183320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报告撰写时间降低</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矩形: 圆角 33"/>
          <p:cNvSpPr/>
          <p:nvPr/>
        </p:nvSpPr>
        <p:spPr>
          <a:xfrm>
            <a:off x="5376704" y="6055465"/>
            <a:ext cx="139975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准确性提升</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75%</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等腰三角形 34"/>
          <p:cNvSpPr/>
          <p:nvPr/>
        </p:nvSpPr>
        <p:spPr>
          <a:xfrm rot="5400000">
            <a:off x="6991579" y="3666328"/>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等腰三角形 35"/>
          <p:cNvSpPr/>
          <p:nvPr/>
        </p:nvSpPr>
        <p:spPr>
          <a:xfrm rot="16200000" flipH="1">
            <a:off x="4734643" y="3666330"/>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等腰三角形 36"/>
          <p:cNvSpPr/>
          <p:nvPr/>
        </p:nvSpPr>
        <p:spPr>
          <a:xfrm rot="16200000" flipH="1">
            <a:off x="3201671" y="3666331"/>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等腰三角形 37"/>
          <p:cNvSpPr/>
          <p:nvPr/>
        </p:nvSpPr>
        <p:spPr>
          <a:xfrm rot="5400000">
            <a:off x="8529787" y="3666329"/>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flipH="1">
            <a:off x="9409037"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flipH="1">
            <a:off x="9935830"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flipH="1">
            <a:off x="9935830"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flipH="1">
            <a:off x="9409037"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a:off x="1958341"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431548"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431548"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1958341"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5480758" y="2872191"/>
            <a:ext cx="1229419" cy="132908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5301382" y="4009394"/>
            <a:ext cx="1659596"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亮点总结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3622120"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核心项目攻坚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444988" y="3491137"/>
            <a:ext cx="68618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流量</a:t>
            </a:r>
            <a:endPar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2008264" y="2736617"/>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精细投流</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008264" y="468499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售后保障</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1485041" y="338932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店铺优化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1485041"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转化简化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414908"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升级复盘流程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984571" y="3491137"/>
            <a:ext cx="85096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自动化工具</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9370198" y="2736617"/>
            <a:ext cx="902300"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报表自动化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9911930" y="3389322"/>
            <a:ext cx="872422"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监控工具化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9985753"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数据获取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289809" y="4684992"/>
            <a:ext cx="1063078"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复盘模板化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951544" y="1206220"/>
            <a:ext cx="1830109"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公司项目板块</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4" name="文本框 6143"/>
          <p:cNvSpPr txBox="1"/>
          <p:nvPr/>
        </p:nvSpPr>
        <p:spPr>
          <a:xfrm>
            <a:off x="7373451" y="6007750"/>
            <a:ext cx="218723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个人工作效率优化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5" name="箭头: 右弧形 6144"/>
          <p:cNvSpPr/>
          <p:nvPr/>
        </p:nvSpPr>
        <p:spPr>
          <a:xfrm rot="16983861">
            <a:off x="7105392" y="2377875"/>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7" name="箭头: 右弧形 6146"/>
          <p:cNvSpPr/>
          <p:nvPr/>
        </p:nvSpPr>
        <p:spPr>
          <a:xfrm rot="16983861">
            <a:off x="8701446" y="2624300"/>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8" name="箭头: 右弧形 6147"/>
          <p:cNvSpPr/>
          <p:nvPr/>
        </p:nvSpPr>
        <p:spPr>
          <a:xfrm rot="16983861" flipH="1" flipV="1">
            <a:off x="4666381" y="4332642"/>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51" name="箭头: 右弧形 6150"/>
          <p:cNvSpPr/>
          <p:nvPr/>
        </p:nvSpPr>
        <p:spPr>
          <a:xfrm rot="16983861" flipH="1" flipV="1">
            <a:off x="3309115" y="4249451"/>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箭头: 五边形 30"/>
          <p:cNvSpPr/>
          <p:nvPr/>
        </p:nvSpPr>
        <p:spPr>
          <a:xfrm>
            <a:off x="0" y="868945"/>
            <a:ext cx="8987530" cy="77403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文本框 1"/>
          <p:cNvSpPr txBox="1"/>
          <p:nvPr/>
        </p:nvSpPr>
        <p:spPr>
          <a:xfrm>
            <a:off x="316475" y="336791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负责具体的硬件设计和开发任务，如电路板设计、芯片开发等。在这个阶段，主要任务是</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积累项目经验，提升专业技能，熟悉公司的开发流程和工具</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 name="文本框 2"/>
          <p:cNvSpPr txBox="1"/>
          <p:nvPr/>
        </p:nvSpPr>
        <p:spPr>
          <a:xfrm>
            <a:off x="316475" y="4748321"/>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硬件测试工程师：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负责硬件的测试和调试工作，确保硬件产品的质量和性能。通过测试工作，</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熟悉硬件的性能指标和测试方法，为后续的硬件设计优化提供数据支持</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 name="文本框 3"/>
          <p:cNvSpPr txBox="1"/>
          <p:nvPr/>
        </p:nvSpPr>
        <p:spPr>
          <a:xfrm>
            <a:off x="4407218" y="3034483"/>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在硬件设计和开发方面具备丰富的经验，能够独立承担复杂的硬件项目。</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负责技术难题的攻关，优化硬件设计，提升性能和能效</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 name="文本框 4"/>
          <p:cNvSpPr txBox="1"/>
          <p:nvPr/>
        </p:nvSpPr>
        <p:spPr>
          <a:xfrm>
            <a:off x="4407218" y="417828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硬件团队负责人：</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负责带领硬件团队，管理项目进度，协调团队成员的工作。在这个阶段，需要具备较强的</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项目管理能力和团队管理能力，确保团队高效运作</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 name="文本框 5"/>
          <p:cNvSpPr txBox="1"/>
          <p:nvPr/>
        </p:nvSpPr>
        <p:spPr>
          <a:xfrm>
            <a:off x="8514398" y="2613476"/>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首席硬件工程师：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在公司内部担任技术领导角色，负责制定硬件技术战略，引领公司硬件技术的发展方向。</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参与公司的重大技术决策，推动技术创新</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文本框 6"/>
          <p:cNvSpPr txBox="1"/>
          <p:nvPr/>
        </p:nvSpPr>
        <p:spPr>
          <a:xfrm>
            <a:off x="8514398" y="3757273"/>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技术总监：</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负责公司的整体技术管理工作，包括硬件、软件、算法等多个技术领域的协调和管理。</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制定公司的技术路线图，确保公司在技术竞争中保持领先地位</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立方体 7"/>
          <p:cNvSpPr/>
          <p:nvPr/>
        </p:nvSpPr>
        <p:spPr>
          <a:xfrm>
            <a:off x="0" y="6179573"/>
            <a:ext cx="3931920" cy="678427"/>
          </a:xfrm>
          <a:prstGeom prst="cub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立方体 8"/>
          <p:cNvSpPr/>
          <p:nvPr/>
        </p:nvSpPr>
        <p:spPr>
          <a:xfrm>
            <a:off x="3698319" y="5706031"/>
            <a:ext cx="4561763" cy="1151969"/>
          </a:xfrm>
          <a:prstGeom prst="cub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立方体 9"/>
          <p:cNvSpPr/>
          <p:nvPr/>
        </p:nvSpPr>
        <p:spPr>
          <a:xfrm>
            <a:off x="7848600" y="5155973"/>
            <a:ext cx="4343400" cy="1702027"/>
          </a:xfrm>
          <a:prstGeom prst="cub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320039" y="961545"/>
            <a:ext cx="11571923" cy="1620183"/>
          </a:xfrm>
          <a:custGeom>
            <a:avLst/>
            <a:gdLst>
              <a:gd name="connsiteX0" fmla="*/ 0 w 9128760"/>
              <a:gd name="connsiteY0" fmla="*/ 1615440 h 1615440"/>
              <a:gd name="connsiteX1" fmla="*/ 2971800 w 9128760"/>
              <a:gd name="connsiteY1" fmla="*/ 1432560 h 1615440"/>
              <a:gd name="connsiteX2" fmla="*/ 7162800 w 9128760"/>
              <a:gd name="connsiteY2" fmla="*/ 716280 h 1615440"/>
              <a:gd name="connsiteX3" fmla="*/ 9128760 w 9128760"/>
              <a:gd name="connsiteY3" fmla="*/ 0 h 1615440"/>
              <a:gd name="connsiteX0-1" fmla="*/ 0 w 9128760"/>
              <a:gd name="connsiteY0-2" fmla="*/ 1615440 h 1615440"/>
              <a:gd name="connsiteX1-3" fmla="*/ 2971800 w 9128760"/>
              <a:gd name="connsiteY1-4" fmla="*/ 1432560 h 1615440"/>
              <a:gd name="connsiteX2-5" fmla="*/ 7162800 w 9128760"/>
              <a:gd name="connsiteY2-6" fmla="*/ 716280 h 1615440"/>
              <a:gd name="connsiteX3-7" fmla="*/ 9128760 w 9128760"/>
              <a:gd name="connsiteY3-8" fmla="*/ 0 h 1615440"/>
              <a:gd name="connsiteX0-9" fmla="*/ 0 w 9128760"/>
              <a:gd name="connsiteY0-10" fmla="*/ 1615440 h 1615440"/>
              <a:gd name="connsiteX1-11" fmla="*/ 2971800 w 9128760"/>
              <a:gd name="connsiteY1-12" fmla="*/ 1432560 h 1615440"/>
              <a:gd name="connsiteX2-13" fmla="*/ 7162800 w 9128760"/>
              <a:gd name="connsiteY2-14" fmla="*/ 716280 h 1615440"/>
              <a:gd name="connsiteX3-15" fmla="*/ 9128760 w 9128760"/>
              <a:gd name="connsiteY3-16" fmla="*/ 0 h 1615440"/>
              <a:gd name="connsiteX0-17" fmla="*/ 0 w 9128760"/>
              <a:gd name="connsiteY0-18" fmla="*/ 1615440 h 1615440"/>
              <a:gd name="connsiteX1-19" fmla="*/ 2971800 w 9128760"/>
              <a:gd name="connsiteY1-20" fmla="*/ 1432560 h 1615440"/>
              <a:gd name="connsiteX2-21" fmla="*/ 7162800 w 9128760"/>
              <a:gd name="connsiteY2-22" fmla="*/ 716280 h 1615440"/>
              <a:gd name="connsiteX3-23" fmla="*/ 9128760 w 9128760"/>
              <a:gd name="connsiteY3-24" fmla="*/ 0 h 1615440"/>
              <a:gd name="connsiteX0-25" fmla="*/ 0 w 9128760"/>
              <a:gd name="connsiteY0-26" fmla="*/ 1615440 h 1615440"/>
              <a:gd name="connsiteX1-27" fmla="*/ 2971800 w 9128760"/>
              <a:gd name="connsiteY1-28" fmla="*/ 1432560 h 1615440"/>
              <a:gd name="connsiteX2-29" fmla="*/ 7162800 w 9128760"/>
              <a:gd name="connsiteY2-30" fmla="*/ 716280 h 1615440"/>
              <a:gd name="connsiteX3-31" fmla="*/ 9128760 w 9128760"/>
              <a:gd name="connsiteY3-32" fmla="*/ 0 h 1615440"/>
            </a:gdLst>
            <a:ahLst/>
            <a:cxnLst>
              <a:cxn ang="0">
                <a:pos x="connsiteX0-1" y="connsiteY0-2"/>
              </a:cxn>
              <a:cxn ang="0">
                <a:pos x="connsiteX1-3" y="connsiteY1-4"/>
              </a:cxn>
              <a:cxn ang="0">
                <a:pos x="connsiteX2-5" y="connsiteY2-6"/>
              </a:cxn>
              <a:cxn ang="0">
                <a:pos x="connsiteX3-7" y="connsiteY3-8"/>
              </a:cxn>
            </a:cxnLst>
            <a:rect l="l" t="t" r="r" b="b"/>
            <a:pathLst>
              <a:path w="9128760" h="1615440">
                <a:moveTo>
                  <a:pt x="0" y="1615440"/>
                </a:moveTo>
                <a:cubicBezTo>
                  <a:pt x="889000" y="1598930"/>
                  <a:pt x="1732280" y="1521460"/>
                  <a:pt x="2971800" y="1432560"/>
                </a:cubicBezTo>
                <a:cubicBezTo>
                  <a:pt x="4211320" y="1343660"/>
                  <a:pt x="6121400" y="1016000"/>
                  <a:pt x="7162800" y="716280"/>
                </a:cubicBezTo>
                <a:cubicBezTo>
                  <a:pt x="8204200" y="416560"/>
                  <a:pt x="8658860" y="238760"/>
                  <a:pt x="9128760" y="0"/>
                </a:cubicBezTo>
              </a:path>
            </a:pathLst>
          </a:custGeom>
          <a:noFill/>
          <a:ln w="92075">
            <a:gradFill>
              <a:gsLst>
                <a:gs pos="0">
                  <a:schemeClr val="accent4"/>
                </a:gs>
                <a:gs pos="100000">
                  <a:schemeClr val="accent1"/>
                </a:gs>
              </a:gsLst>
              <a:lin ang="0" scaled="0"/>
            </a:gradFill>
            <a:tailEnd type="arrow"/>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980565" y="6399262"/>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初级阶段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183826" y="6185964"/>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8987530" y="5892470"/>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1847850" y="2430126"/>
            <a:ext cx="236220" cy="236220"/>
          </a:xfrm>
          <a:prstGeom prst="ellipse">
            <a:avLst/>
          </a:prstGeom>
          <a:solidFill>
            <a:schemeClr val="bg1"/>
          </a:solidFill>
          <a:ln w="5080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993960" y="2098197"/>
            <a:ext cx="236220" cy="236220"/>
          </a:xfrm>
          <a:prstGeom prst="ellipse">
            <a:avLst/>
          </a:prstGeom>
          <a:solidFill>
            <a:schemeClr val="bg1"/>
          </a:solidFill>
          <a:ln w="508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0101140" y="1396063"/>
            <a:ext cx="236220" cy="236220"/>
          </a:xfrm>
          <a:prstGeom prst="ellipse">
            <a:avLst/>
          </a:prstGeom>
          <a:solidFill>
            <a:schemeClr val="bg1"/>
          </a:solidFill>
          <a:ln w="508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6866" y="887188"/>
            <a:ext cx="8289671" cy="734753"/>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在人工智能领域工作任职，对个人的专业技能和综合素质要求较高。经过多年工作经验，我在技术成长、组织团队、沟通能力等方面都有了较大的提升！！！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连接符 18"/>
          <p:cNvCxnSpPr/>
          <p:nvPr/>
        </p:nvCxnSpPr>
        <p:spPr>
          <a:xfrm>
            <a:off x="3941752" y="2438502"/>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24597" y="1988655"/>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sp>
        <p:nvSpPr>
          <p:cNvPr id="21" name="矩形: 对角圆角 20"/>
          <p:cNvSpPr/>
          <p:nvPr/>
        </p:nvSpPr>
        <p:spPr>
          <a:xfrm>
            <a:off x="793209" y="2841347"/>
            <a:ext cx="2420856" cy="326015"/>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37292" y="2812734"/>
            <a:ext cx="2332690"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2020.5.23-2022.12.23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对角圆角 22"/>
          <p:cNvSpPr/>
          <p:nvPr/>
        </p:nvSpPr>
        <p:spPr>
          <a:xfrm>
            <a:off x="4851528" y="2566981"/>
            <a:ext cx="2420856" cy="326015"/>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文本框 23"/>
          <p:cNvSpPr txBox="1"/>
          <p:nvPr/>
        </p:nvSpPr>
        <p:spPr>
          <a:xfrm>
            <a:off x="5015837" y="2538368"/>
            <a:ext cx="2092239"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2023.3.7-2024.7.28</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对角圆角 24"/>
          <p:cNvSpPr/>
          <p:nvPr/>
        </p:nvSpPr>
        <p:spPr>
          <a:xfrm>
            <a:off x="9083176" y="2178932"/>
            <a:ext cx="2210064" cy="326015"/>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9083176" y="2141036"/>
            <a:ext cx="2145177"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2024.8.13-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至今</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29"/>
          <p:cNvSpPr/>
          <p:nvPr/>
        </p:nvSpPr>
        <p:spPr>
          <a:xfrm>
            <a:off x="202479" y="63770"/>
            <a:ext cx="327685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工作经历</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形状 49"/>
          <p:cNvSpPr/>
          <p:nvPr/>
        </p:nvSpPr>
        <p:spPr>
          <a:xfrm>
            <a:off x="0" y="5312780"/>
            <a:ext cx="12192000" cy="1545220"/>
          </a:xfrm>
          <a:custGeom>
            <a:avLst/>
            <a:gdLst>
              <a:gd name="connsiteX0" fmla="*/ 6096001 w 12192000"/>
              <a:gd name="connsiteY0" fmla="*/ 0 h 1545220"/>
              <a:gd name="connsiteX1" fmla="*/ 12085567 w 12192000"/>
              <a:gd name="connsiteY1" fmla="*/ 672383 h 1545220"/>
              <a:gd name="connsiteX2" fmla="*/ 12192000 w 12192000"/>
              <a:gd name="connsiteY2" fmla="*/ 711579 h 1545220"/>
              <a:gd name="connsiteX3" fmla="*/ 12192000 w 12192000"/>
              <a:gd name="connsiteY3" fmla="*/ 1545220 h 1545220"/>
              <a:gd name="connsiteX4" fmla="*/ 0 w 12192000"/>
              <a:gd name="connsiteY4" fmla="*/ 1545220 h 1545220"/>
              <a:gd name="connsiteX5" fmla="*/ 0 w 12192000"/>
              <a:gd name="connsiteY5" fmla="*/ 711579 h 1545220"/>
              <a:gd name="connsiteX6" fmla="*/ 106435 w 12192000"/>
              <a:gd name="connsiteY6" fmla="*/ 672383 h 1545220"/>
              <a:gd name="connsiteX7" fmla="*/ 6096001 w 12192000"/>
              <a:gd name="connsiteY7" fmla="*/ 0 h 15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545220">
                <a:moveTo>
                  <a:pt x="6096001" y="0"/>
                </a:moveTo>
                <a:cubicBezTo>
                  <a:pt x="8682375" y="0"/>
                  <a:pt x="10932078" y="271882"/>
                  <a:pt x="12085567" y="672383"/>
                </a:cubicBezTo>
                <a:lnTo>
                  <a:pt x="12192000" y="711579"/>
                </a:lnTo>
                <a:lnTo>
                  <a:pt x="12192000" y="1545220"/>
                </a:lnTo>
                <a:lnTo>
                  <a:pt x="0" y="1545220"/>
                </a:lnTo>
                <a:lnTo>
                  <a:pt x="0" y="711579"/>
                </a:lnTo>
                <a:lnTo>
                  <a:pt x="106435" y="672383"/>
                </a:lnTo>
                <a:cubicBezTo>
                  <a:pt x="1259924" y="271882"/>
                  <a:pt x="3509627" y="0"/>
                  <a:pt x="609600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箭头: 右 1"/>
          <p:cNvSpPr/>
          <p:nvPr/>
        </p:nvSpPr>
        <p:spPr>
          <a:xfrm>
            <a:off x="354957" y="1041723"/>
            <a:ext cx="11482086" cy="711722"/>
          </a:xfrm>
          <a:prstGeom prst="rightArrow">
            <a:avLst>
              <a:gd name="adj1" fmla="val 76173"/>
              <a:gd name="adj2" fmla="val 40652"/>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354957"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52947" y="2173666"/>
            <a:ext cx="3146954" cy="49771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1566768" y="2237856"/>
            <a:ext cx="1569660"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生产工艺优化</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泪滴形 5"/>
          <p:cNvSpPr/>
          <p:nvPr/>
        </p:nvSpPr>
        <p:spPr>
          <a:xfrm>
            <a:off x="524885" y="2113163"/>
            <a:ext cx="618717" cy="618717"/>
          </a:xfrm>
          <a:prstGeom prst="teardrop">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565933" y="2171373"/>
            <a:ext cx="559769"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文本框 7"/>
          <p:cNvSpPr txBox="1"/>
          <p:nvPr/>
        </p:nvSpPr>
        <p:spPr>
          <a:xfrm>
            <a:off x="565933"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文本框 8"/>
          <p:cNvSpPr txBox="1"/>
          <p:nvPr/>
        </p:nvSpPr>
        <p:spPr>
          <a:xfrm>
            <a:off x="565933"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产品工艺表制定规范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文本框 9"/>
          <p:cNvSpPr txBox="1"/>
          <p:nvPr/>
        </p:nvSpPr>
        <p:spPr>
          <a:xfrm>
            <a:off x="565933"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 name="文本框 10"/>
          <p:cNvSpPr txBox="1"/>
          <p:nvPr/>
        </p:nvSpPr>
        <p:spPr>
          <a:xfrm>
            <a:off x="565933" y="4325979"/>
            <a:ext cx="2492990"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工艺流程注意事项规范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621341"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2296454"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942182"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工艺规范</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611755"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工艺细节</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1550596"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4223068"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nvSpPr>
        <p:spPr>
          <a:xfrm>
            <a:off x="4521058" y="2173666"/>
            <a:ext cx="3146954" cy="497712"/>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5099841" y="2237856"/>
            <a:ext cx="2262158"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作业标准和规范制定</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泪滴形 19"/>
          <p:cNvSpPr/>
          <p:nvPr/>
        </p:nvSpPr>
        <p:spPr>
          <a:xfrm>
            <a:off x="4392996" y="2113163"/>
            <a:ext cx="618717" cy="618717"/>
          </a:xfrm>
          <a:prstGeom prst="teardrop">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4434043"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文本框 21"/>
          <p:cNvSpPr txBox="1"/>
          <p:nvPr/>
        </p:nvSpPr>
        <p:spPr>
          <a:xfrm>
            <a:off x="4434044"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通过借鉴和总结，并结合我们公司自身的生产、设备特点，制定各种等作业规范。结合我们公司的实际情况，现在正在制定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CNC</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部，铣床部，车磨部工作台面作业指导书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nvSpPr>
        <p:spPr>
          <a:xfrm>
            <a:off x="4434044" y="2893740"/>
            <a:ext cx="1800493"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作业指导书制定</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434044"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规范工作区域的操作标准，防止生产资料的乱拿乱放，工件碰伤，加工反向，漏加工问题。使我们的工作环境更加整齐，干净，减少加工辅助时间，进一步提高效率与品质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434044" y="4325979"/>
            <a:ext cx="2031325"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工作区域操作规范</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矩形: 圆角 25"/>
          <p:cNvSpPr/>
          <p:nvPr/>
        </p:nvSpPr>
        <p:spPr>
          <a:xfrm>
            <a:off x="4489452"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6164565"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4810293"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操作规范</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479866"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安全高效</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5418707"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8091180"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圆角 31"/>
          <p:cNvSpPr/>
          <p:nvPr/>
        </p:nvSpPr>
        <p:spPr>
          <a:xfrm>
            <a:off x="8389170" y="2173666"/>
            <a:ext cx="3146954" cy="497712"/>
          </a:xfrm>
          <a:prstGeom prst="round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9231907" y="2237856"/>
            <a:ext cx="180049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问题跟踪与处理</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泪滴形 33"/>
          <p:cNvSpPr/>
          <p:nvPr/>
        </p:nvSpPr>
        <p:spPr>
          <a:xfrm>
            <a:off x="8261108" y="2113163"/>
            <a:ext cx="618717" cy="618717"/>
          </a:xfrm>
          <a:prstGeom prst="teardrop">
            <a:avLst/>
          </a:prstGeom>
          <a:solidFill>
            <a:schemeClr val="bg1"/>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文本框 34"/>
          <p:cNvSpPr txBox="1"/>
          <p:nvPr/>
        </p:nvSpPr>
        <p:spPr>
          <a:xfrm>
            <a:off x="8302155"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文本框 35"/>
          <p:cNvSpPr txBox="1"/>
          <p:nvPr/>
        </p:nvSpPr>
        <p:spPr>
          <a:xfrm>
            <a:off x="8302156"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对照图纸一项一项分析原因，到车间与员工沟通，认真听取他们的加工意见，造成不良与报废的原因，及时细化改善工艺，设计专业的工装夹具，从根本上解决品质问题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8302156"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工艺优化与品质提升</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302156"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在加工过程中遇到困难时，我们应积极与客户工程师进行沟通，共同探讨解决方案。通过增加工艺搭位和工艺孔位，可以有效改善产品的加工性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302156" y="4325979"/>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加工困难的解决方案</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矩形: 圆角 39"/>
          <p:cNvSpPr/>
          <p:nvPr/>
        </p:nvSpPr>
        <p:spPr>
          <a:xfrm>
            <a:off x="8357564"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0032677"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8678405" y="5797240"/>
            <a:ext cx="902812"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质量提升</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10347978"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286819"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矩形 46"/>
          <p:cNvSpPr/>
          <p:nvPr/>
        </p:nvSpPr>
        <p:spPr>
          <a:xfrm>
            <a:off x="199506"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主要工作职责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矩形 1038"/>
          <p:cNvSpPr/>
          <p:nvPr/>
        </p:nvSpPr>
        <p:spPr>
          <a:xfrm>
            <a:off x="192088" y="4818062"/>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1037"/>
          <p:cNvSpPr/>
          <p:nvPr/>
        </p:nvSpPr>
        <p:spPr>
          <a:xfrm>
            <a:off x="192088" y="3492179"/>
            <a:ext cx="11807825" cy="1199721"/>
          </a:xfrm>
          <a:prstGeom prst="rect">
            <a:avLst/>
          </a:prstGeom>
          <a:solidFill>
            <a:schemeClr val="accent3">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矩形 1036"/>
          <p:cNvSpPr/>
          <p:nvPr/>
        </p:nvSpPr>
        <p:spPr>
          <a:xfrm>
            <a:off x="192088" y="2166296"/>
            <a:ext cx="11807825" cy="11997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6" name="矩形 1035"/>
          <p:cNvSpPr/>
          <p:nvPr/>
        </p:nvSpPr>
        <p:spPr>
          <a:xfrm>
            <a:off x="192088" y="780131"/>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16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所在岗位理解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任意多边形: 形状 49"/>
          <p:cNvSpPr/>
          <p:nvPr/>
        </p:nvSpPr>
        <p:spPr>
          <a:xfrm flipV="1">
            <a:off x="3946968" y="965325"/>
            <a:ext cx="4298066" cy="1084716"/>
          </a:xfrm>
          <a:custGeom>
            <a:avLst/>
            <a:gdLst>
              <a:gd name="connsiteX0" fmla="*/ 0 w 4298066"/>
              <a:gd name="connsiteY0" fmla="*/ 1084716 h 1084716"/>
              <a:gd name="connsiteX1" fmla="*/ 4298066 w 4298066"/>
              <a:gd name="connsiteY1" fmla="*/ 1084716 h 1084716"/>
              <a:gd name="connsiteX2" fmla="*/ 3895416 w 4298066"/>
              <a:gd name="connsiteY2" fmla="*/ 93633 h 1084716"/>
              <a:gd name="connsiteX3" fmla="*/ 3875055 w 4298066"/>
              <a:gd name="connsiteY3" fmla="*/ 93633 h 1084716"/>
              <a:gd name="connsiteX4" fmla="*/ 3861050 w 4298066"/>
              <a:gd name="connsiteY4" fmla="*/ 85155 h 1084716"/>
              <a:gd name="connsiteX5" fmla="*/ 2149033 w 4298066"/>
              <a:gd name="connsiteY5" fmla="*/ 0 h 1084716"/>
              <a:gd name="connsiteX6" fmla="*/ 437017 w 4298066"/>
              <a:gd name="connsiteY6" fmla="*/ 85155 h 1084716"/>
              <a:gd name="connsiteX7" fmla="*/ 423012 w 4298066"/>
              <a:gd name="connsiteY7" fmla="*/ 93633 h 1084716"/>
              <a:gd name="connsiteX8" fmla="*/ 402650 w 4298066"/>
              <a:gd name="connsiteY8" fmla="*/ 93633 h 10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8066" h="1084716">
                <a:moveTo>
                  <a:pt x="0" y="1084716"/>
                </a:moveTo>
                <a:lnTo>
                  <a:pt x="4298066" y="1084716"/>
                </a:lnTo>
                <a:lnTo>
                  <a:pt x="3895416" y="93633"/>
                </a:lnTo>
                <a:lnTo>
                  <a:pt x="3875055" y="93633"/>
                </a:lnTo>
                <a:lnTo>
                  <a:pt x="3861050" y="85155"/>
                </a:lnTo>
                <a:cubicBezTo>
                  <a:pt x="3698100" y="36557"/>
                  <a:pt x="2993521" y="0"/>
                  <a:pt x="2149033" y="0"/>
                </a:cubicBezTo>
                <a:cubicBezTo>
                  <a:pt x="1304545" y="0"/>
                  <a:pt x="599966" y="36557"/>
                  <a:pt x="437017" y="85155"/>
                </a:cubicBezTo>
                <a:lnTo>
                  <a:pt x="423012" y="93633"/>
                </a:lnTo>
                <a:lnTo>
                  <a:pt x="402650" y="9363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flipV="1">
            <a:off x="4453072" y="2287251"/>
            <a:ext cx="3285858" cy="1088117"/>
          </a:xfrm>
          <a:custGeom>
            <a:avLst/>
            <a:gdLst>
              <a:gd name="connsiteX0" fmla="*/ 0 w 3285858"/>
              <a:gd name="connsiteY0" fmla="*/ 1088117 h 1088117"/>
              <a:gd name="connsiteX1" fmla="*/ 3285858 w 3285858"/>
              <a:gd name="connsiteY1" fmla="*/ 1088117 h 1088117"/>
              <a:gd name="connsiteX2" fmla="*/ 2883208 w 3285858"/>
              <a:gd name="connsiteY2" fmla="*/ 97034 h 1088117"/>
              <a:gd name="connsiteX3" fmla="*/ 2872290 w 3285858"/>
              <a:gd name="connsiteY3" fmla="*/ 97034 h 1088117"/>
              <a:gd name="connsiteX4" fmla="*/ 1642929 w 3285858"/>
              <a:gd name="connsiteY4" fmla="*/ 0 h 1088117"/>
              <a:gd name="connsiteX5" fmla="*/ 413568 w 3285858"/>
              <a:gd name="connsiteY5" fmla="*/ 97034 h 1088117"/>
              <a:gd name="connsiteX6" fmla="*/ 402650 w 3285858"/>
              <a:gd name="connsiteY6" fmla="*/ 97034 h 10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858" h="1088117">
                <a:moveTo>
                  <a:pt x="0" y="1088117"/>
                </a:moveTo>
                <a:lnTo>
                  <a:pt x="3285858" y="1088117"/>
                </a:lnTo>
                <a:lnTo>
                  <a:pt x="2883208" y="97034"/>
                </a:lnTo>
                <a:lnTo>
                  <a:pt x="2872290" y="97034"/>
                </a:lnTo>
                <a:cubicBezTo>
                  <a:pt x="2872290" y="43444"/>
                  <a:pt x="2321886" y="0"/>
                  <a:pt x="1642929" y="0"/>
                </a:cubicBezTo>
                <a:cubicBezTo>
                  <a:pt x="963972" y="0"/>
                  <a:pt x="413568" y="43444"/>
                  <a:pt x="413568" y="97034"/>
                </a:cubicBezTo>
                <a:lnTo>
                  <a:pt x="402650" y="9703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flipV="1">
            <a:off x="4959176" y="3548216"/>
            <a:ext cx="2273650" cy="1097715"/>
          </a:xfrm>
          <a:custGeom>
            <a:avLst/>
            <a:gdLst>
              <a:gd name="connsiteX0" fmla="*/ 0 w 2273650"/>
              <a:gd name="connsiteY0" fmla="*/ 1097715 h 1097715"/>
              <a:gd name="connsiteX1" fmla="*/ 2273650 w 2273650"/>
              <a:gd name="connsiteY1" fmla="*/ 1097715 h 1097715"/>
              <a:gd name="connsiteX2" fmla="*/ 1871894 w 2273650"/>
              <a:gd name="connsiteY2" fmla="*/ 108832 h 1097715"/>
              <a:gd name="connsiteX3" fmla="*/ 1873426 w 2273650"/>
              <a:gd name="connsiteY3" fmla="*/ 106632 h 1097715"/>
              <a:gd name="connsiteX4" fmla="*/ 1136825 w 2273650"/>
              <a:gd name="connsiteY4" fmla="*/ 0 h 1097715"/>
              <a:gd name="connsiteX5" fmla="*/ 400224 w 2273650"/>
              <a:gd name="connsiteY5" fmla="*/ 106632 h 1097715"/>
              <a:gd name="connsiteX6" fmla="*/ 401756 w 2273650"/>
              <a:gd name="connsiteY6" fmla="*/ 108832 h 109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50" h="1097715">
                <a:moveTo>
                  <a:pt x="0" y="1097715"/>
                </a:moveTo>
                <a:lnTo>
                  <a:pt x="2273650" y="1097715"/>
                </a:lnTo>
                <a:lnTo>
                  <a:pt x="1871894" y="108832"/>
                </a:lnTo>
                <a:lnTo>
                  <a:pt x="1873426" y="106632"/>
                </a:lnTo>
                <a:cubicBezTo>
                  <a:pt x="1873426" y="47741"/>
                  <a:pt x="1543638" y="0"/>
                  <a:pt x="1136825" y="0"/>
                </a:cubicBezTo>
                <a:cubicBezTo>
                  <a:pt x="730012" y="0"/>
                  <a:pt x="400224" y="47741"/>
                  <a:pt x="400224" y="106632"/>
                </a:cubicBezTo>
                <a:lnTo>
                  <a:pt x="401756" y="10883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flipV="1">
            <a:off x="5465282" y="4924694"/>
            <a:ext cx="1261441" cy="804711"/>
          </a:xfrm>
          <a:custGeom>
            <a:avLst/>
            <a:gdLst>
              <a:gd name="connsiteX0" fmla="*/ 0 w 1261441"/>
              <a:gd name="connsiteY0" fmla="*/ 804711 h 804711"/>
              <a:gd name="connsiteX1" fmla="*/ 1261441 w 1261441"/>
              <a:gd name="connsiteY1" fmla="*/ 804711 h 804711"/>
              <a:gd name="connsiteX2" fmla="*/ 963080 w 1261441"/>
              <a:gd name="connsiteY2" fmla="*/ 70326 h 804711"/>
              <a:gd name="connsiteX3" fmla="*/ 964093 w 1261441"/>
              <a:gd name="connsiteY3" fmla="*/ 68268 h 804711"/>
              <a:gd name="connsiteX4" fmla="*/ 630718 w 1261441"/>
              <a:gd name="connsiteY4" fmla="*/ 0 h 804711"/>
              <a:gd name="connsiteX5" fmla="*/ 297343 w 1261441"/>
              <a:gd name="connsiteY5" fmla="*/ 68268 h 804711"/>
              <a:gd name="connsiteX6" fmla="*/ 298358 w 1261441"/>
              <a:gd name="connsiteY6" fmla="*/ 70330 h 80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41" h="804711">
                <a:moveTo>
                  <a:pt x="0" y="804711"/>
                </a:moveTo>
                <a:lnTo>
                  <a:pt x="1261441" y="804711"/>
                </a:lnTo>
                <a:lnTo>
                  <a:pt x="963080" y="70326"/>
                </a:lnTo>
                <a:lnTo>
                  <a:pt x="964093" y="68268"/>
                </a:lnTo>
                <a:cubicBezTo>
                  <a:pt x="964093" y="30565"/>
                  <a:pt x="814836" y="0"/>
                  <a:pt x="630718" y="0"/>
                </a:cubicBezTo>
                <a:cubicBezTo>
                  <a:pt x="446600" y="0"/>
                  <a:pt x="297343" y="30565"/>
                  <a:pt x="297343" y="68268"/>
                </a:cubicBezTo>
                <a:lnTo>
                  <a:pt x="298358" y="7033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椭圆 46"/>
          <p:cNvSpPr/>
          <p:nvPr/>
        </p:nvSpPr>
        <p:spPr>
          <a:xfrm>
            <a:off x="3946968" y="780131"/>
            <a:ext cx="4298066" cy="405114"/>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4453072" y="2159929"/>
            <a:ext cx="3285858" cy="272004"/>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4959176" y="3429965"/>
            <a:ext cx="2273650" cy="27200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5465279" y="4818062"/>
            <a:ext cx="1261444" cy="2132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261528" y="906760"/>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团队合作</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8261528" y="1303535"/>
            <a:ext cx="3738384" cy="5920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具备良好的团队合作精神，能够与不同背景的团队成员密切合作，共同解决问题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7738930" y="2341838"/>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沟通能力</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738930" y="2738613"/>
            <a:ext cx="3980630"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具备出色的沟通能力，能够清晰地表达技术想法和项目进展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7338876" y="3588761"/>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4" name="文本框 1023"/>
          <p:cNvSpPr txBox="1"/>
          <p:nvPr/>
        </p:nvSpPr>
        <p:spPr>
          <a:xfrm>
            <a:off x="7338876" y="3985536"/>
            <a:ext cx="4193761"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具备较强的问题解决能力，能够在遇到技术难题时迅速找到解决方案，确保项目的顺利进行</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5" name="文本框 1024"/>
          <p:cNvSpPr txBox="1"/>
          <p:nvPr/>
        </p:nvSpPr>
        <p:spPr>
          <a:xfrm>
            <a:off x="6788937" y="4944595"/>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6788937" y="5341370"/>
            <a:ext cx="394290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具备基本的项目管理能力，能够制定项目计划合理分配资源，确保项目按时交付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2039450" y="906760"/>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电子工程基础</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9" name="文本框 1028"/>
          <p:cNvSpPr txBox="1"/>
          <p:nvPr/>
        </p:nvSpPr>
        <p:spPr>
          <a:xfrm>
            <a:off x="149714" y="1303535"/>
            <a:ext cx="3735040"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扎实的电子工程基础知识，包括电路原理、数字电路、模拟电路、信号处理等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0" name="文本框 1029"/>
          <p:cNvSpPr txBox="1"/>
          <p:nvPr/>
        </p:nvSpPr>
        <p:spPr>
          <a:xfrm>
            <a:off x="2549456" y="2341838"/>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芯片设计与架构</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1" name="文本框 1030"/>
          <p:cNvSpPr txBox="1"/>
          <p:nvPr/>
        </p:nvSpPr>
        <p:spPr>
          <a:xfrm>
            <a:off x="414130" y="2738613"/>
            <a:ext cx="3980630"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熟悉常见的芯片设计架构，如冯</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诺依曼架构、哈佛架构等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2" name="文本框 1031"/>
          <p:cNvSpPr txBox="1"/>
          <p:nvPr/>
        </p:nvSpPr>
        <p:spPr>
          <a:xfrm>
            <a:off x="3007820" y="3588761"/>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硬件开发工具</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3" name="文本框 1032"/>
          <p:cNvSpPr txBox="1"/>
          <p:nvPr/>
        </p:nvSpPr>
        <p:spPr>
          <a:xfrm>
            <a:off x="659363" y="3985536"/>
            <a:ext cx="4193761"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熟练使用硬件开发工具，如示波器、逻辑分析仪、频谱分析仪等进行硬件调试和测试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4" name="文本框 1033"/>
          <p:cNvSpPr txBox="1"/>
          <p:nvPr/>
        </p:nvSpPr>
        <p:spPr>
          <a:xfrm>
            <a:off x="3517828" y="4944595"/>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系统集成与测试</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5" name="文本框 1034"/>
          <p:cNvSpPr txBox="1"/>
          <p:nvPr/>
        </p:nvSpPr>
        <p:spPr>
          <a:xfrm>
            <a:off x="1420229" y="5341370"/>
            <a:ext cx="3942903"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具备系统集成和测试的经验，能够将多个硬件组件集成到一个完整的系统中</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0" name="文本框 1039"/>
          <p:cNvSpPr txBox="1"/>
          <p:nvPr/>
        </p:nvSpPr>
        <p:spPr>
          <a:xfrm>
            <a:off x="5719293" y="12906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01</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1" name="文本框 1040"/>
          <p:cNvSpPr txBox="1"/>
          <p:nvPr/>
        </p:nvSpPr>
        <p:spPr>
          <a:xfrm>
            <a:off x="5719293" y="26212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02</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2" name="文本框 1041"/>
          <p:cNvSpPr txBox="1"/>
          <p:nvPr/>
        </p:nvSpPr>
        <p:spPr>
          <a:xfrm>
            <a:off x="5719293" y="3859708"/>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03</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3" name="文本框 1042"/>
          <p:cNvSpPr txBox="1"/>
          <p:nvPr/>
        </p:nvSpPr>
        <p:spPr>
          <a:xfrm>
            <a:off x="5719293" y="5040400"/>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04</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4" name="梯形 1043"/>
          <p:cNvSpPr/>
          <p:nvPr/>
        </p:nvSpPr>
        <p:spPr>
          <a:xfrm>
            <a:off x="0" y="6252713"/>
            <a:ext cx="12192000" cy="605287"/>
          </a:xfrm>
          <a:prstGeom prst="trapezoid">
            <a:avLst>
              <a:gd name="adj" fmla="val 3665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7" name="直接连接符 1046"/>
          <p:cNvCxnSpPr/>
          <p:nvPr/>
        </p:nvCxnSpPr>
        <p:spPr>
          <a:xfrm>
            <a:off x="11999912" y="780131"/>
            <a:ext cx="0" cy="12622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a:off x="192088"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1999913"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92088"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a:off x="11999912"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92088"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p:cNvCxnSpPr/>
          <p:nvPr/>
        </p:nvCxnSpPr>
        <p:spPr>
          <a:xfrm>
            <a:off x="11999912"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6" name="文本框 1065"/>
          <p:cNvSpPr txBox="1"/>
          <p:nvPr/>
        </p:nvSpPr>
        <p:spPr>
          <a:xfrm>
            <a:off x="218599" y="6334465"/>
            <a:ext cx="11673359" cy="45922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对岗位边界、关键指标一目了然，才能把精力投在最能打粮食的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事务上，避免“努力跑偏”</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 name="直接连接符 2"/>
          <p:cNvCxnSpPr/>
          <p:nvPr/>
        </p:nvCxnSpPr>
        <p:spPr>
          <a:xfrm>
            <a:off x="192088" y="765175"/>
            <a:ext cx="0" cy="1277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矩形 2093"/>
          <p:cNvSpPr/>
          <p:nvPr/>
        </p:nvSpPr>
        <p:spPr>
          <a:xfrm>
            <a:off x="192088"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Org Proposal</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JLR Plan 26</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3" name="任意多边形: 形状 2212"/>
          <p:cNvSpPr/>
          <p:nvPr/>
        </p:nvSpPr>
        <p:spPr>
          <a:xfrm>
            <a:off x="4461366" y="1846513"/>
            <a:ext cx="1580635" cy="1523722"/>
          </a:xfrm>
          <a:custGeom>
            <a:avLst/>
            <a:gdLst>
              <a:gd name="connsiteX0" fmla="*/ 1580635 w 1580635"/>
              <a:gd name="connsiteY0" fmla="*/ 0 h 1523722"/>
              <a:gd name="connsiteX1" fmla="*/ 1580635 w 1580635"/>
              <a:gd name="connsiteY1" fmla="*/ 1256594 h 1523722"/>
              <a:gd name="connsiteX2" fmla="*/ 1496165 w 1580635"/>
              <a:gd name="connsiteY2" fmla="*/ 1265109 h 1523722"/>
              <a:gd name="connsiteX3" fmla="*/ 1148796 w 1580635"/>
              <a:gd name="connsiteY3" fmla="*/ 1452391 h 1523722"/>
              <a:gd name="connsiteX4" fmla="*/ 1089943 w 1580635"/>
              <a:gd name="connsiteY4" fmla="*/ 1523722 h 1523722"/>
              <a:gd name="connsiteX5" fmla="*/ 0 w 1580635"/>
              <a:gd name="connsiteY5" fmla="*/ 894443 h 1523722"/>
              <a:gd name="connsiteX6" fmla="*/ 25163 w 1580635"/>
              <a:gd name="connsiteY6" fmla="*/ 853023 h 1523722"/>
              <a:gd name="connsiteX7" fmla="*/ 1436184 w 1580635"/>
              <a:gd name="connsiteY7" fmla="*/ 7294 h 1523722"/>
              <a:gd name="connsiteX8" fmla="*/ 1580635 w 1580635"/>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5" h="1523722">
                <a:moveTo>
                  <a:pt x="1580635" y="0"/>
                </a:moveTo>
                <a:lnTo>
                  <a:pt x="1580635" y="1256594"/>
                </a:lnTo>
                <a:lnTo>
                  <a:pt x="1496165" y="1265109"/>
                </a:lnTo>
                <a:cubicBezTo>
                  <a:pt x="1361983" y="1292567"/>
                  <a:pt x="1242049" y="1359138"/>
                  <a:pt x="1148796" y="1452391"/>
                </a:cubicBezTo>
                <a:lnTo>
                  <a:pt x="1089943" y="1523722"/>
                </a:lnTo>
                <a:lnTo>
                  <a:pt x="0" y="894443"/>
                </a:lnTo>
                <a:lnTo>
                  <a:pt x="25163" y="853023"/>
                </a:lnTo>
                <a:cubicBezTo>
                  <a:pt x="339087" y="388355"/>
                  <a:pt x="848940" y="66932"/>
                  <a:pt x="1436184" y="7294"/>
                </a:cubicBezTo>
                <a:lnTo>
                  <a:pt x="1580635"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2" name="任意多边形: 形状 2211"/>
          <p:cNvSpPr/>
          <p:nvPr/>
        </p:nvSpPr>
        <p:spPr>
          <a:xfrm>
            <a:off x="6150001" y="1846513"/>
            <a:ext cx="1580636" cy="1523722"/>
          </a:xfrm>
          <a:custGeom>
            <a:avLst/>
            <a:gdLst>
              <a:gd name="connsiteX0" fmla="*/ 0 w 1580636"/>
              <a:gd name="connsiteY0" fmla="*/ 0 h 1523722"/>
              <a:gd name="connsiteX1" fmla="*/ 144452 w 1580636"/>
              <a:gd name="connsiteY1" fmla="*/ 7294 h 1523722"/>
              <a:gd name="connsiteX2" fmla="*/ 1555472 w 1580636"/>
              <a:gd name="connsiteY2" fmla="*/ 853023 h 1523722"/>
              <a:gd name="connsiteX3" fmla="*/ 1580636 w 1580636"/>
              <a:gd name="connsiteY3" fmla="*/ 894443 h 1523722"/>
              <a:gd name="connsiteX4" fmla="*/ 490693 w 1580636"/>
              <a:gd name="connsiteY4" fmla="*/ 1523722 h 1523722"/>
              <a:gd name="connsiteX5" fmla="*/ 431839 w 1580636"/>
              <a:gd name="connsiteY5" fmla="*/ 1452391 h 1523722"/>
              <a:gd name="connsiteX6" fmla="*/ 84471 w 1580636"/>
              <a:gd name="connsiteY6" fmla="*/ 1265109 h 1523722"/>
              <a:gd name="connsiteX7" fmla="*/ 0 w 1580636"/>
              <a:gd name="connsiteY7" fmla="*/ 1256594 h 1523722"/>
              <a:gd name="connsiteX8" fmla="*/ 0 w 1580636"/>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6" h="1523722">
                <a:moveTo>
                  <a:pt x="0" y="0"/>
                </a:moveTo>
                <a:lnTo>
                  <a:pt x="144452" y="7294"/>
                </a:lnTo>
                <a:cubicBezTo>
                  <a:pt x="731695" y="66932"/>
                  <a:pt x="1241549" y="388355"/>
                  <a:pt x="1555472" y="853023"/>
                </a:cubicBezTo>
                <a:lnTo>
                  <a:pt x="1580636" y="894443"/>
                </a:lnTo>
                <a:lnTo>
                  <a:pt x="490693" y="1523722"/>
                </a:lnTo>
                <a:lnTo>
                  <a:pt x="431839" y="1452391"/>
                </a:lnTo>
                <a:cubicBezTo>
                  <a:pt x="338587" y="1359138"/>
                  <a:pt x="218653" y="1292567"/>
                  <a:pt x="84471" y="1265109"/>
                </a:cubicBezTo>
                <a:lnTo>
                  <a:pt x="0" y="125659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4155044" y="2833281"/>
            <a:ext cx="1338202" cy="1845463"/>
          </a:xfrm>
          <a:custGeom>
            <a:avLst/>
            <a:gdLst>
              <a:gd name="connsiteX0" fmla="*/ 250233 w 1338202"/>
              <a:gd name="connsiteY0" fmla="*/ 0 h 1845463"/>
              <a:gd name="connsiteX1" fmla="*/ 1338202 w 1338202"/>
              <a:gd name="connsiteY1" fmla="*/ 628139 h 1845463"/>
              <a:gd name="connsiteX2" fmla="*/ 1307871 w 1338202"/>
              <a:gd name="connsiteY2" fmla="*/ 684020 h 1845463"/>
              <a:gd name="connsiteX3" fmla="*/ 1253877 w 1338202"/>
              <a:gd name="connsiteY3" fmla="*/ 951462 h 1845463"/>
              <a:gd name="connsiteX4" fmla="*/ 1267836 w 1338202"/>
              <a:gd name="connsiteY4" fmla="*/ 1089933 h 1845463"/>
              <a:gd name="connsiteX5" fmla="*/ 1307356 w 1338202"/>
              <a:gd name="connsiteY5" fmla="*/ 1217243 h 1845463"/>
              <a:gd name="connsiteX6" fmla="*/ 219246 w 1338202"/>
              <a:gd name="connsiteY6" fmla="*/ 1845463 h 1845463"/>
              <a:gd name="connsiteX7" fmla="*/ 152530 w 1338202"/>
              <a:gd name="connsiteY7" fmla="*/ 1706970 h 1845463"/>
              <a:gd name="connsiteX8" fmla="*/ 0 w 1338202"/>
              <a:gd name="connsiteY8" fmla="*/ 951462 h 1845463"/>
              <a:gd name="connsiteX9" fmla="*/ 234263 w 1338202"/>
              <a:gd name="connsiteY9" fmla="*/ 26287 h 1845463"/>
              <a:gd name="connsiteX10" fmla="*/ 250233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250233" y="0"/>
                </a:moveTo>
                <a:lnTo>
                  <a:pt x="1338202" y="628139"/>
                </a:lnTo>
                <a:lnTo>
                  <a:pt x="1307871" y="684020"/>
                </a:lnTo>
                <a:cubicBezTo>
                  <a:pt x="1273103" y="766221"/>
                  <a:pt x="1253877" y="856596"/>
                  <a:pt x="1253877" y="951462"/>
                </a:cubicBezTo>
                <a:cubicBezTo>
                  <a:pt x="1253877" y="998895"/>
                  <a:pt x="1258684" y="1045205"/>
                  <a:pt x="1267836" y="1089933"/>
                </a:cubicBezTo>
                <a:lnTo>
                  <a:pt x="1307356" y="1217243"/>
                </a:lnTo>
                <a:lnTo>
                  <a:pt x="219246" y="1845463"/>
                </a:lnTo>
                <a:lnTo>
                  <a:pt x="152530" y="1706970"/>
                </a:lnTo>
                <a:cubicBezTo>
                  <a:pt x="54313" y="1474757"/>
                  <a:pt x="0" y="1219452"/>
                  <a:pt x="0" y="951462"/>
                </a:cubicBezTo>
                <a:cubicBezTo>
                  <a:pt x="0" y="616474"/>
                  <a:pt x="84863" y="301307"/>
                  <a:pt x="234263" y="26287"/>
                </a:cubicBezTo>
                <a:lnTo>
                  <a:pt x="25023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9" name="任意多边形: 形状 2208"/>
          <p:cNvSpPr/>
          <p:nvPr/>
        </p:nvSpPr>
        <p:spPr>
          <a:xfrm>
            <a:off x="6698756" y="2833281"/>
            <a:ext cx="1338202" cy="1845463"/>
          </a:xfrm>
          <a:custGeom>
            <a:avLst/>
            <a:gdLst>
              <a:gd name="connsiteX0" fmla="*/ 1087969 w 1338202"/>
              <a:gd name="connsiteY0" fmla="*/ 0 h 1845463"/>
              <a:gd name="connsiteX1" fmla="*/ 1103939 w 1338202"/>
              <a:gd name="connsiteY1" fmla="*/ 26287 h 1845463"/>
              <a:gd name="connsiteX2" fmla="*/ 1338202 w 1338202"/>
              <a:gd name="connsiteY2" fmla="*/ 951462 h 1845463"/>
              <a:gd name="connsiteX3" fmla="*/ 1185672 w 1338202"/>
              <a:gd name="connsiteY3" fmla="*/ 1706970 h 1845463"/>
              <a:gd name="connsiteX4" fmla="*/ 1118957 w 1338202"/>
              <a:gd name="connsiteY4" fmla="*/ 1845463 h 1845463"/>
              <a:gd name="connsiteX5" fmla="*/ 30847 w 1338202"/>
              <a:gd name="connsiteY5" fmla="*/ 1217242 h 1845463"/>
              <a:gd name="connsiteX6" fmla="*/ 70366 w 1338202"/>
              <a:gd name="connsiteY6" fmla="*/ 1089933 h 1845463"/>
              <a:gd name="connsiteX7" fmla="*/ 84325 w 1338202"/>
              <a:gd name="connsiteY7" fmla="*/ 951462 h 1845463"/>
              <a:gd name="connsiteX8" fmla="*/ 30331 w 1338202"/>
              <a:gd name="connsiteY8" fmla="*/ 684020 h 1845463"/>
              <a:gd name="connsiteX9" fmla="*/ 0 w 1338202"/>
              <a:gd name="connsiteY9" fmla="*/ 628139 h 1845463"/>
              <a:gd name="connsiteX10" fmla="*/ 1087969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1087969" y="0"/>
                </a:moveTo>
                <a:lnTo>
                  <a:pt x="1103939" y="26287"/>
                </a:lnTo>
                <a:cubicBezTo>
                  <a:pt x="1253339" y="301307"/>
                  <a:pt x="1338202" y="616474"/>
                  <a:pt x="1338202" y="951462"/>
                </a:cubicBezTo>
                <a:cubicBezTo>
                  <a:pt x="1338202" y="1219452"/>
                  <a:pt x="1283890" y="1474757"/>
                  <a:pt x="1185672" y="1706970"/>
                </a:cubicBezTo>
                <a:lnTo>
                  <a:pt x="1118957" y="1845463"/>
                </a:lnTo>
                <a:lnTo>
                  <a:pt x="30847" y="1217242"/>
                </a:lnTo>
                <a:lnTo>
                  <a:pt x="70366" y="1089933"/>
                </a:lnTo>
                <a:cubicBezTo>
                  <a:pt x="79519" y="1045205"/>
                  <a:pt x="84325" y="998895"/>
                  <a:pt x="84325" y="951462"/>
                </a:cubicBezTo>
                <a:cubicBezTo>
                  <a:pt x="84325" y="856596"/>
                  <a:pt x="65099" y="766221"/>
                  <a:pt x="30331" y="684020"/>
                </a:cubicBezTo>
                <a:lnTo>
                  <a:pt x="0" y="628139"/>
                </a:lnTo>
                <a:lnTo>
                  <a:pt x="108796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8" name="任意多边形: 形状 2207"/>
          <p:cNvSpPr/>
          <p:nvPr/>
        </p:nvSpPr>
        <p:spPr>
          <a:xfrm>
            <a:off x="4427475" y="4145645"/>
            <a:ext cx="1614526" cy="1577329"/>
          </a:xfrm>
          <a:custGeom>
            <a:avLst/>
            <a:gdLst>
              <a:gd name="connsiteX0" fmla="*/ 1086169 w 1614526"/>
              <a:gd name="connsiteY0" fmla="*/ 0 h 1577329"/>
              <a:gd name="connsiteX1" fmla="*/ 1098789 w 1614526"/>
              <a:gd name="connsiteY1" fmla="*/ 23251 h 1577329"/>
              <a:gd name="connsiteX2" fmla="*/ 1530056 w 1614526"/>
              <a:gd name="connsiteY2" fmla="*/ 312219 h 1577329"/>
              <a:gd name="connsiteX3" fmla="*/ 1614526 w 1614526"/>
              <a:gd name="connsiteY3" fmla="*/ 320735 h 1577329"/>
              <a:gd name="connsiteX4" fmla="*/ 1614526 w 1614526"/>
              <a:gd name="connsiteY4" fmla="*/ 1577329 h 1577329"/>
              <a:gd name="connsiteX5" fmla="*/ 1470075 w 1614526"/>
              <a:gd name="connsiteY5" fmla="*/ 1570034 h 1577329"/>
              <a:gd name="connsiteX6" fmla="*/ 59054 w 1614526"/>
              <a:gd name="connsiteY6" fmla="*/ 724306 h 1577329"/>
              <a:gd name="connsiteX7" fmla="*/ 0 w 1614526"/>
              <a:gd name="connsiteY7" fmla="*/ 627100 h 1577329"/>
              <a:gd name="connsiteX8" fmla="*/ 1086169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1086169" y="0"/>
                </a:moveTo>
                <a:lnTo>
                  <a:pt x="1098789" y="23251"/>
                </a:lnTo>
                <a:cubicBezTo>
                  <a:pt x="1197567" y="169463"/>
                  <a:pt x="1351147" y="275609"/>
                  <a:pt x="1530056" y="312219"/>
                </a:cubicBezTo>
                <a:lnTo>
                  <a:pt x="1614526" y="320735"/>
                </a:lnTo>
                <a:lnTo>
                  <a:pt x="1614526" y="1577329"/>
                </a:lnTo>
                <a:lnTo>
                  <a:pt x="1470075" y="1570034"/>
                </a:lnTo>
                <a:cubicBezTo>
                  <a:pt x="882831" y="1510396"/>
                  <a:pt x="372978" y="1188974"/>
                  <a:pt x="59054" y="724306"/>
                </a:cubicBezTo>
                <a:lnTo>
                  <a:pt x="0" y="627100"/>
                </a:lnTo>
                <a:lnTo>
                  <a:pt x="1086169"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7" name="任意多边形: 形状 2206"/>
          <p:cNvSpPr/>
          <p:nvPr/>
        </p:nvSpPr>
        <p:spPr>
          <a:xfrm>
            <a:off x="6150001" y="4145645"/>
            <a:ext cx="1614526" cy="1577329"/>
          </a:xfrm>
          <a:custGeom>
            <a:avLst/>
            <a:gdLst>
              <a:gd name="connsiteX0" fmla="*/ 528358 w 1614526"/>
              <a:gd name="connsiteY0" fmla="*/ 0 h 1577329"/>
              <a:gd name="connsiteX1" fmla="*/ 1614526 w 1614526"/>
              <a:gd name="connsiteY1" fmla="*/ 627100 h 1577329"/>
              <a:gd name="connsiteX2" fmla="*/ 1555472 w 1614526"/>
              <a:gd name="connsiteY2" fmla="*/ 724306 h 1577329"/>
              <a:gd name="connsiteX3" fmla="*/ 144452 w 1614526"/>
              <a:gd name="connsiteY3" fmla="*/ 1570034 h 1577329"/>
              <a:gd name="connsiteX4" fmla="*/ 0 w 1614526"/>
              <a:gd name="connsiteY4" fmla="*/ 1577329 h 1577329"/>
              <a:gd name="connsiteX5" fmla="*/ 0 w 1614526"/>
              <a:gd name="connsiteY5" fmla="*/ 320735 h 1577329"/>
              <a:gd name="connsiteX6" fmla="*/ 84471 w 1614526"/>
              <a:gd name="connsiteY6" fmla="*/ 312219 h 1577329"/>
              <a:gd name="connsiteX7" fmla="*/ 515738 w 1614526"/>
              <a:gd name="connsiteY7" fmla="*/ 23251 h 1577329"/>
              <a:gd name="connsiteX8" fmla="*/ 528358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528358" y="0"/>
                </a:moveTo>
                <a:lnTo>
                  <a:pt x="1614526" y="627100"/>
                </a:lnTo>
                <a:lnTo>
                  <a:pt x="1555472" y="724306"/>
                </a:lnTo>
                <a:cubicBezTo>
                  <a:pt x="1241549" y="1188974"/>
                  <a:pt x="731695" y="1510396"/>
                  <a:pt x="144452" y="1570034"/>
                </a:cubicBezTo>
                <a:lnTo>
                  <a:pt x="0" y="1577329"/>
                </a:lnTo>
                <a:lnTo>
                  <a:pt x="0" y="320735"/>
                </a:lnTo>
                <a:lnTo>
                  <a:pt x="84471" y="312219"/>
                </a:lnTo>
                <a:cubicBezTo>
                  <a:pt x="263380" y="275609"/>
                  <a:pt x="416959" y="169463"/>
                  <a:pt x="515738" y="23251"/>
                </a:cubicBezTo>
                <a:lnTo>
                  <a:pt x="52835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5" name="任意多边形: 形状 2204"/>
          <p:cNvSpPr/>
          <p:nvPr/>
        </p:nvSpPr>
        <p:spPr>
          <a:xfrm>
            <a:off x="5145303" y="2836771"/>
            <a:ext cx="1901396" cy="1895942"/>
          </a:xfrm>
          <a:custGeom>
            <a:avLst/>
            <a:gdLst>
              <a:gd name="connsiteX0" fmla="*/ 1004698 w 1901396"/>
              <a:gd name="connsiteY0" fmla="*/ 1003826 h 1895942"/>
              <a:gd name="connsiteX1" fmla="*/ 1762294 w 1901396"/>
              <a:gd name="connsiteY1" fmla="*/ 1441225 h 1895942"/>
              <a:gd name="connsiteX2" fmla="*/ 1739032 w 1901396"/>
              <a:gd name="connsiteY2" fmla="*/ 1479516 h 1895942"/>
              <a:gd name="connsiteX3" fmla="*/ 1047902 w 1901396"/>
              <a:gd name="connsiteY3" fmla="*/ 1893761 h 1895942"/>
              <a:gd name="connsiteX4" fmla="*/ 1004698 w 1901396"/>
              <a:gd name="connsiteY4" fmla="*/ 1895942 h 1895942"/>
              <a:gd name="connsiteX5" fmla="*/ 896698 w 1901396"/>
              <a:gd name="connsiteY5" fmla="*/ 1003826 h 1895942"/>
              <a:gd name="connsiteX6" fmla="*/ 896698 w 1901396"/>
              <a:gd name="connsiteY6" fmla="*/ 1895942 h 1895942"/>
              <a:gd name="connsiteX7" fmla="*/ 853495 w 1901396"/>
              <a:gd name="connsiteY7" fmla="*/ 1893761 h 1895942"/>
              <a:gd name="connsiteX8" fmla="*/ 162365 w 1901396"/>
              <a:gd name="connsiteY8" fmla="*/ 1479516 h 1895942"/>
              <a:gd name="connsiteX9" fmla="*/ 139102 w 1901396"/>
              <a:gd name="connsiteY9" fmla="*/ 1441224 h 1895942"/>
              <a:gd name="connsiteX10" fmla="*/ 1784493 w 1901396"/>
              <a:gd name="connsiteY10" fmla="*/ 491258 h 1895942"/>
              <a:gd name="connsiteX11" fmla="*/ 1786652 w 1901396"/>
              <a:gd name="connsiteY11" fmla="*/ 494812 h 1895942"/>
              <a:gd name="connsiteX12" fmla="*/ 1901396 w 1901396"/>
              <a:gd name="connsiteY12" fmla="*/ 947971 h 1895942"/>
              <a:gd name="connsiteX13" fmla="*/ 1826686 w 1901396"/>
              <a:gd name="connsiteY13" fmla="*/ 1318026 h 1895942"/>
              <a:gd name="connsiteX14" fmla="*/ 1813243 w 1901396"/>
              <a:gd name="connsiteY14" fmla="*/ 1345932 h 1895942"/>
              <a:gd name="connsiteX15" fmla="*/ 1058698 w 1901396"/>
              <a:gd name="connsiteY15" fmla="*/ 910295 h 1895942"/>
              <a:gd name="connsiteX16" fmla="*/ 116904 w 1901396"/>
              <a:gd name="connsiteY16" fmla="*/ 491258 h 1895942"/>
              <a:gd name="connsiteX17" fmla="*/ 842698 w 1901396"/>
              <a:gd name="connsiteY17" fmla="*/ 910295 h 1895942"/>
              <a:gd name="connsiteX18" fmla="*/ 88154 w 1901396"/>
              <a:gd name="connsiteY18" fmla="*/ 1345932 h 1895942"/>
              <a:gd name="connsiteX19" fmla="*/ 74711 w 1901396"/>
              <a:gd name="connsiteY19" fmla="*/ 1318026 h 1895942"/>
              <a:gd name="connsiteX20" fmla="*/ 0 w 1901396"/>
              <a:gd name="connsiteY20" fmla="*/ 947971 h 1895942"/>
              <a:gd name="connsiteX21" fmla="*/ 114744 w 1901396"/>
              <a:gd name="connsiteY21" fmla="*/ 494812 h 1895942"/>
              <a:gd name="connsiteX22" fmla="*/ 1004698 w 1901396"/>
              <a:gd name="connsiteY22" fmla="*/ 0 h 1895942"/>
              <a:gd name="connsiteX23" fmla="*/ 1047902 w 1901396"/>
              <a:gd name="connsiteY23" fmla="*/ 2182 h 1895942"/>
              <a:gd name="connsiteX24" fmla="*/ 1622943 w 1901396"/>
              <a:gd name="connsiteY24" fmla="*/ 275726 h 1895942"/>
              <a:gd name="connsiteX25" fmla="*/ 1725826 w 1901396"/>
              <a:gd name="connsiteY25" fmla="*/ 400421 h 1895942"/>
              <a:gd name="connsiteX26" fmla="*/ 1004698 w 1901396"/>
              <a:gd name="connsiteY26" fmla="*/ 816764 h 1895942"/>
              <a:gd name="connsiteX27" fmla="*/ 896698 w 1901396"/>
              <a:gd name="connsiteY27" fmla="*/ 0 h 1895942"/>
              <a:gd name="connsiteX28" fmla="*/ 896698 w 1901396"/>
              <a:gd name="connsiteY28" fmla="*/ 816764 h 1895942"/>
              <a:gd name="connsiteX29" fmla="*/ 175571 w 1901396"/>
              <a:gd name="connsiteY29" fmla="*/ 400421 h 1895942"/>
              <a:gd name="connsiteX30" fmla="*/ 278453 w 1901396"/>
              <a:gd name="connsiteY30" fmla="*/ 275726 h 1895942"/>
              <a:gd name="connsiteX31" fmla="*/ 853495 w 1901396"/>
              <a:gd name="connsiteY31" fmla="*/ 2182 h 189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1396" h="1895942">
                <a:moveTo>
                  <a:pt x="1004698" y="1003826"/>
                </a:moveTo>
                <a:lnTo>
                  <a:pt x="1762294" y="1441225"/>
                </a:lnTo>
                <a:lnTo>
                  <a:pt x="1739032" y="1479516"/>
                </a:lnTo>
                <a:cubicBezTo>
                  <a:pt x="1585269" y="1707114"/>
                  <a:pt x="1335539" y="1864550"/>
                  <a:pt x="1047902" y="1893761"/>
                </a:cubicBezTo>
                <a:lnTo>
                  <a:pt x="1004698" y="1895942"/>
                </a:lnTo>
                <a:close/>
                <a:moveTo>
                  <a:pt x="896698" y="1003826"/>
                </a:moveTo>
                <a:lnTo>
                  <a:pt x="896698" y="1895942"/>
                </a:lnTo>
                <a:lnTo>
                  <a:pt x="853495" y="1893761"/>
                </a:lnTo>
                <a:cubicBezTo>
                  <a:pt x="565858" y="1864550"/>
                  <a:pt x="316127" y="1707114"/>
                  <a:pt x="162365" y="1479516"/>
                </a:cubicBezTo>
                <a:lnTo>
                  <a:pt x="139102" y="1441224"/>
                </a:lnTo>
                <a:close/>
                <a:moveTo>
                  <a:pt x="1784493" y="491258"/>
                </a:moveTo>
                <a:lnTo>
                  <a:pt x="1786652" y="494812"/>
                </a:lnTo>
                <a:cubicBezTo>
                  <a:pt x="1859830" y="629520"/>
                  <a:pt x="1901396" y="783891"/>
                  <a:pt x="1901396" y="947971"/>
                </a:cubicBezTo>
                <a:cubicBezTo>
                  <a:pt x="1901396" y="1079235"/>
                  <a:pt x="1874794" y="1204286"/>
                  <a:pt x="1826686" y="1318026"/>
                </a:cubicBezTo>
                <a:lnTo>
                  <a:pt x="1813243" y="1345932"/>
                </a:lnTo>
                <a:lnTo>
                  <a:pt x="1058698" y="910295"/>
                </a:lnTo>
                <a:close/>
                <a:moveTo>
                  <a:pt x="116904" y="491258"/>
                </a:moveTo>
                <a:lnTo>
                  <a:pt x="842698" y="910295"/>
                </a:lnTo>
                <a:lnTo>
                  <a:pt x="88154" y="1345932"/>
                </a:lnTo>
                <a:lnTo>
                  <a:pt x="74711" y="1318026"/>
                </a:lnTo>
                <a:cubicBezTo>
                  <a:pt x="26603" y="1204286"/>
                  <a:pt x="0" y="1079235"/>
                  <a:pt x="0" y="947971"/>
                </a:cubicBezTo>
                <a:cubicBezTo>
                  <a:pt x="0" y="783891"/>
                  <a:pt x="41567" y="629520"/>
                  <a:pt x="114744" y="494812"/>
                </a:cubicBezTo>
                <a:close/>
                <a:moveTo>
                  <a:pt x="1004698" y="0"/>
                </a:moveTo>
                <a:lnTo>
                  <a:pt x="1047902" y="2182"/>
                </a:lnTo>
                <a:cubicBezTo>
                  <a:pt x="1271619" y="24901"/>
                  <a:pt x="1472406" y="125189"/>
                  <a:pt x="1622943" y="275726"/>
                </a:cubicBezTo>
                <a:lnTo>
                  <a:pt x="1725826" y="400421"/>
                </a:lnTo>
                <a:lnTo>
                  <a:pt x="1004698" y="816764"/>
                </a:lnTo>
                <a:close/>
                <a:moveTo>
                  <a:pt x="896698" y="0"/>
                </a:moveTo>
                <a:lnTo>
                  <a:pt x="896698" y="816764"/>
                </a:lnTo>
                <a:lnTo>
                  <a:pt x="175571" y="400421"/>
                </a:lnTo>
                <a:lnTo>
                  <a:pt x="278453" y="275726"/>
                </a:lnTo>
                <a:cubicBezTo>
                  <a:pt x="428990" y="125189"/>
                  <a:pt x="629777" y="24901"/>
                  <a:pt x="853495" y="2182"/>
                </a:cubicBezTo>
                <a:close/>
              </a:path>
            </a:pathLst>
          </a:cu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25" name="椭圆 2124"/>
          <p:cNvSpPr/>
          <p:nvPr/>
        </p:nvSpPr>
        <p:spPr>
          <a:xfrm>
            <a:off x="5408920" y="3097804"/>
            <a:ext cx="1374160" cy="1374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4" name="矩形 2213"/>
          <p:cNvSpPr/>
          <p:nvPr/>
        </p:nvSpPr>
        <p:spPr>
          <a:xfrm>
            <a:off x="192088"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5" name="矩形 2214"/>
          <p:cNvSpPr/>
          <p:nvPr/>
        </p:nvSpPr>
        <p:spPr>
          <a:xfrm>
            <a:off x="192088"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6" name="矩形 2215"/>
          <p:cNvSpPr/>
          <p:nvPr/>
        </p:nvSpPr>
        <p:spPr>
          <a:xfrm>
            <a:off x="192088"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8" name="梯形 2217"/>
          <p:cNvSpPr/>
          <p:nvPr/>
        </p:nvSpPr>
        <p:spPr>
          <a:xfrm flipV="1">
            <a:off x="583323"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9" name="梯形 2218"/>
          <p:cNvSpPr/>
          <p:nvPr/>
        </p:nvSpPr>
        <p:spPr>
          <a:xfrm flipV="1">
            <a:off x="583323"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0" name="梯形 2219"/>
          <p:cNvSpPr/>
          <p:nvPr/>
        </p:nvSpPr>
        <p:spPr>
          <a:xfrm flipV="1">
            <a:off x="583323"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09" name="文本框 2108"/>
          <p:cNvSpPr txBox="1"/>
          <p:nvPr/>
        </p:nvSpPr>
        <p:spPr>
          <a:xfrm>
            <a:off x="864506"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01.Structure</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0" name="文本框 2109"/>
          <p:cNvSpPr txBox="1"/>
          <p:nvPr/>
        </p:nvSpPr>
        <p:spPr>
          <a:xfrm>
            <a:off x="350813"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Flat structure with 5 VPs to CEO. 2 management layers removed. Span of control avg 8.</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3" name="文本框 2112"/>
          <p:cNvSpPr txBox="1"/>
          <p:nvPr/>
        </p:nvSpPr>
        <p:spPr>
          <a:xfrm>
            <a:off x="820752"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02.Reporting</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4" name="文本框 2113"/>
          <p:cNvSpPr txBox="1"/>
          <p:nvPr/>
        </p:nvSpPr>
        <p:spPr>
          <a:xfrm>
            <a:off x="350814" y="3481562"/>
            <a:ext cx="3216964"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Clear lines: team leads report to VPs. Quarterly exec reviews with board.</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7" name="文本框 2116"/>
          <p:cNvSpPr txBox="1"/>
          <p:nvPr/>
        </p:nvSpPr>
        <p:spPr>
          <a:xfrm>
            <a:off x="864506"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03.Headcount</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8" name="文本框 2117"/>
          <p:cNvSpPr txBox="1"/>
          <p:nvPr/>
        </p:nvSpPr>
        <p:spPr>
          <a:xfrm>
            <a:off x="350815"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Mentored </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 teams to complete </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 major milestones on time.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Cross-functional rotation launched</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eNPS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 target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pts FY26</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1" name="矩形 2220"/>
          <p:cNvSpPr/>
          <p:nvPr/>
        </p:nvSpPr>
        <p:spPr>
          <a:xfrm>
            <a:off x="8377989"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2" name="矩形 2221"/>
          <p:cNvSpPr/>
          <p:nvPr/>
        </p:nvSpPr>
        <p:spPr>
          <a:xfrm>
            <a:off x="8377989"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3" name="矩形 2222"/>
          <p:cNvSpPr/>
          <p:nvPr/>
        </p:nvSpPr>
        <p:spPr>
          <a:xfrm>
            <a:off x="8377989"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4" name="梯形 2223"/>
          <p:cNvSpPr/>
          <p:nvPr/>
        </p:nvSpPr>
        <p:spPr>
          <a:xfrm flipV="1">
            <a:off x="8769224"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5" name="梯形 2224"/>
          <p:cNvSpPr/>
          <p:nvPr/>
        </p:nvSpPr>
        <p:spPr>
          <a:xfrm flipV="1">
            <a:off x="8769224"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6" name="梯形 2225"/>
          <p:cNvSpPr/>
          <p:nvPr/>
        </p:nvSpPr>
        <p:spPr>
          <a:xfrm flipV="1">
            <a:off x="8769224"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7" name="文本框 2226"/>
          <p:cNvSpPr txBox="1"/>
          <p:nvPr/>
        </p:nvSpPr>
        <p:spPr>
          <a:xfrm>
            <a:off x="9050407"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06.KPIs</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28" name="文本框 2227"/>
          <p:cNvSpPr txBox="1"/>
          <p:nvPr/>
        </p:nvSpPr>
        <p:spPr>
          <a:xfrm>
            <a:off x="8536714"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Phase 1 done Mar 26. Phase 2 Jun 26. Full transition Dec 26. All on schedule.</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9" name="文本框 2228"/>
          <p:cNvSpPr txBox="1"/>
          <p:nvPr/>
        </p:nvSpPr>
        <p:spPr>
          <a:xfrm>
            <a:off x="9006653"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05.Budget</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8536715" y="3481562"/>
            <a:ext cx="3216964"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Reorg model adopted,</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eliminates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exec roles. Budget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 approved. Total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new director roles.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1" name="文本框 2230"/>
          <p:cNvSpPr txBox="1"/>
          <p:nvPr/>
        </p:nvSpPr>
        <p:spPr>
          <a:xfrm>
            <a:off x="9050407"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04.Timeline</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2" name="文本框 2231"/>
          <p:cNvSpPr txBox="1"/>
          <p:nvPr/>
        </p:nvSpPr>
        <p:spPr>
          <a:xfrm>
            <a:off x="8536716"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 +15%, Cost -12%, Delivery -20%. NPS target 65. Exec dashboard tracking.</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3" name="弧形 2232"/>
          <p:cNvSpPr/>
          <p:nvPr/>
        </p:nvSpPr>
        <p:spPr>
          <a:xfrm>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4" name="弧形 2233"/>
          <p:cNvSpPr/>
          <p:nvPr/>
        </p:nvSpPr>
        <p:spPr>
          <a:xfrm rot="36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5" name="弧形 2234"/>
          <p:cNvSpPr/>
          <p:nvPr/>
        </p:nvSpPr>
        <p:spPr>
          <a:xfrm rot="72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6" name="弧形 2235"/>
          <p:cNvSpPr/>
          <p:nvPr/>
        </p:nvSpPr>
        <p:spPr>
          <a:xfrm rot="10800000">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7" name="弧形 2236"/>
          <p:cNvSpPr/>
          <p:nvPr/>
        </p:nvSpPr>
        <p:spPr>
          <a:xfrm rot="144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8" name="弧形 2237"/>
          <p:cNvSpPr/>
          <p:nvPr/>
        </p:nvSpPr>
        <p:spPr>
          <a:xfrm rot="180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4" name="任意多边形: 形状 2243"/>
          <p:cNvSpPr/>
          <p:nvPr/>
        </p:nvSpPr>
        <p:spPr>
          <a:xfrm>
            <a:off x="5757331" y="3430496"/>
            <a:ext cx="678389" cy="653133"/>
          </a:xfrm>
          <a:custGeom>
            <a:avLst/>
            <a:gdLst>
              <a:gd name="connsiteX0" fmla="*/ 15143 w 678389"/>
              <a:gd name="connsiteY0" fmla="*/ 251710 h 653133"/>
              <a:gd name="connsiteX1" fmla="*/ 110039 w 678389"/>
              <a:gd name="connsiteY1" fmla="*/ 251710 h 653133"/>
              <a:gd name="connsiteX2" fmla="*/ 125182 w 678389"/>
              <a:gd name="connsiteY2" fmla="*/ 266853 h 653133"/>
              <a:gd name="connsiteX3" fmla="*/ 125182 w 678389"/>
              <a:gd name="connsiteY3" fmla="*/ 582781 h 653133"/>
              <a:gd name="connsiteX4" fmla="*/ 110039 w 678389"/>
              <a:gd name="connsiteY4" fmla="*/ 597923 h 653133"/>
              <a:gd name="connsiteX5" fmla="*/ 15143 w 678389"/>
              <a:gd name="connsiteY5" fmla="*/ 597923 h 653133"/>
              <a:gd name="connsiteX6" fmla="*/ 0 w 678389"/>
              <a:gd name="connsiteY6" fmla="*/ 582781 h 653133"/>
              <a:gd name="connsiteX7" fmla="*/ 0 w 678389"/>
              <a:gd name="connsiteY7" fmla="*/ 266853 h 653133"/>
              <a:gd name="connsiteX8" fmla="*/ 15143 w 678389"/>
              <a:gd name="connsiteY8" fmla="*/ 251710 h 653133"/>
              <a:gd name="connsiteX9" fmla="*/ 380808 w 678389"/>
              <a:gd name="connsiteY9" fmla="*/ 106 h 653133"/>
              <a:gd name="connsiteX10" fmla="*/ 425534 w 678389"/>
              <a:gd name="connsiteY10" fmla="*/ 6583 h 653133"/>
              <a:gd name="connsiteX11" fmla="*/ 480070 w 678389"/>
              <a:gd name="connsiteY11" fmla="*/ 73184 h 653133"/>
              <a:gd name="connsiteX12" fmla="*/ 445962 w 678389"/>
              <a:gd name="connsiteY12" fmla="*/ 238495 h 653133"/>
              <a:gd name="connsiteX13" fmla="*/ 446741 w 678389"/>
              <a:gd name="connsiteY13" fmla="*/ 247397 h 653133"/>
              <a:gd name="connsiteX14" fmla="*/ 454989 w 678389"/>
              <a:gd name="connsiteY14" fmla="*/ 251684 h 653133"/>
              <a:gd name="connsiteX15" fmla="*/ 590491 w 678389"/>
              <a:gd name="connsiteY15" fmla="*/ 251684 h 653133"/>
              <a:gd name="connsiteX16" fmla="*/ 678389 w 678389"/>
              <a:gd name="connsiteY16" fmla="*/ 335174 h 653133"/>
              <a:gd name="connsiteX17" fmla="*/ 621954 w 678389"/>
              <a:gd name="connsiteY17" fmla="*/ 558903 h 653133"/>
              <a:gd name="connsiteX18" fmla="*/ 610244 w 678389"/>
              <a:gd name="connsiteY18" fmla="*/ 594898 h 653133"/>
              <a:gd name="connsiteX19" fmla="*/ 610003 w 678389"/>
              <a:gd name="connsiteY19" fmla="*/ 595693 h 653133"/>
              <a:gd name="connsiteX20" fmla="*/ 525062 w 678389"/>
              <a:gd name="connsiteY20" fmla="*/ 653133 h 653133"/>
              <a:gd name="connsiteX21" fmla="*/ 365376 w 678389"/>
              <a:gd name="connsiteY21" fmla="*/ 653133 h 653133"/>
              <a:gd name="connsiteX22" fmla="*/ 225470 w 678389"/>
              <a:gd name="connsiteY22" fmla="*/ 600391 h 653133"/>
              <a:gd name="connsiteX23" fmla="*/ 225439 w 678389"/>
              <a:gd name="connsiteY23" fmla="*/ 600365 h 653133"/>
              <a:gd name="connsiteX24" fmla="*/ 218307 w 678389"/>
              <a:gd name="connsiteY24" fmla="*/ 597795 h 653133"/>
              <a:gd name="connsiteX25" fmla="*/ 185751 w 678389"/>
              <a:gd name="connsiteY25" fmla="*/ 597795 h 653133"/>
              <a:gd name="connsiteX26" fmla="*/ 170609 w 678389"/>
              <a:gd name="connsiteY26" fmla="*/ 582653 h 653133"/>
              <a:gd name="connsiteX27" fmla="*/ 170609 w 678389"/>
              <a:gd name="connsiteY27" fmla="*/ 266853 h 653133"/>
              <a:gd name="connsiteX28" fmla="*/ 185751 w 678389"/>
              <a:gd name="connsiteY28" fmla="*/ 251710 h 653133"/>
              <a:gd name="connsiteX29" fmla="*/ 213953 w 678389"/>
              <a:gd name="connsiteY29" fmla="*/ 251710 h 653133"/>
              <a:gd name="connsiteX30" fmla="*/ 308200 w 678389"/>
              <a:gd name="connsiteY30" fmla="*/ 171032 h 653133"/>
              <a:gd name="connsiteX31" fmla="*/ 326844 w 678389"/>
              <a:gd name="connsiteY31" fmla="*/ 95424 h 653133"/>
              <a:gd name="connsiteX32" fmla="*/ 326191 w 678389"/>
              <a:gd name="connsiteY32" fmla="*/ 58002 h 653133"/>
              <a:gd name="connsiteX33" fmla="*/ 335255 w 678389"/>
              <a:gd name="connsiteY33" fmla="*/ 8957 h 653133"/>
              <a:gd name="connsiteX34" fmla="*/ 335599 w 678389"/>
              <a:gd name="connsiteY34" fmla="*/ 8619 h 653133"/>
              <a:gd name="connsiteX35" fmla="*/ 380808 w 678389"/>
              <a:gd name="connsiteY35" fmla="*/ 106 h 65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78389" h="653133">
                <a:moveTo>
                  <a:pt x="15143" y="251710"/>
                </a:moveTo>
                <a:lnTo>
                  <a:pt x="110039" y="251710"/>
                </a:lnTo>
                <a:cubicBezTo>
                  <a:pt x="118402" y="251710"/>
                  <a:pt x="125182" y="258490"/>
                  <a:pt x="125182" y="266853"/>
                </a:cubicBezTo>
                <a:lnTo>
                  <a:pt x="125182" y="582781"/>
                </a:lnTo>
                <a:cubicBezTo>
                  <a:pt x="125182" y="591142"/>
                  <a:pt x="118403" y="597923"/>
                  <a:pt x="110039" y="597923"/>
                </a:cubicBezTo>
                <a:lnTo>
                  <a:pt x="15143" y="597923"/>
                </a:lnTo>
                <a:cubicBezTo>
                  <a:pt x="6780" y="597923"/>
                  <a:pt x="0" y="591143"/>
                  <a:pt x="0" y="582781"/>
                </a:cubicBezTo>
                <a:lnTo>
                  <a:pt x="0" y="266853"/>
                </a:lnTo>
                <a:cubicBezTo>
                  <a:pt x="0" y="258491"/>
                  <a:pt x="6780" y="251710"/>
                  <a:pt x="15143" y="251710"/>
                </a:cubicBezTo>
                <a:close/>
                <a:moveTo>
                  <a:pt x="380808" y="106"/>
                </a:moveTo>
                <a:cubicBezTo>
                  <a:pt x="395579" y="540"/>
                  <a:pt x="415085" y="2470"/>
                  <a:pt x="425534" y="6583"/>
                </a:cubicBezTo>
                <a:cubicBezTo>
                  <a:pt x="465817" y="22480"/>
                  <a:pt x="477424" y="51574"/>
                  <a:pt x="480070" y="73184"/>
                </a:cubicBezTo>
                <a:cubicBezTo>
                  <a:pt x="489634" y="150931"/>
                  <a:pt x="453576" y="224106"/>
                  <a:pt x="445962" y="238495"/>
                </a:cubicBezTo>
                <a:cubicBezTo>
                  <a:pt x="444689" y="241532"/>
                  <a:pt x="444976" y="244644"/>
                  <a:pt x="446741" y="247397"/>
                </a:cubicBezTo>
                <a:cubicBezTo>
                  <a:pt x="448490" y="250114"/>
                  <a:pt x="451500" y="251684"/>
                  <a:pt x="454989" y="251684"/>
                </a:cubicBezTo>
                <a:lnTo>
                  <a:pt x="590491" y="251684"/>
                </a:lnTo>
                <a:cubicBezTo>
                  <a:pt x="647994" y="251684"/>
                  <a:pt x="678389" y="280555"/>
                  <a:pt x="678389" y="335174"/>
                </a:cubicBezTo>
                <a:cubicBezTo>
                  <a:pt x="678389" y="391227"/>
                  <a:pt x="643061" y="496190"/>
                  <a:pt x="621954" y="558903"/>
                </a:cubicBezTo>
                <a:cubicBezTo>
                  <a:pt x="616371" y="575490"/>
                  <a:pt x="611962" y="588591"/>
                  <a:pt x="610244" y="594898"/>
                </a:cubicBezTo>
                <a:cubicBezTo>
                  <a:pt x="610163" y="595167"/>
                  <a:pt x="610085" y="595424"/>
                  <a:pt x="610003" y="595693"/>
                </a:cubicBezTo>
                <a:cubicBezTo>
                  <a:pt x="598024" y="631122"/>
                  <a:pt x="565469" y="653133"/>
                  <a:pt x="525062" y="653133"/>
                </a:cubicBezTo>
                <a:lnTo>
                  <a:pt x="365376" y="653133"/>
                </a:lnTo>
                <a:cubicBezTo>
                  <a:pt x="289096" y="653133"/>
                  <a:pt x="242871" y="614816"/>
                  <a:pt x="225470" y="600391"/>
                </a:cubicBezTo>
                <a:cubicBezTo>
                  <a:pt x="225460" y="600382"/>
                  <a:pt x="225450" y="600373"/>
                  <a:pt x="225439" y="600365"/>
                </a:cubicBezTo>
                <a:cubicBezTo>
                  <a:pt x="223434" y="598704"/>
                  <a:pt x="220910" y="597795"/>
                  <a:pt x="218307" y="597795"/>
                </a:cubicBezTo>
                <a:lnTo>
                  <a:pt x="185751" y="597795"/>
                </a:lnTo>
                <a:cubicBezTo>
                  <a:pt x="177389" y="597795"/>
                  <a:pt x="170609" y="591016"/>
                  <a:pt x="170609" y="582653"/>
                </a:cubicBezTo>
                <a:lnTo>
                  <a:pt x="170609" y="266853"/>
                </a:lnTo>
                <a:cubicBezTo>
                  <a:pt x="170609" y="258490"/>
                  <a:pt x="177389" y="251710"/>
                  <a:pt x="185751" y="251710"/>
                </a:cubicBezTo>
                <a:lnTo>
                  <a:pt x="213953" y="251710"/>
                </a:lnTo>
                <a:cubicBezTo>
                  <a:pt x="223820" y="251138"/>
                  <a:pt x="276638" y="224763"/>
                  <a:pt x="308200" y="171032"/>
                </a:cubicBezTo>
                <a:cubicBezTo>
                  <a:pt x="318277" y="153890"/>
                  <a:pt x="323339" y="133378"/>
                  <a:pt x="326844" y="95424"/>
                </a:cubicBezTo>
                <a:cubicBezTo>
                  <a:pt x="327485" y="81278"/>
                  <a:pt x="326798" y="68917"/>
                  <a:pt x="326191" y="58002"/>
                </a:cubicBezTo>
                <a:cubicBezTo>
                  <a:pt x="325021" y="36970"/>
                  <a:pt x="324097" y="20355"/>
                  <a:pt x="335255" y="8957"/>
                </a:cubicBezTo>
                <a:cubicBezTo>
                  <a:pt x="335368" y="8843"/>
                  <a:pt x="335482" y="8730"/>
                  <a:pt x="335599" y="8619"/>
                </a:cubicBezTo>
                <a:cubicBezTo>
                  <a:pt x="338580" y="5760"/>
                  <a:pt x="345563" y="-918"/>
                  <a:pt x="380808" y="106"/>
                </a:cubicBezTo>
                <a:close/>
              </a:path>
            </a:pathLst>
          </a:custGeom>
          <a:solidFill>
            <a:schemeClr val="accent2"/>
          </a:solidFill>
          <a:ln w="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5" name="文本框 2244"/>
          <p:cNvSpPr txBox="1"/>
          <p:nvPr/>
        </p:nvSpPr>
        <p:spPr>
          <a:xfrm>
            <a:off x="5029091"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架构</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6" name="文本框 2245"/>
          <p:cNvSpPr txBox="1"/>
          <p:nvPr/>
        </p:nvSpPr>
        <p:spPr>
          <a:xfrm>
            <a:off x="6467262"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层级</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7" name="文本框 2246"/>
          <p:cNvSpPr txBox="1"/>
          <p:nvPr/>
        </p:nvSpPr>
        <p:spPr>
          <a:xfrm>
            <a:off x="4327010"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汇报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8" name="文本框 2247"/>
          <p:cNvSpPr txBox="1"/>
          <p:nvPr/>
        </p:nvSpPr>
        <p:spPr>
          <a:xfrm>
            <a:off x="5090269"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编制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9" name="文本框 2248"/>
          <p:cNvSpPr txBox="1"/>
          <p:nvPr/>
        </p:nvSpPr>
        <p:spPr>
          <a:xfrm>
            <a:off x="6467262"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预算</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50" name="文本框 2249"/>
          <p:cNvSpPr txBox="1"/>
          <p:nvPr/>
        </p:nvSpPr>
        <p:spPr>
          <a:xfrm>
            <a:off x="7174468"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任意多边形: 形状 27"/>
          <p:cNvSpPr/>
          <p:nvPr/>
        </p:nvSpPr>
        <p:spPr>
          <a:xfrm>
            <a:off x="5207310" y="4677445"/>
            <a:ext cx="327783" cy="266258"/>
          </a:xfrm>
          <a:custGeom>
            <a:avLst/>
            <a:gdLst>
              <a:gd name="connsiteX0" fmla="*/ 281223 w 385001"/>
              <a:gd name="connsiteY0" fmla="*/ 14631 h 312736"/>
              <a:gd name="connsiteX1" fmla="*/ 327915 w 385001"/>
              <a:gd name="connsiteY1" fmla="*/ 48006 h 312736"/>
              <a:gd name="connsiteX2" fmla="*/ 310991 w 385001"/>
              <a:gd name="connsiteY2" fmla="*/ 128074 h 312736"/>
              <a:gd name="connsiteX3" fmla="*/ 312709 w 385001"/>
              <a:gd name="connsiteY3" fmla="*/ 137008 h 312736"/>
              <a:gd name="connsiteX4" fmla="*/ 385001 w 385001"/>
              <a:gd name="connsiteY4" fmla="*/ 247315 h 312736"/>
              <a:gd name="connsiteX5" fmla="*/ 360431 w 385001"/>
              <a:gd name="connsiteY5" fmla="*/ 265700 h 312736"/>
              <a:gd name="connsiteX6" fmla="*/ 354589 w 385001"/>
              <a:gd name="connsiteY6" fmla="*/ 261104 h 312736"/>
              <a:gd name="connsiteX7" fmla="*/ 264428 w 385001"/>
              <a:gd name="connsiteY7" fmla="*/ 146071 h 312736"/>
              <a:gd name="connsiteX8" fmla="*/ 262710 w 385001"/>
              <a:gd name="connsiteY8" fmla="*/ 137051 h 312736"/>
              <a:gd name="connsiteX9" fmla="*/ 285261 w 385001"/>
              <a:gd name="connsiteY9" fmla="*/ 37010 h 312736"/>
              <a:gd name="connsiteX10" fmla="*/ 276670 w 385001"/>
              <a:gd name="connsiteY10" fmla="*/ 22878 h 312736"/>
              <a:gd name="connsiteX11" fmla="*/ 281223 w 385001"/>
              <a:gd name="connsiteY11" fmla="*/ 14631 h 312736"/>
              <a:gd name="connsiteX12" fmla="*/ 103778 w 385001"/>
              <a:gd name="connsiteY12" fmla="*/ 14631 h 312736"/>
              <a:gd name="connsiteX13" fmla="*/ 108331 w 385001"/>
              <a:gd name="connsiteY13" fmla="*/ 22878 h 312736"/>
              <a:gd name="connsiteX14" fmla="*/ 99740 w 385001"/>
              <a:gd name="connsiteY14" fmla="*/ 37010 h 312736"/>
              <a:gd name="connsiteX15" fmla="*/ 122291 w 385001"/>
              <a:gd name="connsiteY15" fmla="*/ 137051 h 312736"/>
              <a:gd name="connsiteX16" fmla="*/ 120573 w 385001"/>
              <a:gd name="connsiteY16" fmla="*/ 146071 h 312736"/>
              <a:gd name="connsiteX17" fmla="*/ 30412 w 385001"/>
              <a:gd name="connsiteY17" fmla="*/ 261104 h 312736"/>
              <a:gd name="connsiteX18" fmla="*/ 24570 w 385001"/>
              <a:gd name="connsiteY18" fmla="*/ 265700 h 312736"/>
              <a:gd name="connsiteX19" fmla="*/ 0 w 385001"/>
              <a:gd name="connsiteY19" fmla="*/ 247315 h 312736"/>
              <a:gd name="connsiteX20" fmla="*/ 72292 w 385001"/>
              <a:gd name="connsiteY20" fmla="*/ 137008 h 312736"/>
              <a:gd name="connsiteX21" fmla="*/ 74011 w 385001"/>
              <a:gd name="connsiteY21" fmla="*/ 128074 h 312736"/>
              <a:gd name="connsiteX22" fmla="*/ 57087 w 385001"/>
              <a:gd name="connsiteY22" fmla="*/ 48006 h 312736"/>
              <a:gd name="connsiteX23" fmla="*/ 103778 w 385001"/>
              <a:gd name="connsiteY23" fmla="*/ 14631 h 312736"/>
              <a:gd name="connsiteX24" fmla="*/ 199167 w 385001"/>
              <a:gd name="connsiteY24" fmla="*/ 347 h 312736"/>
              <a:gd name="connsiteX25" fmla="*/ 226413 w 385001"/>
              <a:gd name="connsiteY25" fmla="*/ 9391 h 312736"/>
              <a:gd name="connsiteX26" fmla="*/ 255837 w 385001"/>
              <a:gd name="connsiteY26" fmla="*/ 114329 h 312736"/>
              <a:gd name="connsiteX27" fmla="*/ 227659 w 385001"/>
              <a:gd name="connsiteY27" fmla="*/ 147619 h 312736"/>
              <a:gd name="connsiteX28" fmla="*/ 330063 w 385001"/>
              <a:gd name="connsiteY28" fmla="*/ 287135 h 312736"/>
              <a:gd name="connsiteX29" fmla="*/ 194412 w 385001"/>
              <a:gd name="connsiteY29" fmla="*/ 312736 h 312736"/>
              <a:gd name="connsiteX30" fmla="*/ 58762 w 385001"/>
              <a:gd name="connsiteY30" fmla="*/ 287135 h 312736"/>
              <a:gd name="connsiteX31" fmla="*/ 161166 w 385001"/>
              <a:gd name="connsiteY31" fmla="*/ 147619 h 312736"/>
              <a:gd name="connsiteX32" fmla="*/ 129164 w 385001"/>
              <a:gd name="connsiteY32" fmla="*/ 41392 h 312736"/>
              <a:gd name="connsiteX33" fmla="*/ 199167 w 385001"/>
              <a:gd name="connsiteY33" fmla="*/ 347 h 31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01" h="312736">
                <a:moveTo>
                  <a:pt x="281223" y="14631"/>
                </a:moveTo>
                <a:cubicBezTo>
                  <a:pt x="300467" y="16263"/>
                  <a:pt x="318636" y="28118"/>
                  <a:pt x="327915" y="48006"/>
                </a:cubicBezTo>
                <a:cubicBezTo>
                  <a:pt x="340887" y="75798"/>
                  <a:pt x="334014" y="109345"/>
                  <a:pt x="310991" y="128074"/>
                </a:cubicBezTo>
                <a:cubicBezTo>
                  <a:pt x="307812" y="130694"/>
                  <a:pt x="308757" y="135762"/>
                  <a:pt x="312709" y="137008"/>
                </a:cubicBezTo>
                <a:cubicBezTo>
                  <a:pt x="348232" y="148090"/>
                  <a:pt x="385001" y="177600"/>
                  <a:pt x="385001" y="247315"/>
                </a:cubicBezTo>
                <a:cubicBezTo>
                  <a:pt x="385001" y="258011"/>
                  <a:pt x="378429" y="263165"/>
                  <a:pt x="360431" y="265700"/>
                </a:cubicBezTo>
                <a:cubicBezTo>
                  <a:pt x="357553" y="266086"/>
                  <a:pt x="354890" y="264025"/>
                  <a:pt x="354589" y="261104"/>
                </a:cubicBezTo>
                <a:cubicBezTo>
                  <a:pt x="347502" y="189284"/>
                  <a:pt x="304977" y="158056"/>
                  <a:pt x="264428" y="146071"/>
                </a:cubicBezTo>
                <a:cubicBezTo>
                  <a:pt x="260390" y="144869"/>
                  <a:pt x="259359" y="139628"/>
                  <a:pt x="262710" y="137051"/>
                </a:cubicBezTo>
                <a:cubicBezTo>
                  <a:pt x="292434" y="114285"/>
                  <a:pt x="301541" y="71932"/>
                  <a:pt x="285261" y="37010"/>
                </a:cubicBezTo>
                <a:cubicBezTo>
                  <a:pt x="282855" y="31855"/>
                  <a:pt x="279977" y="27130"/>
                  <a:pt x="276670" y="22878"/>
                </a:cubicBezTo>
                <a:cubicBezTo>
                  <a:pt x="273921" y="19356"/>
                  <a:pt x="276756" y="14244"/>
                  <a:pt x="281223" y="14631"/>
                </a:cubicBezTo>
                <a:close/>
                <a:moveTo>
                  <a:pt x="103778" y="14631"/>
                </a:moveTo>
                <a:cubicBezTo>
                  <a:pt x="108245" y="14244"/>
                  <a:pt x="111080" y="19356"/>
                  <a:pt x="108331" y="22878"/>
                </a:cubicBezTo>
                <a:cubicBezTo>
                  <a:pt x="105024" y="27130"/>
                  <a:pt x="102146" y="31855"/>
                  <a:pt x="99740" y="37010"/>
                </a:cubicBezTo>
                <a:cubicBezTo>
                  <a:pt x="83461" y="71932"/>
                  <a:pt x="92567" y="114285"/>
                  <a:pt x="122291" y="137051"/>
                </a:cubicBezTo>
                <a:cubicBezTo>
                  <a:pt x="125642" y="139628"/>
                  <a:pt x="124611" y="144869"/>
                  <a:pt x="120573" y="146071"/>
                </a:cubicBezTo>
                <a:cubicBezTo>
                  <a:pt x="80024" y="158056"/>
                  <a:pt x="37499" y="189284"/>
                  <a:pt x="30412" y="261104"/>
                </a:cubicBezTo>
                <a:cubicBezTo>
                  <a:pt x="30111" y="264025"/>
                  <a:pt x="27448" y="266086"/>
                  <a:pt x="24570" y="265700"/>
                </a:cubicBezTo>
                <a:cubicBezTo>
                  <a:pt x="6572" y="263165"/>
                  <a:pt x="0" y="258011"/>
                  <a:pt x="0" y="247315"/>
                </a:cubicBezTo>
                <a:cubicBezTo>
                  <a:pt x="0" y="177600"/>
                  <a:pt x="36769" y="148090"/>
                  <a:pt x="72292" y="137008"/>
                </a:cubicBezTo>
                <a:cubicBezTo>
                  <a:pt x="76244" y="135762"/>
                  <a:pt x="77189" y="130694"/>
                  <a:pt x="74011" y="128074"/>
                </a:cubicBezTo>
                <a:cubicBezTo>
                  <a:pt x="50987" y="109345"/>
                  <a:pt x="44114" y="75798"/>
                  <a:pt x="57087" y="48006"/>
                </a:cubicBezTo>
                <a:cubicBezTo>
                  <a:pt x="66365" y="28118"/>
                  <a:pt x="84534" y="16263"/>
                  <a:pt x="103778" y="14631"/>
                </a:cubicBezTo>
                <a:close/>
                <a:moveTo>
                  <a:pt x="199167" y="347"/>
                </a:moveTo>
                <a:cubicBezTo>
                  <a:pt x="208504" y="1307"/>
                  <a:pt x="217779" y="4269"/>
                  <a:pt x="226413" y="9391"/>
                </a:cubicBezTo>
                <a:cubicBezTo>
                  <a:pt x="260949" y="29880"/>
                  <a:pt x="275038" y="77216"/>
                  <a:pt x="255837" y="114329"/>
                </a:cubicBezTo>
                <a:cubicBezTo>
                  <a:pt x="249394" y="129707"/>
                  <a:pt x="239171" y="139930"/>
                  <a:pt x="227659" y="147619"/>
                </a:cubicBezTo>
                <a:cubicBezTo>
                  <a:pt x="274995" y="157842"/>
                  <a:pt x="330063" y="191131"/>
                  <a:pt x="330063" y="287135"/>
                </a:cubicBezTo>
                <a:cubicBezTo>
                  <a:pt x="330063" y="312736"/>
                  <a:pt x="298061" y="312736"/>
                  <a:pt x="194412" y="312736"/>
                </a:cubicBezTo>
                <a:cubicBezTo>
                  <a:pt x="89474" y="312736"/>
                  <a:pt x="58762" y="312736"/>
                  <a:pt x="58762" y="287135"/>
                </a:cubicBezTo>
                <a:cubicBezTo>
                  <a:pt x="58762" y="192420"/>
                  <a:pt x="113787" y="157885"/>
                  <a:pt x="161166" y="147619"/>
                </a:cubicBezTo>
                <a:cubicBezTo>
                  <a:pt x="124053" y="127129"/>
                  <a:pt x="111252" y="79793"/>
                  <a:pt x="129164" y="41392"/>
                </a:cubicBezTo>
                <a:cubicBezTo>
                  <a:pt x="142598" y="12591"/>
                  <a:pt x="171158" y="-2534"/>
                  <a:pt x="199167" y="34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图形 4"/>
          <p:cNvSpPr/>
          <p:nvPr/>
        </p:nvSpPr>
        <p:spPr>
          <a:xfrm>
            <a:off x="6689663" y="2257931"/>
            <a:ext cx="241563" cy="251916"/>
          </a:xfrm>
          <a:custGeom>
            <a:avLst/>
            <a:gdLst>
              <a:gd name="connsiteX0" fmla="*/ 49274 w 360817"/>
              <a:gd name="connsiteY0" fmla="*/ 309124 h 376281"/>
              <a:gd name="connsiteX1" fmla="*/ 25702 w 360817"/>
              <a:gd name="connsiteY1" fmla="*/ 329863 h 376281"/>
              <a:gd name="connsiteX2" fmla="*/ 48877 w 360817"/>
              <a:gd name="connsiteY2" fmla="*/ 350601 h 376281"/>
              <a:gd name="connsiteX3" fmla="*/ 49274 w 360817"/>
              <a:gd name="connsiteY3" fmla="*/ 350603 h 376281"/>
              <a:gd name="connsiteX4" fmla="*/ 347967 w 360817"/>
              <a:gd name="connsiteY4" fmla="*/ 350603 h 376281"/>
              <a:gd name="connsiteX5" fmla="*/ 360818 w 360817"/>
              <a:gd name="connsiteY5" fmla="*/ 363442 h 376281"/>
              <a:gd name="connsiteX6" fmla="*/ 348270 w 360817"/>
              <a:gd name="connsiteY6" fmla="*/ 376278 h 376281"/>
              <a:gd name="connsiteX7" fmla="*/ 347967 w 360817"/>
              <a:gd name="connsiteY7" fmla="*/ 376281 h 376281"/>
              <a:gd name="connsiteX8" fmla="*/ 49274 w 360817"/>
              <a:gd name="connsiteY8" fmla="*/ 376281 h 376281"/>
              <a:gd name="connsiteX9" fmla="*/ 0 w 360817"/>
              <a:gd name="connsiteY9" fmla="*/ 329863 h 376281"/>
              <a:gd name="connsiteX10" fmla="*/ 11375 w 360817"/>
              <a:gd name="connsiteY10" fmla="*/ 300179 h 376281"/>
              <a:gd name="connsiteX11" fmla="*/ 0 w 360817"/>
              <a:gd name="connsiteY11" fmla="*/ 274557 h 376281"/>
              <a:gd name="connsiteX12" fmla="*/ 0 w 360817"/>
              <a:gd name="connsiteY12" fmla="*/ 34566 h 376281"/>
              <a:gd name="connsiteX13" fmla="*/ 34599 w 360817"/>
              <a:gd name="connsiteY13" fmla="*/ 0 h 376281"/>
              <a:gd name="connsiteX14" fmla="*/ 86003 w 360817"/>
              <a:gd name="connsiteY14" fmla="*/ 0 h 376281"/>
              <a:gd name="connsiteX15" fmla="*/ 86003 w 360817"/>
              <a:gd name="connsiteY15" fmla="*/ 121127 h 376281"/>
              <a:gd name="connsiteX16" fmla="*/ 86006 w 360817"/>
              <a:gd name="connsiteY16" fmla="*/ 121403 h 376281"/>
              <a:gd name="connsiteX17" fmla="*/ 86016 w 360817"/>
              <a:gd name="connsiteY17" fmla="*/ 121674 h 376281"/>
              <a:gd name="connsiteX18" fmla="*/ 103702 w 360817"/>
              <a:gd name="connsiteY18" fmla="*/ 129324 h 376281"/>
              <a:gd name="connsiteX19" fmla="*/ 103907 w 360817"/>
              <a:gd name="connsiteY19" fmla="*/ 129147 h 376281"/>
              <a:gd name="connsiteX20" fmla="*/ 131970 w 360817"/>
              <a:gd name="connsiteY20" fmla="*/ 104432 h 376281"/>
              <a:gd name="connsiteX21" fmla="*/ 160033 w 360817"/>
              <a:gd name="connsiteY21" fmla="*/ 129147 h 376281"/>
              <a:gd name="connsiteX22" fmla="*/ 160243 w 360817"/>
              <a:gd name="connsiteY22" fmla="*/ 129327 h 376281"/>
              <a:gd name="connsiteX23" fmla="*/ 177934 w 360817"/>
              <a:gd name="connsiteY23" fmla="*/ 121401 h 376281"/>
              <a:gd name="connsiteX24" fmla="*/ 177938 w 360817"/>
              <a:gd name="connsiteY24" fmla="*/ 121128 h 376281"/>
              <a:gd name="connsiteX25" fmla="*/ 177937 w 360817"/>
              <a:gd name="connsiteY25" fmla="*/ 0 h 376281"/>
              <a:gd name="connsiteX26" fmla="*/ 313368 w 360817"/>
              <a:gd name="connsiteY26" fmla="*/ 0 h 376281"/>
              <a:gd name="connsiteX27" fmla="*/ 347967 w 360817"/>
              <a:gd name="connsiteY27" fmla="*/ 34566 h 376281"/>
              <a:gd name="connsiteX28" fmla="*/ 347967 w 360817"/>
              <a:gd name="connsiteY28" fmla="*/ 274557 h 376281"/>
              <a:gd name="connsiteX29" fmla="*/ 313368 w 360817"/>
              <a:gd name="connsiteY29" fmla="*/ 309124 h 376281"/>
              <a:gd name="connsiteX30" fmla="*/ 49274 w 360817"/>
              <a:gd name="connsiteY30" fmla="*/ 309124 h 376281"/>
              <a:gd name="connsiteX31" fmla="*/ 166075 w 360817"/>
              <a:gd name="connsiteY31" fmla="*/ 0 h 376281"/>
              <a:gd name="connsiteX32" fmla="*/ 166075 w 360817"/>
              <a:gd name="connsiteY32" fmla="*/ 118514 h 376281"/>
              <a:gd name="connsiteX33" fmla="*/ 141933 w 360817"/>
              <a:gd name="connsiteY33" fmla="*/ 95481 h 376281"/>
              <a:gd name="connsiteX34" fmla="*/ 141631 w 360817"/>
              <a:gd name="connsiteY34" fmla="*/ 95200 h 376281"/>
              <a:gd name="connsiteX35" fmla="*/ 141459 w 360817"/>
              <a:gd name="connsiteY35" fmla="*/ 95048 h 376281"/>
              <a:gd name="connsiteX36" fmla="*/ 122175 w 360817"/>
              <a:gd name="connsiteY36" fmla="*/ 95325 h 376281"/>
              <a:gd name="connsiteX37" fmla="*/ 122008 w 360817"/>
              <a:gd name="connsiteY37" fmla="*/ 95481 h 376281"/>
              <a:gd name="connsiteX38" fmla="*/ 97866 w 360817"/>
              <a:gd name="connsiteY38" fmla="*/ 118513 h 376281"/>
              <a:gd name="connsiteX39" fmla="*/ 97866 w 360817"/>
              <a:gd name="connsiteY39" fmla="*/ 0 h 376281"/>
              <a:gd name="connsiteX40" fmla="*/ 166075 w 360817"/>
              <a:gd name="connsiteY40" fmla="*/ 0 h 37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60817" h="376281">
                <a:moveTo>
                  <a:pt x="49274" y="309124"/>
                </a:moveTo>
                <a:cubicBezTo>
                  <a:pt x="36035" y="309124"/>
                  <a:pt x="25702" y="318650"/>
                  <a:pt x="25702" y="329863"/>
                </a:cubicBezTo>
                <a:cubicBezTo>
                  <a:pt x="25702" y="340965"/>
                  <a:pt x="35830" y="350413"/>
                  <a:pt x="48877" y="350601"/>
                </a:cubicBezTo>
                <a:lnTo>
                  <a:pt x="49274" y="350603"/>
                </a:lnTo>
                <a:lnTo>
                  <a:pt x="347967" y="350603"/>
                </a:lnTo>
                <a:cubicBezTo>
                  <a:pt x="355064" y="350603"/>
                  <a:pt x="360818" y="356352"/>
                  <a:pt x="360818" y="363442"/>
                </a:cubicBezTo>
                <a:cubicBezTo>
                  <a:pt x="360818" y="370432"/>
                  <a:pt x="355227" y="376117"/>
                  <a:pt x="348270" y="376278"/>
                </a:cubicBezTo>
                <a:lnTo>
                  <a:pt x="347967" y="376281"/>
                </a:lnTo>
                <a:lnTo>
                  <a:pt x="49274" y="376281"/>
                </a:lnTo>
                <a:cubicBezTo>
                  <a:pt x="22281" y="376281"/>
                  <a:pt x="0" y="355740"/>
                  <a:pt x="0" y="329863"/>
                </a:cubicBezTo>
                <a:cubicBezTo>
                  <a:pt x="0" y="318515"/>
                  <a:pt x="4286" y="308192"/>
                  <a:pt x="11375" y="300179"/>
                </a:cubicBezTo>
                <a:cubicBezTo>
                  <a:pt x="4389" y="293856"/>
                  <a:pt x="0" y="284718"/>
                  <a:pt x="0" y="274557"/>
                </a:cubicBezTo>
                <a:lnTo>
                  <a:pt x="0" y="34566"/>
                </a:lnTo>
                <a:cubicBezTo>
                  <a:pt x="0" y="15477"/>
                  <a:pt x="15491" y="0"/>
                  <a:pt x="34599" y="0"/>
                </a:cubicBezTo>
                <a:lnTo>
                  <a:pt x="86003" y="0"/>
                </a:lnTo>
                <a:lnTo>
                  <a:pt x="86003" y="121127"/>
                </a:lnTo>
                <a:lnTo>
                  <a:pt x="86006" y="121403"/>
                </a:lnTo>
                <a:lnTo>
                  <a:pt x="86016" y="121674"/>
                </a:lnTo>
                <a:cubicBezTo>
                  <a:pt x="86433" y="130461"/>
                  <a:pt x="96885" y="135052"/>
                  <a:pt x="103702" y="129324"/>
                </a:cubicBezTo>
                <a:lnTo>
                  <a:pt x="103907" y="129147"/>
                </a:lnTo>
                <a:lnTo>
                  <a:pt x="131970" y="104432"/>
                </a:lnTo>
                <a:lnTo>
                  <a:pt x="160033" y="129147"/>
                </a:lnTo>
                <a:lnTo>
                  <a:pt x="160243" y="129327"/>
                </a:lnTo>
                <a:cubicBezTo>
                  <a:pt x="167130" y="135109"/>
                  <a:pt x="177723" y="130364"/>
                  <a:pt x="177934" y="121401"/>
                </a:cubicBezTo>
                <a:lnTo>
                  <a:pt x="177938" y="121128"/>
                </a:lnTo>
                <a:lnTo>
                  <a:pt x="177937" y="0"/>
                </a:lnTo>
                <a:lnTo>
                  <a:pt x="313368" y="0"/>
                </a:lnTo>
                <a:cubicBezTo>
                  <a:pt x="332476" y="0"/>
                  <a:pt x="347967" y="15476"/>
                  <a:pt x="347967" y="34566"/>
                </a:cubicBezTo>
                <a:lnTo>
                  <a:pt x="347967" y="274557"/>
                </a:lnTo>
                <a:cubicBezTo>
                  <a:pt x="347967" y="293648"/>
                  <a:pt x="332476" y="309124"/>
                  <a:pt x="313368" y="309124"/>
                </a:cubicBezTo>
                <a:lnTo>
                  <a:pt x="49274" y="309124"/>
                </a:lnTo>
                <a:close/>
                <a:moveTo>
                  <a:pt x="166075" y="0"/>
                </a:moveTo>
                <a:lnTo>
                  <a:pt x="166075" y="118514"/>
                </a:lnTo>
                <a:lnTo>
                  <a:pt x="141933" y="95481"/>
                </a:lnTo>
                <a:lnTo>
                  <a:pt x="141631" y="95200"/>
                </a:lnTo>
                <a:lnTo>
                  <a:pt x="141459" y="95048"/>
                </a:lnTo>
                <a:cubicBezTo>
                  <a:pt x="135837" y="90109"/>
                  <a:pt x="127704" y="90201"/>
                  <a:pt x="122175" y="95325"/>
                </a:cubicBezTo>
                <a:lnTo>
                  <a:pt x="122008" y="95481"/>
                </a:lnTo>
                <a:lnTo>
                  <a:pt x="97866" y="118513"/>
                </a:lnTo>
                <a:lnTo>
                  <a:pt x="97866" y="0"/>
                </a:lnTo>
                <a:lnTo>
                  <a:pt x="166075" y="0"/>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图形 6"/>
          <p:cNvSpPr/>
          <p:nvPr/>
        </p:nvSpPr>
        <p:spPr>
          <a:xfrm>
            <a:off x="5187970" y="2244017"/>
            <a:ext cx="324495" cy="286766"/>
          </a:xfrm>
          <a:custGeom>
            <a:avLst/>
            <a:gdLst>
              <a:gd name="connsiteX0" fmla="*/ 252813 w 324495"/>
              <a:gd name="connsiteY0" fmla="*/ 0 h 286766"/>
              <a:gd name="connsiteX1" fmla="*/ 264042 w 324495"/>
              <a:gd name="connsiteY1" fmla="*/ 9897 h 286766"/>
              <a:gd name="connsiteX2" fmla="*/ 264132 w 324495"/>
              <a:gd name="connsiteY2" fmla="*/ 11320 h 286766"/>
              <a:gd name="connsiteX3" fmla="*/ 264119 w 324495"/>
              <a:gd name="connsiteY3" fmla="*/ 120740 h 286766"/>
              <a:gd name="connsiteX4" fmla="*/ 313176 w 324495"/>
              <a:gd name="connsiteY4" fmla="*/ 120740 h 286766"/>
              <a:gd name="connsiteX5" fmla="*/ 324418 w 324495"/>
              <a:gd name="connsiteY5" fmla="*/ 130650 h 286766"/>
              <a:gd name="connsiteX6" fmla="*/ 324496 w 324495"/>
              <a:gd name="connsiteY6" fmla="*/ 132073 h 286766"/>
              <a:gd name="connsiteX7" fmla="*/ 324496 w 324495"/>
              <a:gd name="connsiteY7" fmla="*/ 252813 h 286766"/>
              <a:gd name="connsiteX8" fmla="*/ 314599 w 324495"/>
              <a:gd name="connsiteY8" fmla="*/ 264042 h 286766"/>
              <a:gd name="connsiteX9" fmla="*/ 313176 w 324495"/>
              <a:gd name="connsiteY9" fmla="*/ 264132 h 286766"/>
              <a:gd name="connsiteX10" fmla="*/ 280135 w 324495"/>
              <a:gd name="connsiteY10" fmla="*/ 264119 h 286766"/>
              <a:gd name="connsiteX11" fmla="*/ 260808 w 324495"/>
              <a:gd name="connsiteY11" fmla="*/ 283447 h 286766"/>
              <a:gd name="connsiteX12" fmla="*/ 247224 w 324495"/>
              <a:gd name="connsiteY12" fmla="*/ 285297 h 286766"/>
              <a:gd name="connsiteX13" fmla="*/ 245969 w 324495"/>
              <a:gd name="connsiteY13" fmla="*/ 284469 h 286766"/>
              <a:gd name="connsiteX14" fmla="*/ 244805 w 324495"/>
              <a:gd name="connsiteY14" fmla="*/ 283447 h 286766"/>
              <a:gd name="connsiteX15" fmla="*/ 225464 w 324495"/>
              <a:gd name="connsiteY15" fmla="*/ 264119 h 286766"/>
              <a:gd name="connsiteX16" fmla="*/ 147157 w 324495"/>
              <a:gd name="connsiteY16" fmla="*/ 264119 h 286766"/>
              <a:gd name="connsiteX17" fmla="*/ 136187 w 324495"/>
              <a:gd name="connsiteY17" fmla="*/ 255594 h 286766"/>
              <a:gd name="connsiteX18" fmla="*/ 135928 w 324495"/>
              <a:gd name="connsiteY18" fmla="*/ 254223 h 286766"/>
              <a:gd name="connsiteX19" fmla="*/ 135837 w 324495"/>
              <a:gd name="connsiteY19" fmla="*/ 252800 h 286766"/>
              <a:gd name="connsiteX20" fmla="*/ 135824 w 324495"/>
              <a:gd name="connsiteY20" fmla="*/ 203756 h 286766"/>
              <a:gd name="connsiteX21" fmla="*/ 114103 w 324495"/>
              <a:gd name="connsiteY21" fmla="*/ 203756 h 286766"/>
              <a:gd name="connsiteX22" fmla="*/ 87246 w 324495"/>
              <a:gd name="connsiteY22" fmla="*/ 230626 h 286766"/>
              <a:gd name="connsiteX23" fmla="*/ 73650 w 324495"/>
              <a:gd name="connsiteY23" fmla="*/ 232463 h 286766"/>
              <a:gd name="connsiteX24" fmla="*/ 72395 w 324495"/>
              <a:gd name="connsiteY24" fmla="*/ 231635 h 286766"/>
              <a:gd name="connsiteX25" fmla="*/ 71230 w 324495"/>
              <a:gd name="connsiteY25" fmla="*/ 230626 h 286766"/>
              <a:gd name="connsiteX26" fmla="*/ 44361 w 324495"/>
              <a:gd name="connsiteY26" fmla="*/ 203756 h 286766"/>
              <a:gd name="connsiteX27" fmla="*/ 11320 w 324495"/>
              <a:gd name="connsiteY27" fmla="*/ 203756 h 286766"/>
              <a:gd name="connsiteX28" fmla="*/ 349 w 324495"/>
              <a:gd name="connsiteY28" fmla="*/ 195218 h 286766"/>
              <a:gd name="connsiteX29" fmla="*/ 91 w 324495"/>
              <a:gd name="connsiteY29" fmla="*/ 193859 h 286766"/>
              <a:gd name="connsiteX30" fmla="*/ 0 w 324495"/>
              <a:gd name="connsiteY30" fmla="*/ 192436 h 286766"/>
              <a:gd name="connsiteX31" fmla="*/ 0 w 324495"/>
              <a:gd name="connsiteY31" fmla="*/ 11320 h 286766"/>
              <a:gd name="connsiteX32" fmla="*/ 9897 w 324495"/>
              <a:gd name="connsiteY32" fmla="*/ 91 h 286766"/>
              <a:gd name="connsiteX33" fmla="*/ 11320 w 324495"/>
              <a:gd name="connsiteY33" fmla="*/ 0 h 286766"/>
              <a:gd name="connsiteX34" fmla="*/ 252813 w 324495"/>
              <a:gd name="connsiteY34" fmla="*/ 0 h 286766"/>
              <a:gd name="connsiteX35" fmla="*/ 301856 w 324495"/>
              <a:gd name="connsiteY35" fmla="*/ 143379 h 286766"/>
              <a:gd name="connsiteX36" fmla="*/ 264119 w 324495"/>
              <a:gd name="connsiteY36" fmla="*/ 143379 h 286766"/>
              <a:gd name="connsiteX37" fmla="*/ 264119 w 324495"/>
              <a:gd name="connsiteY37" fmla="*/ 192436 h 286766"/>
              <a:gd name="connsiteX38" fmla="*/ 254223 w 324495"/>
              <a:gd name="connsiteY38" fmla="*/ 203665 h 286766"/>
              <a:gd name="connsiteX39" fmla="*/ 252800 w 324495"/>
              <a:gd name="connsiteY39" fmla="*/ 203756 h 286766"/>
              <a:gd name="connsiteX40" fmla="*/ 158477 w 324495"/>
              <a:gd name="connsiteY40" fmla="*/ 203756 h 286766"/>
              <a:gd name="connsiteX41" fmla="*/ 158477 w 324495"/>
              <a:gd name="connsiteY41" fmla="*/ 241480 h 286766"/>
              <a:gd name="connsiteX42" fmla="*/ 230173 w 324495"/>
              <a:gd name="connsiteY42" fmla="*/ 241480 h 286766"/>
              <a:gd name="connsiteX43" fmla="*/ 235826 w 324495"/>
              <a:gd name="connsiteY43" fmla="*/ 243006 h 286766"/>
              <a:gd name="connsiteX44" fmla="*/ 237055 w 324495"/>
              <a:gd name="connsiteY44" fmla="*/ 243821 h 286766"/>
              <a:gd name="connsiteX45" fmla="*/ 238168 w 324495"/>
              <a:gd name="connsiteY45" fmla="*/ 244805 h 286766"/>
              <a:gd name="connsiteX46" fmla="*/ 252800 w 324495"/>
              <a:gd name="connsiteY46" fmla="*/ 259423 h 286766"/>
              <a:gd name="connsiteX47" fmla="*/ 267444 w 324495"/>
              <a:gd name="connsiteY47" fmla="*/ 244805 h 286766"/>
              <a:gd name="connsiteX48" fmla="*/ 272515 w 324495"/>
              <a:gd name="connsiteY48" fmla="*/ 241881 h 286766"/>
              <a:gd name="connsiteX49" fmla="*/ 273964 w 324495"/>
              <a:gd name="connsiteY49" fmla="*/ 241583 h 286766"/>
              <a:gd name="connsiteX50" fmla="*/ 275452 w 324495"/>
              <a:gd name="connsiteY50" fmla="*/ 241493 h 286766"/>
              <a:gd name="connsiteX51" fmla="*/ 301856 w 324495"/>
              <a:gd name="connsiteY51" fmla="*/ 241480 h 286766"/>
              <a:gd name="connsiteX52" fmla="*/ 301856 w 324495"/>
              <a:gd name="connsiteY52" fmla="*/ 143379 h 286766"/>
              <a:gd name="connsiteX53" fmla="*/ 132060 w 324495"/>
              <a:gd name="connsiteY53" fmla="*/ 90558 h 286766"/>
              <a:gd name="connsiteX54" fmla="*/ 124517 w 324495"/>
              <a:gd name="connsiteY54" fmla="*/ 90558 h 286766"/>
              <a:gd name="connsiteX55" fmla="*/ 123094 w 324495"/>
              <a:gd name="connsiteY55" fmla="*/ 90649 h 286766"/>
              <a:gd name="connsiteX56" fmla="*/ 113294 w 324495"/>
              <a:gd name="connsiteY56" fmla="*/ 103307 h 286766"/>
              <a:gd name="connsiteX57" fmla="*/ 123094 w 324495"/>
              <a:gd name="connsiteY57" fmla="*/ 113107 h 286766"/>
              <a:gd name="connsiteX58" fmla="*/ 124517 w 324495"/>
              <a:gd name="connsiteY58" fmla="*/ 113198 h 286766"/>
              <a:gd name="connsiteX59" fmla="*/ 132060 w 324495"/>
              <a:gd name="connsiteY59" fmla="*/ 113198 h 286766"/>
              <a:gd name="connsiteX60" fmla="*/ 133483 w 324495"/>
              <a:gd name="connsiteY60" fmla="*/ 113107 h 286766"/>
              <a:gd name="connsiteX61" fmla="*/ 143283 w 324495"/>
              <a:gd name="connsiteY61" fmla="*/ 100449 h 286766"/>
              <a:gd name="connsiteX62" fmla="*/ 132060 w 324495"/>
              <a:gd name="connsiteY62" fmla="*/ 90558 h 286766"/>
              <a:gd name="connsiteX63" fmla="*/ 184894 w 324495"/>
              <a:gd name="connsiteY63" fmla="*/ 90558 h 286766"/>
              <a:gd name="connsiteX64" fmla="*/ 177339 w 324495"/>
              <a:gd name="connsiteY64" fmla="*/ 90558 h 286766"/>
              <a:gd name="connsiteX65" fmla="*/ 175916 w 324495"/>
              <a:gd name="connsiteY65" fmla="*/ 90649 h 286766"/>
              <a:gd name="connsiteX66" fmla="*/ 166116 w 324495"/>
              <a:gd name="connsiteY66" fmla="*/ 103307 h 286766"/>
              <a:gd name="connsiteX67" fmla="*/ 175916 w 324495"/>
              <a:gd name="connsiteY67" fmla="*/ 113107 h 286766"/>
              <a:gd name="connsiteX68" fmla="*/ 177339 w 324495"/>
              <a:gd name="connsiteY68" fmla="*/ 113198 h 286766"/>
              <a:gd name="connsiteX69" fmla="*/ 184894 w 324495"/>
              <a:gd name="connsiteY69" fmla="*/ 113198 h 286766"/>
              <a:gd name="connsiteX70" fmla="*/ 186317 w 324495"/>
              <a:gd name="connsiteY70" fmla="*/ 113107 h 286766"/>
              <a:gd name="connsiteX71" fmla="*/ 196117 w 324495"/>
              <a:gd name="connsiteY71" fmla="*/ 100449 h 286766"/>
              <a:gd name="connsiteX72" fmla="*/ 184894 w 324495"/>
              <a:gd name="connsiteY72" fmla="*/ 90558 h 286766"/>
              <a:gd name="connsiteX73" fmla="*/ 79238 w 324495"/>
              <a:gd name="connsiteY73" fmla="*/ 90558 h 286766"/>
              <a:gd name="connsiteX74" fmla="*/ 71696 w 324495"/>
              <a:gd name="connsiteY74" fmla="*/ 90558 h 286766"/>
              <a:gd name="connsiteX75" fmla="*/ 70273 w 324495"/>
              <a:gd name="connsiteY75" fmla="*/ 90649 h 286766"/>
              <a:gd name="connsiteX76" fmla="*/ 60473 w 324495"/>
              <a:gd name="connsiteY76" fmla="*/ 103307 h 286766"/>
              <a:gd name="connsiteX77" fmla="*/ 70273 w 324495"/>
              <a:gd name="connsiteY77" fmla="*/ 113107 h 286766"/>
              <a:gd name="connsiteX78" fmla="*/ 71696 w 324495"/>
              <a:gd name="connsiteY78" fmla="*/ 113198 h 286766"/>
              <a:gd name="connsiteX79" fmla="*/ 79238 w 324495"/>
              <a:gd name="connsiteY79" fmla="*/ 113198 h 286766"/>
              <a:gd name="connsiteX80" fmla="*/ 80661 w 324495"/>
              <a:gd name="connsiteY80" fmla="*/ 113107 h 286766"/>
              <a:gd name="connsiteX81" fmla="*/ 90462 w 324495"/>
              <a:gd name="connsiteY81" fmla="*/ 100449 h 286766"/>
              <a:gd name="connsiteX82" fmla="*/ 79238 w 324495"/>
              <a:gd name="connsiteY82" fmla="*/ 90558 h 28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24495" h="286766">
                <a:moveTo>
                  <a:pt x="252813" y="0"/>
                </a:moveTo>
                <a:cubicBezTo>
                  <a:pt x="258582" y="0"/>
                  <a:pt x="263343" y="4321"/>
                  <a:pt x="264042" y="9897"/>
                </a:cubicBezTo>
                <a:lnTo>
                  <a:pt x="264132" y="11320"/>
                </a:lnTo>
                <a:lnTo>
                  <a:pt x="264119" y="120740"/>
                </a:lnTo>
                <a:lnTo>
                  <a:pt x="313176" y="120740"/>
                </a:lnTo>
                <a:cubicBezTo>
                  <a:pt x="318946" y="120740"/>
                  <a:pt x="323720" y="125061"/>
                  <a:pt x="324418" y="130650"/>
                </a:cubicBezTo>
                <a:lnTo>
                  <a:pt x="324496" y="132073"/>
                </a:lnTo>
                <a:lnTo>
                  <a:pt x="324496" y="252813"/>
                </a:lnTo>
                <a:cubicBezTo>
                  <a:pt x="324495" y="258514"/>
                  <a:pt x="320255" y="263325"/>
                  <a:pt x="314599" y="264042"/>
                </a:cubicBezTo>
                <a:lnTo>
                  <a:pt x="313176" y="264132"/>
                </a:lnTo>
                <a:lnTo>
                  <a:pt x="280135" y="264119"/>
                </a:lnTo>
                <a:lnTo>
                  <a:pt x="260808" y="283447"/>
                </a:lnTo>
                <a:cubicBezTo>
                  <a:pt x="257210" y="287047"/>
                  <a:pt x="251653" y="287804"/>
                  <a:pt x="247224" y="285297"/>
                </a:cubicBezTo>
                <a:lnTo>
                  <a:pt x="245969" y="284469"/>
                </a:lnTo>
                <a:lnTo>
                  <a:pt x="244805" y="283447"/>
                </a:lnTo>
                <a:lnTo>
                  <a:pt x="225464" y="264119"/>
                </a:lnTo>
                <a:lnTo>
                  <a:pt x="147157" y="264119"/>
                </a:lnTo>
                <a:cubicBezTo>
                  <a:pt x="141981" y="264120"/>
                  <a:pt x="137464" y="260610"/>
                  <a:pt x="136187" y="255594"/>
                </a:cubicBezTo>
                <a:lnTo>
                  <a:pt x="135928" y="254223"/>
                </a:lnTo>
                <a:lnTo>
                  <a:pt x="135837" y="252800"/>
                </a:lnTo>
                <a:lnTo>
                  <a:pt x="135824" y="203756"/>
                </a:lnTo>
                <a:lnTo>
                  <a:pt x="114103" y="203756"/>
                </a:lnTo>
                <a:lnTo>
                  <a:pt x="87246" y="230626"/>
                </a:lnTo>
                <a:cubicBezTo>
                  <a:pt x="83644" y="234228"/>
                  <a:pt x="78079" y="234980"/>
                  <a:pt x="73650" y="232463"/>
                </a:cubicBezTo>
                <a:lnTo>
                  <a:pt x="72395" y="231635"/>
                </a:lnTo>
                <a:lnTo>
                  <a:pt x="71230" y="230626"/>
                </a:lnTo>
                <a:lnTo>
                  <a:pt x="44361" y="203756"/>
                </a:lnTo>
                <a:lnTo>
                  <a:pt x="11320" y="203756"/>
                </a:lnTo>
                <a:cubicBezTo>
                  <a:pt x="6140" y="203755"/>
                  <a:pt x="1622" y="200238"/>
                  <a:pt x="349" y="195218"/>
                </a:cubicBezTo>
                <a:lnTo>
                  <a:pt x="91" y="193859"/>
                </a:lnTo>
                <a:lnTo>
                  <a:pt x="0" y="192436"/>
                </a:lnTo>
                <a:lnTo>
                  <a:pt x="0" y="11320"/>
                </a:lnTo>
                <a:cubicBezTo>
                  <a:pt x="0" y="5550"/>
                  <a:pt x="4321" y="789"/>
                  <a:pt x="9897" y="91"/>
                </a:cubicBezTo>
                <a:lnTo>
                  <a:pt x="11320" y="0"/>
                </a:lnTo>
                <a:lnTo>
                  <a:pt x="252813" y="0"/>
                </a:lnTo>
                <a:close/>
                <a:moveTo>
                  <a:pt x="301856" y="143379"/>
                </a:moveTo>
                <a:lnTo>
                  <a:pt x="264119" y="143379"/>
                </a:lnTo>
                <a:lnTo>
                  <a:pt x="264119" y="192436"/>
                </a:lnTo>
                <a:cubicBezTo>
                  <a:pt x="264119" y="198137"/>
                  <a:pt x="259879" y="202949"/>
                  <a:pt x="254223" y="203665"/>
                </a:cubicBezTo>
                <a:lnTo>
                  <a:pt x="252800" y="203756"/>
                </a:lnTo>
                <a:lnTo>
                  <a:pt x="158477" y="203756"/>
                </a:lnTo>
                <a:lnTo>
                  <a:pt x="158477" y="241480"/>
                </a:lnTo>
                <a:lnTo>
                  <a:pt x="230173" y="241480"/>
                </a:lnTo>
                <a:cubicBezTo>
                  <a:pt x="232165" y="241480"/>
                  <a:pt x="234119" y="242023"/>
                  <a:pt x="235826" y="243006"/>
                </a:cubicBezTo>
                <a:lnTo>
                  <a:pt x="237055" y="243821"/>
                </a:lnTo>
                <a:lnTo>
                  <a:pt x="238168" y="244805"/>
                </a:lnTo>
                <a:lnTo>
                  <a:pt x="252800" y="259423"/>
                </a:lnTo>
                <a:lnTo>
                  <a:pt x="267444" y="244805"/>
                </a:lnTo>
                <a:cubicBezTo>
                  <a:pt x="268849" y="243402"/>
                  <a:pt x="270598" y="242394"/>
                  <a:pt x="272515" y="241881"/>
                </a:cubicBezTo>
                <a:lnTo>
                  <a:pt x="273964" y="241583"/>
                </a:lnTo>
                <a:lnTo>
                  <a:pt x="275452" y="241493"/>
                </a:lnTo>
                <a:lnTo>
                  <a:pt x="301856" y="241480"/>
                </a:lnTo>
                <a:lnTo>
                  <a:pt x="301856" y="143379"/>
                </a:lnTo>
                <a:close/>
                <a:moveTo>
                  <a:pt x="132060" y="90558"/>
                </a:moveTo>
                <a:lnTo>
                  <a:pt x="124517" y="90558"/>
                </a:lnTo>
                <a:lnTo>
                  <a:pt x="123094" y="90649"/>
                </a:lnTo>
                <a:cubicBezTo>
                  <a:pt x="116893" y="91438"/>
                  <a:pt x="112505" y="97105"/>
                  <a:pt x="113294" y="103307"/>
                </a:cubicBezTo>
                <a:cubicBezTo>
                  <a:pt x="113946" y="108425"/>
                  <a:pt x="117976" y="112456"/>
                  <a:pt x="123094" y="113107"/>
                </a:cubicBezTo>
                <a:lnTo>
                  <a:pt x="124517" y="113198"/>
                </a:lnTo>
                <a:lnTo>
                  <a:pt x="132060" y="113198"/>
                </a:lnTo>
                <a:lnTo>
                  <a:pt x="133483" y="113107"/>
                </a:lnTo>
                <a:cubicBezTo>
                  <a:pt x="139684" y="112318"/>
                  <a:pt x="144072" y="106651"/>
                  <a:pt x="143283" y="100449"/>
                </a:cubicBezTo>
                <a:cubicBezTo>
                  <a:pt x="142564" y="94798"/>
                  <a:pt x="137757" y="90561"/>
                  <a:pt x="132060" y="90558"/>
                </a:cubicBezTo>
                <a:close/>
                <a:moveTo>
                  <a:pt x="184894" y="90558"/>
                </a:moveTo>
                <a:lnTo>
                  <a:pt x="177339" y="90558"/>
                </a:lnTo>
                <a:lnTo>
                  <a:pt x="175916" y="90649"/>
                </a:lnTo>
                <a:cubicBezTo>
                  <a:pt x="169714" y="91438"/>
                  <a:pt x="165326" y="97105"/>
                  <a:pt x="166116" y="103307"/>
                </a:cubicBezTo>
                <a:cubicBezTo>
                  <a:pt x="166767" y="108425"/>
                  <a:pt x="170797" y="112456"/>
                  <a:pt x="175916" y="113107"/>
                </a:cubicBezTo>
                <a:lnTo>
                  <a:pt x="177339" y="113198"/>
                </a:lnTo>
                <a:lnTo>
                  <a:pt x="184894" y="113198"/>
                </a:lnTo>
                <a:lnTo>
                  <a:pt x="186317" y="113107"/>
                </a:lnTo>
                <a:cubicBezTo>
                  <a:pt x="192519" y="112318"/>
                  <a:pt x="196906" y="106651"/>
                  <a:pt x="196117" y="100449"/>
                </a:cubicBezTo>
                <a:cubicBezTo>
                  <a:pt x="195398" y="94798"/>
                  <a:pt x="190591" y="90561"/>
                  <a:pt x="184894" y="90558"/>
                </a:cubicBezTo>
                <a:close/>
                <a:moveTo>
                  <a:pt x="79238" y="90558"/>
                </a:moveTo>
                <a:lnTo>
                  <a:pt x="71696" y="90558"/>
                </a:lnTo>
                <a:lnTo>
                  <a:pt x="70273" y="90649"/>
                </a:lnTo>
                <a:cubicBezTo>
                  <a:pt x="64071" y="91438"/>
                  <a:pt x="59684" y="97105"/>
                  <a:pt x="60473" y="103307"/>
                </a:cubicBezTo>
                <a:cubicBezTo>
                  <a:pt x="61124" y="108425"/>
                  <a:pt x="65155" y="112456"/>
                  <a:pt x="70273" y="113107"/>
                </a:cubicBezTo>
                <a:lnTo>
                  <a:pt x="71696" y="113198"/>
                </a:lnTo>
                <a:lnTo>
                  <a:pt x="79238" y="113198"/>
                </a:lnTo>
                <a:lnTo>
                  <a:pt x="80661" y="113107"/>
                </a:lnTo>
                <a:cubicBezTo>
                  <a:pt x="86863" y="112318"/>
                  <a:pt x="91251" y="106651"/>
                  <a:pt x="90462" y="100449"/>
                </a:cubicBezTo>
                <a:cubicBezTo>
                  <a:pt x="89743" y="94798"/>
                  <a:pt x="84935" y="90561"/>
                  <a:pt x="79238" y="90558"/>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6607899" y="4614948"/>
            <a:ext cx="332420" cy="347677"/>
          </a:xfrm>
          <a:custGeom>
            <a:avLst/>
            <a:gdLst>
              <a:gd name="connsiteX0" fmla="*/ 49704 w 332420"/>
              <a:gd name="connsiteY0" fmla="*/ 278386 h 347677"/>
              <a:gd name="connsiteX1" fmla="*/ 51587 w 332420"/>
              <a:gd name="connsiteY1" fmla="*/ 283005 h 347677"/>
              <a:gd name="connsiteX2" fmla="*/ 51600 w 332420"/>
              <a:gd name="connsiteY2" fmla="*/ 283005 h 347677"/>
              <a:gd name="connsiteX3" fmla="*/ 51671 w 332420"/>
              <a:gd name="connsiteY3" fmla="*/ 283076 h 347677"/>
              <a:gd name="connsiteX4" fmla="*/ 56185 w 332420"/>
              <a:gd name="connsiteY4" fmla="*/ 283041 h 347677"/>
              <a:gd name="connsiteX5" fmla="*/ 60698 w 332420"/>
              <a:gd name="connsiteY5" fmla="*/ 283076 h 347677"/>
              <a:gd name="connsiteX6" fmla="*/ 60769 w 332420"/>
              <a:gd name="connsiteY6" fmla="*/ 283005 h 347677"/>
              <a:gd name="connsiteX7" fmla="*/ 56185 w 332420"/>
              <a:gd name="connsiteY7" fmla="*/ 283041 h 347677"/>
              <a:gd name="connsiteX8" fmla="*/ 51600 w 332420"/>
              <a:gd name="connsiteY8" fmla="*/ 283005 h 347677"/>
              <a:gd name="connsiteX9" fmla="*/ 49704 w 332420"/>
              <a:gd name="connsiteY9" fmla="*/ 278386 h 347677"/>
              <a:gd name="connsiteX10" fmla="*/ 251432 w 332420"/>
              <a:gd name="connsiteY10" fmla="*/ 259899 h 347677"/>
              <a:gd name="connsiteX11" fmla="*/ 253315 w 332420"/>
              <a:gd name="connsiteY11" fmla="*/ 264517 h 347677"/>
              <a:gd name="connsiteX12" fmla="*/ 253328 w 332420"/>
              <a:gd name="connsiteY12" fmla="*/ 264517 h 347677"/>
              <a:gd name="connsiteX13" fmla="*/ 251432 w 332420"/>
              <a:gd name="connsiteY13" fmla="*/ 259899 h 347677"/>
              <a:gd name="connsiteX14" fmla="*/ 257919 w 332420"/>
              <a:gd name="connsiteY14" fmla="*/ 253356 h 347677"/>
              <a:gd name="connsiteX15" fmla="*/ 253328 w 332420"/>
              <a:gd name="connsiteY15" fmla="*/ 255280 h 347677"/>
              <a:gd name="connsiteX16" fmla="*/ 257906 w 332420"/>
              <a:gd name="connsiteY16" fmla="*/ 253370 h 347677"/>
              <a:gd name="connsiteX17" fmla="*/ 260823 w 332420"/>
              <a:gd name="connsiteY17" fmla="*/ 254576 h 347677"/>
              <a:gd name="connsiteX18" fmla="*/ 262497 w 332420"/>
              <a:gd name="connsiteY18" fmla="*/ 255280 h 347677"/>
              <a:gd name="connsiteX19" fmla="*/ 262524 w 332420"/>
              <a:gd name="connsiteY19" fmla="*/ 255280 h 347677"/>
              <a:gd name="connsiteX20" fmla="*/ 260823 w 332420"/>
              <a:gd name="connsiteY20" fmla="*/ 254576 h 347677"/>
              <a:gd name="connsiteX21" fmla="*/ 74528 w 332420"/>
              <a:gd name="connsiteY21" fmla="*/ 253356 h 347677"/>
              <a:gd name="connsiteX22" fmla="*/ 69923 w 332420"/>
              <a:gd name="connsiteY22" fmla="*/ 255280 h 347677"/>
              <a:gd name="connsiteX23" fmla="*/ 69937 w 332420"/>
              <a:gd name="connsiteY23" fmla="*/ 255280 h 347677"/>
              <a:gd name="connsiteX24" fmla="*/ 78981 w 332420"/>
              <a:gd name="connsiteY24" fmla="*/ 255157 h 347677"/>
              <a:gd name="connsiteX25" fmla="*/ 74528 w 332420"/>
              <a:gd name="connsiteY25" fmla="*/ 253356 h 347677"/>
              <a:gd name="connsiteX26" fmla="*/ 74528 w 332420"/>
              <a:gd name="connsiteY26" fmla="*/ 249246 h 347677"/>
              <a:gd name="connsiteX27" fmla="*/ 82033 w 332420"/>
              <a:gd name="connsiteY27" fmla="*/ 252380 h 347677"/>
              <a:gd name="connsiteX28" fmla="*/ 82033 w 332420"/>
              <a:gd name="connsiteY28" fmla="*/ 267500 h 347677"/>
              <a:gd name="connsiteX29" fmla="*/ 63696 w 332420"/>
              <a:gd name="connsiteY29" fmla="*/ 285988 h 347677"/>
              <a:gd name="connsiteX30" fmla="*/ 56178 w 332420"/>
              <a:gd name="connsiteY30" fmla="*/ 289135 h 347677"/>
              <a:gd name="connsiteX31" fmla="*/ 48659 w 332420"/>
              <a:gd name="connsiteY31" fmla="*/ 285905 h 347677"/>
              <a:gd name="connsiteX32" fmla="*/ 48673 w 332420"/>
              <a:gd name="connsiteY32" fmla="*/ 285905 h 347677"/>
              <a:gd name="connsiteX33" fmla="*/ 48673 w 332420"/>
              <a:gd name="connsiteY33" fmla="*/ 270868 h 347677"/>
              <a:gd name="connsiteX34" fmla="*/ 67009 w 332420"/>
              <a:gd name="connsiteY34" fmla="*/ 252380 h 347677"/>
              <a:gd name="connsiteX35" fmla="*/ 74528 w 332420"/>
              <a:gd name="connsiteY35" fmla="*/ 249246 h 347677"/>
              <a:gd name="connsiteX36" fmla="*/ 257906 w 332420"/>
              <a:gd name="connsiteY36" fmla="*/ 249164 h 347677"/>
              <a:gd name="connsiteX37" fmla="*/ 265411 w 332420"/>
              <a:gd name="connsiteY37" fmla="*/ 252298 h 347677"/>
              <a:gd name="connsiteX38" fmla="*/ 283747 w 332420"/>
              <a:gd name="connsiteY38" fmla="*/ 270785 h 347677"/>
              <a:gd name="connsiteX39" fmla="*/ 286840 w 332420"/>
              <a:gd name="connsiteY39" fmla="*/ 278304 h 347677"/>
              <a:gd name="connsiteX40" fmla="*/ 283747 w 332420"/>
              <a:gd name="connsiteY40" fmla="*/ 285823 h 347677"/>
              <a:gd name="connsiteX41" fmla="*/ 276242 w 332420"/>
              <a:gd name="connsiteY41" fmla="*/ 288970 h 347677"/>
              <a:gd name="connsiteX42" fmla="*/ 268723 w 332420"/>
              <a:gd name="connsiteY42" fmla="*/ 285891 h 347677"/>
              <a:gd name="connsiteX43" fmla="*/ 250387 w 332420"/>
              <a:gd name="connsiteY43" fmla="*/ 267418 h 347677"/>
              <a:gd name="connsiteX44" fmla="*/ 250387 w 332420"/>
              <a:gd name="connsiteY44" fmla="*/ 252298 h 347677"/>
              <a:gd name="connsiteX45" fmla="*/ 257906 w 332420"/>
              <a:gd name="connsiteY45" fmla="*/ 249164 h 347677"/>
              <a:gd name="connsiteX46" fmla="*/ 328310 w 332420"/>
              <a:gd name="connsiteY46" fmla="*/ 167461 h 347677"/>
              <a:gd name="connsiteX47" fmla="*/ 325200 w 332420"/>
              <a:gd name="connsiteY47" fmla="*/ 170597 h 347677"/>
              <a:gd name="connsiteX48" fmla="*/ 321822 w 332420"/>
              <a:gd name="connsiteY48" fmla="*/ 173990 h 347677"/>
              <a:gd name="connsiteX49" fmla="*/ 321836 w 332420"/>
              <a:gd name="connsiteY49" fmla="*/ 173990 h 347677"/>
              <a:gd name="connsiteX50" fmla="*/ 325200 w 332420"/>
              <a:gd name="connsiteY50" fmla="*/ 170597 h 347677"/>
              <a:gd name="connsiteX51" fmla="*/ 328310 w 332420"/>
              <a:gd name="connsiteY51" fmla="*/ 167474 h 347677"/>
              <a:gd name="connsiteX52" fmla="*/ 328310 w 332420"/>
              <a:gd name="connsiteY52" fmla="*/ 167461 h 347677"/>
              <a:gd name="connsiteX53" fmla="*/ 289396 w 332420"/>
              <a:gd name="connsiteY53" fmla="*/ 167461 h 347677"/>
              <a:gd name="connsiteX54" fmla="*/ 289396 w 332420"/>
              <a:gd name="connsiteY54" fmla="*/ 167474 h 347677"/>
              <a:gd name="connsiteX55" fmla="*/ 292506 w 332420"/>
              <a:gd name="connsiteY55" fmla="*/ 170597 h 347677"/>
              <a:gd name="connsiteX56" fmla="*/ 295870 w 332420"/>
              <a:gd name="connsiteY56" fmla="*/ 173990 h 347677"/>
              <a:gd name="connsiteX57" fmla="*/ 295884 w 332420"/>
              <a:gd name="connsiteY57" fmla="*/ 173990 h 347677"/>
              <a:gd name="connsiteX58" fmla="*/ 292506 w 332420"/>
              <a:gd name="connsiteY58" fmla="*/ 170597 h 347677"/>
              <a:gd name="connsiteX59" fmla="*/ 43023 w 332420"/>
              <a:gd name="connsiteY59" fmla="*/ 167461 h 347677"/>
              <a:gd name="connsiteX60" fmla="*/ 39913 w 332420"/>
              <a:gd name="connsiteY60" fmla="*/ 170597 h 347677"/>
              <a:gd name="connsiteX61" fmla="*/ 36535 w 332420"/>
              <a:gd name="connsiteY61" fmla="*/ 173990 h 347677"/>
              <a:gd name="connsiteX62" fmla="*/ 36549 w 332420"/>
              <a:gd name="connsiteY62" fmla="*/ 173990 h 347677"/>
              <a:gd name="connsiteX63" fmla="*/ 39913 w 332420"/>
              <a:gd name="connsiteY63" fmla="*/ 170597 h 347677"/>
              <a:gd name="connsiteX64" fmla="*/ 43023 w 332420"/>
              <a:gd name="connsiteY64" fmla="*/ 167474 h 347677"/>
              <a:gd name="connsiteX65" fmla="*/ 43023 w 332420"/>
              <a:gd name="connsiteY65" fmla="*/ 167461 h 347677"/>
              <a:gd name="connsiteX66" fmla="*/ 295884 w 332420"/>
              <a:gd name="connsiteY66" fmla="*/ 156794 h 347677"/>
              <a:gd name="connsiteX67" fmla="*/ 321822 w 332420"/>
              <a:gd name="connsiteY67" fmla="*/ 156794 h 347677"/>
              <a:gd name="connsiteX68" fmla="*/ 332420 w 332420"/>
              <a:gd name="connsiteY68" fmla="*/ 167461 h 347677"/>
              <a:gd name="connsiteX69" fmla="*/ 321822 w 332420"/>
              <a:gd name="connsiteY69" fmla="*/ 178127 h 347677"/>
              <a:gd name="connsiteX70" fmla="*/ 295884 w 332420"/>
              <a:gd name="connsiteY70" fmla="*/ 178127 h 347677"/>
              <a:gd name="connsiteX71" fmla="*/ 285287 w 332420"/>
              <a:gd name="connsiteY71" fmla="*/ 167461 h 347677"/>
              <a:gd name="connsiteX72" fmla="*/ 295884 w 332420"/>
              <a:gd name="connsiteY72" fmla="*/ 156794 h 347677"/>
              <a:gd name="connsiteX73" fmla="*/ 10611 w 332420"/>
              <a:gd name="connsiteY73" fmla="*/ 156794 h 347677"/>
              <a:gd name="connsiteX74" fmla="*/ 36535 w 332420"/>
              <a:gd name="connsiteY74" fmla="*/ 156794 h 347677"/>
              <a:gd name="connsiteX75" fmla="*/ 47133 w 332420"/>
              <a:gd name="connsiteY75" fmla="*/ 167461 h 347677"/>
              <a:gd name="connsiteX76" fmla="*/ 36535 w 332420"/>
              <a:gd name="connsiteY76" fmla="*/ 178127 h 347677"/>
              <a:gd name="connsiteX77" fmla="*/ 10611 w 332420"/>
              <a:gd name="connsiteY77" fmla="*/ 178127 h 347677"/>
              <a:gd name="connsiteX78" fmla="*/ 0 w 332420"/>
              <a:gd name="connsiteY78" fmla="*/ 167461 h 347677"/>
              <a:gd name="connsiteX79" fmla="*/ 10611 w 332420"/>
              <a:gd name="connsiteY79" fmla="*/ 156794 h 347677"/>
              <a:gd name="connsiteX80" fmla="*/ 251418 w 332420"/>
              <a:gd name="connsiteY80" fmla="*/ 75009 h 347677"/>
              <a:gd name="connsiteX81" fmla="*/ 253315 w 332420"/>
              <a:gd name="connsiteY81" fmla="*/ 79641 h 347677"/>
              <a:gd name="connsiteX82" fmla="*/ 253315 w 332420"/>
              <a:gd name="connsiteY82" fmla="*/ 79627 h 347677"/>
              <a:gd name="connsiteX83" fmla="*/ 253366 w 332420"/>
              <a:gd name="connsiteY83" fmla="*/ 79679 h 347677"/>
              <a:gd name="connsiteX84" fmla="*/ 257899 w 332420"/>
              <a:gd name="connsiteY84" fmla="*/ 79653 h 347677"/>
              <a:gd name="connsiteX85" fmla="*/ 262431 w 332420"/>
              <a:gd name="connsiteY85" fmla="*/ 79679 h 347677"/>
              <a:gd name="connsiteX86" fmla="*/ 262483 w 332420"/>
              <a:gd name="connsiteY86" fmla="*/ 79627 h 347677"/>
              <a:gd name="connsiteX87" fmla="*/ 257899 w 332420"/>
              <a:gd name="connsiteY87" fmla="*/ 79653 h 347677"/>
              <a:gd name="connsiteX88" fmla="*/ 253315 w 332420"/>
              <a:gd name="connsiteY88" fmla="*/ 79627 h 347677"/>
              <a:gd name="connsiteX89" fmla="*/ 251418 w 332420"/>
              <a:gd name="connsiteY89" fmla="*/ 75009 h 347677"/>
              <a:gd name="connsiteX90" fmla="*/ 166197 w 332420"/>
              <a:gd name="connsiteY90" fmla="*/ 72343 h 347677"/>
              <a:gd name="connsiteX91" fmla="*/ 271899 w 332420"/>
              <a:gd name="connsiteY91" fmla="*/ 172464 h 347677"/>
              <a:gd name="connsiteX92" fmla="*/ 199186 w 332420"/>
              <a:gd name="connsiteY92" fmla="*/ 267528 h 347677"/>
              <a:gd name="connsiteX93" fmla="*/ 199186 w 332420"/>
              <a:gd name="connsiteY93" fmla="*/ 328901 h 347677"/>
              <a:gd name="connsiteX94" fmla="*/ 197564 w 332420"/>
              <a:gd name="connsiteY94" fmla="*/ 328901 h 347677"/>
              <a:gd name="connsiteX95" fmla="*/ 185963 w 332420"/>
              <a:gd name="connsiteY95" fmla="*/ 328901 h 347677"/>
              <a:gd name="connsiteX96" fmla="*/ 185963 w 332420"/>
              <a:gd name="connsiteY96" fmla="*/ 347677 h 347677"/>
              <a:gd name="connsiteX97" fmla="*/ 185042 w 332420"/>
              <a:gd name="connsiteY97" fmla="*/ 347677 h 347677"/>
              <a:gd name="connsiteX98" fmla="*/ 147489 w 332420"/>
              <a:gd name="connsiteY98" fmla="*/ 347677 h 347677"/>
              <a:gd name="connsiteX99" fmla="*/ 146293 w 332420"/>
              <a:gd name="connsiteY99" fmla="*/ 347677 h 347677"/>
              <a:gd name="connsiteX100" fmla="*/ 146293 w 332420"/>
              <a:gd name="connsiteY100" fmla="*/ 328901 h 347677"/>
              <a:gd name="connsiteX101" fmla="*/ 134967 w 332420"/>
              <a:gd name="connsiteY101" fmla="*/ 328901 h 347677"/>
              <a:gd name="connsiteX102" fmla="*/ 133070 w 332420"/>
              <a:gd name="connsiteY102" fmla="*/ 328901 h 347677"/>
              <a:gd name="connsiteX103" fmla="*/ 133070 w 332420"/>
              <a:gd name="connsiteY103" fmla="*/ 267528 h 347677"/>
              <a:gd name="connsiteX104" fmla="*/ 60357 w 332420"/>
              <a:gd name="connsiteY104" fmla="*/ 172464 h 347677"/>
              <a:gd name="connsiteX105" fmla="*/ 166197 w 332420"/>
              <a:gd name="connsiteY105" fmla="*/ 72343 h 347677"/>
              <a:gd name="connsiteX106" fmla="*/ 276242 w 332420"/>
              <a:gd name="connsiteY106" fmla="*/ 45855 h 347677"/>
              <a:gd name="connsiteX107" fmla="*/ 283747 w 332420"/>
              <a:gd name="connsiteY107" fmla="*/ 49002 h 347677"/>
              <a:gd name="connsiteX108" fmla="*/ 283747 w 332420"/>
              <a:gd name="connsiteY108" fmla="*/ 64040 h 347677"/>
              <a:gd name="connsiteX109" fmla="*/ 265411 w 332420"/>
              <a:gd name="connsiteY109" fmla="*/ 82528 h 347677"/>
              <a:gd name="connsiteX110" fmla="*/ 257906 w 332420"/>
              <a:gd name="connsiteY110" fmla="*/ 85675 h 347677"/>
              <a:gd name="connsiteX111" fmla="*/ 250387 w 332420"/>
              <a:gd name="connsiteY111" fmla="*/ 82528 h 347677"/>
              <a:gd name="connsiteX112" fmla="*/ 250387 w 332420"/>
              <a:gd name="connsiteY112" fmla="*/ 67490 h 347677"/>
              <a:gd name="connsiteX113" fmla="*/ 268723 w 332420"/>
              <a:gd name="connsiteY113" fmla="*/ 49002 h 347677"/>
              <a:gd name="connsiteX114" fmla="*/ 276242 w 332420"/>
              <a:gd name="connsiteY114" fmla="*/ 45855 h 347677"/>
              <a:gd name="connsiteX115" fmla="*/ 56150 w 332420"/>
              <a:gd name="connsiteY115" fmla="*/ 45855 h 347677"/>
              <a:gd name="connsiteX116" fmla="*/ 63669 w 332420"/>
              <a:gd name="connsiteY116" fmla="*/ 49002 h 347677"/>
              <a:gd name="connsiteX117" fmla="*/ 82005 w 332420"/>
              <a:gd name="connsiteY117" fmla="*/ 67490 h 347677"/>
              <a:gd name="connsiteX118" fmla="*/ 85098 w 332420"/>
              <a:gd name="connsiteY118" fmla="*/ 75009 h 347677"/>
              <a:gd name="connsiteX119" fmla="*/ 82005 w 332420"/>
              <a:gd name="connsiteY119" fmla="*/ 82541 h 347677"/>
              <a:gd name="connsiteX120" fmla="*/ 74500 w 332420"/>
              <a:gd name="connsiteY120" fmla="*/ 85675 h 347677"/>
              <a:gd name="connsiteX121" fmla="*/ 66982 w 332420"/>
              <a:gd name="connsiteY121" fmla="*/ 82528 h 347677"/>
              <a:gd name="connsiteX122" fmla="*/ 48645 w 332420"/>
              <a:gd name="connsiteY122" fmla="*/ 64040 h 347677"/>
              <a:gd name="connsiteX123" fmla="*/ 48645 w 332420"/>
              <a:gd name="connsiteY123" fmla="*/ 49002 h 347677"/>
              <a:gd name="connsiteX124" fmla="*/ 56150 w 332420"/>
              <a:gd name="connsiteY124" fmla="*/ 45855 h 347677"/>
              <a:gd name="connsiteX125" fmla="*/ 159722 w 332420"/>
              <a:gd name="connsiteY125" fmla="*/ 36770 h 347677"/>
              <a:gd name="connsiteX126" fmla="*/ 159722 w 332420"/>
              <a:gd name="connsiteY126" fmla="*/ 36783 h 347677"/>
              <a:gd name="connsiteX127" fmla="*/ 166196 w 332420"/>
              <a:gd name="connsiteY127" fmla="*/ 43326 h 347677"/>
              <a:gd name="connsiteX128" fmla="*/ 159722 w 332420"/>
              <a:gd name="connsiteY128" fmla="*/ 36770 h 347677"/>
              <a:gd name="connsiteX129" fmla="*/ 166196 w 332420"/>
              <a:gd name="connsiteY129" fmla="*/ 0 h 347677"/>
              <a:gd name="connsiteX130" fmla="*/ 176794 w 332420"/>
              <a:gd name="connsiteY130" fmla="*/ 10666 h 347677"/>
              <a:gd name="connsiteX131" fmla="*/ 176794 w 332420"/>
              <a:gd name="connsiteY131" fmla="*/ 36783 h 347677"/>
              <a:gd name="connsiteX132" fmla="*/ 166196 w 332420"/>
              <a:gd name="connsiteY132" fmla="*/ 47449 h 347677"/>
              <a:gd name="connsiteX133" fmla="*/ 155598 w 332420"/>
              <a:gd name="connsiteY133" fmla="*/ 36769 h 347677"/>
              <a:gd name="connsiteX134" fmla="*/ 155598 w 332420"/>
              <a:gd name="connsiteY134" fmla="*/ 36728 h 347677"/>
              <a:gd name="connsiteX135" fmla="*/ 155598 w 332420"/>
              <a:gd name="connsiteY135" fmla="*/ 10666 h 347677"/>
              <a:gd name="connsiteX136" fmla="*/ 166196 w 332420"/>
              <a:gd name="connsiteY136" fmla="*/ 0 h 34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32420" h="347677">
                <a:moveTo>
                  <a:pt x="49704" y="278386"/>
                </a:moveTo>
                <a:cubicBezTo>
                  <a:pt x="49695" y="280114"/>
                  <a:pt x="50372" y="281775"/>
                  <a:pt x="51587" y="283005"/>
                </a:cubicBezTo>
                <a:lnTo>
                  <a:pt x="51600" y="283005"/>
                </a:lnTo>
                <a:cubicBezTo>
                  <a:pt x="51624" y="283029"/>
                  <a:pt x="51648" y="283052"/>
                  <a:pt x="51671" y="283076"/>
                </a:cubicBezTo>
                <a:lnTo>
                  <a:pt x="56185" y="283041"/>
                </a:lnTo>
                <a:lnTo>
                  <a:pt x="60698" y="283076"/>
                </a:lnTo>
                <a:cubicBezTo>
                  <a:pt x="60721" y="283052"/>
                  <a:pt x="60745" y="283029"/>
                  <a:pt x="60769" y="283005"/>
                </a:cubicBezTo>
                <a:lnTo>
                  <a:pt x="56185" y="283041"/>
                </a:lnTo>
                <a:lnTo>
                  <a:pt x="51600" y="283005"/>
                </a:lnTo>
                <a:cubicBezTo>
                  <a:pt x="50381" y="281777"/>
                  <a:pt x="49699" y="280116"/>
                  <a:pt x="49704" y="278386"/>
                </a:cubicBezTo>
                <a:close/>
                <a:moveTo>
                  <a:pt x="251432" y="259899"/>
                </a:moveTo>
                <a:cubicBezTo>
                  <a:pt x="251425" y="261626"/>
                  <a:pt x="252102" y="263287"/>
                  <a:pt x="253315" y="264517"/>
                </a:cubicBezTo>
                <a:lnTo>
                  <a:pt x="253328" y="264517"/>
                </a:lnTo>
                <a:cubicBezTo>
                  <a:pt x="252111" y="263289"/>
                  <a:pt x="251429" y="261628"/>
                  <a:pt x="251432" y="259899"/>
                </a:cubicBezTo>
                <a:close/>
                <a:moveTo>
                  <a:pt x="257919" y="253356"/>
                </a:moveTo>
                <a:cubicBezTo>
                  <a:pt x="256193" y="253358"/>
                  <a:pt x="254540" y="254051"/>
                  <a:pt x="253328" y="255280"/>
                </a:cubicBezTo>
                <a:cubicBezTo>
                  <a:pt x="254538" y="254058"/>
                  <a:pt x="256186" y="253371"/>
                  <a:pt x="257906" y="253370"/>
                </a:cubicBezTo>
                <a:lnTo>
                  <a:pt x="260823" y="254576"/>
                </a:lnTo>
                <a:lnTo>
                  <a:pt x="262497" y="255280"/>
                </a:lnTo>
                <a:lnTo>
                  <a:pt x="262524" y="255280"/>
                </a:lnTo>
                <a:lnTo>
                  <a:pt x="260823" y="254576"/>
                </a:lnTo>
                <a:close/>
                <a:moveTo>
                  <a:pt x="74528" y="253356"/>
                </a:moveTo>
                <a:cubicBezTo>
                  <a:pt x="72797" y="253355"/>
                  <a:pt x="71138" y="254048"/>
                  <a:pt x="69923" y="255280"/>
                </a:cubicBezTo>
                <a:lnTo>
                  <a:pt x="69937" y="255280"/>
                </a:lnTo>
                <a:cubicBezTo>
                  <a:pt x="72412" y="252776"/>
                  <a:pt x="76439" y="252721"/>
                  <a:pt x="78981" y="255157"/>
                </a:cubicBezTo>
                <a:cubicBezTo>
                  <a:pt x="77786" y="254003"/>
                  <a:pt x="76189" y="253357"/>
                  <a:pt x="74528" y="253356"/>
                </a:cubicBezTo>
                <a:close/>
                <a:moveTo>
                  <a:pt x="74528" y="249246"/>
                </a:moveTo>
                <a:cubicBezTo>
                  <a:pt x="77349" y="249242"/>
                  <a:pt x="80053" y="250371"/>
                  <a:pt x="82033" y="252380"/>
                </a:cubicBezTo>
                <a:cubicBezTo>
                  <a:pt x="86184" y="256565"/>
                  <a:pt x="86184" y="263315"/>
                  <a:pt x="82033" y="267500"/>
                </a:cubicBezTo>
                <a:lnTo>
                  <a:pt x="63696" y="285988"/>
                </a:lnTo>
                <a:cubicBezTo>
                  <a:pt x="61717" y="288008"/>
                  <a:pt x="59006" y="289143"/>
                  <a:pt x="56178" y="289135"/>
                </a:cubicBezTo>
                <a:cubicBezTo>
                  <a:pt x="53337" y="289121"/>
                  <a:pt x="50624" y="287956"/>
                  <a:pt x="48659" y="285905"/>
                </a:cubicBezTo>
                <a:lnTo>
                  <a:pt x="48673" y="285905"/>
                </a:lnTo>
                <a:cubicBezTo>
                  <a:pt x="44553" y="281739"/>
                  <a:pt x="44553" y="275034"/>
                  <a:pt x="48673" y="270868"/>
                </a:cubicBezTo>
                <a:lnTo>
                  <a:pt x="67009" y="252380"/>
                </a:lnTo>
                <a:cubicBezTo>
                  <a:pt x="68994" y="250370"/>
                  <a:pt x="71703" y="249241"/>
                  <a:pt x="74528" y="249246"/>
                </a:cubicBezTo>
                <a:close/>
                <a:moveTo>
                  <a:pt x="257906" y="249164"/>
                </a:moveTo>
                <a:cubicBezTo>
                  <a:pt x="260726" y="249159"/>
                  <a:pt x="263431" y="250288"/>
                  <a:pt x="265411" y="252298"/>
                </a:cubicBezTo>
                <a:lnTo>
                  <a:pt x="283747" y="270785"/>
                </a:lnTo>
                <a:cubicBezTo>
                  <a:pt x="285737" y="272781"/>
                  <a:pt x="286849" y="275486"/>
                  <a:pt x="286840" y="278304"/>
                </a:cubicBezTo>
                <a:cubicBezTo>
                  <a:pt x="286849" y="281122"/>
                  <a:pt x="285737" y="283827"/>
                  <a:pt x="283747" y="285823"/>
                </a:cubicBezTo>
                <a:cubicBezTo>
                  <a:pt x="281761" y="287825"/>
                  <a:pt x="279062" y="288957"/>
                  <a:pt x="276242" y="288970"/>
                </a:cubicBezTo>
                <a:cubicBezTo>
                  <a:pt x="273427" y="288982"/>
                  <a:pt x="270722" y="287875"/>
                  <a:pt x="268723" y="285891"/>
                </a:cubicBezTo>
                <a:lnTo>
                  <a:pt x="250387" y="267418"/>
                </a:lnTo>
                <a:cubicBezTo>
                  <a:pt x="246236" y="263232"/>
                  <a:pt x="246236" y="256483"/>
                  <a:pt x="250387" y="252298"/>
                </a:cubicBezTo>
                <a:cubicBezTo>
                  <a:pt x="252372" y="250288"/>
                  <a:pt x="255081" y="249159"/>
                  <a:pt x="257906" y="249164"/>
                </a:cubicBezTo>
                <a:close/>
                <a:moveTo>
                  <a:pt x="328310" y="167461"/>
                </a:moveTo>
                <a:lnTo>
                  <a:pt x="325200" y="170597"/>
                </a:lnTo>
                <a:lnTo>
                  <a:pt x="321822" y="173990"/>
                </a:lnTo>
                <a:cubicBezTo>
                  <a:pt x="321827" y="173990"/>
                  <a:pt x="321831" y="173990"/>
                  <a:pt x="321836" y="173990"/>
                </a:cubicBezTo>
                <a:lnTo>
                  <a:pt x="325200" y="170597"/>
                </a:lnTo>
                <a:lnTo>
                  <a:pt x="328310" y="167474"/>
                </a:lnTo>
                <a:cubicBezTo>
                  <a:pt x="328310" y="167470"/>
                  <a:pt x="328310" y="167465"/>
                  <a:pt x="328310" y="167461"/>
                </a:cubicBezTo>
                <a:close/>
                <a:moveTo>
                  <a:pt x="289396" y="167461"/>
                </a:moveTo>
                <a:cubicBezTo>
                  <a:pt x="289396" y="167465"/>
                  <a:pt x="289396" y="167470"/>
                  <a:pt x="289396" y="167474"/>
                </a:cubicBezTo>
                <a:lnTo>
                  <a:pt x="292506" y="170597"/>
                </a:lnTo>
                <a:lnTo>
                  <a:pt x="295870" y="173990"/>
                </a:lnTo>
                <a:cubicBezTo>
                  <a:pt x="295875" y="173990"/>
                  <a:pt x="295880" y="173990"/>
                  <a:pt x="295884" y="173990"/>
                </a:cubicBezTo>
                <a:lnTo>
                  <a:pt x="292506" y="170597"/>
                </a:lnTo>
                <a:close/>
                <a:moveTo>
                  <a:pt x="43023" y="167461"/>
                </a:moveTo>
                <a:lnTo>
                  <a:pt x="39913" y="170597"/>
                </a:lnTo>
                <a:lnTo>
                  <a:pt x="36535" y="173990"/>
                </a:lnTo>
                <a:cubicBezTo>
                  <a:pt x="36540" y="173990"/>
                  <a:pt x="36545" y="173990"/>
                  <a:pt x="36549" y="173990"/>
                </a:cubicBezTo>
                <a:lnTo>
                  <a:pt x="39913" y="170597"/>
                </a:lnTo>
                <a:lnTo>
                  <a:pt x="43023" y="167474"/>
                </a:lnTo>
                <a:cubicBezTo>
                  <a:pt x="43023" y="167470"/>
                  <a:pt x="43023" y="167465"/>
                  <a:pt x="43023" y="167461"/>
                </a:cubicBezTo>
                <a:close/>
                <a:moveTo>
                  <a:pt x="295884" y="156794"/>
                </a:moveTo>
                <a:lnTo>
                  <a:pt x="321822" y="156794"/>
                </a:lnTo>
                <a:cubicBezTo>
                  <a:pt x="327689" y="156824"/>
                  <a:pt x="332427" y="161593"/>
                  <a:pt x="332420" y="167461"/>
                </a:cubicBezTo>
                <a:cubicBezTo>
                  <a:pt x="332427" y="173328"/>
                  <a:pt x="327689" y="178097"/>
                  <a:pt x="321822" y="178127"/>
                </a:cubicBezTo>
                <a:lnTo>
                  <a:pt x="295884" y="178127"/>
                </a:lnTo>
                <a:cubicBezTo>
                  <a:pt x="290014" y="178104"/>
                  <a:pt x="285271" y="173331"/>
                  <a:pt x="285287" y="167461"/>
                </a:cubicBezTo>
                <a:cubicBezTo>
                  <a:pt x="285271" y="161590"/>
                  <a:pt x="290014" y="156817"/>
                  <a:pt x="295884" y="156794"/>
                </a:cubicBezTo>
                <a:close/>
                <a:moveTo>
                  <a:pt x="10611" y="156794"/>
                </a:moveTo>
                <a:lnTo>
                  <a:pt x="36535" y="156794"/>
                </a:lnTo>
                <a:cubicBezTo>
                  <a:pt x="42406" y="156817"/>
                  <a:pt x="47148" y="161590"/>
                  <a:pt x="47133" y="167461"/>
                </a:cubicBezTo>
                <a:cubicBezTo>
                  <a:pt x="47148" y="173331"/>
                  <a:pt x="42406" y="178104"/>
                  <a:pt x="36535" y="178127"/>
                </a:cubicBezTo>
                <a:lnTo>
                  <a:pt x="10611" y="178127"/>
                </a:lnTo>
                <a:cubicBezTo>
                  <a:pt x="4739" y="178104"/>
                  <a:pt x="-8" y="173333"/>
                  <a:pt x="0" y="167461"/>
                </a:cubicBezTo>
                <a:cubicBezTo>
                  <a:pt x="-8" y="161588"/>
                  <a:pt x="4739" y="156817"/>
                  <a:pt x="10611" y="156794"/>
                </a:cubicBezTo>
                <a:close/>
                <a:moveTo>
                  <a:pt x="251418" y="75009"/>
                </a:moveTo>
                <a:cubicBezTo>
                  <a:pt x="251414" y="76743"/>
                  <a:pt x="252096" y="78408"/>
                  <a:pt x="253315" y="79641"/>
                </a:cubicBezTo>
                <a:lnTo>
                  <a:pt x="253315" y="79627"/>
                </a:lnTo>
                <a:cubicBezTo>
                  <a:pt x="253332" y="79645"/>
                  <a:pt x="253349" y="79662"/>
                  <a:pt x="253366" y="79679"/>
                </a:cubicBezTo>
                <a:lnTo>
                  <a:pt x="257899" y="79653"/>
                </a:lnTo>
                <a:lnTo>
                  <a:pt x="262431" y="79679"/>
                </a:lnTo>
                <a:cubicBezTo>
                  <a:pt x="262449" y="79662"/>
                  <a:pt x="262466" y="79645"/>
                  <a:pt x="262483" y="79627"/>
                </a:cubicBezTo>
                <a:lnTo>
                  <a:pt x="257899" y="79653"/>
                </a:lnTo>
                <a:lnTo>
                  <a:pt x="253315" y="79627"/>
                </a:lnTo>
                <a:cubicBezTo>
                  <a:pt x="252099" y="78397"/>
                  <a:pt x="251418" y="76738"/>
                  <a:pt x="251418" y="75009"/>
                </a:cubicBezTo>
                <a:close/>
                <a:moveTo>
                  <a:pt x="166197" y="72343"/>
                </a:moveTo>
                <a:cubicBezTo>
                  <a:pt x="223004" y="70880"/>
                  <a:pt x="270282" y="115662"/>
                  <a:pt x="271899" y="172464"/>
                </a:cubicBezTo>
                <a:cubicBezTo>
                  <a:pt x="271129" y="216668"/>
                  <a:pt x="241647" y="255213"/>
                  <a:pt x="199186" y="267528"/>
                </a:cubicBezTo>
                <a:lnTo>
                  <a:pt x="199186" y="328901"/>
                </a:lnTo>
                <a:lnTo>
                  <a:pt x="197564" y="328901"/>
                </a:lnTo>
                <a:lnTo>
                  <a:pt x="185963" y="328901"/>
                </a:lnTo>
                <a:lnTo>
                  <a:pt x="185963" y="347677"/>
                </a:lnTo>
                <a:lnTo>
                  <a:pt x="185042" y="347677"/>
                </a:lnTo>
                <a:lnTo>
                  <a:pt x="147489" y="347677"/>
                </a:lnTo>
                <a:lnTo>
                  <a:pt x="146293" y="347677"/>
                </a:lnTo>
                <a:lnTo>
                  <a:pt x="146293" y="328901"/>
                </a:lnTo>
                <a:lnTo>
                  <a:pt x="134967" y="328901"/>
                </a:lnTo>
                <a:lnTo>
                  <a:pt x="133070" y="328901"/>
                </a:lnTo>
                <a:lnTo>
                  <a:pt x="133070" y="267528"/>
                </a:lnTo>
                <a:cubicBezTo>
                  <a:pt x="90609" y="255213"/>
                  <a:pt x="61127" y="216668"/>
                  <a:pt x="60357" y="172464"/>
                </a:cubicBezTo>
                <a:cubicBezTo>
                  <a:pt x="61974" y="115607"/>
                  <a:pt x="109337" y="70803"/>
                  <a:pt x="166197" y="72343"/>
                </a:cubicBezTo>
                <a:close/>
                <a:moveTo>
                  <a:pt x="276242" y="45855"/>
                </a:moveTo>
                <a:cubicBezTo>
                  <a:pt x="279065" y="45851"/>
                  <a:pt x="281771" y="46986"/>
                  <a:pt x="283747" y="49002"/>
                </a:cubicBezTo>
                <a:cubicBezTo>
                  <a:pt x="287866" y="53169"/>
                  <a:pt x="287866" y="59874"/>
                  <a:pt x="283747" y="64040"/>
                </a:cubicBezTo>
                <a:lnTo>
                  <a:pt x="265411" y="82528"/>
                </a:lnTo>
                <a:cubicBezTo>
                  <a:pt x="263435" y="84544"/>
                  <a:pt x="260729" y="85679"/>
                  <a:pt x="257906" y="85675"/>
                </a:cubicBezTo>
                <a:cubicBezTo>
                  <a:pt x="255078" y="85681"/>
                  <a:pt x="252367" y="84546"/>
                  <a:pt x="250387" y="82528"/>
                </a:cubicBezTo>
                <a:cubicBezTo>
                  <a:pt x="246283" y="78355"/>
                  <a:pt x="246283" y="71662"/>
                  <a:pt x="250387" y="67490"/>
                </a:cubicBezTo>
                <a:lnTo>
                  <a:pt x="268723" y="49002"/>
                </a:lnTo>
                <a:cubicBezTo>
                  <a:pt x="270704" y="46985"/>
                  <a:pt x="273415" y="45850"/>
                  <a:pt x="276242" y="45855"/>
                </a:cubicBezTo>
                <a:close/>
                <a:moveTo>
                  <a:pt x="56150" y="45855"/>
                </a:moveTo>
                <a:cubicBezTo>
                  <a:pt x="58978" y="45847"/>
                  <a:pt x="61690" y="46982"/>
                  <a:pt x="63669" y="49002"/>
                </a:cubicBezTo>
                <a:lnTo>
                  <a:pt x="82005" y="67490"/>
                </a:lnTo>
                <a:cubicBezTo>
                  <a:pt x="83995" y="69486"/>
                  <a:pt x="85108" y="72191"/>
                  <a:pt x="85098" y="75009"/>
                </a:cubicBezTo>
                <a:cubicBezTo>
                  <a:pt x="85105" y="77830"/>
                  <a:pt x="83993" y="80539"/>
                  <a:pt x="82005" y="82541"/>
                </a:cubicBezTo>
                <a:cubicBezTo>
                  <a:pt x="80018" y="84540"/>
                  <a:pt x="77319" y="85667"/>
                  <a:pt x="74500" y="85675"/>
                </a:cubicBezTo>
                <a:cubicBezTo>
                  <a:pt x="71675" y="85670"/>
                  <a:pt x="68968" y="84537"/>
                  <a:pt x="66982" y="82528"/>
                </a:cubicBezTo>
                <a:lnTo>
                  <a:pt x="48645" y="64040"/>
                </a:lnTo>
                <a:cubicBezTo>
                  <a:pt x="44526" y="59874"/>
                  <a:pt x="44526" y="53169"/>
                  <a:pt x="48645" y="49002"/>
                </a:cubicBezTo>
                <a:cubicBezTo>
                  <a:pt x="50621" y="46986"/>
                  <a:pt x="53327" y="45851"/>
                  <a:pt x="56150" y="45855"/>
                </a:cubicBezTo>
                <a:close/>
                <a:moveTo>
                  <a:pt x="159722" y="36770"/>
                </a:moveTo>
                <a:lnTo>
                  <a:pt x="159722" y="36783"/>
                </a:lnTo>
                <a:cubicBezTo>
                  <a:pt x="159707" y="40376"/>
                  <a:pt x="162603" y="43303"/>
                  <a:pt x="166196" y="43326"/>
                </a:cubicBezTo>
                <a:cubicBezTo>
                  <a:pt x="162598" y="43303"/>
                  <a:pt x="159699" y="40368"/>
                  <a:pt x="159722" y="36770"/>
                </a:cubicBezTo>
                <a:close/>
                <a:moveTo>
                  <a:pt x="166196" y="0"/>
                </a:moveTo>
                <a:cubicBezTo>
                  <a:pt x="172066" y="23"/>
                  <a:pt x="176809" y="4796"/>
                  <a:pt x="176794" y="10666"/>
                </a:cubicBezTo>
                <a:lnTo>
                  <a:pt x="176794" y="36783"/>
                </a:lnTo>
                <a:cubicBezTo>
                  <a:pt x="176809" y="42653"/>
                  <a:pt x="172066" y="47427"/>
                  <a:pt x="166196" y="47449"/>
                </a:cubicBezTo>
                <a:cubicBezTo>
                  <a:pt x="160320" y="47427"/>
                  <a:pt x="155576" y="42645"/>
                  <a:pt x="155598" y="36769"/>
                </a:cubicBezTo>
                <a:cubicBezTo>
                  <a:pt x="155598" y="36756"/>
                  <a:pt x="155598" y="36742"/>
                  <a:pt x="155598" y="36728"/>
                </a:cubicBezTo>
                <a:lnTo>
                  <a:pt x="155598" y="10666"/>
                </a:lnTo>
                <a:cubicBezTo>
                  <a:pt x="155583" y="4796"/>
                  <a:pt x="160326" y="23"/>
                  <a:pt x="166196" y="0"/>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图形 10"/>
          <p:cNvSpPr/>
          <p:nvPr/>
        </p:nvSpPr>
        <p:spPr>
          <a:xfrm>
            <a:off x="4501793" y="3453375"/>
            <a:ext cx="271495" cy="271495"/>
          </a:xfrm>
          <a:custGeom>
            <a:avLst/>
            <a:gdLst>
              <a:gd name="connsiteX0" fmla="*/ 0 w 313395"/>
              <a:gd name="connsiteY0" fmla="*/ 147076 h 313395"/>
              <a:gd name="connsiteX1" fmla="*/ 31615 w 313395"/>
              <a:gd name="connsiteY1" fmla="*/ 127833 h 313395"/>
              <a:gd name="connsiteX2" fmla="*/ 156698 w 313395"/>
              <a:gd name="connsiteY2" fmla="*/ 203432 h 313395"/>
              <a:gd name="connsiteX3" fmla="*/ 281781 w 313395"/>
              <a:gd name="connsiteY3" fmla="*/ 127833 h 313395"/>
              <a:gd name="connsiteX4" fmla="*/ 313396 w 313395"/>
              <a:gd name="connsiteY4" fmla="*/ 147076 h 313395"/>
              <a:gd name="connsiteX5" fmla="*/ 156698 w 313395"/>
              <a:gd name="connsiteY5" fmla="*/ 241920 h 313395"/>
              <a:gd name="connsiteX6" fmla="*/ 0 w 313395"/>
              <a:gd name="connsiteY6" fmla="*/ 147076 h 313395"/>
              <a:gd name="connsiteX7" fmla="*/ 0 w 313395"/>
              <a:gd name="connsiteY7" fmla="*/ 85222 h 313395"/>
              <a:gd name="connsiteX8" fmla="*/ 156698 w 313395"/>
              <a:gd name="connsiteY8" fmla="*/ 0 h 313395"/>
              <a:gd name="connsiteX9" fmla="*/ 313396 w 313395"/>
              <a:gd name="connsiteY9" fmla="*/ 85222 h 313395"/>
              <a:gd name="connsiteX10" fmla="*/ 156698 w 313395"/>
              <a:gd name="connsiteY10" fmla="*/ 170443 h 313395"/>
              <a:gd name="connsiteX11" fmla="*/ 0 w 313395"/>
              <a:gd name="connsiteY11" fmla="*/ 85222 h 313395"/>
              <a:gd name="connsiteX12" fmla="*/ 156698 w 313395"/>
              <a:gd name="connsiteY12" fmla="*/ 274909 h 313395"/>
              <a:gd name="connsiteX13" fmla="*/ 281781 w 313395"/>
              <a:gd name="connsiteY13" fmla="*/ 199309 h 313395"/>
              <a:gd name="connsiteX14" fmla="*/ 313396 w 313395"/>
              <a:gd name="connsiteY14" fmla="*/ 218552 h 313395"/>
              <a:gd name="connsiteX15" fmla="*/ 156698 w 313395"/>
              <a:gd name="connsiteY15" fmla="*/ 313396 h 313395"/>
              <a:gd name="connsiteX16" fmla="*/ 0 w 313395"/>
              <a:gd name="connsiteY16" fmla="*/ 218552 h 313395"/>
              <a:gd name="connsiteX17" fmla="*/ 31615 w 313395"/>
              <a:gd name="connsiteY17" fmla="*/ 199309 h 313395"/>
              <a:gd name="connsiteX18" fmla="*/ 156698 w 313395"/>
              <a:gd name="connsiteY18" fmla="*/ 274909 h 31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95" h="313395">
                <a:moveTo>
                  <a:pt x="0" y="147076"/>
                </a:moveTo>
                <a:lnTo>
                  <a:pt x="31615" y="127833"/>
                </a:lnTo>
                <a:lnTo>
                  <a:pt x="156698" y="203432"/>
                </a:lnTo>
                <a:lnTo>
                  <a:pt x="281781" y="127833"/>
                </a:lnTo>
                <a:lnTo>
                  <a:pt x="313396" y="147076"/>
                </a:lnTo>
                <a:lnTo>
                  <a:pt x="156698" y="241920"/>
                </a:lnTo>
                <a:lnTo>
                  <a:pt x="0" y="147076"/>
                </a:lnTo>
                <a:close/>
                <a:moveTo>
                  <a:pt x="0" y="85222"/>
                </a:moveTo>
                <a:lnTo>
                  <a:pt x="156698" y="0"/>
                </a:lnTo>
                <a:lnTo>
                  <a:pt x="313396" y="85222"/>
                </a:lnTo>
                <a:lnTo>
                  <a:pt x="156698" y="170443"/>
                </a:lnTo>
                <a:lnTo>
                  <a:pt x="0" y="85222"/>
                </a:lnTo>
                <a:close/>
                <a:moveTo>
                  <a:pt x="156698" y="274909"/>
                </a:moveTo>
                <a:lnTo>
                  <a:pt x="281781" y="199309"/>
                </a:lnTo>
                <a:lnTo>
                  <a:pt x="313396" y="218552"/>
                </a:lnTo>
                <a:lnTo>
                  <a:pt x="156698" y="313396"/>
                </a:lnTo>
                <a:lnTo>
                  <a:pt x="0" y="218552"/>
                </a:lnTo>
                <a:lnTo>
                  <a:pt x="31615" y="199309"/>
                </a:lnTo>
                <a:lnTo>
                  <a:pt x="156698" y="274909"/>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7339175" y="3422866"/>
            <a:ext cx="302055" cy="302004"/>
          </a:xfrm>
          <a:custGeom>
            <a:avLst/>
            <a:gdLst>
              <a:gd name="connsiteX0" fmla="*/ 176863 w 379902"/>
              <a:gd name="connsiteY0" fmla="*/ 393 h 379838"/>
              <a:gd name="connsiteX1" fmla="*/ 194904 w 379902"/>
              <a:gd name="connsiteY1" fmla="*/ 6 h 379838"/>
              <a:gd name="connsiteX2" fmla="*/ 285581 w 379902"/>
              <a:gd name="connsiteY2" fmla="*/ 25650 h 379838"/>
              <a:gd name="connsiteX3" fmla="*/ 342710 w 379902"/>
              <a:gd name="connsiteY3" fmla="*/ 76852 h 379838"/>
              <a:gd name="connsiteX4" fmla="*/ 379050 w 379902"/>
              <a:gd name="connsiteY4" fmla="*/ 171223 h 379838"/>
              <a:gd name="connsiteX5" fmla="*/ 379737 w 379902"/>
              <a:gd name="connsiteY5" fmla="*/ 198671 h 379838"/>
              <a:gd name="connsiteX6" fmla="*/ 352160 w 379902"/>
              <a:gd name="connsiteY6" fmla="*/ 288832 h 379838"/>
              <a:gd name="connsiteX7" fmla="*/ 297007 w 379902"/>
              <a:gd name="connsiteY7" fmla="*/ 346821 h 379838"/>
              <a:gd name="connsiteX8" fmla="*/ 213546 w 379902"/>
              <a:gd name="connsiteY8" fmla="*/ 378392 h 379838"/>
              <a:gd name="connsiteX9" fmla="*/ 146365 w 379902"/>
              <a:gd name="connsiteY9" fmla="*/ 374827 h 379838"/>
              <a:gd name="connsiteX10" fmla="*/ 87475 w 379902"/>
              <a:gd name="connsiteY10" fmla="*/ 349870 h 379838"/>
              <a:gd name="connsiteX11" fmla="*/ 31591 w 379902"/>
              <a:gd name="connsiteY11" fmla="*/ 294846 h 379838"/>
              <a:gd name="connsiteX12" fmla="*/ 1652 w 379902"/>
              <a:gd name="connsiteY12" fmla="*/ 214950 h 379838"/>
              <a:gd name="connsiteX13" fmla="*/ 5432 w 379902"/>
              <a:gd name="connsiteY13" fmla="*/ 144634 h 379838"/>
              <a:gd name="connsiteX14" fmla="*/ 43532 w 379902"/>
              <a:gd name="connsiteY14" fmla="*/ 68862 h 379838"/>
              <a:gd name="connsiteX15" fmla="*/ 116297 w 379902"/>
              <a:gd name="connsiteY15" fmla="*/ 14739 h 379838"/>
              <a:gd name="connsiteX16" fmla="*/ 176863 w 379902"/>
              <a:gd name="connsiteY16" fmla="*/ 393 h 379838"/>
              <a:gd name="connsiteX17" fmla="*/ 182834 w 379902"/>
              <a:gd name="connsiteY17" fmla="*/ 50220 h 379838"/>
              <a:gd name="connsiteX18" fmla="*/ 150489 w 379902"/>
              <a:gd name="connsiteY18" fmla="*/ 58596 h 379838"/>
              <a:gd name="connsiteX19" fmla="*/ 108308 w 379902"/>
              <a:gd name="connsiteY19" fmla="*/ 97298 h 379838"/>
              <a:gd name="connsiteX20" fmla="*/ 96109 w 379902"/>
              <a:gd name="connsiteY20" fmla="*/ 137589 h 379838"/>
              <a:gd name="connsiteX21" fmla="*/ 96624 w 379902"/>
              <a:gd name="connsiteY21" fmla="*/ 148672 h 379838"/>
              <a:gd name="connsiteX22" fmla="*/ 118703 w 379902"/>
              <a:gd name="connsiteY22" fmla="*/ 173370 h 379838"/>
              <a:gd name="connsiteX23" fmla="*/ 141554 w 379902"/>
              <a:gd name="connsiteY23" fmla="*/ 172769 h 379838"/>
              <a:gd name="connsiteX24" fmla="*/ 156803 w 379902"/>
              <a:gd name="connsiteY24" fmla="*/ 160656 h 379838"/>
              <a:gd name="connsiteX25" fmla="*/ 162645 w 379902"/>
              <a:gd name="connsiteY25" fmla="*/ 145020 h 379838"/>
              <a:gd name="connsiteX26" fmla="*/ 166597 w 379902"/>
              <a:gd name="connsiteY26" fmla="*/ 130029 h 379838"/>
              <a:gd name="connsiteX27" fmla="*/ 184380 w 379902"/>
              <a:gd name="connsiteY27" fmla="*/ 117358 h 379838"/>
              <a:gd name="connsiteX28" fmla="*/ 202163 w 379902"/>
              <a:gd name="connsiteY28" fmla="*/ 119591 h 379838"/>
              <a:gd name="connsiteX29" fmla="*/ 215092 w 379902"/>
              <a:gd name="connsiteY29" fmla="*/ 133036 h 379838"/>
              <a:gd name="connsiteX30" fmla="*/ 216897 w 379902"/>
              <a:gd name="connsiteY30" fmla="*/ 149445 h 379838"/>
              <a:gd name="connsiteX31" fmla="*/ 206373 w 379902"/>
              <a:gd name="connsiteY31" fmla="*/ 166025 h 379838"/>
              <a:gd name="connsiteX32" fmla="*/ 190480 w 379902"/>
              <a:gd name="connsiteY32" fmla="*/ 171395 h 379838"/>
              <a:gd name="connsiteX33" fmla="*/ 165008 w 379902"/>
              <a:gd name="connsiteY33" fmla="*/ 184066 h 379838"/>
              <a:gd name="connsiteX34" fmla="*/ 157791 w 379902"/>
              <a:gd name="connsiteY34" fmla="*/ 203997 h 379838"/>
              <a:gd name="connsiteX35" fmla="*/ 157791 w 379902"/>
              <a:gd name="connsiteY35" fmla="*/ 217356 h 379838"/>
              <a:gd name="connsiteX36" fmla="*/ 157791 w 379902"/>
              <a:gd name="connsiteY36" fmla="*/ 235526 h 379838"/>
              <a:gd name="connsiteX37" fmla="*/ 169990 w 379902"/>
              <a:gd name="connsiteY37" fmla="*/ 260482 h 379838"/>
              <a:gd name="connsiteX38" fmla="*/ 191253 w 379902"/>
              <a:gd name="connsiteY38" fmla="*/ 267999 h 379838"/>
              <a:gd name="connsiteX39" fmla="*/ 208735 w 379902"/>
              <a:gd name="connsiteY39" fmla="*/ 263016 h 379838"/>
              <a:gd name="connsiteX40" fmla="*/ 222910 w 379902"/>
              <a:gd name="connsiteY40" fmla="*/ 244890 h 379838"/>
              <a:gd name="connsiteX41" fmla="*/ 224542 w 379902"/>
              <a:gd name="connsiteY41" fmla="*/ 231874 h 379838"/>
              <a:gd name="connsiteX42" fmla="*/ 227163 w 379902"/>
              <a:gd name="connsiteY42" fmla="*/ 230672 h 379838"/>
              <a:gd name="connsiteX43" fmla="*/ 261054 w 379902"/>
              <a:gd name="connsiteY43" fmla="*/ 205973 h 379838"/>
              <a:gd name="connsiteX44" fmla="*/ 280512 w 379902"/>
              <a:gd name="connsiteY44" fmla="*/ 170149 h 379838"/>
              <a:gd name="connsiteX45" fmla="*/ 280297 w 379902"/>
              <a:gd name="connsiteY45" fmla="*/ 117444 h 379838"/>
              <a:gd name="connsiteX46" fmla="*/ 261140 w 379902"/>
              <a:gd name="connsiteY46" fmla="*/ 82479 h 379838"/>
              <a:gd name="connsiteX47" fmla="*/ 224199 w 379902"/>
              <a:gd name="connsiteY47" fmla="*/ 56405 h 379838"/>
              <a:gd name="connsiteX48" fmla="*/ 182834 w 379902"/>
              <a:gd name="connsiteY48" fmla="*/ 50220 h 379838"/>
              <a:gd name="connsiteX49" fmla="*/ 186528 w 379902"/>
              <a:gd name="connsiteY49" fmla="*/ 272767 h 379838"/>
              <a:gd name="connsiteX50" fmla="*/ 164578 w 379902"/>
              <a:gd name="connsiteY50" fmla="*/ 289348 h 379838"/>
              <a:gd name="connsiteX51" fmla="*/ 163332 w 379902"/>
              <a:gd name="connsiteY51" fmla="*/ 309708 h 379838"/>
              <a:gd name="connsiteX52" fmla="*/ 174286 w 379902"/>
              <a:gd name="connsiteY52" fmla="*/ 324742 h 379838"/>
              <a:gd name="connsiteX53" fmla="*/ 194904 w 379902"/>
              <a:gd name="connsiteY53" fmla="*/ 329639 h 379838"/>
              <a:gd name="connsiteX54" fmla="*/ 217240 w 379902"/>
              <a:gd name="connsiteY54" fmla="*/ 312371 h 379838"/>
              <a:gd name="connsiteX55" fmla="*/ 217842 w 379902"/>
              <a:gd name="connsiteY55" fmla="*/ 291624 h 379838"/>
              <a:gd name="connsiteX56" fmla="*/ 203581 w 379902"/>
              <a:gd name="connsiteY56" fmla="*/ 275516 h 379838"/>
              <a:gd name="connsiteX57" fmla="*/ 186528 w 379902"/>
              <a:gd name="connsiteY57" fmla="*/ 272767 h 37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9902" h="379838">
                <a:moveTo>
                  <a:pt x="176863" y="393"/>
                </a:moveTo>
                <a:cubicBezTo>
                  <a:pt x="182877" y="-80"/>
                  <a:pt x="188890" y="6"/>
                  <a:pt x="194904" y="6"/>
                </a:cubicBezTo>
                <a:cubicBezTo>
                  <a:pt x="226647" y="693"/>
                  <a:pt x="258176" y="9628"/>
                  <a:pt x="285581" y="25650"/>
                </a:cubicBezTo>
                <a:cubicBezTo>
                  <a:pt x="307831" y="38622"/>
                  <a:pt x="327418" y="56148"/>
                  <a:pt x="342710" y="76852"/>
                </a:cubicBezTo>
                <a:cubicBezTo>
                  <a:pt x="363071" y="104257"/>
                  <a:pt x="375828" y="137246"/>
                  <a:pt x="379050" y="171223"/>
                </a:cubicBezTo>
                <a:cubicBezTo>
                  <a:pt x="379995" y="180329"/>
                  <a:pt x="380038" y="189521"/>
                  <a:pt x="379737" y="198671"/>
                </a:cubicBezTo>
                <a:cubicBezTo>
                  <a:pt x="378363" y="230414"/>
                  <a:pt x="368784" y="261728"/>
                  <a:pt x="352160" y="288832"/>
                </a:cubicBezTo>
                <a:cubicBezTo>
                  <a:pt x="338157" y="311770"/>
                  <a:pt x="319214" y="331658"/>
                  <a:pt x="297007" y="346821"/>
                </a:cubicBezTo>
                <a:cubicBezTo>
                  <a:pt x="272222" y="363788"/>
                  <a:pt x="243357" y="374698"/>
                  <a:pt x="213546" y="378392"/>
                </a:cubicBezTo>
                <a:cubicBezTo>
                  <a:pt x="191167" y="381141"/>
                  <a:pt x="168315" y="379982"/>
                  <a:pt x="146365" y="374827"/>
                </a:cubicBezTo>
                <a:cubicBezTo>
                  <a:pt x="125489" y="369973"/>
                  <a:pt x="105516" y="361468"/>
                  <a:pt x="87475" y="349870"/>
                </a:cubicBezTo>
                <a:cubicBezTo>
                  <a:pt x="65310" y="335653"/>
                  <a:pt x="46152" y="316795"/>
                  <a:pt x="31591" y="294846"/>
                </a:cubicBezTo>
                <a:cubicBezTo>
                  <a:pt x="15698" y="270963"/>
                  <a:pt x="5346" y="243429"/>
                  <a:pt x="1652" y="214950"/>
                </a:cubicBezTo>
                <a:cubicBezTo>
                  <a:pt x="-1441" y="191540"/>
                  <a:pt x="-195" y="167572"/>
                  <a:pt x="5432" y="144634"/>
                </a:cubicBezTo>
                <a:cubicBezTo>
                  <a:pt x="12175" y="116928"/>
                  <a:pt x="25320" y="90812"/>
                  <a:pt x="43532" y="68862"/>
                </a:cubicBezTo>
                <a:cubicBezTo>
                  <a:pt x="62948" y="45323"/>
                  <a:pt x="88119" y="26552"/>
                  <a:pt x="116297" y="14739"/>
                </a:cubicBezTo>
                <a:cubicBezTo>
                  <a:pt x="135498" y="6664"/>
                  <a:pt x="156073" y="1810"/>
                  <a:pt x="176863" y="393"/>
                </a:cubicBezTo>
                <a:moveTo>
                  <a:pt x="182834" y="50220"/>
                </a:moveTo>
                <a:cubicBezTo>
                  <a:pt x="171665" y="51036"/>
                  <a:pt x="160669" y="53914"/>
                  <a:pt x="150489" y="58596"/>
                </a:cubicBezTo>
                <a:cubicBezTo>
                  <a:pt x="132878" y="66714"/>
                  <a:pt x="117929" y="80417"/>
                  <a:pt x="108308" y="97298"/>
                </a:cubicBezTo>
                <a:cubicBezTo>
                  <a:pt x="101263" y="109583"/>
                  <a:pt x="97054" y="123457"/>
                  <a:pt x="96109" y="137589"/>
                </a:cubicBezTo>
                <a:cubicBezTo>
                  <a:pt x="95808" y="141283"/>
                  <a:pt x="95550" y="145063"/>
                  <a:pt x="96624" y="148672"/>
                </a:cubicBezTo>
                <a:cubicBezTo>
                  <a:pt x="98944" y="160012"/>
                  <a:pt x="107663" y="169762"/>
                  <a:pt x="118703" y="173370"/>
                </a:cubicBezTo>
                <a:cubicBezTo>
                  <a:pt x="126091" y="175819"/>
                  <a:pt x="134338" y="175647"/>
                  <a:pt x="141554" y="172769"/>
                </a:cubicBezTo>
                <a:cubicBezTo>
                  <a:pt x="147697" y="170364"/>
                  <a:pt x="153066" y="166068"/>
                  <a:pt x="156803" y="160656"/>
                </a:cubicBezTo>
                <a:cubicBezTo>
                  <a:pt x="160025" y="156060"/>
                  <a:pt x="161872" y="150562"/>
                  <a:pt x="162645" y="145020"/>
                </a:cubicBezTo>
                <a:cubicBezTo>
                  <a:pt x="162559" y="139780"/>
                  <a:pt x="163848" y="134497"/>
                  <a:pt x="166597" y="130029"/>
                </a:cubicBezTo>
                <a:cubicBezTo>
                  <a:pt x="170420" y="123586"/>
                  <a:pt x="177035" y="118861"/>
                  <a:pt x="184380" y="117358"/>
                </a:cubicBezTo>
                <a:cubicBezTo>
                  <a:pt x="190308" y="116069"/>
                  <a:pt x="196708" y="116885"/>
                  <a:pt x="202163" y="119591"/>
                </a:cubicBezTo>
                <a:cubicBezTo>
                  <a:pt x="207876" y="122383"/>
                  <a:pt x="212515" y="127237"/>
                  <a:pt x="215092" y="133036"/>
                </a:cubicBezTo>
                <a:cubicBezTo>
                  <a:pt x="217369" y="138148"/>
                  <a:pt x="218013" y="143947"/>
                  <a:pt x="216897" y="149445"/>
                </a:cubicBezTo>
                <a:cubicBezTo>
                  <a:pt x="215608" y="156017"/>
                  <a:pt x="211785" y="162073"/>
                  <a:pt x="206373" y="166025"/>
                </a:cubicBezTo>
                <a:cubicBezTo>
                  <a:pt x="201820" y="169419"/>
                  <a:pt x="196192" y="171437"/>
                  <a:pt x="190480" y="171395"/>
                </a:cubicBezTo>
                <a:cubicBezTo>
                  <a:pt x="180686" y="171695"/>
                  <a:pt x="171064" y="176334"/>
                  <a:pt x="165008" y="184066"/>
                </a:cubicBezTo>
                <a:cubicBezTo>
                  <a:pt x="160497" y="189693"/>
                  <a:pt x="157963" y="196781"/>
                  <a:pt x="157791" y="203997"/>
                </a:cubicBezTo>
                <a:cubicBezTo>
                  <a:pt x="157748" y="208464"/>
                  <a:pt x="157791" y="212889"/>
                  <a:pt x="157791" y="217356"/>
                </a:cubicBezTo>
                <a:cubicBezTo>
                  <a:pt x="157491" y="223412"/>
                  <a:pt x="157834" y="229469"/>
                  <a:pt x="157791" y="235526"/>
                </a:cubicBezTo>
                <a:cubicBezTo>
                  <a:pt x="157963" y="245104"/>
                  <a:pt x="162559" y="254469"/>
                  <a:pt x="169990" y="260482"/>
                </a:cubicBezTo>
                <a:cubicBezTo>
                  <a:pt x="175918" y="265336"/>
                  <a:pt x="183564" y="268128"/>
                  <a:pt x="191253" y="267999"/>
                </a:cubicBezTo>
                <a:cubicBezTo>
                  <a:pt x="197395" y="268085"/>
                  <a:pt x="203538" y="266281"/>
                  <a:pt x="208735" y="263016"/>
                </a:cubicBezTo>
                <a:cubicBezTo>
                  <a:pt x="215436" y="258893"/>
                  <a:pt x="220548" y="252364"/>
                  <a:pt x="222910" y="244890"/>
                </a:cubicBezTo>
                <a:cubicBezTo>
                  <a:pt x="224328" y="240680"/>
                  <a:pt x="224585" y="236256"/>
                  <a:pt x="224542" y="231874"/>
                </a:cubicBezTo>
                <a:cubicBezTo>
                  <a:pt x="225359" y="231359"/>
                  <a:pt x="226304" y="231058"/>
                  <a:pt x="227163" y="230672"/>
                </a:cubicBezTo>
                <a:cubicBezTo>
                  <a:pt x="240135" y="225131"/>
                  <a:pt x="251776" y="216583"/>
                  <a:pt x="261054" y="205973"/>
                </a:cubicBezTo>
                <a:cubicBezTo>
                  <a:pt x="270074" y="195664"/>
                  <a:pt x="276775" y="183336"/>
                  <a:pt x="280512" y="170149"/>
                </a:cubicBezTo>
                <a:cubicBezTo>
                  <a:pt x="285409" y="153053"/>
                  <a:pt x="285366" y="134540"/>
                  <a:pt x="280297" y="117444"/>
                </a:cubicBezTo>
                <a:cubicBezTo>
                  <a:pt x="276517" y="104600"/>
                  <a:pt x="269945" y="92616"/>
                  <a:pt x="261140" y="82479"/>
                </a:cubicBezTo>
                <a:cubicBezTo>
                  <a:pt x="251174" y="70967"/>
                  <a:pt x="238374" y="61904"/>
                  <a:pt x="224199" y="56405"/>
                </a:cubicBezTo>
                <a:cubicBezTo>
                  <a:pt x="211141" y="51208"/>
                  <a:pt x="196880" y="49146"/>
                  <a:pt x="182834" y="50220"/>
                </a:cubicBezTo>
                <a:moveTo>
                  <a:pt x="186528" y="272767"/>
                </a:moveTo>
                <a:cubicBezTo>
                  <a:pt x="177035" y="274099"/>
                  <a:pt x="168444" y="280585"/>
                  <a:pt x="164578" y="289348"/>
                </a:cubicBezTo>
                <a:cubicBezTo>
                  <a:pt x="161700" y="295662"/>
                  <a:pt x="161270" y="303050"/>
                  <a:pt x="163332" y="309708"/>
                </a:cubicBezTo>
                <a:cubicBezTo>
                  <a:pt x="165179" y="315765"/>
                  <a:pt x="169131" y="321134"/>
                  <a:pt x="174286" y="324742"/>
                </a:cubicBezTo>
                <a:cubicBezTo>
                  <a:pt x="180213" y="328909"/>
                  <a:pt x="187730" y="330670"/>
                  <a:pt x="194904" y="329639"/>
                </a:cubicBezTo>
                <a:cubicBezTo>
                  <a:pt x="204697" y="328307"/>
                  <a:pt x="213503" y="321478"/>
                  <a:pt x="217240" y="312371"/>
                </a:cubicBezTo>
                <a:cubicBezTo>
                  <a:pt x="219989" y="305842"/>
                  <a:pt x="220247" y="298282"/>
                  <a:pt x="217842" y="291624"/>
                </a:cubicBezTo>
                <a:cubicBezTo>
                  <a:pt x="215436" y="284666"/>
                  <a:pt x="210153" y="278781"/>
                  <a:pt x="203581" y="275516"/>
                </a:cubicBezTo>
                <a:cubicBezTo>
                  <a:pt x="198340" y="272810"/>
                  <a:pt x="192327" y="271908"/>
                  <a:pt x="186528" y="27276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104"/>
          <p:cNvSpPr/>
          <p:nvPr/>
        </p:nvSpPr>
        <p:spPr>
          <a:xfrm>
            <a:off x="192088"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 name="矩形 105"/>
          <p:cNvSpPr/>
          <p:nvPr/>
        </p:nvSpPr>
        <p:spPr>
          <a:xfrm>
            <a:off x="2565714"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矩形 106"/>
          <p:cNvSpPr/>
          <p:nvPr/>
        </p:nvSpPr>
        <p:spPr>
          <a:xfrm>
            <a:off x="4939340"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 name="矩形 107"/>
          <p:cNvSpPr/>
          <p:nvPr/>
        </p:nvSpPr>
        <p:spPr>
          <a:xfrm>
            <a:off x="7312966"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矩形 108"/>
          <p:cNvSpPr/>
          <p:nvPr/>
        </p:nvSpPr>
        <p:spPr>
          <a:xfrm>
            <a:off x="9686592"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83326" y="1018953"/>
            <a:ext cx="1855044" cy="1855044"/>
          </a:xfrm>
          <a:prstGeom prst="ellipse">
            <a:avLst/>
          </a:prstGeom>
          <a:solidFill>
            <a:schemeClr val="accent1">
              <a:lumMod val="75000"/>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弧形 7"/>
          <p:cNvSpPr/>
          <p:nvPr/>
        </p:nvSpPr>
        <p:spPr>
          <a:xfrm>
            <a:off x="278038"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686487" y="1222114"/>
            <a:ext cx="1448723" cy="1448723"/>
          </a:xfrm>
          <a:prstGeom prst="ellipse">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308196" y="3279801"/>
            <a:ext cx="2081105" cy="40804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48501"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管理制度化建设</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582425"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部门内坚持每周一主持晨会形成例会会议备忘录。各岗位工作人员定期总结、汇报前期工作情况</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582425"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工作汇报制度安排</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82425"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定期集中清理、解决遗留未完工作；定期布置下期工作。集中讨论工作问题，互提建议，激发团队精神</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582425"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团队协作机制</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 name="直接连接符 14"/>
          <p:cNvCxnSpPr>
            <a:stCxn id="17" idx="7"/>
          </p:cNvCxnSpPr>
          <p:nvPr/>
        </p:nvCxnSpPr>
        <p:spPr>
          <a:xfrm>
            <a:off x="455891"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100000">
            <a:off x="339939"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泪滴形 16"/>
          <p:cNvSpPr/>
          <p:nvPr/>
        </p:nvSpPr>
        <p:spPr>
          <a:xfrm rot="8100000">
            <a:off x="339939"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320815"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320815"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2826858" y="1018953"/>
            <a:ext cx="1855044" cy="1855044"/>
          </a:xfrm>
          <a:prstGeom prst="ellipse">
            <a:avLst/>
          </a:prstGeom>
          <a:solidFill>
            <a:schemeClr val="accent1">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弧形 20"/>
          <p:cNvSpPr/>
          <p:nvPr/>
        </p:nvSpPr>
        <p:spPr>
          <a:xfrm flipV="1">
            <a:off x="2621570"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3030019" y="1222114"/>
            <a:ext cx="1448723" cy="1448723"/>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2654549" y="3279801"/>
            <a:ext cx="2135650" cy="408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2706712" y="3311179"/>
            <a:ext cx="2031325"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梳理工作岗位流程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929480"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对部门内现有事务和业务从工作量、工作流程、工作内容等方面进一步理清理顺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929480"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业务梳理优化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929480"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强化了专职管理人员项目管理制度、达到了职能职责明确分工的效果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确立了明确主责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2929480"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明确职能分工</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8" name="直接连接符 27"/>
          <p:cNvCxnSpPr>
            <a:stCxn id="30" idx="7"/>
          </p:cNvCxnSpPr>
          <p:nvPr/>
        </p:nvCxnSpPr>
        <p:spPr>
          <a:xfrm>
            <a:off x="2802946"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29" name="泪滴形 28"/>
          <p:cNvSpPr/>
          <p:nvPr/>
        </p:nvSpPr>
        <p:spPr>
          <a:xfrm rot="8100000">
            <a:off x="2686994"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泪滴形 29"/>
          <p:cNvSpPr/>
          <p:nvPr/>
        </p:nvSpPr>
        <p:spPr>
          <a:xfrm rot="8100000">
            <a:off x="2686994"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667870"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667870"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5170390" y="1018953"/>
            <a:ext cx="1855044" cy="1855044"/>
          </a:xfrm>
          <a:prstGeom prst="ellipse">
            <a:avLst/>
          </a:prstGeom>
          <a:solidFill>
            <a:schemeClr val="accent2">
              <a:alpha val="1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a:off x="4965102" y="813665"/>
            <a:ext cx="2265618" cy="2265618"/>
          </a:xfrm>
          <a:prstGeom prst="arc">
            <a:avLst>
              <a:gd name="adj1" fmla="val 1609856"/>
              <a:gd name="adj2" fmla="val 10404323"/>
            </a:avLst>
          </a:prstGeom>
          <a:ln w="38100">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5373551" y="1222114"/>
            <a:ext cx="1448723" cy="1448723"/>
          </a:xfrm>
          <a:prstGeom prst="ellipse">
            <a:avLst/>
          </a:prstGeom>
          <a:solidFill>
            <a:schemeClr val="accent2">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5041946" y="3279801"/>
            <a:ext cx="2108108" cy="4080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5284720" y="3311179"/>
            <a:ext cx="16225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提升服务水平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530773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我部始终坚持牢固树立服务意识，继续从窗口服务和过程服务深入深化开展服务工作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530773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优化窗口与过程服务</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530773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联系交通工具，送达考试地点和接送校外学员；多次电话提示学员确认准考证打印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530773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具体工作包括</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1" name="直接连接符 40"/>
          <p:cNvCxnSpPr>
            <a:stCxn id="43" idx="7"/>
          </p:cNvCxnSpPr>
          <p:nvPr/>
        </p:nvCxnSpPr>
        <p:spPr>
          <a:xfrm>
            <a:off x="518120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42" name="泪滴形 41"/>
          <p:cNvSpPr/>
          <p:nvPr/>
        </p:nvSpPr>
        <p:spPr>
          <a:xfrm rot="8100000">
            <a:off x="506525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泪滴形 42"/>
          <p:cNvSpPr/>
          <p:nvPr/>
        </p:nvSpPr>
        <p:spPr>
          <a:xfrm rot="8100000">
            <a:off x="506525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504612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04612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7513922" y="1018953"/>
            <a:ext cx="1855044" cy="1855044"/>
          </a:xfrm>
          <a:prstGeom prst="ellipse">
            <a:avLst/>
          </a:prstGeom>
          <a:solidFill>
            <a:schemeClr val="accent3">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弧形 46"/>
          <p:cNvSpPr/>
          <p:nvPr/>
        </p:nvSpPr>
        <p:spPr>
          <a:xfrm flipV="1">
            <a:off x="7308634" y="813665"/>
            <a:ext cx="2265618" cy="2265618"/>
          </a:xfrm>
          <a:prstGeom prst="arc">
            <a:avLst>
              <a:gd name="adj1" fmla="val 1609856"/>
              <a:gd name="adj2" fmla="val 10404323"/>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7717083" y="1222114"/>
            <a:ext cx="1448723" cy="1448723"/>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7415572" y="3279801"/>
            <a:ext cx="2108108" cy="40804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569379"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强化团队责任心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674419"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我部始终坚持工作责任心与业务能力并举齐抓的思路，以工作问责倒逼业务能力的提高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7674419"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责任与业务并举</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7674419"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对工作出现问题的人员，以岗位职责为依据问责，倒逼业务能力的提高，增强责任心，守住责任红线</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7674419"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以岗位职责为基准</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54" name="直接连接符 53"/>
          <p:cNvCxnSpPr>
            <a:stCxn id="56" idx="7"/>
          </p:cNvCxnSpPr>
          <p:nvPr/>
        </p:nvCxnSpPr>
        <p:spPr>
          <a:xfrm>
            <a:off x="7547885"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55" name="泪滴形 54"/>
          <p:cNvSpPr/>
          <p:nvPr/>
        </p:nvSpPr>
        <p:spPr>
          <a:xfrm rot="8100000">
            <a:off x="7431933"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泪滴形 55"/>
          <p:cNvSpPr/>
          <p:nvPr/>
        </p:nvSpPr>
        <p:spPr>
          <a:xfrm rot="8100000">
            <a:off x="7431933"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文本框 56"/>
          <p:cNvSpPr txBox="1"/>
          <p:nvPr/>
        </p:nvSpPr>
        <p:spPr>
          <a:xfrm>
            <a:off x="7412809"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7412809"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9857455" y="1018953"/>
            <a:ext cx="1855044" cy="1855044"/>
          </a:xfrm>
          <a:prstGeom prst="ellipse">
            <a:avLst/>
          </a:prstGeom>
          <a:solidFill>
            <a:schemeClr val="accent4">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弧形 59"/>
          <p:cNvSpPr/>
          <p:nvPr/>
        </p:nvSpPr>
        <p:spPr>
          <a:xfrm>
            <a:off x="9652167" y="813665"/>
            <a:ext cx="2265618" cy="2265618"/>
          </a:xfrm>
          <a:prstGeom prst="arc">
            <a:avLst>
              <a:gd name="adj1" fmla="val 1609856"/>
              <a:gd name="adj2" fmla="val 10404323"/>
            </a:avLst>
          </a:prstGeom>
          <a:ln w="38100">
            <a:solidFill>
              <a:schemeClr val="accent4"/>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椭圆 60"/>
          <p:cNvSpPr/>
          <p:nvPr/>
        </p:nvSpPr>
        <p:spPr>
          <a:xfrm>
            <a:off x="10060616" y="1222114"/>
            <a:ext cx="1448723" cy="1448723"/>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9789198" y="3279801"/>
            <a:ext cx="2108108" cy="40804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10058422" y="3311179"/>
            <a:ext cx="15696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总结工作方法</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1005267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以工作任务为牵引，依托工作岗位学习提高，通过观察、查阅资料和实践锻炼，较快地完成任务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005267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岗位学习与实践锻炼</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a:off x="1005267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在各级领导和同事的帮助指导下，不断进步，逐渐摸清了工作中的基本情况，找到了切入点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1005267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找准工作切入点</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7" name="直接连接符 66"/>
          <p:cNvCxnSpPr>
            <a:stCxn id="69" idx="7"/>
          </p:cNvCxnSpPr>
          <p:nvPr/>
        </p:nvCxnSpPr>
        <p:spPr>
          <a:xfrm>
            <a:off x="992614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68" name="泪滴形 67"/>
          <p:cNvSpPr/>
          <p:nvPr/>
        </p:nvSpPr>
        <p:spPr>
          <a:xfrm rot="8100000">
            <a:off x="981019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9" name="泪滴形 68"/>
          <p:cNvSpPr/>
          <p:nvPr/>
        </p:nvSpPr>
        <p:spPr>
          <a:xfrm rot="8100000">
            <a:off x="981019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979106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文本框 70"/>
          <p:cNvSpPr txBox="1"/>
          <p:nvPr/>
        </p:nvSpPr>
        <p:spPr>
          <a:xfrm>
            <a:off x="979106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任意多边形: 形状 71"/>
          <p:cNvSpPr/>
          <p:nvPr/>
        </p:nvSpPr>
        <p:spPr>
          <a:xfrm>
            <a:off x="1339502" y="1658126"/>
            <a:ext cx="363735" cy="363023"/>
          </a:xfrm>
          <a:custGeom>
            <a:avLst/>
            <a:gdLst>
              <a:gd name="connsiteX0" fmla="*/ 299673 w 363735"/>
              <a:gd name="connsiteY0" fmla="*/ 64063 h 363023"/>
              <a:gd name="connsiteX1" fmla="*/ 292555 w 363735"/>
              <a:gd name="connsiteY1" fmla="*/ 0 h 363023"/>
              <a:gd name="connsiteX2" fmla="*/ 214255 w 363735"/>
              <a:gd name="connsiteY2" fmla="*/ 78299 h 363023"/>
              <a:gd name="connsiteX3" fmla="*/ 218526 w 363735"/>
              <a:gd name="connsiteY3" fmla="*/ 115313 h 363023"/>
              <a:gd name="connsiteX4" fmla="*/ 104636 w 363735"/>
              <a:gd name="connsiteY4" fmla="*/ 229203 h 363023"/>
              <a:gd name="connsiteX5" fmla="*/ 71181 w 363735"/>
              <a:gd name="connsiteY5" fmla="*/ 220662 h 363023"/>
              <a:gd name="connsiteX6" fmla="*/ 0 w 363735"/>
              <a:gd name="connsiteY6" fmla="*/ 291843 h 363023"/>
              <a:gd name="connsiteX7" fmla="*/ 71181 w 363735"/>
              <a:gd name="connsiteY7" fmla="*/ 363024 h 363023"/>
              <a:gd name="connsiteX8" fmla="*/ 142362 w 363735"/>
              <a:gd name="connsiteY8" fmla="*/ 291843 h 363023"/>
              <a:gd name="connsiteX9" fmla="*/ 134532 w 363735"/>
              <a:gd name="connsiteY9" fmla="*/ 259099 h 363023"/>
              <a:gd name="connsiteX10" fmla="*/ 248422 w 363735"/>
              <a:gd name="connsiteY10" fmla="*/ 145210 h 363023"/>
              <a:gd name="connsiteX11" fmla="*/ 285436 w 363735"/>
              <a:gd name="connsiteY11" fmla="*/ 149480 h 363023"/>
              <a:gd name="connsiteX12" fmla="*/ 363736 w 363735"/>
              <a:gd name="connsiteY12" fmla="*/ 71181 h 363023"/>
              <a:gd name="connsiteX13" fmla="*/ 299673 w 363735"/>
              <a:gd name="connsiteY13" fmla="*/ 64063 h 36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735" h="363023">
                <a:moveTo>
                  <a:pt x="299673" y="64063"/>
                </a:moveTo>
                <a:lnTo>
                  <a:pt x="292555" y="0"/>
                </a:lnTo>
                <a:lnTo>
                  <a:pt x="214255" y="78299"/>
                </a:lnTo>
                <a:lnTo>
                  <a:pt x="218526" y="115313"/>
                </a:lnTo>
                <a:lnTo>
                  <a:pt x="104636" y="229203"/>
                </a:lnTo>
                <a:cubicBezTo>
                  <a:pt x="94671" y="224221"/>
                  <a:pt x="83282" y="220662"/>
                  <a:pt x="71181" y="220662"/>
                </a:cubicBezTo>
                <a:cubicBezTo>
                  <a:pt x="32032" y="220662"/>
                  <a:pt x="0" y="252693"/>
                  <a:pt x="0" y="291843"/>
                </a:cubicBezTo>
                <a:cubicBezTo>
                  <a:pt x="0" y="330992"/>
                  <a:pt x="32032" y="363024"/>
                  <a:pt x="71181" y="363024"/>
                </a:cubicBezTo>
                <a:cubicBezTo>
                  <a:pt x="110331" y="363024"/>
                  <a:pt x="142362" y="330992"/>
                  <a:pt x="142362" y="291843"/>
                </a:cubicBezTo>
                <a:cubicBezTo>
                  <a:pt x="142362" y="279742"/>
                  <a:pt x="139515" y="269065"/>
                  <a:pt x="134532" y="259099"/>
                </a:cubicBezTo>
                <a:lnTo>
                  <a:pt x="248422" y="145210"/>
                </a:lnTo>
                <a:lnTo>
                  <a:pt x="285436" y="149480"/>
                </a:lnTo>
                <a:lnTo>
                  <a:pt x="363736" y="71181"/>
                </a:lnTo>
                <a:lnTo>
                  <a:pt x="299673" y="64063"/>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任意多边形: 形状 72"/>
          <p:cNvSpPr/>
          <p:nvPr/>
        </p:nvSpPr>
        <p:spPr>
          <a:xfrm>
            <a:off x="1140906" y="1679481"/>
            <a:ext cx="540976" cy="540976"/>
          </a:xfrm>
          <a:custGeom>
            <a:avLst/>
            <a:gdLst>
              <a:gd name="connsiteX0" fmla="*/ 503963 w 540976"/>
              <a:gd name="connsiteY0" fmla="*/ 148057 h 540976"/>
              <a:gd name="connsiteX1" fmla="*/ 494709 w 540976"/>
              <a:gd name="connsiteY1" fmla="*/ 158022 h 540976"/>
              <a:gd name="connsiteX2" fmla="*/ 481185 w 540976"/>
              <a:gd name="connsiteY2" fmla="*/ 156599 h 540976"/>
              <a:gd name="connsiteX3" fmla="*/ 466237 w 540976"/>
              <a:gd name="connsiteY3" fmla="*/ 154463 h 540976"/>
              <a:gd name="connsiteX4" fmla="*/ 498268 w 540976"/>
              <a:gd name="connsiteY4" fmla="*/ 270488 h 540976"/>
              <a:gd name="connsiteX5" fmla="*/ 270488 w 540976"/>
              <a:gd name="connsiteY5" fmla="*/ 498268 h 540976"/>
              <a:gd name="connsiteX6" fmla="*/ 42709 w 540976"/>
              <a:gd name="connsiteY6" fmla="*/ 270488 h 540976"/>
              <a:gd name="connsiteX7" fmla="*/ 270488 w 540976"/>
              <a:gd name="connsiteY7" fmla="*/ 42709 h 540976"/>
              <a:gd name="connsiteX8" fmla="*/ 386514 w 540976"/>
              <a:gd name="connsiteY8" fmla="*/ 74740 h 540976"/>
              <a:gd name="connsiteX9" fmla="*/ 385090 w 540976"/>
              <a:gd name="connsiteY9" fmla="*/ 60504 h 540976"/>
              <a:gd name="connsiteX10" fmla="*/ 382955 w 540976"/>
              <a:gd name="connsiteY10" fmla="*/ 46268 h 540976"/>
              <a:gd name="connsiteX11" fmla="*/ 392920 w 540976"/>
              <a:gd name="connsiteY11" fmla="*/ 36302 h 540976"/>
              <a:gd name="connsiteX12" fmla="*/ 397903 w 540976"/>
              <a:gd name="connsiteY12" fmla="*/ 31320 h 540976"/>
              <a:gd name="connsiteX13" fmla="*/ 270488 w 540976"/>
              <a:gd name="connsiteY13" fmla="*/ 0 h 540976"/>
              <a:gd name="connsiteX14" fmla="*/ 0 w 540976"/>
              <a:gd name="connsiteY14" fmla="*/ 270488 h 540976"/>
              <a:gd name="connsiteX15" fmla="*/ 270488 w 540976"/>
              <a:gd name="connsiteY15" fmla="*/ 540977 h 540976"/>
              <a:gd name="connsiteX16" fmla="*/ 540977 w 540976"/>
              <a:gd name="connsiteY16" fmla="*/ 270488 h 540976"/>
              <a:gd name="connsiteX17" fmla="*/ 508945 w 540976"/>
              <a:gd name="connsiteY17" fmla="*/ 143786 h 540976"/>
              <a:gd name="connsiteX18" fmla="*/ 503963 w 540976"/>
              <a:gd name="connsiteY18" fmla="*/ 148057 h 54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976" h="540976">
                <a:moveTo>
                  <a:pt x="503963" y="148057"/>
                </a:moveTo>
                <a:lnTo>
                  <a:pt x="494709" y="158022"/>
                </a:lnTo>
                <a:lnTo>
                  <a:pt x="481185" y="156599"/>
                </a:lnTo>
                <a:lnTo>
                  <a:pt x="466237" y="154463"/>
                </a:lnTo>
                <a:cubicBezTo>
                  <a:pt x="486167" y="188630"/>
                  <a:pt x="498268" y="227780"/>
                  <a:pt x="498268" y="270488"/>
                </a:cubicBezTo>
                <a:cubicBezTo>
                  <a:pt x="498268" y="395767"/>
                  <a:pt x="395767" y="498268"/>
                  <a:pt x="270488" y="498268"/>
                </a:cubicBezTo>
                <a:cubicBezTo>
                  <a:pt x="145210" y="498268"/>
                  <a:pt x="42709" y="395767"/>
                  <a:pt x="42709" y="270488"/>
                </a:cubicBezTo>
                <a:cubicBezTo>
                  <a:pt x="42709" y="145210"/>
                  <a:pt x="145210" y="42709"/>
                  <a:pt x="270488" y="42709"/>
                </a:cubicBezTo>
                <a:cubicBezTo>
                  <a:pt x="312485" y="42709"/>
                  <a:pt x="352347" y="54098"/>
                  <a:pt x="386514" y="74740"/>
                </a:cubicBezTo>
                <a:lnTo>
                  <a:pt x="385090" y="60504"/>
                </a:lnTo>
                <a:lnTo>
                  <a:pt x="382955" y="46268"/>
                </a:lnTo>
                <a:lnTo>
                  <a:pt x="392920" y="36302"/>
                </a:lnTo>
                <a:lnTo>
                  <a:pt x="397903" y="31320"/>
                </a:lnTo>
                <a:cubicBezTo>
                  <a:pt x="359465" y="11389"/>
                  <a:pt x="316756" y="0"/>
                  <a:pt x="270488" y="0"/>
                </a:cubicBezTo>
                <a:cubicBezTo>
                  <a:pt x="121008" y="0"/>
                  <a:pt x="0" y="121008"/>
                  <a:pt x="0" y="270488"/>
                </a:cubicBezTo>
                <a:cubicBezTo>
                  <a:pt x="0" y="419969"/>
                  <a:pt x="121008" y="540977"/>
                  <a:pt x="270488" y="540977"/>
                </a:cubicBezTo>
                <a:cubicBezTo>
                  <a:pt x="419969" y="540977"/>
                  <a:pt x="540977" y="419969"/>
                  <a:pt x="540977" y="270488"/>
                </a:cubicBezTo>
                <a:cubicBezTo>
                  <a:pt x="540977" y="224221"/>
                  <a:pt x="529588" y="181512"/>
                  <a:pt x="508945" y="143786"/>
                </a:cubicBezTo>
                <a:lnTo>
                  <a:pt x="503963" y="14805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任意多边形: 形状 73"/>
          <p:cNvSpPr/>
          <p:nvPr/>
        </p:nvSpPr>
        <p:spPr>
          <a:xfrm>
            <a:off x="1240560" y="1779134"/>
            <a:ext cx="341669" cy="341669"/>
          </a:xfrm>
          <a:custGeom>
            <a:avLst/>
            <a:gdLst>
              <a:gd name="connsiteX0" fmla="*/ 289707 w 341669"/>
              <a:gd name="connsiteY0" fmla="*/ 122432 h 341669"/>
              <a:gd name="connsiteX1" fmla="*/ 298961 w 341669"/>
              <a:gd name="connsiteY1" fmla="*/ 170835 h 341669"/>
              <a:gd name="connsiteX2" fmla="*/ 170835 w 341669"/>
              <a:gd name="connsiteY2" fmla="*/ 298961 h 341669"/>
              <a:gd name="connsiteX3" fmla="*/ 42709 w 341669"/>
              <a:gd name="connsiteY3" fmla="*/ 170835 h 341669"/>
              <a:gd name="connsiteX4" fmla="*/ 170835 w 341669"/>
              <a:gd name="connsiteY4" fmla="*/ 42709 h 341669"/>
              <a:gd name="connsiteX5" fmla="*/ 219238 w 341669"/>
              <a:gd name="connsiteY5" fmla="*/ 51962 h 341669"/>
              <a:gd name="connsiteX6" fmla="*/ 251269 w 341669"/>
              <a:gd name="connsiteY6" fmla="*/ 19931 h 341669"/>
              <a:gd name="connsiteX7" fmla="*/ 170835 w 341669"/>
              <a:gd name="connsiteY7" fmla="*/ 0 h 341669"/>
              <a:gd name="connsiteX8" fmla="*/ 0 w 341669"/>
              <a:gd name="connsiteY8" fmla="*/ 170835 h 341669"/>
              <a:gd name="connsiteX9" fmla="*/ 170835 w 341669"/>
              <a:gd name="connsiteY9" fmla="*/ 341670 h 341669"/>
              <a:gd name="connsiteX10" fmla="*/ 341670 w 341669"/>
              <a:gd name="connsiteY10" fmla="*/ 170835 h 341669"/>
              <a:gd name="connsiteX11" fmla="*/ 321739 w 341669"/>
              <a:gd name="connsiteY11" fmla="*/ 90400 h 341669"/>
              <a:gd name="connsiteX12" fmla="*/ 289707 w 341669"/>
              <a:gd name="connsiteY12" fmla="*/ 122432 h 3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669" h="341669">
                <a:moveTo>
                  <a:pt x="289707" y="122432"/>
                </a:moveTo>
                <a:cubicBezTo>
                  <a:pt x="296114" y="137380"/>
                  <a:pt x="298961" y="153751"/>
                  <a:pt x="298961" y="170835"/>
                </a:cubicBezTo>
                <a:cubicBezTo>
                  <a:pt x="298961" y="241304"/>
                  <a:pt x="241304" y="298961"/>
                  <a:pt x="170835" y="298961"/>
                </a:cubicBezTo>
                <a:cubicBezTo>
                  <a:pt x="100365" y="298961"/>
                  <a:pt x="42709" y="241304"/>
                  <a:pt x="42709" y="170835"/>
                </a:cubicBezTo>
                <a:cubicBezTo>
                  <a:pt x="42709" y="100365"/>
                  <a:pt x="100365" y="42709"/>
                  <a:pt x="170835" y="42709"/>
                </a:cubicBezTo>
                <a:cubicBezTo>
                  <a:pt x="187918" y="42709"/>
                  <a:pt x="204290" y="46268"/>
                  <a:pt x="219238" y="51962"/>
                </a:cubicBezTo>
                <a:lnTo>
                  <a:pt x="251269" y="19931"/>
                </a:lnTo>
                <a:cubicBezTo>
                  <a:pt x="227068" y="7118"/>
                  <a:pt x="200019" y="0"/>
                  <a:pt x="170835" y="0"/>
                </a:cubicBezTo>
                <a:cubicBezTo>
                  <a:pt x="76876" y="0"/>
                  <a:pt x="0" y="76876"/>
                  <a:pt x="0" y="170835"/>
                </a:cubicBezTo>
                <a:cubicBezTo>
                  <a:pt x="0" y="264794"/>
                  <a:pt x="76876" y="341670"/>
                  <a:pt x="170835" y="341670"/>
                </a:cubicBezTo>
                <a:cubicBezTo>
                  <a:pt x="264794" y="341670"/>
                  <a:pt x="341670" y="264794"/>
                  <a:pt x="341670" y="170835"/>
                </a:cubicBezTo>
                <a:cubicBezTo>
                  <a:pt x="341670" y="141650"/>
                  <a:pt x="334551" y="114602"/>
                  <a:pt x="321739" y="90400"/>
                </a:cubicBezTo>
                <a:lnTo>
                  <a:pt x="289707" y="12243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a:off x="8180351" y="1839048"/>
            <a:ext cx="653441" cy="417542"/>
          </a:xfrm>
          <a:custGeom>
            <a:avLst/>
            <a:gdLst>
              <a:gd name="connsiteX0" fmla="*/ 477626 w 591515"/>
              <a:gd name="connsiteY0" fmla="*/ 143786 h 377971"/>
              <a:gd name="connsiteX1" fmla="*/ 549518 w 591515"/>
              <a:gd name="connsiteY1" fmla="*/ 71893 h 377971"/>
              <a:gd name="connsiteX2" fmla="*/ 591515 w 591515"/>
              <a:gd name="connsiteY2" fmla="*/ 113890 h 377971"/>
              <a:gd name="connsiteX3" fmla="*/ 591515 w 591515"/>
              <a:gd name="connsiteY3" fmla="*/ 0 h 377971"/>
              <a:gd name="connsiteX4" fmla="*/ 477626 w 591515"/>
              <a:gd name="connsiteY4" fmla="*/ 0 h 377971"/>
              <a:gd name="connsiteX5" fmla="*/ 519622 w 591515"/>
              <a:gd name="connsiteY5" fmla="*/ 41997 h 377971"/>
              <a:gd name="connsiteX6" fmla="*/ 449153 w 591515"/>
              <a:gd name="connsiteY6" fmla="*/ 112466 h 377971"/>
              <a:gd name="connsiteX7" fmla="*/ 328145 w 591515"/>
              <a:gd name="connsiteY7" fmla="*/ 233474 h 377971"/>
              <a:gd name="connsiteX8" fmla="*/ 221373 w 591515"/>
              <a:gd name="connsiteY8" fmla="*/ 126702 h 377971"/>
              <a:gd name="connsiteX9" fmla="*/ 0 w 591515"/>
              <a:gd name="connsiteY9" fmla="*/ 348076 h 377971"/>
              <a:gd name="connsiteX10" fmla="*/ 29896 w 591515"/>
              <a:gd name="connsiteY10" fmla="*/ 377972 h 377971"/>
              <a:gd name="connsiteX11" fmla="*/ 221373 w 591515"/>
              <a:gd name="connsiteY11" fmla="*/ 186495 h 377971"/>
              <a:gd name="connsiteX12" fmla="*/ 328145 w 591515"/>
              <a:gd name="connsiteY12" fmla="*/ 293266 h 377971"/>
              <a:gd name="connsiteX13" fmla="*/ 477626 w 591515"/>
              <a:gd name="connsiteY13" fmla="*/ 143786 h 37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515" h="377971">
                <a:moveTo>
                  <a:pt x="477626" y="143786"/>
                </a:moveTo>
                <a:lnTo>
                  <a:pt x="549518" y="71893"/>
                </a:lnTo>
                <a:lnTo>
                  <a:pt x="591515" y="113890"/>
                </a:lnTo>
                <a:lnTo>
                  <a:pt x="591515" y="0"/>
                </a:lnTo>
                <a:lnTo>
                  <a:pt x="477626" y="0"/>
                </a:lnTo>
                <a:lnTo>
                  <a:pt x="519622" y="41997"/>
                </a:lnTo>
                <a:lnTo>
                  <a:pt x="449153" y="112466"/>
                </a:lnTo>
                <a:lnTo>
                  <a:pt x="328145" y="233474"/>
                </a:lnTo>
                <a:lnTo>
                  <a:pt x="221373" y="126702"/>
                </a:lnTo>
                <a:lnTo>
                  <a:pt x="0" y="348076"/>
                </a:lnTo>
                <a:lnTo>
                  <a:pt x="29896" y="377972"/>
                </a:lnTo>
                <a:lnTo>
                  <a:pt x="221373" y="186495"/>
                </a:lnTo>
                <a:lnTo>
                  <a:pt x="328145" y="293266"/>
                </a:lnTo>
                <a:lnTo>
                  <a:pt x="477626" y="143786"/>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任意多边形: 形状 75"/>
          <p:cNvSpPr/>
          <p:nvPr/>
        </p:nvSpPr>
        <p:spPr>
          <a:xfrm>
            <a:off x="8228317"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7" name="任意多边形: 形状 76"/>
          <p:cNvSpPr/>
          <p:nvPr/>
        </p:nvSpPr>
        <p:spPr>
          <a:xfrm>
            <a:off x="8173391" y="1793836"/>
            <a:ext cx="498889" cy="337256"/>
          </a:xfrm>
          <a:custGeom>
            <a:avLst/>
            <a:gdLst>
              <a:gd name="connsiteX0" fmla="*/ 428191 w 451609"/>
              <a:gd name="connsiteY0" fmla="*/ 140296 h 305294"/>
              <a:gd name="connsiteX1" fmla="*/ 435309 w 451609"/>
              <a:gd name="connsiteY1" fmla="*/ 133178 h 305294"/>
              <a:gd name="connsiteX2" fmla="*/ 451610 w 451609"/>
              <a:gd name="connsiteY2" fmla="*/ 116878 h 305294"/>
              <a:gd name="connsiteX3" fmla="*/ 431822 w 451609"/>
              <a:gd name="connsiteY3" fmla="*/ 27901 h 305294"/>
              <a:gd name="connsiteX4" fmla="*/ 426981 w 451609"/>
              <a:gd name="connsiteY4" fmla="*/ 19929 h 305294"/>
              <a:gd name="connsiteX5" fmla="*/ 398509 w 451609"/>
              <a:gd name="connsiteY5" fmla="*/ 4767 h 305294"/>
              <a:gd name="connsiteX6" fmla="*/ 341137 w 451609"/>
              <a:gd name="connsiteY6" fmla="*/ 4767 h 305294"/>
              <a:gd name="connsiteX7" fmla="*/ 312664 w 451609"/>
              <a:gd name="connsiteY7" fmla="*/ 19929 h 305294"/>
              <a:gd name="connsiteX8" fmla="*/ 307824 w 451609"/>
              <a:gd name="connsiteY8" fmla="*/ 27901 h 305294"/>
              <a:gd name="connsiteX9" fmla="*/ 298855 w 451609"/>
              <a:gd name="connsiteY9" fmla="*/ 69613 h 305294"/>
              <a:gd name="connsiteX10" fmla="*/ 298855 w 451609"/>
              <a:gd name="connsiteY10" fmla="*/ 69613 h 305294"/>
              <a:gd name="connsiteX11" fmla="*/ 289530 w 451609"/>
              <a:gd name="connsiteY11" fmla="*/ 27901 h 305294"/>
              <a:gd name="connsiteX12" fmla="*/ 284619 w 451609"/>
              <a:gd name="connsiteY12" fmla="*/ 19929 h 305294"/>
              <a:gd name="connsiteX13" fmla="*/ 256146 w 451609"/>
              <a:gd name="connsiteY13" fmla="*/ 4767 h 305294"/>
              <a:gd name="connsiteX14" fmla="*/ 170729 w 451609"/>
              <a:gd name="connsiteY14" fmla="*/ 19929 h 305294"/>
              <a:gd name="connsiteX15" fmla="*/ 165889 w 451609"/>
              <a:gd name="connsiteY15" fmla="*/ 27901 h 305294"/>
              <a:gd name="connsiteX16" fmla="*/ 156493 w 451609"/>
              <a:gd name="connsiteY16" fmla="*/ 68261 h 305294"/>
              <a:gd name="connsiteX17" fmla="*/ 156493 w 451609"/>
              <a:gd name="connsiteY17" fmla="*/ 68261 h 305294"/>
              <a:gd name="connsiteX18" fmla="*/ 147239 w 451609"/>
              <a:gd name="connsiteY18" fmla="*/ 27901 h 305294"/>
              <a:gd name="connsiteX19" fmla="*/ 142257 w 451609"/>
              <a:gd name="connsiteY19" fmla="*/ 19929 h 305294"/>
              <a:gd name="connsiteX20" fmla="*/ 113784 w 451609"/>
              <a:gd name="connsiteY20" fmla="*/ 4767 h 305294"/>
              <a:gd name="connsiteX21" fmla="*/ 56412 w 451609"/>
              <a:gd name="connsiteY21" fmla="*/ 4767 h 305294"/>
              <a:gd name="connsiteX22" fmla="*/ 27940 w 451609"/>
              <a:gd name="connsiteY22" fmla="*/ 19929 h 305294"/>
              <a:gd name="connsiteX23" fmla="*/ 23099 w 451609"/>
              <a:gd name="connsiteY23" fmla="*/ 27901 h 305294"/>
              <a:gd name="connsiteX24" fmla="*/ 464 w 451609"/>
              <a:gd name="connsiteY24" fmla="*/ 131256 h 305294"/>
              <a:gd name="connsiteX25" fmla="*/ 11209 w 451609"/>
              <a:gd name="connsiteY25" fmla="*/ 149345 h 305294"/>
              <a:gd name="connsiteX26" fmla="*/ 11782 w 451609"/>
              <a:gd name="connsiteY26" fmla="*/ 149479 h 305294"/>
              <a:gd name="connsiteX27" fmla="*/ 14131 w 451609"/>
              <a:gd name="connsiteY27" fmla="*/ 149479 h 305294"/>
              <a:gd name="connsiteX28" fmla="*/ 28367 w 451609"/>
              <a:gd name="connsiteY28" fmla="*/ 138303 h 305294"/>
              <a:gd name="connsiteX29" fmla="*/ 49721 w 451609"/>
              <a:gd name="connsiteY29" fmla="*/ 42707 h 305294"/>
              <a:gd name="connsiteX30" fmla="*/ 49721 w 451609"/>
              <a:gd name="connsiteY30" fmla="*/ 42707 h 305294"/>
              <a:gd name="connsiteX31" fmla="*/ 49721 w 451609"/>
              <a:gd name="connsiteY31" fmla="*/ 93246 h 305294"/>
              <a:gd name="connsiteX32" fmla="*/ 28367 w 451609"/>
              <a:gd name="connsiteY32" fmla="*/ 199305 h 305294"/>
              <a:gd name="connsiteX33" fmla="*/ 49721 w 451609"/>
              <a:gd name="connsiteY33" fmla="*/ 199305 h 305294"/>
              <a:gd name="connsiteX34" fmla="*/ 49721 w 451609"/>
              <a:gd name="connsiteY34" fmla="*/ 305294 h 305294"/>
              <a:gd name="connsiteX35" fmla="*/ 78194 w 451609"/>
              <a:gd name="connsiteY35" fmla="*/ 276822 h 305294"/>
              <a:gd name="connsiteX36" fmla="*/ 78194 w 451609"/>
              <a:gd name="connsiteY36" fmla="*/ 199305 h 305294"/>
              <a:gd name="connsiteX37" fmla="*/ 92430 w 451609"/>
              <a:gd name="connsiteY37" fmla="*/ 199305 h 305294"/>
              <a:gd name="connsiteX38" fmla="*/ 92430 w 451609"/>
              <a:gd name="connsiteY38" fmla="*/ 262585 h 305294"/>
              <a:gd name="connsiteX39" fmla="*/ 120902 w 451609"/>
              <a:gd name="connsiteY39" fmla="*/ 234113 h 305294"/>
              <a:gd name="connsiteX40" fmla="*/ 120902 w 451609"/>
              <a:gd name="connsiteY40" fmla="*/ 199305 h 305294"/>
              <a:gd name="connsiteX41" fmla="*/ 142257 w 451609"/>
              <a:gd name="connsiteY41" fmla="*/ 199305 h 305294"/>
              <a:gd name="connsiteX42" fmla="*/ 120902 w 451609"/>
              <a:gd name="connsiteY42" fmla="*/ 93317 h 305294"/>
              <a:gd name="connsiteX43" fmla="*/ 120902 w 451609"/>
              <a:gd name="connsiteY43" fmla="*/ 43490 h 305294"/>
              <a:gd name="connsiteX44" fmla="*/ 120902 w 451609"/>
              <a:gd name="connsiteY44" fmla="*/ 43490 h 305294"/>
              <a:gd name="connsiteX45" fmla="*/ 142257 w 451609"/>
              <a:gd name="connsiteY45" fmla="*/ 136452 h 305294"/>
              <a:gd name="connsiteX46" fmla="*/ 156493 w 451609"/>
              <a:gd name="connsiteY46" fmla="*/ 149479 h 305294"/>
              <a:gd name="connsiteX47" fmla="*/ 156493 w 451609"/>
              <a:gd name="connsiteY47" fmla="*/ 149479 h 305294"/>
              <a:gd name="connsiteX48" fmla="*/ 170302 w 451609"/>
              <a:gd name="connsiteY48" fmla="*/ 138303 h 305294"/>
              <a:gd name="connsiteX49" fmla="*/ 170729 w 451609"/>
              <a:gd name="connsiteY49" fmla="*/ 135242 h 305294"/>
              <a:gd name="connsiteX50" fmla="*/ 191514 w 451609"/>
              <a:gd name="connsiteY50" fmla="*/ 43917 h 305294"/>
              <a:gd name="connsiteX51" fmla="*/ 191514 w 451609"/>
              <a:gd name="connsiteY51" fmla="*/ 43917 h 305294"/>
              <a:gd name="connsiteX52" fmla="*/ 191514 w 451609"/>
              <a:gd name="connsiteY52" fmla="*/ 163288 h 305294"/>
              <a:gd name="connsiteX53" fmla="*/ 207245 w 451609"/>
              <a:gd name="connsiteY53" fmla="*/ 147486 h 305294"/>
              <a:gd name="connsiteX54" fmla="*/ 247512 w 451609"/>
              <a:gd name="connsiteY54" fmla="*/ 147463 h 305294"/>
              <a:gd name="connsiteX55" fmla="*/ 247534 w 451609"/>
              <a:gd name="connsiteY55" fmla="*/ 147486 h 305294"/>
              <a:gd name="connsiteX56" fmla="*/ 263265 w 451609"/>
              <a:gd name="connsiteY56" fmla="*/ 162647 h 305294"/>
              <a:gd name="connsiteX57" fmla="*/ 263265 w 451609"/>
              <a:gd name="connsiteY57" fmla="*/ 43988 h 305294"/>
              <a:gd name="connsiteX58" fmla="*/ 263265 w 451609"/>
              <a:gd name="connsiteY58" fmla="*/ 43988 h 305294"/>
              <a:gd name="connsiteX59" fmla="*/ 284619 w 451609"/>
              <a:gd name="connsiteY59" fmla="*/ 138374 h 305294"/>
              <a:gd name="connsiteX60" fmla="*/ 298855 w 451609"/>
              <a:gd name="connsiteY60" fmla="*/ 149479 h 305294"/>
              <a:gd name="connsiteX61" fmla="*/ 298855 w 451609"/>
              <a:gd name="connsiteY61" fmla="*/ 149479 h 305294"/>
              <a:gd name="connsiteX62" fmla="*/ 312736 w 451609"/>
              <a:gd name="connsiteY62" fmla="*/ 138303 h 305294"/>
              <a:gd name="connsiteX63" fmla="*/ 334090 w 451609"/>
              <a:gd name="connsiteY63" fmla="*/ 43917 h 305294"/>
              <a:gd name="connsiteX64" fmla="*/ 334090 w 451609"/>
              <a:gd name="connsiteY64" fmla="*/ 43917 h 305294"/>
              <a:gd name="connsiteX65" fmla="*/ 334090 w 451609"/>
              <a:gd name="connsiteY65" fmla="*/ 233971 h 305294"/>
              <a:gd name="connsiteX66" fmla="*/ 334090 w 451609"/>
              <a:gd name="connsiteY66" fmla="*/ 233971 h 305294"/>
              <a:gd name="connsiteX67" fmla="*/ 362562 w 451609"/>
              <a:gd name="connsiteY67" fmla="*/ 205498 h 305294"/>
              <a:gd name="connsiteX68" fmla="*/ 362562 w 451609"/>
              <a:gd name="connsiteY68" fmla="*/ 156597 h 305294"/>
              <a:gd name="connsiteX69" fmla="*/ 376799 w 451609"/>
              <a:gd name="connsiteY69" fmla="*/ 156597 h 305294"/>
              <a:gd name="connsiteX70" fmla="*/ 376799 w 451609"/>
              <a:gd name="connsiteY70" fmla="*/ 191547 h 305294"/>
              <a:gd name="connsiteX71" fmla="*/ 405271 w 451609"/>
              <a:gd name="connsiteY71" fmla="*/ 163074 h 305294"/>
              <a:gd name="connsiteX72" fmla="*/ 405271 w 451609"/>
              <a:gd name="connsiteY72" fmla="*/ 43988 h 305294"/>
              <a:gd name="connsiteX73" fmla="*/ 405271 w 451609"/>
              <a:gd name="connsiteY73" fmla="*/ 43988 h 305294"/>
              <a:gd name="connsiteX74" fmla="*/ 427693 w 451609"/>
              <a:gd name="connsiteY74" fmla="*/ 140367 h 30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51609" h="305294">
                <a:moveTo>
                  <a:pt x="428191" y="140296"/>
                </a:moveTo>
                <a:lnTo>
                  <a:pt x="435309" y="133178"/>
                </a:lnTo>
                <a:lnTo>
                  <a:pt x="451610" y="116878"/>
                </a:lnTo>
                <a:lnTo>
                  <a:pt x="431822" y="27901"/>
                </a:lnTo>
                <a:cubicBezTo>
                  <a:pt x="431217" y="24749"/>
                  <a:pt x="429498" y="21920"/>
                  <a:pt x="426981" y="19929"/>
                </a:cubicBezTo>
                <a:cubicBezTo>
                  <a:pt x="418456" y="13239"/>
                  <a:pt x="408817" y="8107"/>
                  <a:pt x="398509" y="4767"/>
                </a:cubicBezTo>
                <a:cubicBezTo>
                  <a:pt x="379913" y="-1589"/>
                  <a:pt x="359733" y="-1589"/>
                  <a:pt x="341137" y="4767"/>
                </a:cubicBezTo>
                <a:cubicBezTo>
                  <a:pt x="330831" y="8115"/>
                  <a:pt x="321194" y="13247"/>
                  <a:pt x="312664" y="19929"/>
                </a:cubicBezTo>
                <a:cubicBezTo>
                  <a:pt x="310201" y="21968"/>
                  <a:pt x="308497" y="24776"/>
                  <a:pt x="307824" y="27901"/>
                </a:cubicBezTo>
                <a:lnTo>
                  <a:pt x="298855" y="69613"/>
                </a:lnTo>
                <a:lnTo>
                  <a:pt x="298855" y="69613"/>
                </a:lnTo>
                <a:lnTo>
                  <a:pt x="289530" y="27901"/>
                </a:lnTo>
                <a:cubicBezTo>
                  <a:pt x="288878" y="24751"/>
                  <a:pt x="287139" y="21929"/>
                  <a:pt x="284619" y="19929"/>
                </a:cubicBezTo>
                <a:cubicBezTo>
                  <a:pt x="276094" y="13239"/>
                  <a:pt x="266455" y="8107"/>
                  <a:pt x="256146" y="4767"/>
                </a:cubicBezTo>
                <a:cubicBezTo>
                  <a:pt x="226922" y="-4665"/>
                  <a:pt x="194922" y="1015"/>
                  <a:pt x="170729" y="19929"/>
                </a:cubicBezTo>
                <a:cubicBezTo>
                  <a:pt x="168266" y="21968"/>
                  <a:pt x="166561" y="24776"/>
                  <a:pt x="165889" y="27901"/>
                </a:cubicBezTo>
                <a:lnTo>
                  <a:pt x="156493" y="68261"/>
                </a:lnTo>
                <a:cubicBezTo>
                  <a:pt x="156493" y="68261"/>
                  <a:pt x="156493" y="68261"/>
                  <a:pt x="156493" y="68261"/>
                </a:cubicBezTo>
                <a:lnTo>
                  <a:pt x="147239" y="27901"/>
                </a:lnTo>
                <a:cubicBezTo>
                  <a:pt x="146529" y="24756"/>
                  <a:pt x="144772" y="21945"/>
                  <a:pt x="142257" y="19929"/>
                </a:cubicBezTo>
                <a:cubicBezTo>
                  <a:pt x="133727" y="13247"/>
                  <a:pt x="124090" y="8115"/>
                  <a:pt x="113784" y="4767"/>
                </a:cubicBezTo>
                <a:cubicBezTo>
                  <a:pt x="95188" y="-1589"/>
                  <a:pt x="75008" y="-1589"/>
                  <a:pt x="56412" y="4767"/>
                </a:cubicBezTo>
                <a:cubicBezTo>
                  <a:pt x="46113" y="8130"/>
                  <a:pt x="36479" y="13261"/>
                  <a:pt x="27940" y="19929"/>
                </a:cubicBezTo>
                <a:cubicBezTo>
                  <a:pt x="25477" y="21968"/>
                  <a:pt x="23772" y="24776"/>
                  <a:pt x="23099" y="27901"/>
                </a:cubicBezTo>
                <a:lnTo>
                  <a:pt x="464" y="131256"/>
                </a:lnTo>
                <a:cubicBezTo>
                  <a:pt x="-1564" y="139219"/>
                  <a:pt x="3246" y="147317"/>
                  <a:pt x="11209" y="149345"/>
                </a:cubicBezTo>
                <a:cubicBezTo>
                  <a:pt x="11399" y="149393"/>
                  <a:pt x="11590" y="149438"/>
                  <a:pt x="11782" y="149479"/>
                </a:cubicBezTo>
                <a:cubicBezTo>
                  <a:pt x="12563" y="149549"/>
                  <a:pt x="13349" y="149549"/>
                  <a:pt x="14131" y="149479"/>
                </a:cubicBezTo>
                <a:cubicBezTo>
                  <a:pt x="20938" y="149637"/>
                  <a:pt x="26905" y="144954"/>
                  <a:pt x="28367" y="138303"/>
                </a:cubicBezTo>
                <a:lnTo>
                  <a:pt x="49721" y="42707"/>
                </a:lnTo>
                <a:lnTo>
                  <a:pt x="49721" y="42707"/>
                </a:lnTo>
                <a:lnTo>
                  <a:pt x="49721" y="93246"/>
                </a:lnTo>
                <a:lnTo>
                  <a:pt x="28367" y="199305"/>
                </a:lnTo>
                <a:lnTo>
                  <a:pt x="49721" y="199305"/>
                </a:lnTo>
                <a:lnTo>
                  <a:pt x="49721" y="305294"/>
                </a:lnTo>
                <a:lnTo>
                  <a:pt x="78194" y="276822"/>
                </a:lnTo>
                <a:lnTo>
                  <a:pt x="78194" y="199305"/>
                </a:lnTo>
                <a:lnTo>
                  <a:pt x="92430" y="199305"/>
                </a:lnTo>
                <a:lnTo>
                  <a:pt x="92430" y="262585"/>
                </a:lnTo>
                <a:lnTo>
                  <a:pt x="120902" y="234113"/>
                </a:lnTo>
                <a:lnTo>
                  <a:pt x="120902" y="199305"/>
                </a:lnTo>
                <a:lnTo>
                  <a:pt x="142257" y="199305"/>
                </a:lnTo>
                <a:lnTo>
                  <a:pt x="120902" y="93317"/>
                </a:lnTo>
                <a:lnTo>
                  <a:pt x="120902" y="43490"/>
                </a:lnTo>
                <a:lnTo>
                  <a:pt x="120902" y="43490"/>
                </a:lnTo>
                <a:lnTo>
                  <a:pt x="142257" y="136452"/>
                </a:lnTo>
                <a:cubicBezTo>
                  <a:pt x="142887" y="143839"/>
                  <a:pt x="149080" y="149506"/>
                  <a:pt x="156493" y="149479"/>
                </a:cubicBezTo>
                <a:lnTo>
                  <a:pt x="156493" y="149479"/>
                </a:lnTo>
                <a:cubicBezTo>
                  <a:pt x="163141" y="149435"/>
                  <a:pt x="168873" y="144796"/>
                  <a:pt x="170302" y="138303"/>
                </a:cubicBezTo>
                <a:lnTo>
                  <a:pt x="170729" y="135242"/>
                </a:lnTo>
                <a:lnTo>
                  <a:pt x="191514" y="43917"/>
                </a:lnTo>
                <a:cubicBezTo>
                  <a:pt x="191514" y="43917"/>
                  <a:pt x="191514" y="43917"/>
                  <a:pt x="191514" y="43917"/>
                </a:cubicBezTo>
                <a:lnTo>
                  <a:pt x="191514" y="163288"/>
                </a:lnTo>
                <a:lnTo>
                  <a:pt x="207245" y="147486"/>
                </a:lnTo>
                <a:cubicBezTo>
                  <a:pt x="218358" y="136360"/>
                  <a:pt x="236386" y="136350"/>
                  <a:pt x="247512" y="147463"/>
                </a:cubicBezTo>
                <a:cubicBezTo>
                  <a:pt x="247519" y="147471"/>
                  <a:pt x="247526" y="147478"/>
                  <a:pt x="247534" y="147486"/>
                </a:cubicBezTo>
                <a:lnTo>
                  <a:pt x="263265" y="162647"/>
                </a:lnTo>
                <a:lnTo>
                  <a:pt x="263265" y="43988"/>
                </a:lnTo>
                <a:cubicBezTo>
                  <a:pt x="263265" y="43988"/>
                  <a:pt x="263265" y="43988"/>
                  <a:pt x="263265" y="43988"/>
                </a:cubicBezTo>
                <a:lnTo>
                  <a:pt x="284619" y="138374"/>
                </a:lnTo>
                <a:cubicBezTo>
                  <a:pt x="286110" y="144996"/>
                  <a:pt x="292069" y="149644"/>
                  <a:pt x="298855" y="149479"/>
                </a:cubicBezTo>
                <a:lnTo>
                  <a:pt x="298855" y="149479"/>
                </a:lnTo>
                <a:cubicBezTo>
                  <a:pt x="305530" y="149468"/>
                  <a:pt x="311301" y="144821"/>
                  <a:pt x="312736" y="138303"/>
                </a:cubicBezTo>
                <a:lnTo>
                  <a:pt x="334090" y="43917"/>
                </a:lnTo>
                <a:cubicBezTo>
                  <a:pt x="334090" y="43917"/>
                  <a:pt x="334090" y="43917"/>
                  <a:pt x="334090" y="43917"/>
                </a:cubicBezTo>
                <a:lnTo>
                  <a:pt x="334090" y="233971"/>
                </a:lnTo>
                <a:lnTo>
                  <a:pt x="334090" y="233971"/>
                </a:lnTo>
                <a:lnTo>
                  <a:pt x="362562" y="205498"/>
                </a:lnTo>
                <a:lnTo>
                  <a:pt x="362562" y="156597"/>
                </a:lnTo>
                <a:lnTo>
                  <a:pt x="376799" y="156597"/>
                </a:lnTo>
                <a:lnTo>
                  <a:pt x="376799" y="191547"/>
                </a:lnTo>
                <a:lnTo>
                  <a:pt x="405271" y="163074"/>
                </a:lnTo>
                <a:lnTo>
                  <a:pt x="405271" y="43988"/>
                </a:lnTo>
                <a:cubicBezTo>
                  <a:pt x="405271" y="43988"/>
                  <a:pt x="405271" y="43988"/>
                  <a:pt x="405271" y="43988"/>
                </a:cubicBezTo>
                <a:lnTo>
                  <a:pt x="427693" y="14036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任意多边形: 形状 77"/>
          <p:cNvSpPr/>
          <p:nvPr/>
        </p:nvSpPr>
        <p:spPr>
          <a:xfrm>
            <a:off x="8542771"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9" name="任意多边形: 形状 78"/>
          <p:cNvSpPr/>
          <p:nvPr/>
        </p:nvSpPr>
        <p:spPr>
          <a:xfrm>
            <a:off x="8385270"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任意多边形: 形状 79"/>
          <p:cNvSpPr/>
          <p:nvPr/>
        </p:nvSpPr>
        <p:spPr>
          <a:xfrm>
            <a:off x="5901749" y="1981964"/>
            <a:ext cx="455559" cy="227779"/>
          </a:xfrm>
          <a:custGeom>
            <a:avLst/>
            <a:gdLst>
              <a:gd name="connsiteX0" fmla="*/ 432781 w 455559"/>
              <a:gd name="connsiteY0" fmla="*/ 68334 h 227779"/>
              <a:gd name="connsiteX1" fmla="*/ 321739 w 455559"/>
              <a:gd name="connsiteY1" fmla="*/ 14236 h 227779"/>
              <a:gd name="connsiteX2" fmla="*/ 227780 w 455559"/>
              <a:gd name="connsiteY2" fmla="*/ 0 h 227779"/>
              <a:gd name="connsiteX3" fmla="*/ 133821 w 455559"/>
              <a:gd name="connsiteY3" fmla="*/ 14236 h 227779"/>
              <a:gd name="connsiteX4" fmla="*/ 22778 w 455559"/>
              <a:gd name="connsiteY4" fmla="*/ 68334 h 227779"/>
              <a:gd name="connsiteX5" fmla="*/ 0 w 455559"/>
              <a:gd name="connsiteY5" fmla="*/ 113890 h 227779"/>
              <a:gd name="connsiteX6" fmla="*/ 0 w 455559"/>
              <a:gd name="connsiteY6" fmla="*/ 227780 h 227779"/>
              <a:gd name="connsiteX7" fmla="*/ 455559 w 455559"/>
              <a:gd name="connsiteY7" fmla="*/ 227780 h 227779"/>
              <a:gd name="connsiteX8" fmla="*/ 455559 w 455559"/>
              <a:gd name="connsiteY8" fmla="*/ 113890 h 227779"/>
              <a:gd name="connsiteX9" fmla="*/ 432781 w 455559"/>
              <a:gd name="connsiteY9" fmla="*/ 68334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59" h="227779">
                <a:moveTo>
                  <a:pt x="432781" y="68334"/>
                </a:moveTo>
                <a:cubicBezTo>
                  <a:pt x="401462" y="42709"/>
                  <a:pt x="361600" y="25625"/>
                  <a:pt x="321739" y="14236"/>
                </a:cubicBezTo>
                <a:cubicBezTo>
                  <a:pt x="293266" y="5694"/>
                  <a:pt x="261947" y="0"/>
                  <a:pt x="227780" y="0"/>
                </a:cubicBezTo>
                <a:cubicBezTo>
                  <a:pt x="196460" y="0"/>
                  <a:pt x="165140" y="5694"/>
                  <a:pt x="133821" y="14236"/>
                </a:cubicBezTo>
                <a:cubicBezTo>
                  <a:pt x="93959" y="25625"/>
                  <a:pt x="54098" y="45556"/>
                  <a:pt x="22778" y="68334"/>
                </a:cubicBezTo>
                <a:cubicBezTo>
                  <a:pt x="8542" y="79723"/>
                  <a:pt x="0" y="96806"/>
                  <a:pt x="0" y="113890"/>
                </a:cubicBezTo>
                <a:lnTo>
                  <a:pt x="0" y="227780"/>
                </a:lnTo>
                <a:lnTo>
                  <a:pt x="455559" y="227780"/>
                </a:lnTo>
                <a:lnTo>
                  <a:pt x="455559" y="113890"/>
                </a:lnTo>
                <a:cubicBezTo>
                  <a:pt x="455559" y="96806"/>
                  <a:pt x="447018" y="79723"/>
                  <a:pt x="432781" y="6833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1" name="任意多边形: 形状 80"/>
          <p:cNvSpPr/>
          <p:nvPr/>
        </p:nvSpPr>
        <p:spPr>
          <a:xfrm>
            <a:off x="6004250" y="1668767"/>
            <a:ext cx="318179" cy="270488"/>
          </a:xfrm>
          <a:custGeom>
            <a:avLst/>
            <a:gdLst>
              <a:gd name="connsiteX0" fmla="*/ 14236 w 318179"/>
              <a:gd name="connsiteY0" fmla="*/ 74028 h 270488"/>
              <a:gd name="connsiteX1" fmla="*/ 24202 w 318179"/>
              <a:gd name="connsiteY1" fmla="*/ 69758 h 270488"/>
              <a:gd name="connsiteX2" fmla="*/ 24202 w 318179"/>
              <a:gd name="connsiteY2" fmla="*/ 69758 h 270488"/>
              <a:gd name="connsiteX3" fmla="*/ 125279 w 318179"/>
              <a:gd name="connsiteY3" fmla="*/ 28472 h 270488"/>
              <a:gd name="connsiteX4" fmla="*/ 267641 w 318179"/>
              <a:gd name="connsiteY4" fmla="*/ 170835 h 270488"/>
              <a:gd name="connsiteX5" fmla="*/ 267641 w 318179"/>
              <a:gd name="connsiteY5" fmla="*/ 203578 h 270488"/>
              <a:gd name="connsiteX6" fmla="*/ 185783 w 318179"/>
              <a:gd name="connsiteY6" fmla="*/ 230627 h 270488"/>
              <a:gd name="connsiteX7" fmla="*/ 175106 w 318179"/>
              <a:gd name="connsiteY7" fmla="*/ 227780 h 270488"/>
              <a:gd name="connsiteX8" fmla="*/ 153751 w 318179"/>
              <a:gd name="connsiteY8" fmla="*/ 249134 h 270488"/>
              <a:gd name="connsiteX9" fmla="*/ 175106 w 318179"/>
              <a:gd name="connsiteY9" fmla="*/ 270488 h 270488"/>
              <a:gd name="connsiteX10" fmla="*/ 195036 w 318179"/>
              <a:gd name="connsiteY10" fmla="*/ 257676 h 270488"/>
              <a:gd name="connsiteX11" fmla="*/ 308214 w 318179"/>
              <a:gd name="connsiteY11" fmla="*/ 219950 h 270488"/>
              <a:gd name="connsiteX12" fmla="*/ 318180 w 318179"/>
              <a:gd name="connsiteY12" fmla="*/ 206425 h 270488"/>
              <a:gd name="connsiteX13" fmla="*/ 318180 w 318179"/>
              <a:gd name="connsiteY13" fmla="*/ 142362 h 270488"/>
              <a:gd name="connsiteX14" fmla="*/ 303944 w 318179"/>
              <a:gd name="connsiteY14" fmla="*/ 128126 h 270488"/>
              <a:gd name="connsiteX15" fmla="*/ 291131 w 318179"/>
              <a:gd name="connsiteY15" fmla="*/ 128126 h 270488"/>
              <a:gd name="connsiteX16" fmla="*/ 125279 w 318179"/>
              <a:gd name="connsiteY16" fmla="*/ 0 h 270488"/>
              <a:gd name="connsiteX17" fmla="*/ 5695 w 318179"/>
              <a:gd name="connsiteY17" fmla="*/ 48403 h 270488"/>
              <a:gd name="connsiteX18" fmla="*/ 0 w 318179"/>
              <a:gd name="connsiteY18" fmla="*/ 59792 h 270488"/>
              <a:gd name="connsiteX19" fmla="*/ 14236 w 318179"/>
              <a:gd name="connsiteY19" fmla="*/ 74028 h 27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8179" h="270488">
                <a:moveTo>
                  <a:pt x="14236" y="74028"/>
                </a:moveTo>
                <a:cubicBezTo>
                  <a:pt x="18507" y="74028"/>
                  <a:pt x="22066" y="72605"/>
                  <a:pt x="24202" y="69758"/>
                </a:cubicBezTo>
                <a:lnTo>
                  <a:pt x="24202" y="69758"/>
                </a:lnTo>
                <a:cubicBezTo>
                  <a:pt x="50539" y="44132"/>
                  <a:pt x="86129" y="28472"/>
                  <a:pt x="125279" y="28472"/>
                </a:cubicBezTo>
                <a:cubicBezTo>
                  <a:pt x="203578" y="28472"/>
                  <a:pt x="267641" y="92535"/>
                  <a:pt x="267641" y="170835"/>
                </a:cubicBezTo>
                <a:lnTo>
                  <a:pt x="267641" y="203578"/>
                </a:lnTo>
                <a:lnTo>
                  <a:pt x="185783" y="230627"/>
                </a:lnTo>
                <a:cubicBezTo>
                  <a:pt x="182224" y="229203"/>
                  <a:pt x="178665" y="227780"/>
                  <a:pt x="175106" y="227780"/>
                </a:cubicBezTo>
                <a:cubicBezTo>
                  <a:pt x="163005" y="227780"/>
                  <a:pt x="153751" y="237033"/>
                  <a:pt x="153751" y="249134"/>
                </a:cubicBezTo>
                <a:cubicBezTo>
                  <a:pt x="153751" y="261235"/>
                  <a:pt x="163005" y="270488"/>
                  <a:pt x="175106" y="270488"/>
                </a:cubicBezTo>
                <a:cubicBezTo>
                  <a:pt x="183647" y="270488"/>
                  <a:pt x="191477" y="265506"/>
                  <a:pt x="195036" y="257676"/>
                </a:cubicBezTo>
                <a:lnTo>
                  <a:pt x="308214" y="219950"/>
                </a:lnTo>
                <a:cubicBezTo>
                  <a:pt x="313909" y="217814"/>
                  <a:pt x="318180" y="212832"/>
                  <a:pt x="318180" y="206425"/>
                </a:cubicBezTo>
                <a:lnTo>
                  <a:pt x="318180" y="142362"/>
                </a:lnTo>
                <a:cubicBezTo>
                  <a:pt x="318180" y="134532"/>
                  <a:pt x="311773" y="128126"/>
                  <a:pt x="303944" y="128126"/>
                </a:cubicBezTo>
                <a:lnTo>
                  <a:pt x="291131" y="128126"/>
                </a:lnTo>
                <a:cubicBezTo>
                  <a:pt x="271912" y="54809"/>
                  <a:pt x="205002" y="0"/>
                  <a:pt x="125279" y="0"/>
                </a:cubicBezTo>
                <a:cubicBezTo>
                  <a:pt x="79011" y="0"/>
                  <a:pt x="37014" y="18507"/>
                  <a:pt x="5695" y="48403"/>
                </a:cubicBezTo>
                <a:cubicBezTo>
                  <a:pt x="2135" y="51250"/>
                  <a:pt x="0" y="54809"/>
                  <a:pt x="0" y="59792"/>
                </a:cubicBezTo>
                <a:cubicBezTo>
                  <a:pt x="0" y="67622"/>
                  <a:pt x="6406" y="74028"/>
                  <a:pt x="14236" y="74028"/>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2" name="任意多边形: 形状 81"/>
          <p:cNvSpPr/>
          <p:nvPr/>
        </p:nvSpPr>
        <p:spPr>
          <a:xfrm>
            <a:off x="6015639" y="1725712"/>
            <a:ext cx="227779" cy="227779"/>
          </a:xfrm>
          <a:custGeom>
            <a:avLst/>
            <a:gdLst>
              <a:gd name="connsiteX0" fmla="*/ 227068 w 227779"/>
              <a:gd name="connsiteY0" fmla="*/ 125991 h 227779"/>
              <a:gd name="connsiteX1" fmla="*/ 227780 w 227779"/>
              <a:gd name="connsiteY1" fmla="*/ 113890 h 227779"/>
              <a:gd name="connsiteX2" fmla="*/ 113890 w 227779"/>
              <a:gd name="connsiteY2" fmla="*/ 0 h 227779"/>
              <a:gd name="connsiteX3" fmla="*/ 0 w 227779"/>
              <a:gd name="connsiteY3" fmla="*/ 113890 h 227779"/>
              <a:gd name="connsiteX4" fmla="*/ 113890 w 227779"/>
              <a:gd name="connsiteY4" fmla="*/ 227780 h 227779"/>
              <a:gd name="connsiteX5" fmla="*/ 121008 w 227779"/>
              <a:gd name="connsiteY5" fmla="*/ 227068 h 227779"/>
              <a:gd name="connsiteX6" fmla="*/ 121008 w 227779"/>
              <a:gd name="connsiteY6" fmla="*/ 192189 h 227779"/>
              <a:gd name="connsiteX7" fmla="*/ 121008 w 227779"/>
              <a:gd name="connsiteY7" fmla="*/ 192189 h 227779"/>
              <a:gd name="connsiteX8" fmla="*/ 125279 w 227779"/>
              <a:gd name="connsiteY8" fmla="*/ 172970 h 227779"/>
              <a:gd name="connsiteX9" fmla="*/ 150192 w 227779"/>
              <a:gd name="connsiteY9" fmla="*/ 151616 h 227779"/>
              <a:gd name="connsiteX10" fmla="*/ 227068 w 227779"/>
              <a:gd name="connsiteY10" fmla="*/ 125991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779" h="227779">
                <a:moveTo>
                  <a:pt x="227068" y="125991"/>
                </a:moveTo>
                <a:cubicBezTo>
                  <a:pt x="227780" y="121720"/>
                  <a:pt x="227780" y="118161"/>
                  <a:pt x="227780" y="113890"/>
                </a:cubicBezTo>
                <a:cubicBezTo>
                  <a:pt x="227780" y="51250"/>
                  <a:pt x="176529" y="0"/>
                  <a:pt x="113890" y="0"/>
                </a:cubicBezTo>
                <a:cubicBezTo>
                  <a:pt x="51250" y="0"/>
                  <a:pt x="0" y="51250"/>
                  <a:pt x="0" y="113890"/>
                </a:cubicBezTo>
                <a:cubicBezTo>
                  <a:pt x="0" y="176529"/>
                  <a:pt x="51250" y="227780"/>
                  <a:pt x="113890" y="227780"/>
                </a:cubicBezTo>
                <a:cubicBezTo>
                  <a:pt x="116025" y="227780"/>
                  <a:pt x="118873" y="227780"/>
                  <a:pt x="121008" y="227068"/>
                </a:cubicBezTo>
                <a:lnTo>
                  <a:pt x="121008" y="192189"/>
                </a:lnTo>
                <a:lnTo>
                  <a:pt x="121008" y="192189"/>
                </a:lnTo>
                <a:cubicBezTo>
                  <a:pt x="121008" y="185783"/>
                  <a:pt x="122432" y="179377"/>
                  <a:pt x="125279" y="172970"/>
                </a:cubicBezTo>
                <a:cubicBezTo>
                  <a:pt x="130261" y="163005"/>
                  <a:pt x="138803" y="155175"/>
                  <a:pt x="150192" y="151616"/>
                </a:cubicBezTo>
                <a:lnTo>
                  <a:pt x="227068" y="12599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3541894" y="1650385"/>
            <a:ext cx="441323" cy="569449"/>
          </a:xfrm>
          <a:custGeom>
            <a:avLst/>
            <a:gdLst>
              <a:gd name="connsiteX0" fmla="*/ 42709 w 441323"/>
              <a:gd name="connsiteY0" fmla="*/ 42709 h 569449"/>
              <a:gd name="connsiteX1" fmla="*/ 398614 w 441323"/>
              <a:gd name="connsiteY1" fmla="*/ 42709 h 569449"/>
              <a:gd name="connsiteX2" fmla="*/ 398614 w 441323"/>
              <a:gd name="connsiteY2" fmla="*/ 526741 h 569449"/>
              <a:gd name="connsiteX3" fmla="*/ 42709 w 441323"/>
              <a:gd name="connsiteY3" fmla="*/ 526741 h 569449"/>
              <a:gd name="connsiteX4" fmla="*/ 42709 w 441323"/>
              <a:gd name="connsiteY4" fmla="*/ 42709 h 569449"/>
              <a:gd name="connsiteX5" fmla="*/ 0 w 441323"/>
              <a:gd name="connsiteY5" fmla="*/ 569449 h 569449"/>
              <a:gd name="connsiteX6" fmla="*/ 441323 w 441323"/>
              <a:gd name="connsiteY6" fmla="*/ 569449 h 569449"/>
              <a:gd name="connsiteX7" fmla="*/ 441323 w 441323"/>
              <a:gd name="connsiteY7" fmla="*/ 0 h 569449"/>
              <a:gd name="connsiteX8" fmla="*/ 0 w 441323"/>
              <a:gd name="connsiteY8" fmla="*/ 0 h 569449"/>
              <a:gd name="connsiteX9" fmla="*/ 0 w 441323"/>
              <a:gd name="connsiteY9" fmla="*/ 569449 h 56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323" h="569449">
                <a:moveTo>
                  <a:pt x="42709" y="42709"/>
                </a:moveTo>
                <a:lnTo>
                  <a:pt x="398614" y="42709"/>
                </a:lnTo>
                <a:lnTo>
                  <a:pt x="398614" y="526741"/>
                </a:lnTo>
                <a:lnTo>
                  <a:pt x="42709" y="526741"/>
                </a:lnTo>
                <a:lnTo>
                  <a:pt x="42709" y="42709"/>
                </a:lnTo>
                <a:close/>
                <a:moveTo>
                  <a:pt x="0" y="569449"/>
                </a:moveTo>
                <a:lnTo>
                  <a:pt x="441323" y="569449"/>
                </a:lnTo>
                <a:lnTo>
                  <a:pt x="441323" y="0"/>
                </a:lnTo>
                <a:lnTo>
                  <a:pt x="0" y="0"/>
                </a:lnTo>
                <a:lnTo>
                  <a:pt x="0" y="569449"/>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4" name="任意多边形: 形状 83"/>
          <p:cNvSpPr/>
          <p:nvPr/>
        </p:nvSpPr>
        <p:spPr>
          <a:xfrm>
            <a:off x="3776792" y="175715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3776792" y="187104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3776792" y="209882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7" name="任意多边形: 形状 86"/>
          <p:cNvSpPr/>
          <p:nvPr/>
        </p:nvSpPr>
        <p:spPr>
          <a:xfrm>
            <a:off x="3776792" y="198493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8" name="任意多边形: 形状 87"/>
          <p:cNvSpPr/>
          <p:nvPr/>
        </p:nvSpPr>
        <p:spPr>
          <a:xfrm>
            <a:off x="3627312" y="1721567"/>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a:off x="3627312" y="183545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任意多边形: 形状 89"/>
          <p:cNvSpPr/>
          <p:nvPr/>
        </p:nvSpPr>
        <p:spPr>
          <a:xfrm>
            <a:off x="3627312" y="194934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任意多边形: 形状 90"/>
          <p:cNvSpPr/>
          <p:nvPr/>
        </p:nvSpPr>
        <p:spPr>
          <a:xfrm>
            <a:off x="3627312" y="2061812"/>
            <a:ext cx="105348" cy="86840"/>
          </a:xfrm>
          <a:custGeom>
            <a:avLst/>
            <a:gdLst>
              <a:gd name="connsiteX0" fmla="*/ 105348 w 105348"/>
              <a:gd name="connsiteY0" fmla="*/ 19931 h 86840"/>
              <a:gd name="connsiteX1" fmla="*/ 85417 w 105348"/>
              <a:gd name="connsiteY1" fmla="*/ 0 h 86840"/>
              <a:gd name="connsiteX2" fmla="*/ 38438 w 105348"/>
              <a:gd name="connsiteY2" fmla="*/ 46980 h 86840"/>
              <a:gd name="connsiteX3" fmla="*/ 19931 w 105348"/>
              <a:gd name="connsiteY3" fmla="*/ 28472 h 86840"/>
              <a:gd name="connsiteX4" fmla="*/ 0 w 105348"/>
              <a:gd name="connsiteY4" fmla="*/ 48403 h 86840"/>
              <a:gd name="connsiteX5" fmla="*/ 38438 w 105348"/>
              <a:gd name="connsiteY5" fmla="*/ 86841 h 8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0">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2" name="任意多边形: 形状 91"/>
          <p:cNvSpPr/>
          <p:nvPr/>
        </p:nvSpPr>
        <p:spPr>
          <a:xfrm>
            <a:off x="10763781"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a:off x="10731536"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4" name="任意多边形: 形状 93"/>
          <p:cNvSpPr/>
          <p:nvPr/>
        </p:nvSpPr>
        <p:spPr>
          <a:xfrm>
            <a:off x="10905147"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5" name="任意多边形: 形状 94"/>
          <p:cNvSpPr/>
          <p:nvPr/>
        </p:nvSpPr>
        <p:spPr>
          <a:xfrm>
            <a:off x="10873898"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6" name="任意多边形: 形状 95"/>
          <p:cNvSpPr/>
          <p:nvPr/>
        </p:nvSpPr>
        <p:spPr>
          <a:xfrm>
            <a:off x="11047509"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a:off x="11016261"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a:off x="10614372" y="1778527"/>
            <a:ext cx="84563" cy="84563"/>
          </a:xfrm>
          <a:custGeom>
            <a:avLst/>
            <a:gdLst>
              <a:gd name="connsiteX0" fmla="*/ 84563 w 84563"/>
              <a:gd name="connsiteY0" fmla="*/ 42282 h 84563"/>
              <a:gd name="connsiteX1" fmla="*/ 42282 w 84563"/>
              <a:gd name="connsiteY1" fmla="*/ 84563 h 84563"/>
              <a:gd name="connsiteX2" fmla="*/ 0 w 84563"/>
              <a:gd name="connsiteY2" fmla="*/ 42282 h 84563"/>
              <a:gd name="connsiteX3" fmla="*/ 42282 w 84563"/>
              <a:gd name="connsiteY3" fmla="*/ 0 h 84563"/>
              <a:gd name="connsiteX4" fmla="*/ 84563 w 84563"/>
              <a:gd name="connsiteY4" fmla="*/ 42282 h 8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63" h="84563">
                <a:moveTo>
                  <a:pt x="84563" y="42282"/>
                </a:moveTo>
                <a:cubicBezTo>
                  <a:pt x="84563" y="65633"/>
                  <a:pt x="65633" y="84563"/>
                  <a:pt x="42282" y="84563"/>
                </a:cubicBezTo>
                <a:cubicBezTo>
                  <a:pt x="18930" y="84563"/>
                  <a:pt x="0" y="65633"/>
                  <a:pt x="0" y="42282"/>
                </a:cubicBezTo>
                <a:cubicBezTo>
                  <a:pt x="0" y="18930"/>
                  <a:pt x="18930" y="0"/>
                  <a:pt x="42282" y="0"/>
                </a:cubicBezTo>
                <a:cubicBezTo>
                  <a:pt x="65633" y="0"/>
                  <a:pt x="84563" y="18930"/>
                  <a:pt x="84563" y="42282"/>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a:off x="10540415" y="1801414"/>
            <a:ext cx="368679" cy="452460"/>
          </a:xfrm>
          <a:custGeom>
            <a:avLst/>
            <a:gdLst>
              <a:gd name="connsiteX0" fmla="*/ 365586 w 368679"/>
              <a:gd name="connsiteY0" fmla="*/ 3094 h 452460"/>
              <a:gd name="connsiteX1" fmla="*/ 350496 w 368679"/>
              <a:gd name="connsiteY1" fmla="*/ 3094 h 452460"/>
              <a:gd name="connsiteX2" fmla="*/ 258530 w 368679"/>
              <a:gd name="connsiteY2" fmla="*/ 95060 h 452460"/>
              <a:gd name="connsiteX3" fmla="*/ 237816 w 368679"/>
              <a:gd name="connsiteY3" fmla="*/ 100327 h 452460"/>
              <a:gd name="connsiteX4" fmla="*/ 209771 w 368679"/>
              <a:gd name="connsiteY4" fmla="*/ 145242 h 452460"/>
              <a:gd name="connsiteX5" fmla="*/ 201799 w 368679"/>
              <a:gd name="connsiteY5" fmla="*/ 111289 h 452460"/>
              <a:gd name="connsiteX6" fmla="*/ 195463 w 368679"/>
              <a:gd name="connsiteY6" fmla="*/ 99615 h 452460"/>
              <a:gd name="connsiteX7" fmla="*/ 151046 w 368679"/>
              <a:gd name="connsiteY7" fmla="*/ 76410 h 452460"/>
              <a:gd name="connsiteX8" fmla="*/ 116239 w 368679"/>
              <a:gd name="connsiteY8" fmla="*/ 72211 h 452460"/>
              <a:gd name="connsiteX9" fmla="*/ 81360 w 368679"/>
              <a:gd name="connsiteY9" fmla="*/ 77478 h 452460"/>
              <a:gd name="connsiteX10" fmla="*/ 37014 w 368679"/>
              <a:gd name="connsiteY10" fmla="*/ 100683 h 452460"/>
              <a:gd name="connsiteX11" fmla="*/ 30679 w 368679"/>
              <a:gd name="connsiteY11" fmla="*/ 112357 h 452460"/>
              <a:gd name="connsiteX12" fmla="*/ 0 w 368679"/>
              <a:gd name="connsiteY12" fmla="*/ 243330 h 452460"/>
              <a:gd name="connsiteX13" fmla="*/ 21354 w 368679"/>
              <a:gd name="connsiteY13" fmla="*/ 264684 h 452460"/>
              <a:gd name="connsiteX14" fmla="*/ 41427 w 368679"/>
              <a:gd name="connsiteY14" fmla="*/ 248882 h 452460"/>
              <a:gd name="connsiteX15" fmla="*/ 63636 w 368679"/>
              <a:gd name="connsiteY15" fmla="*/ 156987 h 452460"/>
              <a:gd name="connsiteX16" fmla="*/ 63636 w 368679"/>
              <a:gd name="connsiteY16" fmla="*/ 452460 h 452460"/>
              <a:gd name="connsiteX17" fmla="*/ 105704 w 368679"/>
              <a:gd name="connsiteY17" fmla="*/ 452460 h 452460"/>
              <a:gd name="connsiteX18" fmla="*/ 105704 w 368679"/>
              <a:gd name="connsiteY18" fmla="*/ 262335 h 452460"/>
              <a:gd name="connsiteX19" fmla="*/ 127058 w 368679"/>
              <a:gd name="connsiteY19" fmla="*/ 262335 h 452460"/>
              <a:gd name="connsiteX20" fmla="*/ 127058 w 368679"/>
              <a:gd name="connsiteY20" fmla="*/ 452460 h 452460"/>
              <a:gd name="connsiteX21" fmla="*/ 169055 w 368679"/>
              <a:gd name="connsiteY21" fmla="*/ 452460 h 452460"/>
              <a:gd name="connsiteX22" fmla="*/ 169055 w 368679"/>
              <a:gd name="connsiteY22" fmla="*/ 155635 h 452460"/>
              <a:gd name="connsiteX23" fmla="*/ 176885 w 368679"/>
              <a:gd name="connsiteY23" fmla="*/ 189090 h 452460"/>
              <a:gd name="connsiteX24" fmla="*/ 181085 w 368679"/>
              <a:gd name="connsiteY24" fmla="*/ 194429 h 452460"/>
              <a:gd name="connsiteX25" fmla="*/ 209557 w 368679"/>
              <a:gd name="connsiteY25" fmla="*/ 204465 h 452460"/>
              <a:gd name="connsiteX26" fmla="*/ 226641 w 368679"/>
              <a:gd name="connsiteY26" fmla="*/ 196706 h 452460"/>
              <a:gd name="connsiteX27" fmla="*/ 270061 w 368679"/>
              <a:gd name="connsiteY27" fmla="*/ 125525 h 452460"/>
              <a:gd name="connsiteX28" fmla="*/ 272980 w 368679"/>
              <a:gd name="connsiteY28" fmla="*/ 110791 h 452460"/>
              <a:gd name="connsiteX29" fmla="*/ 365515 w 368679"/>
              <a:gd name="connsiteY29" fmla="*/ 18255 h 452460"/>
              <a:gd name="connsiteX30" fmla="*/ 365586 w 368679"/>
              <a:gd name="connsiteY30" fmla="*/ 3094 h 4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8679" h="452460">
                <a:moveTo>
                  <a:pt x="365586" y="3094"/>
                </a:moveTo>
                <a:cubicBezTo>
                  <a:pt x="361402" y="-1031"/>
                  <a:pt x="354681" y="-1031"/>
                  <a:pt x="350496" y="3094"/>
                </a:cubicBezTo>
                <a:lnTo>
                  <a:pt x="258530" y="95060"/>
                </a:lnTo>
                <a:cubicBezTo>
                  <a:pt x="251180" y="92986"/>
                  <a:pt x="243282" y="94994"/>
                  <a:pt x="237816" y="100327"/>
                </a:cubicBezTo>
                <a:cubicBezTo>
                  <a:pt x="236321" y="101822"/>
                  <a:pt x="209771" y="145242"/>
                  <a:pt x="209771" y="145242"/>
                </a:cubicBezTo>
                <a:lnTo>
                  <a:pt x="201799" y="111289"/>
                </a:lnTo>
                <a:cubicBezTo>
                  <a:pt x="200743" y="106911"/>
                  <a:pt x="198559" y="102886"/>
                  <a:pt x="195463" y="99615"/>
                </a:cubicBezTo>
                <a:cubicBezTo>
                  <a:pt x="182344" y="89010"/>
                  <a:pt x="167245" y="81122"/>
                  <a:pt x="151046" y="76410"/>
                </a:cubicBezTo>
                <a:cubicBezTo>
                  <a:pt x="139595" y="73961"/>
                  <a:pt x="127945" y="72555"/>
                  <a:pt x="116239" y="72211"/>
                </a:cubicBezTo>
                <a:cubicBezTo>
                  <a:pt x="104429" y="72393"/>
                  <a:pt x="92697" y="74165"/>
                  <a:pt x="81360" y="77478"/>
                </a:cubicBezTo>
                <a:cubicBezTo>
                  <a:pt x="65015" y="81763"/>
                  <a:pt x="49853" y="89697"/>
                  <a:pt x="37014" y="100683"/>
                </a:cubicBezTo>
                <a:cubicBezTo>
                  <a:pt x="33891" y="103934"/>
                  <a:pt x="31702" y="107966"/>
                  <a:pt x="30679" y="112357"/>
                </a:cubicBezTo>
                <a:cubicBezTo>
                  <a:pt x="30679" y="112357"/>
                  <a:pt x="0" y="241195"/>
                  <a:pt x="0" y="243330"/>
                </a:cubicBezTo>
                <a:cubicBezTo>
                  <a:pt x="0" y="255124"/>
                  <a:pt x="9561" y="264684"/>
                  <a:pt x="21354" y="264684"/>
                </a:cubicBezTo>
                <a:cubicBezTo>
                  <a:pt x="30806" y="264442"/>
                  <a:pt x="38972" y="258013"/>
                  <a:pt x="41427" y="248882"/>
                </a:cubicBezTo>
                <a:lnTo>
                  <a:pt x="63636" y="156987"/>
                </a:lnTo>
                <a:lnTo>
                  <a:pt x="63636" y="452460"/>
                </a:lnTo>
                <a:lnTo>
                  <a:pt x="105704" y="452460"/>
                </a:lnTo>
                <a:lnTo>
                  <a:pt x="105704" y="262335"/>
                </a:lnTo>
                <a:lnTo>
                  <a:pt x="127058" y="262335"/>
                </a:lnTo>
                <a:lnTo>
                  <a:pt x="127058" y="452460"/>
                </a:lnTo>
                <a:lnTo>
                  <a:pt x="169055" y="452460"/>
                </a:lnTo>
                <a:lnTo>
                  <a:pt x="169055" y="155635"/>
                </a:lnTo>
                <a:lnTo>
                  <a:pt x="176885" y="189090"/>
                </a:lnTo>
                <a:cubicBezTo>
                  <a:pt x="177428" y="191403"/>
                  <a:pt x="178965" y="193357"/>
                  <a:pt x="181085" y="194429"/>
                </a:cubicBezTo>
                <a:cubicBezTo>
                  <a:pt x="189270" y="200711"/>
                  <a:pt x="199242" y="204226"/>
                  <a:pt x="209557" y="204465"/>
                </a:cubicBezTo>
                <a:cubicBezTo>
                  <a:pt x="216274" y="205405"/>
                  <a:pt x="222929" y="202382"/>
                  <a:pt x="226641" y="196706"/>
                </a:cubicBezTo>
                <a:lnTo>
                  <a:pt x="270061" y="125525"/>
                </a:lnTo>
                <a:cubicBezTo>
                  <a:pt x="272837" y="121149"/>
                  <a:pt x="273878" y="115894"/>
                  <a:pt x="272980" y="110791"/>
                </a:cubicBezTo>
                <a:lnTo>
                  <a:pt x="365515" y="18255"/>
                </a:lnTo>
                <a:cubicBezTo>
                  <a:pt x="369706" y="14082"/>
                  <a:pt x="369738" y="7306"/>
                  <a:pt x="365586" y="309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10674591" y="1705780"/>
            <a:ext cx="405732" cy="291842"/>
          </a:xfrm>
          <a:custGeom>
            <a:avLst/>
            <a:gdLst>
              <a:gd name="connsiteX0" fmla="*/ 377260 w 405732"/>
              <a:gd name="connsiteY0" fmla="*/ 0 h 291842"/>
              <a:gd name="connsiteX1" fmla="*/ 28472 w 405732"/>
              <a:gd name="connsiteY1" fmla="*/ 0 h 291842"/>
              <a:gd name="connsiteX2" fmla="*/ 0 w 405732"/>
              <a:gd name="connsiteY2" fmla="*/ 28472 h 291842"/>
              <a:gd name="connsiteX3" fmla="*/ 0 w 405732"/>
              <a:gd name="connsiteY3" fmla="*/ 54098 h 291842"/>
              <a:gd name="connsiteX4" fmla="*/ 28472 w 405732"/>
              <a:gd name="connsiteY4" fmla="*/ 71181 h 291842"/>
              <a:gd name="connsiteX5" fmla="*/ 28472 w 405732"/>
              <a:gd name="connsiteY5" fmla="*/ 28472 h 291842"/>
              <a:gd name="connsiteX6" fmla="*/ 377260 w 405732"/>
              <a:gd name="connsiteY6" fmla="*/ 28472 h 291842"/>
              <a:gd name="connsiteX7" fmla="*/ 377260 w 405732"/>
              <a:gd name="connsiteY7" fmla="*/ 263370 h 291842"/>
              <a:gd name="connsiteX8" fmla="*/ 134319 w 405732"/>
              <a:gd name="connsiteY8" fmla="*/ 263370 h 291842"/>
              <a:gd name="connsiteX9" fmla="*/ 116951 w 405732"/>
              <a:gd name="connsiteY9" fmla="*/ 291843 h 291842"/>
              <a:gd name="connsiteX10" fmla="*/ 377260 w 405732"/>
              <a:gd name="connsiteY10" fmla="*/ 291843 h 291842"/>
              <a:gd name="connsiteX11" fmla="*/ 405733 w 405732"/>
              <a:gd name="connsiteY11" fmla="*/ 263370 h 291842"/>
              <a:gd name="connsiteX12" fmla="*/ 405733 w 405732"/>
              <a:gd name="connsiteY12" fmla="*/ 28472 h 291842"/>
              <a:gd name="connsiteX13" fmla="*/ 377260 w 405732"/>
              <a:gd name="connsiteY13" fmla="*/ 0 h 29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5732" h="291842">
                <a:moveTo>
                  <a:pt x="377260" y="0"/>
                </a:moveTo>
                <a:lnTo>
                  <a:pt x="28472" y="0"/>
                </a:lnTo>
                <a:cubicBezTo>
                  <a:pt x="12748" y="0"/>
                  <a:pt x="0" y="12748"/>
                  <a:pt x="0" y="28472"/>
                </a:cubicBezTo>
                <a:lnTo>
                  <a:pt x="0" y="54098"/>
                </a:lnTo>
                <a:cubicBezTo>
                  <a:pt x="10884" y="57060"/>
                  <a:pt x="20736" y="62973"/>
                  <a:pt x="28472" y="71181"/>
                </a:cubicBezTo>
                <a:lnTo>
                  <a:pt x="28472" y="28472"/>
                </a:lnTo>
                <a:lnTo>
                  <a:pt x="377260" y="28472"/>
                </a:lnTo>
                <a:lnTo>
                  <a:pt x="377260" y="263370"/>
                </a:lnTo>
                <a:lnTo>
                  <a:pt x="134319" y="263370"/>
                </a:lnTo>
                <a:lnTo>
                  <a:pt x="116951" y="291843"/>
                </a:lnTo>
                <a:lnTo>
                  <a:pt x="377260" y="291843"/>
                </a:lnTo>
                <a:cubicBezTo>
                  <a:pt x="392985" y="291843"/>
                  <a:pt x="405733" y="279095"/>
                  <a:pt x="405733" y="263370"/>
                </a:cubicBezTo>
                <a:lnTo>
                  <a:pt x="405733" y="28472"/>
                </a:lnTo>
                <a:cubicBezTo>
                  <a:pt x="405733" y="12748"/>
                  <a:pt x="392985" y="0"/>
                  <a:pt x="377260" y="0"/>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2064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10" name="直接箭头连接符 109"/>
          <p:cNvCxnSpPr/>
          <p:nvPr/>
        </p:nvCxnSpPr>
        <p:spPr>
          <a:xfrm>
            <a:off x="0" y="6573252"/>
            <a:ext cx="11999913" cy="0"/>
          </a:xfrm>
          <a:prstGeom prst="straightConnector1">
            <a:avLst/>
          </a:prstGeom>
          <a:ln w="127000">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6713338"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8622656"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6713349"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椭圆 4"/>
          <p:cNvSpPr/>
          <p:nvPr/>
        </p:nvSpPr>
        <p:spPr>
          <a:xfrm>
            <a:off x="3667646" y="909278"/>
            <a:ext cx="4881312" cy="4881312"/>
          </a:xfrm>
          <a:prstGeom prst="ellipse">
            <a:avLst/>
          </a:prstGeom>
          <a:solidFill>
            <a:schemeClr val="bg1">
              <a:alpha val="6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任意多边形: 形状 5"/>
          <p:cNvSpPr/>
          <p:nvPr/>
        </p:nvSpPr>
        <p:spPr>
          <a:xfrm flipH="1">
            <a:off x="304364"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flipH="1">
            <a:off x="304364"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flipH="1">
            <a:off x="304364"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3667646" y="909278"/>
            <a:ext cx="4881312" cy="4881312"/>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5322127" y="2036209"/>
            <a:ext cx="1572354" cy="2627452"/>
          </a:xfrm>
          <a:custGeom>
            <a:avLst/>
            <a:gdLst>
              <a:gd name="connsiteX0" fmla="*/ 1385361 w 1463941"/>
              <a:gd name="connsiteY0" fmla="*/ 0 h 2446291"/>
              <a:gd name="connsiteX1" fmla="*/ 1393020 w 1463941"/>
              <a:gd name="connsiteY1" fmla="*/ 3689 h 2446291"/>
              <a:gd name="connsiteX2" fmla="*/ 1463941 w 1463941"/>
              <a:gd name="connsiteY2" fmla="*/ 46774 h 2446291"/>
              <a:gd name="connsiteX3" fmla="*/ 78580 w 1463941"/>
              <a:gd name="connsiteY3" fmla="*/ 2446291 h 2446291"/>
              <a:gd name="connsiteX4" fmla="*/ 70920 w 1463941"/>
              <a:gd name="connsiteY4" fmla="*/ 2442601 h 2446291"/>
              <a:gd name="connsiteX5" fmla="*/ 0 w 1463941"/>
              <a:gd name="connsiteY5" fmla="*/ 2399517 h 2446291"/>
              <a:gd name="connsiteX6" fmla="*/ 1385361 w 1463941"/>
              <a:gd name="connsiteY6" fmla="*/ 0 h 24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41" h="2446291">
                <a:moveTo>
                  <a:pt x="1385361" y="0"/>
                </a:moveTo>
                <a:lnTo>
                  <a:pt x="1393020" y="3689"/>
                </a:lnTo>
                <a:lnTo>
                  <a:pt x="1463941" y="46774"/>
                </a:lnTo>
                <a:lnTo>
                  <a:pt x="78580" y="2446291"/>
                </a:lnTo>
                <a:lnTo>
                  <a:pt x="70920" y="2442601"/>
                </a:lnTo>
                <a:lnTo>
                  <a:pt x="0" y="2399517"/>
                </a:lnTo>
                <a:lnTo>
                  <a:pt x="1385361"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5322126" y="2036208"/>
            <a:ext cx="786178" cy="1313727"/>
          </a:xfrm>
          <a:custGeom>
            <a:avLst/>
            <a:gdLst>
              <a:gd name="connsiteX0" fmla="*/ 78580 w 731972"/>
              <a:gd name="connsiteY0" fmla="*/ 0 h 1223146"/>
              <a:gd name="connsiteX1" fmla="*/ 731972 w 731972"/>
              <a:gd name="connsiteY1" fmla="*/ 1131707 h 1223146"/>
              <a:gd name="connsiteX2" fmla="*/ 679179 w 731972"/>
              <a:gd name="connsiteY2" fmla="*/ 1223146 h 1223146"/>
              <a:gd name="connsiteX3" fmla="*/ 0 w 731972"/>
              <a:gd name="connsiteY3" fmla="*/ 46774 h 1223146"/>
              <a:gd name="connsiteX4" fmla="*/ 70921 w 731972"/>
              <a:gd name="connsiteY4" fmla="*/ 3689 h 1223146"/>
              <a:gd name="connsiteX5" fmla="*/ 78580 w 731972"/>
              <a:gd name="connsiteY5" fmla="*/ 0 h 12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972" h="1223146">
                <a:moveTo>
                  <a:pt x="78580" y="0"/>
                </a:moveTo>
                <a:lnTo>
                  <a:pt x="731972" y="1131707"/>
                </a:lnTo>
                <a:lnTo>
                  <a:pt x="679179" y="1223146"/>
                </a:lnTo>
                <a:lnTo>
                  <a:pt x="0" y="46774"/>
                </a:lnTo>
                <a:lnTo>
                  <a:pt x="70921" y="3689"/>
                </a:lnTo>
                <a:lnTo>
                  <a:pt x="78580"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4618760" y="3300829"/>
            <a:ext cx="1432842" cy="98212"/>
          </a:xfrm>
          <a:custGeom>
            <a:avLst/>
            <a:gdLst>
              <a:gd name="connsiteX0" fmla="*/ 2884 w 1334048"/>
              <a:gd name="connsiteY0" fmla="*/ 0 h 91440"/>
              <a:gd name="connsiteX1" fmla="*/ 1307651 w 1334048"/>
              <a:gd name="connsiteY1" fmla="*/ 0 h 91440"/>
              <a:gd name="connsiteX2" fmla="*/ 1334048 w 1334048"/>
              <a:gd name="connsiteY2" fmla="*/ 45722 h 91440"/>
              <a:gd name="connsiteX3" fmla="*/ 1307653 w 1334048"/>
              <a:gd name="connsiteY3" fmla="*/ 91440 h 91440"/>
              <a:gd name="connsiteX4" fmla="*/ 2884 w 1334048"/>
              <a:gd name="connsiteY4" fmla="*/ 91440 h 91440"/>
              <a:gd name="connsiteX5" fmla="*/ 0 w 1334048"/>
              <a:gd name="connsiteY5" fmla="*/ 45721 h 91440"/>
              <a:gd name="connsiteX6" fmla="*/ 2884 w 1334048"/>
              <a:gd name="connsiteY6"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4048" h="91440">
                <a:moveTo>
                  <a:pt x="2884" y="0"/>
                </a:moveTo>
                <a:lnTo>
                  <a:pt x="1307651" y="0"/>
                </a:lnTo>
                <a:lnTo>
                  <a:pt x="1334048" y="45722"/>
                </a:lnTo>
                <a:lnTo>
                  <a:pt x="1307653" y="91440"/>
                </a:lnTo>
                <a:lnTo>
                  <a:pt x="2884" y="91440"/>
                </a:lnTo>
                <a:lnTo>
                  <a:pt x="0" y="45721"/>
                </a:lnTo>
                <a:lnTo>
                  <a:pt x="2884"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6136655" y="3323979"/>
            <a:ext cx="1461191" cy="98212"/>
          </a:xfrm>
          <a:custGeom>
            <a:avLst/>
            <a:gdLst>
              <a:gd name="connsiteX0" fmla="*/ 52793 w 1360442"/>
              <a:gd name="connsiteY0" fmla="*/ 0 h 91440"/>
              <a:gd name="connsiteX1" fmla="*/ 1357558 w 1360442"/>
              <a:gd name="connsiteY1" fmla="*/ 0 h 91440"/>
              <a:gd name="connsiteX2" fmla="*/ 1360442 w 1360442"/>
              <a:gd name="connsiteY2" fmla="*/ 45721 h 91440"/>
              <a:gd name="connsiteX3" fmla="*/ 1358134 w 1360442"/>
              <a:gd name="connsiteY3" fmla="*/ 91440 h 91440"/>
              <a:gd name="connsiteX4" fmla="*/ 0 w 1360442"/>
              <a:gd name="connsiteY4" fmla="*/ 91440 h 91440"/>
              <a:gd name="connsiteX5" fmla="*/ 52793 w 1360442"/>
              <a:gd name="connsiteY5"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42" h="91440">
                <a:moveTo>
                  <a:pt x="52793" y="0"/>
                </a:moveTo>
                <a:lnTo>
                  <a:pt x="1357558" y="0"/>
                </a:lnTo>
                <a:lnTo>
                  <a:pt x="1360442" y="45721"/>
                </a:lnTo>
                <a:lnTo>
                  <a:pt x="1358134" y="91440"/>
                </a:lnTo>
                <a:lnTo>
                  <a:pt x="0" y="91440"/>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任意多边形: 形状 13"/>
          <p:cNvSpPr/>
          <p:nvPr/>
        </p:nvSpPr>
        <p:spPr>
          <a:xfrm>
            <a:off x="6108303" y="3422189"/>
            <a:ext cx="786975" cy="1263945"/>
          </a:xfrm>
          <a:custGeom>
            <a:avLst/>
            <a:gdLst>
              <a:gd name="connsiteX0" fmla="*/ 26397 w 732714"/>
              <a:gd name="connsiteY0" fmla="*/ 0 h 1176797"/>
              <a:gd name="connsiteX1" fmla="*/ 79189 w 732714"/>
              <a:gd name="connsiteY1" fmla="*/ 0 h 1176797"/>
              <a:gd name="connsiteX2" fmla="*/ 732714 w 732714"/>
              <a:gd name="connsiteY2" fmla="*/ 1131941 h 1176797"/>
              <a:gd name="connsiteX3" fmla="*/ 653027 w 732714"/>
              <a:gd name="connsiteY3" fmla="*/ 1176797 h 1176797"/>
              <a:gd name="connsiteX4" fmla="*/ 0 w 732714"/>
              <a:gd name="connsiteY4" fmla="*/ 45721 h 1176797"/>
              <a:gd name="connsiteX5" fmla="*/ 26397 w 732714"/>
              <a:gd name="connsiteY5" fmla="*/ 0 h 11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2714" h="1176797">
                <a:moveTo>
                  <a:pt x="26397" y="0"/>
                </a:moveTo>
                <a:lnTo>
                  <a:pt x="79189" y="0"/>
                </a:lnTo>
                <a:lnTo>
                  <a:pt x="732714" y="1131941"/>
                </a:lnTo>
                <a:lnTo>
                  <a:pt x="653027" y="1176797"/>
                </a:lnTo>
                <a:lnTo>
                  <a:pt x="0" y="45721"/>
                </a:lnTo>
                <a:lnTo>
                  <a:pt x="26397"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任意多边形: 形状 14"/>
          <p:cNvSpPr/>
          <p:nvPr/>
        </p:nvSpPr>
        <p:spPr>
          <a:xfrm>
            <a:off x="6051603" y="3274875"/>
            <a:ext cx="141755" cy="196422"/>
          </a:xfrm>
          <a:custGeom>
            <a:avLst/>
            <a:gdLst>
              <a:gd name="connsiteX0" fmla="*/ 52793 w 131981"/>
              <a:gd name="connsiteY0" fmla="*/ 0 h 182878"/>
              <a:gd name="connsiteX1" fmla="*/ 131981 w 131981"/>
              <a:gd name="connsiteY1" fmla="*/ 137157 h 182878"/>
              <a:gd name="connsiteX2" fmla="*/ 79189 w 131981"/>
              <a:gd name="connsiteY2" fmla="*/ 137157 h 182878"/>
              <a:gd name="connsiteX3" fmla="*/ 52792 w 131981"/>
              <a:gd name="connsiteY3" fmla="*/ 182878 h 182878"/>
              <a:gd name="connsiteX4" fmla="*/ 0 w 131981"/>
              <a:gd name="connsiteY4" fmla="*/ 91439 h 182878"/>
              <a:gd name="connsiteX5" fmla="*/ 52793 w 131981"/>
              <a:gd name="connsiteY5" fmla="*/ 0 h 18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981" h="182878">
                <a:moveTo>
                  <a:pt x="52793" y="0"/>
                </a:moveTo>
                <a:lnTo>
                  <a:pt x="131981" y="137157"/>
                </a:lnTo>
                <a:lnTo>
                  <a:pt x="79189" y="137157"/>
                </a:lnTo>
                <a:lnTo>
                  <a:pt x="52792" y="182878"/>
                </a:lnTo>
                <a:lnTo>
                  <a:pt x="0" y="91439"/>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158923" y="2400555"/>
            <a:ext cx="1898758" cy="1898758"/>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6648657"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495540"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椭圆 18"/>
          <p:cNvSpPr/>
          <p:nvPr/>
        </p:nvSpPr>
        <p:spPr>
          <a:xfrm>
            <a:off x="6648657"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flipH="1">
            <a:off x="4786088"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flipH="1">
            <a:off x="3939205"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flipH="1">
            <a:off x="4786088"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5388115" y="3199709"/>
            <a:ext cx="1415772" cy="461665"/>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2810" y="1339421"/>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02810" y="997185"/>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402810" y="3074504"/>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402810" y="2732268"/>
            <a:ext cx="235352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02810" y="4809587"/>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402810" y="4467351"/>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弧形 29"/>
          <p:cNvSpPr/>
          <p:nvPr/>
        </p:nvSpPr>
        <p:spPr>
          <a:xfrm>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弧形 30"/>
          <p:cNvSpPr/>
          <p:nvPr/>
        </p:nvSpPr>
        <p:spPr>
          <a:xfrm rot="3576929">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rot="7092016">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弧形 32"/>
          <p:cNvSpPr/>
          <p:nvPr/>
        </p:nvSpPr>
        <p:spPr>
          <a:xfrm rot="10800000">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rot="14351411">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弧形 34"/>
          <p:cNvSpPr/>
          <p:nvPr/>
        </p:nvSpPr>
        <p:spPr>
          <a:xfrm rot="17932434">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8688895" y="1339421"/>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847371" y="997185"/>
            <a:ext cx="1943160"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88895" y="3074504"/>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770152" y="2732268"/>
            <a:ext cx="302037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8688895" y="4809587"/>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9231817" y="4467351"/>
            <a:ext cx="2558714"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2" name="直接连接符 41"/>
          <p:cNvCxnSpPr/>
          <p:nvPr/>
        </p:nvCxnSpPr>
        <p:spPr>
          <a:xfrm>
            <a:off x="5523299" y="3665379"/>
            <a:ext cx="1145403" cy="0"/>
          </a:xfrm>
          <a:prstGeom prst="line">
            <a:avLst/>
          </a:prstGeom>
          <a:ln>
            <a:solidFill>
              <a:schemeClr val="accent2"/>
            </a:solidFill>
          </a:ln>
          <a:effectLst/>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415364" y="3728897"/>
            <a:ext cx="1361270" cy="230832"/>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4" name="图形 1105" descr="日程表 纯色填充"/>
          <p:cNvGrpSpPr/>
          <p:nvPr/>
        </p:nvGrpSpPr>
        <p:grpSpPr>
          <a:xfrm>
            <a:off x="5914024" y="2727641"/>
            <a:ext cx="419890" cy="419890"/>
            <a:chOff x="7080300" y="6718479"/>
            <a:chExt cx="647700" cy="647700"/>
          </a:xfrm>
          <a:solidFill>
            <a:schemeClr val="accent1"/>
          </a:solidFill>
          <a:effectLst/>
        </p:grpSpPr>
        <p:sp>
          <p:nvSpPr>
            <p:cNvPr id="45" name="任意多边形: 形状 44"/>
            <p:cNvSpPr/>
            <p:nvPr/>
          </p:nvSpPr>
          <p:spPr>
            <a:xfrm>
              <a:off x="719460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8" y="114300"/>
                    <a:pt x="57150" y="101918"/>
                    <a:pt x="57150" y="85725"/>
                  </a:cubicBezTo>
                  <a:lnTo>
                    <a:pt x="57150" y="28575"/>
                  </a:lnTo>
                  <a:cubicBezTo>
                    <a:pt x="57150" y="12383"/>
                    <a:pt x="44768" y="0"/>
                    <a:pt x="28575" y="0"/>
                  </a:cubicBezTo>
                  <a:cubicBezTo>
                    <a:pt x="12382" y="0"/>
                    <a:pt x="0" y="12383"/>
                    <a:pt x="0" y="28575"/>
                  </a:cubicBezTo>
                  <a:lnTo>
                    <a:pt x="0" y="85725"/>
                  </a:lnTo>
                  <a:cubicBezTo>
                    <a:pt x="0" y="101918"/>
                    <a:pt x="12382"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a:off x="7080300" y="6947079"/>
              <a:ext cx="647700" cy="419100"/>
            </a:xfrm>
            <a:custGeom>
              <a:avLst/>
              <a:gdLst>
                <a:gd name="connsiteX0" fmla="*/ 57150 w 647700"/>
                <a:gd name="connsiteY0" fmla="*/ 285750 h 419100"/>
                <a:gd name="connsiteX1" fmla="*/ 209550 w 647700"/>
                <a:gd name="connsiteY1" fmla="*/ 285750 h 419100"/>
                <a:gd name="connsiteX2" fmla="*/ 209550 w 647700"/>
                <a:gd name="connsiteY2" fmla="*/ 361950 h 419100"/>
                <a:gd name="connsiteX3" fmla="*/ 57150 w 647700"/>
                <a:gd name="connsiteY3" fmla="*/ 361950 h 419100"/>
                <a:gd name="connsiteX4" fmla="*/ 57150 w 647700"/>
                <a:gd name="connsiteY4" fmla="*/ 285750 h 419100"/>
                <a:gd name="connsiteX5" fmla="*/ 57150 w 647700"/>
                <a:gd name="connsiteY5" fmla="*/ 171450 h 419100"/>
                <a:gd name="connsiteX6" fmla="*/ 209550 w 647700"/>
                <a:gd name="connsiteY6" fmla="*/ 171450 h 419100"/>
                <a:gd name="connsiteX7" fmla="*/ 209550 w 647700"/>
                <a:gd name="connsiteY7" fmla="*/ 247650 h 419100"/>
                <a:gd name="connsiteX8" fmla="*/ 57150 w 647700"/>
                <a:gd name="connsiteY8" fmla="*/ 247650 h 419100"/>
                <a:gd name="connsiteX9" fmla="*/ 57150 w 647700"/>
                <a:gd name="connsiteY9" fmla="*/ 171450 h 419100"/>
                <a:gd name="connsiteX10" fmla="*/ 57150 w 647700"/>
                <a:gd name="connsiteY10" fmla="*/ 57150 h 419100"/>
                <a:gd name="connsiteX11" fmla="*/ 209550 w 647700"/>
                <a:gd name="connsiteY11" fmla="*/ 57150 h 419100"/>
                <a:gd name="connsiteX12" fmla="*/ 209550 w 647700"/>
                <a:gd name="connsiteY12" fmla="*/ 133350 h 419100"/>
                <a:gd name="connsiteX13" fmla="*/ 57150 w 647700"/>
                <a:gd name="connsiteY13" fmla="*/ 133350 h 419100"/>
                <a:gd name="connsiteX14" fmla="*/ 57150 w 647700"/>
                <a:gd name="connsiteY14" fmla="*/ 57150 h 419100"/>
                <a:gd name="connsiteX15" fmla="*/ 400050 w 647700"/>
                <a:gd name="connsiteY15" fmla="*/ 57150 h 419100"/>
                <a:gd name="connsiteX16" fmla="*/ 400050 w 647700"/>
                <a:gd name="connsiteY16" fmla="*/ 133350 h 419100"/>
                <a:gd name="connsiteX17" fmla="*/ 247650 w 647700"/>
                <a:gd name="connsiteY17" fmla="*/ 133350 h 419100"/>
                <a:gd name="connsiteX18" fmla="*/ 247650 w 647700"/>
                <a:gd name="connsiteY18" fmla="*/ 57150 h 419100"/>
                <a:gd name="connsiteX19" fmla="*/ 400050 w 647700"/>
                <a:gd name="connsiteY19" fmla="*/ 57150 h 419100"/>
                <a:gd name="connsiteX20" fmla="*/ 590550 w 647700"/>
                <a:gd name="connsiteY20" fmla="*/ 57150 h 419100"/>
                <a:gd name="connsiteX21" fmla="*/ 590550 w 647700"/>
                <a:gd name="connsiteY21" fmla="*/ 133350 h 419100"/>
                <a:gd name="connsiteX22" fmla="*/ 438150 w 647700"/>
                <a:gd name="connsiteY22" fmla="*/ 133350 h 419100"/>
                <a:gd name="connsiteX23" fmla="*/ 438150 w 647700"/>
                <a:gd name="connsiteY23" fmla="*/ 57150 h 419100"/>
                <a:gd name="connsiteX24" fmla="*/ 590550 w 647700"/>
                <a:gd name="connsiteY24" fmla="*/ 57150 h 419100"/>
                <a:gd name="connsiteX25" fmla="*/ 590550 w 647700"/>
                <a:gd name="connsiteY25" fmla="*/ 247650 h 419100"/>
                <a:gd name="connsiteX26" fmla="*/ 438150 w 647700"/>
                <a:gd name="connsiteY26" fmla="*/ 247650 h 419100"/>
                <a:gd name="connsiteX27" fmla="*/ 438150 w 647700"/>
                <a:gd name="connsiteY27" fmla="*/ 171450 h 419100"/>
                <a:gd name="connsiteX28" fmla="*/ 590550 w 647700"/>
                <a:gd name="connsiteY28" fmla="*/ 171450 h 419100"/>
                <a:gd name="connsiteX29" fmla="*/ 590550 w 647700"/>
                <a:gd name="connsiteY29" fmla="*/ 247650 h 419100"/>
                <a:gd name="connsiteX30" fmla="*/ 590550 w 647700"/>
                <a:gd name="connsiteY30" fmla="*/ 361950 h 419100"/>
                <a:gd name="connsiteX31" fmla="*/ 438150 w 647700"/>
                <a:gd name="connsiteY31" fmla="*/ 361950 h 419100"/>
                <a:gd name="connsiteX32" fmla="*/ 438150 w 647700"/>
                <a:gd name="connsiteY32" fmla="*/ 285750 h 419100"/>
                <a:gd name="connsiteX33" fmla="*/ 590550 w 647700"/>
                <a:gd name="connsiteY33" fmla="*/ 285750 h 419100"/>
                <a:gd name="connsiteX34" fmla="*/ 590550 w 647700"/>
                <a:gd name="connsiteY34" fmla="*/ 361950 h 419100"/>
                <a:gd name="connsiteX35" fmla="*/ 247650 w 647700"/>
                <a:gd name="connsiteY35" fmla="*/ 247650 h 419100"/>
                <a:gd name="connsiteX36" fmla="*/ 247650 w 647700"/>
                <a:gd name="connsiteY36" fmla="*/ 171450 h 419100"/>
                <a:gd name="connsiteX37" fmla="*/ 400050 w 647700"/>
                <a:gd name="connsiteY37" fmla="*/ 171450 h 419100"/>
                <a:gd name="connsiteX38" fmla="*/ 400050 w 647700"/>
                <a:gd name="connsiteY38" fmla="*/ 247650 h 419100"/>
                <a:gd name="connsiteX39" fmla="*/ 247650 w 647700"/>
                <a:gd name="connsiteY39" fmla="*/ 247650 h 419100"/>
                <a:gd name="connsiteX40" fmla="*/ 247650 w 647700"/>
                <a:gd name="connsiteY40" fmla="*/ 361950 h 419100"/>
                <a:gd name="connsiteX41" fmla="*/ 247650 w 647700"/>
                <a:gd name="connsiteY41" fmla="*/ 285750 h 419100"/>
                <a:gd name="connsiteX42" fmla="*/ 400050 w 647700"/>
                <a:gd name="connsiteY42" fmla="*/ 285750 h 419100"/>
                <a:gd name="connsiteX43" fmla="*/ 400050 w 647700"/>
                <a:gd name="connsiteY43" fmla="*/ 361950 h 419100"/>
                <a:gd name="connsiteX44" fmla="*/ 247650 w 647700"/>
                <a:gd name="connsiteY44" fmla="*/ 361950 h 419100"/>
                <a:gd name="connsiteX45" fmla="*/ 0 w 647700"/>
                <a:gd name="connsiteY45" fmla="*/ 419100 h 419100"/>
                <a:gd name="connsiteX46" fmla="*/ 647700 w 647700"/>
                <a:gd name="connsiteY46" fmla="*/ 419100 h 419100"/>
                <a:gd name="connsiteX47" fmla="*/ 647700 w 647700"/>
                <a:gd name="connsiteY47" fmla="*/ 0 h 419100"/>
                <a:gd name="connsiteX48" fmla="*/ 0 w 647700"/>
                <a:gd name="connsiteY48" fmla="*/ 0 h 419100"/>
                <a:gd name="connsiteX49" fmla="*/ 0 w 647700"/>
                <a:gd name="connsiteY49"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7700" h="419100">
                  <a:moveTo>
                    <a:pt x="57150" y="285750"/>
                  </a:moveTo>
                  <a:lnTo>
                    <a:pt x="209550" y="285750"/>
                  </a:lnTo>
                  <a:lnTo>
                    <a:pt x="209550" y="361950"/>
                  </a:lnTo>
                  <a:lnTo>
                    <a:pt x="57150" y="361950"/>
                  </a:lnTo>
                  <a:lnTo>
                    <a:pt x="57150" y="285750"/>
                  </a:lnTo>
                  <a:close/>
                  <a:moveTo>
                    <a:pt x="57150" y="171450"/>
                  </a:moveTo>
                  <a:lnTo>
                    <a:pt x="209550" y="171450"/>
                  </a:lnTo>
                  <a:lnTo>
                    <a:pt x="209550" y="247650"/>
                  </a:lnTo>
                  <a:lnTo>
                    <a:pt x="57150" y="247650"/>
                  </a:lnTo>
                  <a:lnTo>
                    <a:pt x="57150" y="171450"/>
                  </a:lnTo>
                  <a:close/>
                  <a:moveTo>
                    <a:pt x="57150" y="57150"/>
                  </a:moveTo>
                  <a:lnTo>
                    <a:pt x="209550" y="57150"/>
                  </a:lnTo>
                  <a:lnTo>
                    <a:pt x="209550" y="133350"/>
                  </a:lnTo>
                  <a:lnTo>
                    <a:pt x="57150" y="133350"/>
                  </a:lnTo>
                  <a:lnTo>
                    <a:pt x="57150" y="57150"/>
                  </a:lnTo>
                  <a:close/>
                  <a:moveTo>
                    <a:pt x="400050" y="57150"/>
                  </a:moveTo>
                  <a:lnTo>
                    <a:pt x="400050" y="133350"/>
                  </a:lnTo>
                  <a:lnTo>
                    <a:pt x="247650" y="133350"/>
                  </a:lnTo>
                  <a:lnTo>
                    <a:pt x="247650" y="57150"/>
                  </a:lnTo>
                  <a:lnTo>
                    <a:pt x="400050" y="57150"/>
                  </a:lnTo>
                  <a:close/>
                  <a:moveTo>
                    <a:pt x="590550" y="57150"/>
                  </a:moveTo>
                  <a:lnTo>
                    <a:pt x="590550" y="133350"/>
                  </a:lnTo>
                  <a:lnTo>
                    <a:pt x="438150" y="133350"/>
                  </a:lnTo>
                  <a:lnTo>
                    <a:pt x="438150" y="57150"/>
                  </a:lnTo>
                  <a:lnTo>
                    <a:pt x="590550" y="57150"/>
                  </a:lnTo>
                  <a:close/>
                  <a:moveTo>
                    <a:pt x="590550" y="247650"/>
                  </a:moveTo>
                  <a:lnTo>
                    <a:pt x="438150" y="247650"/>
                  </a:lnTo>
                  <a:lnTo>
                    <a:pt x="438150" y="171450"/>
                  </a:lnTo>
                  <a:lnTo>
                    <a:pt x="590550" y="171450"/>
                  </a:lnTo>
                  <a:lnTo>
                    <a:pt x="590550" y="247650"/>
                  </a:lnTo>
                  <a:close/>
                  <a:moveTo>
                    <a:pt x="590550" y="361950"/>
                  </a:moveTo>
                  <a:lnTo>
                    <a:pt x="438150" y="361950"/>
                  </a:lnTo>
                  <a:lnTo>
                    <a:pt x="438150" y="285750"/>
                  </a:lnTo>
                  <a:lnTo>
                    <a:pt x="590550" y="285750"/>
                  </a:lnTo>
                  <a:lnTo>
                    <a:pt x="590550" y="361950"/>
                  </a:lnTo>
                  <a:close/>
                  <a:moveTo>
                    <a:pt x="247650" y="247650"/>
                  </a:moveTo>
                  <a:lnTo>
                    <a:pt x="247650" y="171450"/>
                  </a:lnTo>
                  <a:lnTo>
                    <a:pt x="400050" y="171450"/>
                  </a:lnTo>
                  <a:lnTo>
                    <a:pt x="400050" y="247650"/>
                  </a:lnTo>
                  <a:lnTo>
                    <a:pt x="247650" y="247650"/>
                  </a:lnTo>
                  <a:close/>
                  <a:moveTo>
                    <a:pt x="247650" y="361950"/>
                  </a:moveTo>
                  <a:lnTo>
                    <a:pt x="247650" y="285750"/>
                  </a:lnTo>
                  <a:lnTo>
                    <a:pt x="400050" y="285750"/>
                  </a:lnTo>
                  <a:lnTo>
                    <a:pt x="400050" y="361950"/>
                  </a:lnTo>
                  <a:lnTo>
                    <a:pt x="247650" y="361950"/>
                  </a:lnTo>
                  <a:close/>
                  <a:moveTo>
                    <a:pt x="0" y="419100"/>
                  </a:moveTo>
                  <a:lnTo>
                    <a:pt x="647700" y="419100"/>
                  </a:lnTo>
                  <a:lnTo>
                    <a:pt x="647700" y="0"/>
                  </a:lnTo>
                  <a:lnTo>
                    <a:pt x="0" y="0"/>
                  </a:lnTo>
                  <a:lnTo>
                    <a:pt x="0" y="4191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a:off x="755655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7" y="114300"/>
                    <a:pt x="57150" y="101918"/>
                    <a:pt x="57150" y="85725"/>
                  </a:cubicBezTo>
                  <a:lnTo>
                    <a:pt x="57150" y="28575"/>
                  </a:lnTo>
                  <a:cubicBezTo>
                    <a:pt x="57150" y="12383"/>
                    <a:pt x="44767" y="0"/>
                    <a:pt x="28575" y="0"/>
                  </a:cubicBezTo>
                  <a:cubicBezTo>
                    <a:pt x="12383" y="0"/>
                    <a:pt x="0" y="12383"/>
                    <a:pt x="0" y="28575"/>
                  </a:cubicBezTo>
                  <a:lnTo>
                    <a:pt x="0" y="85725"/>
                  </a:lnTo>
                  <a:cubicBezTo>
                    <a:pt x="0" y="101918"/>
                    <a:pt x="12383"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7080300" y="6775629"/>
              <a:ext cx="647700" cy="133350"/>
            </a:xfrm>
            <a:custGeom>
              <a:avLst/>
              <a:gdLst>
                <a:gd name="connsiteX0" fmla="*/ 571500 w 647700"/>
                <a:gd name="connsiteY0" fmla="*/ 0 h 133350"/>
                <a:gd name="connsiteX1" fmla="*/ 571500 w 647700"/>
                <a:gd name="connsiteY1" fmla="*/ 28575 h 133350"/>
                <a:gd name="connsiteX2" fmla="*/ 504825 w 647700"/>
                <a:gd name="connsiteY2" fmla="*/ 95250 h 133350"/>
                <a:gd name="connsiteX3" fmla="*/ 438150 w 647700"/>
                <a:gd name="connsiteY3" fmla="*/ 28575 h 133350"/>
                <a:gd name="connsiteX4" fmla="*/ 438150 w 647700"/>
                <a:gd name="connsiteY4" fmla="*/ 0 h 133350"/>
                <a:gd name="connsiteX5" fmla="*/ 209550 w 647700"/>
                <a:gd name="connsiteY5" fmla="*/ 0 h 133350"/>
                <a:gd name="connsiteX6" fmla="*/ 209550 w 647700"/>
                <a:gd name="connsiteY6" fmla="*/ 28575 h 133350"/>
                <a:gd name="connsiteX7" fmla="*/ 142875 w 647700"/>
                <a:gd name="connsiteY7" fmla="*/ 95250 h 133350"/>
                <a:gd name="connsiteX8" fmla="*/ 76200 w 647700"/>
                <a:gd name="connsiteY8" fmla="*/ 28575 h 133350"/>
                <a:gd name="connsiteX9" fmla="*/ 76200 w 647700"/>
                <a:gd name="connsiteY9" fmla="*/ 0 h 133350"/>
                <a:gd name="connsiteX10" fmla="*/ 0 w 647700"/>
                <a:gd name="connsiteY10" fmla="*/ 0 h 133350"/>
                <a:gd name="connsiteX11" fmla="*/ 0 w 647700"/>
                <a:gd name="connsiteY11" fmla="*/ 133350 h 133350"/>
                <a:gd name="connsiteX12" fmla="*/ 647700 w 647700"/>
                <a:gd name="connsiteY12" fmla="*/ 133350 h 133350"/>
                <a:gd name="connsiteX13" fmla="*/ 647700 w 647700"/>
                <a:gd name="connsiteY13" fmla="*/ 0 h 133350"/>
                <a:gd name="connsiteX14" fmla="*/ 571500 w 64770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700" h="133350">
                  <a:moveTo>
                    <a:pt x="571500" y="0"/>
                  </a:moveTo>
                  <a:lnTo>
                    <a:pt x="571500" y="28575"/>
                  </a:lnTo>
                  <a:cubicBezTo>
                    <a:pt x="571500" y="65723"/>
                    <a:pt x="541973" y="95250"/>
                    <a:pt x="504825" y="95250"/>
                  </a:cubicBezTo>
                  <a:cubicBezTo>
                    <a:pt x="467678" y="95250"/>
                    <a:pt x="438150" y="65723"/>
                    <a:pt x="438150" y="28575"/>
                  </a:cubicBezTo>
                  <a:lnTo>
                    <a:pt x="438150" y="0"/>
                  </a:lnTo>
                  <a:lnTo>
                    <a:pt x="209550" y="0"/>
                  </a:lnTo>
                  <a:lnTo>
                    <a:pt x="209550" y="28575"/>
                  </a:lnTo>
                  <a:cubicBezTo>
                    <a:pt x="209550" y="65723"/>
                    <a:pt x="180023" y="95250"/>
                    <a:pt x="142875" y="95250"/>
                  </a:cubicBezTo>
                  <a:cubicBezTo>
                    <a:pt x="105728" y="95250"/>
                    <a:pt x="76200" y="65723"/>
                    <a:pt x="76200" y="28575"/>
                  </a:cubicBezTo>
                  <a:lnTo>
                    <a:pt x="76200" y="0"/>
                  </a:lnTo>
                  <a:lnTo>
                    <a:pt x="0" y="0"/>
                  </a:lnTo>
                  <a:lnTo>
                    <a:pt x="0" y="133350"/>
                  </a:lnTo>
                  <a:lnTo>
                    <a:pt x="647700" y="133350"/>
                  </a:lnTo>
                  <a:lnTo>
                    <a:pt x="647700" y="0"/>
                  </a:lnTo>
                  <a:lnTo>
                    <a:pt x="5715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1112"/>
          <p:cNvSpPr/>
          <p:nvPr/>
        </p:nvSpPr>
        <p:spPr>
          <a:xfrm>
            <a:off x="6873428" y="4774578"/>
            <a:ext cx="332318" cy="360068"/>
          </a:xfrm>
          <a:custGeom>
            <a:avLst/>
            <a:gdLst>
              <a:gd name="connsiteX0" fmla="*/ 330777 w 332318"/>
              <a:gd name="connsiteY0" fmla="*/ 140550 h 360068"/>
              <a:gd name="connsiteX1" fmla="*/ 287909 w 332318"/>
              <a:gd name="connsiteY1" fmla="*/ 141021 h 360068"/>
              <a:gd name="connsiteX2" fmla="*/ 288980 w 332318"/>
              <a:gd name="connsiteY2" fmla="*/ 238061 h 360068"/>
              <a:gd name="connsiteX3" fmla="*/ 219005 w 332318"/>
              <a:gd name="connsiteY3" fmla="*/ 197678 h 360068"/>
              <a:gd name="connsiteX4" fmla="*/ 219304 w 332318"/>
              <a:gd name="connsiteY4" fmla="*/ 191854 h 360068"/>
              <a:gd name="connsiteX5" fmla="*/ 187571 w 332318"/>
              <a:gd name="connsiteY5" fmla="*/ 143205 h 360068"/>
              <a:gd name="connsiteX6" fmla="*/ 187571 w 332318"/>
              <a:gd name="connsiteY6" fmla="*/ 62395 h 360068"/>
              <a:gd name="connsiteX7" fmla="*/ 271079 w 332318"/>
              <a:gd name="connsiteY7" fmla="*/ 111815 h 360068"/>
              <a:gd name="connsiteX8" fmla="*/ 292877 w 332318"/>
              <a:gd name="connsiteY8" fmla="*/ 74943 h 360068"/>
              <a:gd name="connsiteX9" fmla="*/ 166159 w 332318"/>
              <a:gd name="connsiteY9" fmla="*/ 0 h 360068"/>
              <a:gd name="connsiteX10" fmla="*/ 39441 w 332318"/>
              <a:gd name="connsiteY10" fmla="*/ 74943 h 360068"/>
              <a:gd name="connsiteX11" fmla="*/ 61239 w 332318"/>
              <a:gd name="connsiteY11" fmla="*/ 111815 h 360068"/>
              <a:gd name="connsiteX12" fmla="*/ 144747 w 332318"/>
              <a:gd name="connsiteY12" fmla="*/ 62395 h 360068"/>
              <a:gd name="connsiteX13" fmla="*/ 144747 w 332318"/>
              <a:gd name="connsiteY13" fmla="*/ 143205 h 360068"/>
              <a:gd name="connsiteX14" fmla="*/ 113014 w 332318"/>
              <a:gd name="connsiteY14" fmla="*/ 191854 h 360068"/>
              <a:gd name="connsiteX15" fmla="*/ 113314 w 332318"/>
              <a:gd name="connsiteY15" fmla="*/ 197635 h 360068"/>
              <a:gd name="connsiteX16" fmla="*/ 43338 w 332318"/>
              <a:gd name="connsiteY16" fmla="*/ 238019 h 360068"/>
              <a:gd name="connsiteX17" fmla="*/ 44409 w 332318"/>
              <a:gd name="connsiteY17" fmla="*/ 140978 h 360068"/>
              <a:gd name="connsiteX18" fmla="*/ 1542 w 332318"/>
              <a:gd name="connsiteY18" fmla="*/ 140507 h 360068"/>
              <a:gd name="connsiteX19" fmla="*/ 0 w 332318"/>
              <a:gd name="connsiteY19" fmla="*/ 287781 h 360068"/>
              <a:gd name="connsiteX20" fmla="*/ 128259 w 332318"/>
              <a:gd name="connsiteY20" fmla="*/ 360069 h 360068"/>
              <a:gd name="connsiteX21" fmla="*/ 149329 w 332318"/>
              <a:gd name="connsiteY21" fmla="*/ 322726 h 360068"/>
              <a:gd name="connsiteX22" fmla="*/ 64751 w 332318"/>
              <a:gd name="connsiteY22" fmla="*/ 275147 h 360068"/>
              <a:gd name="connsiteX23" fmla="*/ 134726 w 332318"/>
              <a:gd name="connsiteY23" fmla="*/ 234721 h 360068"/>
              <a:gd name="connsiteX24" fmla="*/ 166116 w 332318"/>
              <a:gd name="connsiteY24" fmla="*/ 244999 h 360068"/>
              <a:gd name="connsiteX25" fmla="*/ 197507 w 332318"/>
              <a:gd name="connsiteY25" fmla="*/ 234721 h 360068"/>
              <a:gd name="connsiteX26" fmla="*/ 267482 w 332318"/>
              <a:gd name="connsiteY26" fmla="*/ 275147 h 360068"/>
              <a:gd name="connsiteX27" fmla="*/ 182989 w 332318"/>
              <a:gd name="connsiteY27" fmla="*/ 322726 h 360068"/>
              <a:gd name="connsiteX28" fmla="*/ 204059 w 332318"/>
              <a:gd name="connsiteY28" fmla="*/ 360069 h 360068"/>
              <a:gd name="connsiteX29" fmla="*/ 332318 w 332318"/>
              <a:gd name="connsiteY29" fmla="*/ 287781 h 360068"/>
              <a:gd name="connsiteX30" fmla="*/ 330777 w 332318"/>
              <a:gd name="connsiteY30" fmla="*/ 140550 h 3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2318" h="360068">
                <a:moveTo>
                  <a:pt x="330777" y="140550"/>
                </a:moveTo>
                <a:lnTo>
                  <a:pt x="287909" y="141021"/>
                </a:lnTo>
                <a:lnTo>
                  <a:pt x="288980" y="238061"/>
                </a:lnTo>
                <a:lnTo>
                  <a:pt x="219005" y="197678"/>
                </a:lnTo>
                <a:cubicBezTo>
                  <a:pt x="219219" y="195751"/>
                  <a:pt x="219304" y="193824"/>
                  <a:pt x="219304" y="191854"/>
                </a:cubicBezTo>
                <a:cubicBezTo>
                  <a:pt x="219304" y="170142"/>
                  <a:pt x="206243" y="151427"/>
                  <a:pt x="187571" y="143205"/>
                </a:cubicBezTo>
                <a:lnTo>
                  <a:pt x="187571" y="62395"/>
                </a:lnTo>
                <a:lnTo>
                  <a:pt x="271079" y="111815"/>
                </a:lnTo>
                <a:lnTo>
                  <a:pt x="292877" y="74943"/>
                </a:lnTo>
                <a:lnTo>
                  <a:pt x="166159" y="0"/>
                </a:lnTo>
                <a:lnTo>
                  <a:pt x="39441" y="74943"/>
                </a:lnTo>
                <a:lnTo>
                  <a:pt x="61239" y="111815"/>
                </a:lnTo>
                <a:lnTo>
                  <a:pt x="144747" y="62395"/>
                </a:lnTo>
                <a:lnTo>
                  <a:pt x="144747" y="143205"/>
                </a:lnTo>
                <a:cubicBezTo>
                  <a:pt x="126075" y="151427"/>
                  <a:pt x="113014" y="170142"/>
                  <a:pt x="113014" y="191854"/>
                </a:cubicBezTo>
                <a:cubicBezTo>
                  <a:pt x="113014" y="193824"/>
                  <a:pt x="113142" y="195751"/>
                  <a:pt x="113314" y="197635"/>
                </a:cubicBezTo>
                <a:lnTo>
                  <a:pt x="43338" y="238019"/>
                </a:lnTo>
                <a:lnTo>
                  <a:pt x="44409" y="140978"/>
                </a:lnTo>
                <a:lnTo>
                  <a:pt x="1542" y="140507"/>
                </a:lnTo>
                <a:lnTo>
                  <a:pt x="0" y="287781"/>
                </a:lnTo>
                <a:lnTo>
                  <a:pt x="128259" y="360069"/>
                </a:lnTo>
                <a:lnTo>
                  <a:pt x="149329" y="322726"/>
                </a:lnTo>
                <a:lnTo>
                  <a:pt x="64751" y="275147"/>
                </a:lnTo>
                <a:lnTo>
                  <a:pt x="134726" y="234721"/>
                </a:lnTo>
                <a:cubicBezTo>
                  <a:pt x="143505" y="241188"/>
                  <a:pt x="154382" y="244999"/>
                  <a:pt x="166116" y="244999"/>
                </a:cubicBezTo>
                <a:cubicBezTo>
                  <a:pt x="177850" y="244999"/>
                  <a:pt x="188728" y="241188"/>
                  <a:pt x="197507" y="234721"/>
                </a:cubicBezTo>
                <a:lnTo>
                  <a:pt x="267482" y="275147"/>
                </a:lnTo>
                <a:lnTo>
                  <a:pt x="182989" y="322726"/>
                </a:lnTo>
                <a:lnTo>
                  <a:pt x="204059" y="360069"/>
                </a:lnTo>
                <a:lnTo>
                  <a:pt x="332318" y="287781"/>
                </a:lnTo>
                <a:lnTo>
                  <a:pt x="330777" y="140550"/>
                </a:ln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图形 1114"/>
          <p:cNvSpPr/>
          <p:nvPr/>
        </p:nvSpPr>
        <p:spPr>
          <a:xfrm>
            <a:off x="7706828" y="3168293"/>
            <a:ext cx="340074" cy="358931"/>
          </a:xfrm>
          <a:custGeom>
            <a:avLst/>
            <a:gdLst>
              <a:gd name="connsiteX0" fmla="*/ 230005 w 340074"/>
              <a:gd name="connsiteY0" fmla="*/ 29820 h 358931"/>
              <a:gd name="connsiteX1" fmla="*/ 260921 w 340074"/>
              <a:gd name="connsiteY1" fmla="*/ 45387 h 358931"/>
              <a:gd name="connsiteX2" fmla="*/ 310694 w 340074"/>
              <a:gd name="connsiteY2" fmla="*/ 28065 h 358931"/>
              <a:gd name="connsiteX3" fmla="*/ 276927 w 340074"/>
              <a:gd name="connsiteY3" fmla="*/ 12059 h 358931"/>
              <a:gd name="connsiteX4" fmla="*/ 230005 w 340074"/>
              <a:gd name="connsiteY4" fmla="*/ 29820 h 358931"/>
              <a:gd name="connsiteX5" fmla="*/ 46703 w 340074"/>
              <a:gd name="connsiteY5" fmla="*/ 260483 h 358931"/>
              <a:gd name="connsiteX6" fmla="*/ 11402 w 340074"/>
              <a:gd name="connsiteY6" fmla="*/ 244038 h 358931"/>
              <a:gd name="connsiteX7" fmla="*/ 11402 w 340074"/>
              <a:gd name="connsiteY7" fmla="*/ 324507 h 358931"/>
              <a:gd name="connsiteX8" fmla="*/ 46703 w 340074"/>
              <a:gd name="connsiteY8" fmla="*/ 340952 h 358931"/>
              <a:gd name="connsiteX9" fmla="*/ 46703 w 340074"/>
              <a:gd name="connsiteY9" fmla="*/ 260483 h 358931"/>
              <a:gd name="connsiteX10" fmla="*/ 132215 w 340074"/>
              <a:gd name="connsiteY10" fmla="*/ 159184 h 358931"/>
              <a:gd name="connsiteX11" fmla="*/ 164665 w 340074"/>
              <a:gd name="connsiteY11" fmla="*/ 175409 h 358931"/>
              <a:gd name="connsiteX12" fmla="*/ 210930 w 340074"/>
              <a:gd name="connsiteY12" fmla="*/ 156553 h 358931"/>
              <a:gd name="connsiteX13" fmla="*/ 177163 w 340074"/>
              <a:gd name="connsiteY13" fmla="*/ 140547 h 358931"/>
              <a:gd name="connsiteX14" fmla="*/ 132215 w 340074"/>
              <a:gd name="connsiteY14" fmla="*/ 159184 h 358931"/>
              <a:gd name="connsiteX15" fmla="*/ 104588 w 340074"/>
              <a:gd name="connsiteY15" fmla="*/ 157868 h 358931"/>
              <a:gd name="connsiteX16" fmla="*/ 116209 w 340074"/>
              <a:gd name="connsiteY16" fmla="*/ 153264 h 358931"/>
              <a:gd name="connsiteX17" fmla="*/ 175190 w 340074"/>
              <a:gd name="connsiteY17" fmla="*/ 128926 h 358931"/>
              <a:gd name="connsiteX18" fmla="*/ 177602 w 340074"/>
              <a:gd name="connsiteY18" fmla="*/ 128049 h 358931"/>
              <a:gd name="connsiteX19" fmla="*/ 179794 w 340074"/>
              <a:gd name="connsiteY19" fmla="*/ 129145 h 358931"/>
              <a:gd name="connsiteX20" fmla="*/ 202378 w 340074"/>
              <a:gd name="connsiteY20" fmla="*/ 139889 h 358931"/>
              <a:gd name="connsiteX21" fmla="*/ 202378 w 340074"/>
              <a:gd name="connsiteY21" fmla="*/ 28723 h 358931"/>
              <a:gd name="connsiteX22" fmla="*/ 213999 w 340074"/>
              <a:gd name="connsiteY22" fmla="*/ 24119 h 358931"/>
              <a:gd name="connsiteX23" fmla="*/ 274954 w 340074"/>
              <a:gd name="connsiteY23" fmla="*/ 877 h 358931"/>
              <a:gd name="connsiteX24" fmla="*/ 277366 w 340074"/>
              <a:gd name="connsiteY24" fmla="*/ 0 h 358931"/>
              <a:gd name="connsiteX25" fmla="*/ 279558 w 340074"/>
              <a:gd name="connsiteY25" fmla="*/ 1096 h 358931"/>
              <a:gd name="connsiteX26" fmla="*/ 327796 w 340074"/>
              <a:gd name="connsiteY26" fmla="*/ 23900 h 358931"/>
              <a:gd name="connsiteX27" fmla="*/ 340075 w 340074"/>
              <a:gd name="connsiteY27" fmla="*/ 29600 h 358931"/>
              <a:gd name="connsiteX28" fmla="*/ 340075 w 340074"/>
              <a:gd name="connsiteY28" fmla="*/ 258290 h 358931"/>
              <a:gd name="connsiteX29" fmla="*/ 262675 w 340074"/>
              <a:gd name="connsiteY29" fmla="*/ 285917 h 358931"/>
              <a:gd name="connsiteX30" fmla="*/ 254563 w 340074"/>
              <a:gd name="connsiteY30" fmla="*/ 281970 h 358931"/>
              <a:gd name="connsiteX31" fmla="*/ 240311 w 340074"/>
              <a:gd name="connsiteY31" fmla="*/ 275173 h 358931"/>
              <a:gd name="connsiteX32" fmla="*/ 240311 w 340074"/>
              <a:gd name="connsiteY32" fmla="*/ 293810 h 358931"/>
              <a:gd name="connsiteX33" fmla="*/ 162911 w 340074"/>
              <a:gd name="connsiteY33" fmla="*/ 321437 h 358931"/>
              <a:gd name="connsiteX34" fmla="*/ 154799 w 340074"/>
              <a:gd name="connsiteY34" fmla="*/ 317710 h 358931"/>
              <a:gd name="connsiteX35" fmla="*/ 135723 w 340074"/>
              <a:gd name="connsiteY35" fmla="*/ 308720 h 358931"/>
              <a:gd name="connsiteX36" fmla="*/ 135723 w 340074"/>
              <a:gd name="connsiteY36" fmla="*/ 331304 h 358931"/>
              <a:gd name="connsiteX37" fmla="*/ 58324 w 340074"/>
              <a:gd name="connsiteY37" fmla="*/ 358931 h 358931"/>
              <a:gd name="connsiteX38" fmla="*/ 50211 w 340074"/>
              <a:gd name="connsiteY38" fmla="*/ 355204 h 358931"/>
              <a:gd name="connsiteX39" fmla="*/ 3289 w 340074"/>
              <a:gd name="connsiteY39" fmla="*/ 333497 h 358931"/>
              <a:gd name="connsiteX40" fmla="*/ 0 w 340074"/>
              <a:gd name="connsiteY40" fmla="*/ 331962 h 358931"/>
              <a:gd name="connsiteX41" fmla="*/ 0 w 340074"/>
              <a:gd name="connsiteY41" fmla="*/ 226059 h 358931"/>
              <a:gd name="connsiteX42" fmla="*/ 11621 w 340074"/>
              <a:gd name="connsiteY42" fmla="*/ 221454 h 358931"/>
              <a:gd name="connsiteX43" fmla="*/ 70602 w 340074"/>
              <a:gd name="connsiteY43" fmla="*/ 197993 h 358931"/>
              <a:gd name="connsiteX44" fmla="*/ 73014 w 340074"/>
              <a:gd name="connsiteY44" fmla="*/ 197116 h 358931"/>
              <a:gd name="connsiteX45" fmla="*/ 75207 w 340074"/>
              <a:gd name="connsiteY45" fmla="*/ 198212 h 358931"/>
              <a:gd name="connsiteX46" fmla="*/ 123444 w 340074"/>
              <a:gd name="connsiteY46" fmla="*/ 221016 h 358931"/>
              <a:gd name="connsiteX47" fmla="*/ 135723 w 340074"/>
              <a:gd name="connsiteY47" fmla="*/ 226716 h 358931"/>
              <a:gd name="connsiteX48" fmla="*/ 135723 w 340074"/>
              <a:gd name="connsiteY48" fmla="*/ 296003 h 358931"/>
              <a:gd name="connsiteX49" fmla="*/ 151510 w 340074"/>
              <a:gd name="connsiteY49" fmla="*/ 303458 h 358931"/>
              <a:gd name="connsiteX50" fmla="*/ 151510 w 340074"/>
              <a:gd name="connsiteY50" fmla="*/ 192731 h 358931"/>
              <a:gd name="connsiteX51" fmla="*/ 116209 w 340074"/>
              <a:gd name="connsiteY51" fmla="*/ 176067 h 358931"/>
              <a:gd name="connsiteX52" fmla="*/ 116209 w 340074"/>
              <a:gd name="connsiteY52" fmla="*/ 217507 h 358931"/>
              <a:gd name="connsiteX53" fmla="*/ 104807 w 340074"/>
              <a:gd name="connsiteY53" fmla="*/ 212026 h 358931"/>
              <a:gd name="connsiteX54" fmla="*/ 104807 w 340074"/>
              <a:gd name="connsiteY54" fmla="*/ 157868 h 358931"/>
              <a:gd name="connsiteX55" fmla="*/ 104588 w 340074"/>
              <a:gd name="connsiteY55" fmla="*/ 157868 h 358931"/>
              <a:gd name="connsiteX56" fmla="*/ 213999 w 340074"/>
              <a:gd name="connsiteY56" fmla="*/ 145151 h 358931"/>
              <a:gd name="connsiteX57" fmla="*/ 228032 w 340074"/>
              <a:gd name="connsiteY57" fmla="*/ 151729 h 358931"/>
              <a:gd name="connsiteX58" fmla="*/ 240311 w 340074"/>
              <a:gd name="connsiteY58" fmla="*/ 157649 h 358931"/>
              <a:gd name="connsiteX59" fmla="*/ 240311 w 340074"/>
              <a:gd name="connsiteY59" fmla="*/ 262675 h 358931"/>
              <a:gd name="connsiteX60" fmla="*/ 251274 w 340074"/>
              <a:gd name="connsiteY60" fmla="*/ 267938 h 358931"/>
              <a:gd name="connsiteX61" fmla="*/ 251274 w 340074"/>
              <a:gd name="connsiteY61" fmla="*/ 64463 h 358931"/>
              <a:gd name="connsiteX62" fmla="*/ 213999 w 340074"/>
              <a:gd name="connsiteY62" fmla="*/ 46922 h 358931"/>
              <a:gd name="connsiteX63" fmla="*/ 213999 w 340074"/>
              <a:gd name="connsiteY63" fmla="*/ 145151 h 358931"/>
              <a:gd name="connsiteX64" fmla="*/ 27408 w 340074"/>
              <a:gd name="connsiteY64" fmla="*/ 227374 h 358931"/>
              <a:gd name="connsiteX65" fmla="*/ 58324 w 340074"/>
              <a:gd name="connsiteY65" fmla="*/ 242942 h 358931"/>
              <a:gd name="connsiteX66" fmla="*/ 106342 w 340074"/>
              <a:gd name="connsiteY66" fmla="*/ 225401 h 358931"/>
              <a:gd name="connsiteX67" fmla="*/ 72576 w 340074"/>
              <a:gd name="connsiteY67" fmla="*/ 209395 h 358931"/>
              <a:gd name="connsiteX68" fmla="*/ 27408 w 340074"/>
              <a:gd name="connsiteY68" fmla="*/ 227374 h 358931"/>
              <a:gd name="connsiteX69" fmla="*/ 262675 w 340074"/>
              <a:gd name="connsiteY69" fmla="*/ 57227 h 358931"/>
              <a:gd name="connsiteX70" fmla="*/ 264210 w 340074"/>
              <a:gd name="connsiteY70" fmla="*/ 56789 h 358931"/>
              <a:gd name="connsiteX71" fmla="*/ 262675 w 340074"/>
              <a:gd name="connsiteY71" fmla="*/ 57227 h 35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0074" h="358931">
                <a:moveTo>
                  <a:pt x="230005" y="29820"/>
                </a:moveTo>
                <a:lnTo>
                  <a:pt x="260921" y="45387"/>
                </a:lnTo>
                <a:lnTo>
                  <a:pt x="310694" y="28065"/>
                </a:lnTo>
                <a:lnTo>
                  <a:pt x="276927" y="12059"/>
                </a:lnTo>
                <a:lnTo>
                  <a:pt x="230005" y="29820"/>
                </a:lnTo>
                <a:close/>
                <a:moveTo>
                  <a:pt x="46703" y="260483"/>
                </a:moveTo>
                <a:lnTo>
                  <a:pt x="11402" y="244038"/>
                </a:lnTo>
                <a:lnTo>
                  <a:pt x="11402" y="324507"/>
                </a:lnTo>
                <a:lnTo>
                  <a:pt x="46703" y="340952"/>
                </a:lnTo>
                <a:lnTo>
                  <a:pt x="46703" y="260483"/>
                </a:lnTo>
                <a:close/>
                <a:moveTo>
                  <a:pt x="132215" y="159184"/>
                </a:moveTo>
                <a:lnTo>
                  <a:pt x="164665" y="175409"/>
                </a:lnTo>
                <a:lnTo>
                  <a:pt x="210930" y="156553"/>
                </a:lnTo>
                <a:lnTo>
                  <a:pt x="177163" y="140547"/>
                </a:lnTo>
                <a:lnTo>
                  <a:pt x="132215" y="159184"/>
                </a:lnTo>
                <a:close/>
                <a:moveTo>
                  <a:pt x="104588" y="157868"/>
                </a:moveTo>
                <a:lnTo>
                  <a:pt x="116209" y="153264"/>
                </a:lnTo>
                <a:lnTo>
                  <a:pt x="175190" y="128926"/>
                </a:lnTo>
                <a:lnTo>
                  <a:pt x="177602" y="128049"/>
                </a:lnTo>
                <a:lnTo>
                  <a:pt x="179794" y="129145"/>
                </a:lnTo>
                <a:lnTo>
                  <a:pt x="202378" y="139889"/>
                </a:lnTo>
                <a:lnTo>
                  <a:pt x="202378" y="28723"/>
                </a:lnTo>
                <a:lnTo>
                  <a:pt x="213999" y="24119"/>
                </a:lnTo>
                <a:lnTo>
                  <a:pt x="274954" y="877"/>
                </a:lnTo>
                <a:lnTo>
                  <a:pt x="277366" y="0"/>
                </a:lnTo>
                <a:lnTo>
                  <a:pt x="279558" y="1096"/>
                </a:lnTo>
                <a:lnTo>
                  <a:pt x="327796" y="23900"/>
                </a:lnTo>
                <a:lnTo>
                  <a:pt x="340075" y="29600"/>
                </a:lnTo>
                <a:lnTo>
                  <a:pt x="340075" y="258290"/>
                </a:lnTo>
                <a:lnTo>
                  <a:pt x="262675" y="285917"/>
                </a:lnTo>
                <a:lnTo>
                  <a:pt x="254563" y="281970"/>
                </a:lnTo>
                <a:lnTo>
                  <a:pt x="240311" y="275173"/>
                </a:lnTo>
                <a:lnTo>
                  <a:pt x="240311" y="293810"/>
                </a:lnTo>
                <a:lnTo>
                  <a:pt x="162911" y="321437"/>
                </a:lnTo>
                <a:lnTo>
                  <a:pt x="154799" y="317710"/>
                </a:lnTo>
                <a:lnTo>
                  <a:pt x="135723" y="308720"/>
                </a:lnTo>
                <a:lnTo>
                  <a:pt x="135723" y="331304"/>
                </a:lnTo>
                <a:lnTo>
                  <a:pt x="58324" y="358931"/>
                </a:lnTo>
                <a:lnTo>
                  <a:pt x="50211" y="355204"/>
                </a:lnTo>
                <a:lnTo>
                  <a:pt x="3289" y="333497"/>
                </a:lnTo>
                <a:lnTo>
                  <a:pt x="0" y="331962"/>
                </a:lnTo>
                <a:lnTo>
                  <a:pt x="0" y="226059"/>
                </a:lnTo>
                <a:lnTo>
                  <a:pt x="11621" y="221454"/>
                </a:lnTo>
                <a:lnTo>
                  <a:pt x="70602" y="197993"/>
                </a:lnTo>
                <a:lnTo>
                  <a:pt x="73014" y="197116"/>
                </a:lnTo>
                <a:lnTo>
                  <a:pt x="75207" y="198212"/>
                </a:lnTo>
                <a:lnTo>
                  <a:pt x="123444" y="221016"/>
                </a:lnTo>
                <a:lnTo>
                  <a:pt x="135723" y="226716"/>
                </a:lnTo>
                <a:lnTo>
                  <a:pt x="135723" y="296003"/>
                </a:lnTo>
                <a:lnTo>
                  <a:pt x="151510" y="303458"/>
                </a:lnTo>
                <a:lnTo>
                  <a:pt x="151510" y="192731"/>
                </a:lnTo>
                <a:lnTo>
                  <a:pt x="116209" y="176067"/>
                </a:lnTo>
                <a:lnTo>
                  <a:pt x="116209" y="217507"/>
                </a:lnTo>
                <a:lnTo>
                  <a:pt x="104807" y="212026"/>
                </a:lnTo>
                <a:lnTo>
                  <a:pt x="104807" y="157868"/>
                </a:lnTo>
                <a:lnTo>
                  <a:pt x="104588" y="157868"/>
                </a:lnTo>
                <a:close/>
                <a:moveTo>
                  <a:pt x="213999" y="145151"/>
                </a:moveTo>
                <a:lnTo>
                  <a:pt x="228032" y="151729"/>
                </a:lnTo>
                <a:lnTo>
                  <a:pt x="240311" y="157649"/>
                </a:lnTo>
                <a:lnTo>
                  <a:pt x="240311" y="262675"/>
                </a:lnTo>
                <a:lnTo>
                  <a:pt x="251274" y="267938"/>
                </a:lnTo>
                <a:lnTo>
                  <a:pt x="251274" y="64463"/>
                </a:lnTo>
                <a:lnTo>
                  <a:pt x="213999" y="46922"/>
                </a:lnTo>
                <a:lnTo>
                  <a:pt x="213999" y="145151"/>
                </a:lnTo>
                <a:close/>
                <a:moveTo>
                  <a:pt x="27408" y="227374"/>
                </a:moveTo>
                <a:lnTo>
                  <a:pt x="58324" y="242942"/>
                </a:lnTo>
                <a:lnTo>
                  <a:pt x="106342" y="225401"/>
                </a:lnTo>
                <a:lnTo>
                  <a:pt x="72576" y="209395"/>
                </a:lnTo>
                <a:lnTo>
                  <a:pt x="27408" y="227374"/>
                </a:lnTo>
                <a:close/>
                <a:moveTo>
                  <a:pt x="262675" y="57227"/>
                </a:moveTo>
                <a:lnTo>
                  <a:pt x="264210" y="56789"/>
                </a:lnTo>
                <a:lnTo>
                  <a:pt x="262675" y="57227"/>
                </a:ln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1" name="任意多边形: 形状 50"/>
          <p:cNvSpPr/>
          <p:nvPr/>
        </p:nvSpPr>
        <p:spPr>
          <a:xfrm>
            <a:off x="7067086" y="1719901"/>
            <a:ext cx="147804" cy="149286"/>
          </a:xfrm>
          <a:custGeom>
            <a:avLst/>
            <a:gdLst>
              <a:gd name="connsiteX0" fmla="*/ 73898 w 147804"/>
              <a:gd name="connsiteY0" fmla="*/ 0 h 149286"/>
              <a:gd name="connsiteX1" fmla="*/ 0 w 147804"/>
              <a:gd name="connsiteY1" fmla="*/ 74643 h 149286"/>
              <a:gd name="connsiteX2" fmla="*/ 73898 w 147804"/>
              <a:gd name="connsiteY2" fmla="*/ 149286 h 149286"/>
              <a:gd name="connsiteX3" fmla="*/ 147805 w 147804"/>
              <a:gd name="connsiteY3" fmla="*/ 74643 h 149286"/>
              <a:gd name="connsiteX4" fmla="*/ 73898 w 147804"/>
              <a:gd name="connsiteY4" fmla="*/ 0 h 149286"/>
              <a:gd name="connsiteX5" fmla="*/ 119215 w 147804"/>
              <a:gd name="connsiteY5" fmla="*/ 67598 h 149286"/>
              <a:gd name="connsiteX6" fmla="*/ 100239 w 147804"/>
              <a:gd name="connsiteY6" fmla="*/ 86056 h 149286"/>
              <a:gd name="connsiteX7" fmla="*/ 99229 w 147804"/>
              <a:gd name="connsiteY7" fmla="*/ 89135 h 149286"/>
              <a:gd name="connsiteX8" fmla="*/ 103511 w 147804"/>
              <a:gd name="connsiteY8" fmla="*/ 115386 h 149286"/>
              <a:gd name="connsiteX9" fmla="*/ 100692 w 147804"/>
              <a:gd name="connsiteY9" fmla="*/ 119386 h 149286"/>
              <a:gd name="connsiteX10" fmla="*/ 98475 w 147804"/>
              <a:gd name="connsiteY10" fmla="*/ 119031 h 149286"/>
              <a:gd name="connsiteX11" fmla="*/ 75251 w 147804"/>
              <a:gd name="connsiteY11" fmla="*/ 106492 h 149286"/>
              <a:gd name="connsiteX12" fmla="*/ 72035 w 147804"/>
              <a:gd name="connsiteY12" fmla="*/ 106492 h 149286"/>
              <a:gd name="connsiteX13" fmla="*/ 48649 w 147804"/>
              <a:gd name="connsiteY13" fmla="*/ 118731 h 149286"/>
              <a:gd name="connsiteX14" fmla="*/ 43985 w 147804"/>
              <a:gd name="connsiteY14" fmla="*/ 117230 h 149286"/>
              <a:gd name="connsiteX15" fmla="*/ 43660 w 147804"/>
              <a:gd name="connsiteY15" fmla="*/ 115022 h 149286"/>
              <a:gd name="connsiteX16" fmla="*/ 48272 w 147804"/>
              <a:gd name="connsiteY16" fmla="*/ 88827 h 149286"/>
              <a:gd name="connsiteX17" fmla="*/ 47295 w 147804"/>
              <a:gd name="connsiteY17" fmla="*/ 85730 h 149286"/>
              <a:gd name="connsiteX18" fmla="*/ 28547 w 147804"/>
              <a:gd name="connsiteY18" fmla="*/ 67046 h 149286"/>
              <a:gd name="connsiteX19" fmla="*/ 28521 w 147804"/>
              <a:gd name="connsiteY19" fmla="*/ 62098 h 149286"/>
              <a:gd name="connsiteX20" fmla="*/ 30500 w 147804"/>
              <a:gd name="connsiteY20" fmla="*/ 61098 h 149286"/>
              <a:gd name="connsiteX21" fmla="*/ 56588 w 147804"/>
              <a:gd name="connsiteY21" fmla="*/ 57436 h 149286"/>
              <a:gd name="connsiteX22" fmla="*/ 59196 w 147804"/>
              <a:gd name="connsiteY22" fmla="*/ 55543 h 149286"/>
              <a:gd name="connsiteX23" fmla="*/ 70999 w 147804"/>
              <a:gd name="connsiteY23" fmla="*/ 31759 h 149286"/>
              <a:gd name="connsiteX24" fmla="*/ 75571 w 147804"/>
              <a:gd name="connsiteY24" fmla="*/ 30157 h 149286"/>
              <a:gd name="connsiteX25" fmla="*/ 77191 w 147804"/>
              <a:gd name="connsiteY25" fmla="*/ 31797 h 149286"/>
              <a:gd name="connsiteX26" fmla="*/ 88707 w 147804"/>
              <a:gd name="connsiteY26" fmla="*/ 55728 h 149286"/>
              <a:gd name="connsiteX27" fmla="*/ 91276 w 147804"/>
              <a:gd name="connsiteY27" fmla="*/ 57650 h 149286"/>
              <a:gd name="connsiteX28" fmla="*/ 117318 w 147804"/>
              <a:gd name="connsiteY28" fmla="*/ 61637 h 149286"/>
              <a:gd name="connsiteX29" fmla="*/ 120228 w 147804"/>
              <a:gd name="connsiteY29" fmla="*/ 65639 h 149286"/>
              <a:gd name="connsiteX30" fmla="*/ 119215 w 147804"/>
              <a:gd name="connsiteY30" fmla="*/ 67598 h 14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804" h="149286">
                <a:moveTo>
                  <a:pt x="73898" y="0"/>
                </a:moveTo>
                <a:cubicBezTo>
                  <a:pt x="33086" y="0"/>
                  <a:pt x="0" y="33403"/>
                  <a:pt x="0" y="74643"/>
                </a:cubicBezTo>
                <a:cubicBezTo>
                  <a:pt x="0" y="115883"/>
                  <a:pt x="33086" y="149286"/>
                  <a:pt x="73898" y="149286"/>
                </a:cubicBezTo>
                <a:cubicBezTo>
                  <a:pt x="114710" y="149286"/>
                  <a:pt x="147805" y="115866"/>
                  <a:pt x="147805" y="74643"/>
                </a:cubicBezTo>
                <a:cubicBezTo>
                  <a:pt x="147805" y="33420"/>
                  <a:pt x="114705" y="0"/>
                  <a:pt x="73898" y="0"/>
                </a:cubicBezTo>
                <a:close/>
                <a:moveTo>
                  <a:pt x="119215" y="67598"/>
                </a:moveTo>
                <a:lnTo>
                  <a:pt x="100239" y="86056"/>
                </a:lnTo>
                <a:cubicBezTo>
                  <a:pt x="99421" y="86856"/>
                  <a:pt x="99044" y="88005"/>
                  <a:pt x="99229" y="89135"/>
                </a:cubicBezTo>
                <a:lnTo>
                  <a:pt x="103511" y="115386"/>
                </a:lnTo>
                <a:cubicBezTo>
                  <a:pt x="103837" y="117269"/>
                  <a:pt x="102575" y="119060"/>
                  <a:pt x="100692" y="119386"/>
                </a:cubicBezTo>
                <a:cubicBezTo>
                  <a:pt x="99934" y="119517"/>
                  <a:pt x="99154" y="119392"/>
                  <a:pt x="98475" y="119031"/>
                </a:cubicBezTo>
                <a:lnTo>
                  <a:pt x="75251" y="106492"/>
                </a:lnTo>
                <a:cubicBezTo>
                  <a:pt x="74246" y="105957"/>
                  <a:pt x="73041" y="105957"/>
                  <a:pt x="72035" y="106492"/>
                </a:cubicBezTo>
                <a:lnTo>
                  <a:pt x="48649" y="118731"/>
                </a:lnTo>
                <a:cubicBezTo>
                  <a:pt x="46946" y="119604"/>
                  <a:pt x="44858" y="118933"/>
                  <a:pt x="43985" y="117230"/>
                </a:cubicBezTo>
                <a:cubicBezTo>
                  <a:pt x="43636" y="116550"/>
                  <a:pt x="43521" y="115774"/>
                  <a:pt x="43660" y="115022"/>
                </a:cubicBezTo>
                <a:lnTo>
                  <a:pt x="48272" y="88827"/>
                </a:lnTo>
                <a:cubicBezTo>
                  <a:pt x="48469" y="87697"/>
                  <a:pt x="48105" y="86542"/>
                  <a:pt x="47295" y="85730"/>
                </a:cubicBezTo>
                <a:lnTo>
                  <a:pt x="28547" y="67046"/>
                </a:lnTo>
                <a:cubicBezTo>
                  <a:pt x="27173" y="65687"/>
                  <a:pt x="27162" y="63472"/>
                  <a:pt x="28521" y="62098"/>
                </a:cubicBezTo>
                <a:cubicBezTo>
                  <a:pt x="29055" y="61559"/>
                  <a:pt x="29749" y="61208"/>
                  <a:pt x="30500" y="61098"/>
                </a:cubicBezTo>
                <a:lnTo>
                  <a:pt x="56588" y="57436"/>
                </a:lnTo>
                <a:cubicBezTo>
                  <a:pt x="57717" y="57275"/>
                  <a:pt x="58694" y="56567"/>
                  <a:pt x="59196" y="55543"/>
                </a:cubicBezTo>
                <a:lnTo>
                  <a:pt x="70999" y="31759"/>
                </a:lnTo>
                <a:cubicBezTo>
                  <a:pt x="71819" y="30054"/>
                  <a:pt x="73867" y="29337"/>
                  <a:pt x="75571" y="30157"/>
                </a:cubicBezTo>
                <a:cubicBezTo>
                  <a:pt x="76285" y="30500"/>
                  <a:pt x="76857" y="31080"/>
                  <a:pt x="77191" y="31797"/>
                </a:cubicBezTo>
                <a:lnTo>
                  <a:pt x="88707" y="55728"/>
                </a:lnTo>
                <a:cubicBezTo>
                  <a:pt x="89196" y="56751"/>
                  <a:pt x="90156" y="57470"/>
                  <a:pt x="91276" y="57650"/>
                </a:cubicBezTo>
                <a:lnTo>
                  <a:pt x="117318" y="61637"/>
                </a:lnTo>
                <a:cubicBezTo>
                  <a:pt x="119226" y="61938"/>
                  <a:pt x="120530" y="63730"/>
                  <a:pt x="120228" y="65639"/>
                </a:cubicBezTo>
                <a:cubicBezTo>
                  <a:pt x="120111" y="66384"/>
                  <a:pt x="119755" y="67072"/>
                  <a:pt x="119215" y="67598"/>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a:off x="6920643" y="1516069"/>
            <a:ext cx="274076" cy="356347"/>
          </a:xfrm>
          <a:custGeom>
            <a:avLst/>
            <a:gdLst>
              <a:gd name="connsiteX0" fmla="*/ 261067 w 274076"/>
              <a:gd name="connsiteY0" fmla="*/ 0 h 356347"/>
              <a:gd name="connsiteX1" fmla="*/ 13010 w 274076"/>
              <a:gd name="connsiteY1" fmla="*/ 0 h 356347"/>
              <a:gd name="connsiteX2" fmla="*/ 0 w 274076"/>
              <a:gd name="connsiteY2" fmla="*/ 13143 h 356347"/>
              <a:gd name="connsiteX3" fmla="*/ 0 w 274076"/>
              <a:gd name="connsiteY3" fmla="*/ 343204 h 356347"/>
              <a:gd name="connsiteX4" fmla="*/ 13010 w 274076"/>
              <a:gd name="connsiteY4" fmla="*/ 356347 h 356347"/>
              <a:gd name="connsiteX5" fmla="*/ 166630 w 274076"/>
              <a:gd name="connsiteY5" fmla="*/ 356347 h 356347"/>
              <a:gd name="connsiteX6" fmla="*/ 125562 w 274076"/>
              <a:gd name="connsiteY6" fmla="*/ 278042 h 356347"/>
              <a:gd name="connsiteX7" fmla="*/ 219262 w 274076"/>
              <a:gd name="connsiteY7" fmla="*/ 183400 h 356347"/>
              <a:gd name="connsiteX8" fmla="*/ 274077 w 274076"/>
              <a:gd name="connsiteY8" fmla="*/ 201284 h 356347"/>
              <a:gd name="connsiteX9" fmla="*/ 274077 w 274076"/>
              <a:gd name="connsiteY9" fmla="*/ 13143 h 356347"/>
              <a:gd name="connsiteX10" fmla="*/ 261067 w 274076"/>
              <a:gd name="connsiteY10" fmla="*/ 0 h 356347"/>
              <a:gd name="connsiteX11" fmla="*/ 121262 w 274076"/>
              <a:gd name="connsiteY11" fmla="*/ 242815 h 356347"/>
              <a:gd name="connsiteX12" fmla="*/ 116123 w 274076"/>
              <a:gd name="connsiteY12" fmla="*/ 248005 h 356347"/>
              <a:gd name="connsiteX13" fmla="*/ 56019 w 274076"/>
              <a:gd name="connsiteY13" fmla="*/ 248005 h 356347"/>
              <a:gd name="connsiteX14" fmla="*/ 50880 w 274076"/>
              <a:gd name="connsiteY14" fmla="*/ 242815 h 356347"/>
              <a:gd name="connsiteX15" fmla="*/ 50880 w 274076"/>
              <a:gd name="connsiteY15" fmla="*/ 220144 h 356347"/>
              <a:gd name="connsiteX16" fmla="*/ 56019 w 274076"/>
              <a:gd name="connsiteY16" fmla="*/ 214953 h 356347"/>
              <a:gd name="connsiteX17" fmla="*/ 116123 w 274076"/>
              <a:gd name="connsiteY17" fmla="*/ 214953 h 356347"/>
              <a:gd name="connsiteX18" fmla="*/ 121262 w 274076"/>
              <a:gd name="connsiteY18" fmla="*/ 220144 h 356347"/>
              <a:gd name="connsiteX19" fmla="*/ 191648 w 274076"/>
              <a:gd name="connsiteY19" fmla="*/ 165465 h 356347"/>
              <a:gd name="connsiteX20" fmla="*/ 186509 w 274076"/>
              <a:gd name="connsiteY20" fmla="*/ 170656 h 356347"/>
              <a:gd name="connsiteX21" fmla="*/ 56019 w 274076"/>
              <a:gd name="connsiteY21" fmla="*/ 170656 h 356347"/>
              <a:gd name="connsiteX22" fmla="*/ 50880 w 274076"/>
              <a:gd name="connsiteY22" fmla="*/ 165465 h 356347"/>
              <a:gd name="connsiteX23" fmla="*/ 50880 w 274076"/>
              <a:gd name="connsiteY23" fmla="*/ 142794 h 356347"/>
              <a:gd name="connsiteX24" fmla="*/ 56019 w 274076"/>
              <a:gd name="connsiteY24" fmla="*/ 137599 h 356347"/>
              <a:gd name="connsiteX25" fmla="*/ 186509 w 274076"/>
              <a:gd name="connsiteY25" fmla="*/ 137599 h 356347"/>
              <a:gd name="connsiteX26" fmla="*/ 191648 w 274076"/>
              <a:gd name="connsiteY26" fmla="*/ 142794 h 356347"/>
              <a:gd name="connsiteX27" fmla="*/ 223197 w 274076"/>
              <a:gd name="connsiteY27" fmla="*/ 88111 h 356347"/>
              <a:gd name="connsiteX28" fmla="*/ 218058 w 274076"/>
              <a:gd name="connsiteY28" fmla="*/ 93302 h 356347"/>
              <a:gd name="connsiteX29" fmla="*/ 56019 w 274076"/>
              <a:gd name="connsiteY29" fmla="*/ 93302 h 356347"/>
              <a:gd name="connsiteX30" fmla="*/ 50880 w 274076"/>
              <a:gd name="connsiteY30" fmla="*/ 88111 h 356347"/>
              <a:gd name="connsiteX31" fmla="*/ 50880 w 274076"/>
              <a:gd name="connsiteY31" fmla="*/ 65440 h 356347"/>
              <a:gd name="connsiteX32" fmla="*/ 56019 w 274076"/>
              <a:gd name="connsiteY32" fmla="*/ 60250 h 356347"/>
              <a:gd name="connsiteX33" fmla="*/ 218058 w 274076"/>
              <a:gd name="connsiteY33" fmla="*/ 60250 h 356347"/>
              <a:gd name="connsiteX34" fmla="*/ 223197 w 274076"/>
              <a:gd name="connsiteY34" fmla="*/ 65440 h 356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6347">
                <a:moveTo>
                  <a:pt x="261067" y="0"/>
                </a:moveTo>
                <a:lnTo>
                  <a:pt x="13010" y="0"/>
                </a:lnTo>
                <a:cubicBezTo>
                  <a:pt x="5797" y="57"/>
                  <a:pt x="-17" y="5929"/>
                  <a:pt x="0" y="13143"/>
                </a:cubicBezTo>
                <a:lnTo>
                  <a:pt x="0" y="343204"/>
                </a:lnTo>
                <a:cubicBezTo>
                  <a:pt x="-17" y="350418"/>
                  <a:pt x="5797" y="356291"/>
                  <a:pt x="13010" y="356347"/>
                </a:cubicBezTo>
                <a:lnTo>
                  <a:pt x="166630" y="356347"/>
                </a:lnTo>
                <a:cubicBezTo>
                  <a:pt x="140863" y="338617"/>
                  <a:pt x="125497" y="309320"/>
                  <a:pt x="125562" y="278042"/>
                </a:cubicBezTo>
                <a:cubicBezTo>
                  <a:pt x="125562" y="225767"/>
                  <a:pt x="167530" y="183400"/>
                  <a:pt x="219262" y="183400"/>
                </a:cubicBezTo>
                <a:cubicBezTo>
                  <a:pt x="238971" y="183378"/>
                  <a:pt x="258173" y="189643"/>
                  <a:pt x="274077" y="201284"/>
                </a:cubicBezTo>
                <a:lnTo>
                  <a:pt x="274077" y="13143"/>
                </a:lnTo>
                <a:cubicBezTo>
                  <a:pt x="274094" y="5929"/>
                  <a:pt x="268280" y="57"/>
                  <a:pt x="261067" y="0"/>
                </a:cubicBezTo>
                <a:close/>
                <a:moveTo>
                  <a:pt x="121262" y="242815"/>
                </a:moveTo>
                <a:cubicBezTo>
                  <a:pt x="121269" y="245664"/>
                  <a:pt x="118972" y="247984"/>
                  <a:pt x="116123" y="248005"/>
                </a:cubicBezTo>
                <a:lnTo>
                  <a:pt x="56019" y="248005"/>
                </a:lnTo>
                <a:cubicBezTo>
                  <a:pt x="53169" y="247984"/>
                  <a:pt x="50873" y="245664"/>
                  <a:pt x="50880" y="242815"/>
                </a:cubicBezTo>
                <a:lnTo>
                  <a:pt x="50880" y="220144"/>
                </a:lnTo>
                <a:cubicBezTo>
                  <a:pt x="50873" y="217294"/>
                  <a:pt x="53169" y="214975"/>
                  <a:pt x="56019" y="214953"/>
                </a:cubicBezTo>
                <a:lnTo>
                  <a:pt x="116123" y="214953"/>
                </a:lnTo>
                <a:cubicBezTo>
                  <a:pt x="118972" y="214975"/>
                  <a:pt x="121269" y="217294"/>
                  <a:pt x="121262" y="220144"/>
                </a:cubicBezTo>
                <a:close/>
                <a:moveTo>
                  <a:pt x="191648" y="165465"/>
                </a:moveTo>
                <a:cubicBezTo>
                  <a:pt x="191653" y="168314"/>
                  <a:pt x="189358" y="170632"/>
                  <a:pt x="186509" y="170656"/>
                </a:cubicBezTo>
                <a:lnTo>
                  <a:pt x="56019" y="170656"/>
                </a:lnTo>
                <a:cubicBezTo>
                  <a:pt x="53170" y="170632"/>
                  <a:pt x="50875" y="168314"/>
                  <a:pt x="50880" y="165465"/>
                </a:cubicBezTo>
                <a:lnTo>
                  <a:pt x="50880" y="142794"/>
                </a:lnTo>
                <a:cubicBezTo>
                  <a:pt x="50873" y="139944"/>
                  <a:pt x="53169" y="137623"/>
                  <a:pt x="56019" y="137599"/>
                </a:cubicBezTo>
                <a:lnTo>
                  <a:pt x="186509" y="137599"/>
                </a:lnTo>
                <a:cubicBezTo>
                  <a:pt x="189359" y="137623"/>
                  <a:pt x="191655" y="139944"/>
                  <a:pt x="191648" y="142794"/>
                </a:cubicBezTo>
                <a:close/>
                <a:moveTo>
                  <a:pt x="223197" y="88111"/>
                </a:moveTo>
                <a:cubicBezTo>
                  <a:pt x="223204" y="90961"/>
                  <a:pt x="220908" y="93281"/>
                  <a:pt x="218058" y="93302"/>
                </a:cubicBezTo>
                <a:lnTo>
                  <a:pt x="56019" y="93302"/>
                </a:lnTo>
                <a:cubicBezTo>
                  <a:pt x="53169" y="93281"/>
                  <a:pt x="50873" y="90961"/>
                  <a:pt x="50880" y="88111"/>
                </a:cubicBezTo>
                <a:lnTo>
                  <a:pt x="50880" y="65440"/>
                </a:lnTo>
                <a:cubicBezTo>
                  <a:pt x="50873" y="62591"/>
                  <a:pt x="53169" y="60271"/>
                  <a:pt x="56019" y="60250"/>
                </a:cubicBezTo>
                <a:lnTo>
                  <a:pt x="218058" y="60250"/>
                </a:lnTo>
                <a:cubicBezTo>
                  <a:pt x="220908" y="60271"/>
                  <a:pt x="223204" y="62591"/>
                  <a:pt x="223197" y="654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图形 1118"/>
          <p:cNvSpPr/>
          <p:nvPr/>
        </p:nvSpPr>
        <p:spPr>
          <a:xfrm>
            <a:off x="5039980" y="1529693"/>
            <a:ext cx="274076" cy="355015"/>
          </a:xfrm>
          <a:custGeom>
            <a:avLst/>
            <a:gdLst>
              <a:gd name="connsiteX0" fmla="*/ 274077 w 274076"/>
              <a:gd name="connsiteY0" fmla="*/ 118029 h 355015"/>
              <a:gd name="connsiteX1" fmla="*/ 273220 w 274076"/>
              <a:gd name="connsiteY1" fmla="*/ 115990 h 355015"/>
              <a:gd name="connsiteX2" fmla="*/ 159783 w 274076"/>
              <a:gd name="connsiteY2" fmla="*/ 856 h 355015"/>
              <a:gd name="connsiteX3" fmla="*/ 157748 w 274076"/>
              <a:gd name="connsiteY3" fmla="*/ 0 h 355015"/>
              <a:gd name="connsiteX4" fmla="*/ 18466 w 274076"/>
              <a:gd name="connsiteY4" fmla="*/ 0 h 355015"/>
              <a:gd name="connsiteX5" fmla="*/ 0 w 274076"/>
              <a:gd name="connsiteY5" fmla="*/ 18500 h 355015"/>
              <a:gd name="connsiteX6" fmla="*/ 0 w 274076"/>
              <a:gd name="connsiteY6" fmla="*/ 336511 h 355015"/>
              <a:gd name="connsiteX7" fmla="*/ 18487 w 274076"/>
              <a:gd name="connsiteY7" fmla="*/ 355015 h 355015"/>
              <a:gd name="connsiteX8" fmla="*/ 255602 w 274076"/>
              <a:gd name="connsiteY8" fmla="*/ 355015 h 355015"/>
              <a:gd name="connsiteX9" fmla="*/ 274077 w 274076"/>
              <a:gd name="connsiteY9" fmla="*/ 336494 h 355015"/>
              <a:gd name="connsiteX10" fmla="*/ 218979 w 274076"/>
              <a:gd name="connsiteY10" fmla="*/ 275880 h 355015"/>
              <a:gd name="connsiteX11" fmla="*/ 208483 w 274076"/>
              <a:gd name="connsiteY11" fmla="*/ 286376 h 355015"/>
              <a:gd name="connsiteX12" fmla="*/ 65307 w 274076"/>
              <a:gd name="connsiteY12" fmla="*/ 286376 h 355015"/>
              <a:gd name="connsiteX13" fmla="*/ 54815 w 274076"/>
              <a:gd name="connsiteY13" fmla="*/ 275880 h 355015"/>
              <a:gd name="connsiteX14" fmla="*/ 54815 w 274076"/>
              <a:gd name="connsiteY14" fmla="*/ 263414 h 355015"/>
              <a:gd name="connsiteX15" fmla="*/ 65312 w 274076"/>
              <a:gd name="connsiteY15" fmla="*/ 252917 h 355015"/>
              <a:gd name="connsiteX16" fmla="*/ 208483 w 274076"/>
              <a:gd name="connsiteY16" fmla="*/ 252917 h 355015"/>
              <a:gd name="connsiteX17" fmla="*/ 218979 w 274076"/>
              <a:gd name="connsiteY17" fmla="*/ 263414 h 355015"/>
              <a:gd name="connsiteX18" fmla="*/ 218979 w 274076"/>
              <a:gd name="connsiteY18" fmla="*/ 210495 h 355015"/>
              <a:gd name="connsiteX19" fmla="*/ 208483 w 274076"/>
              <a:gd name="connsiteY19" fmla="*/ 220974 h 355015"/>
              <a:gd name="connsiteX20" fmla="*/ 65307 w 274076"/>
              <a:gd name="connsiteY20" fmla="*/ 220974 h 355015"/>
              <a:gd name="connsiteX21" fmla="*/ 54815 w 274076"/>
              <a:gd name="connsiteY21" fmla="*/ 210495 h 355015"/>
              <a:gd name="connsiteX22" fmla="*/ 54815 w 274076"/>
              <a:gd name="connsiteY22" fmla="*/ 198029 h 355015"/>
              <a:gd name="connsiteX23" fmla="*/ 65312 w 274076"/>
              <a:gd name="connsiteY23" fmla="*/ 187533 h 355015"/>
              <a:gd name="connsiteX24" fmla="*/ 208483 w 274076"/>
              <a:gd name="connsiteY24" fmla="*/ 187533 h 355015"/>
              <a:gd name="connsiteX25" fmla="*/ 218979 w 274076"/>
              <a:gd name="connsiteY25" fmla="*/ 198029 h 355015"/>
              <a:gd name="connsiteX26" fmla="*/ 249239 w 274076"/>
              <a:gd name="connsiteY26" fmla="*/ 129840 h 355015"/>
              <a:gd name="connsiteX27" fmla="*/ 149886 w 274076"/>
              <a:gd name="connsiteY27" fmla="*/ 129840 h 355015"/>
              <a:gd name="connsiteX28" fmla="*/ 147008 w 274076"/>
              <a:gd name="connsiteY28" fmla="*/ 126962 h 355015"/>
              <a:gd name="connsiteX29" fmla="*/ 147008 w 274076"/>
              <a:gd name="connsiteY29" fmla="*/ 27609 h 355015"/>
              <a:gd name="connsiteX30" fmla="*/ 149879 w 274076"/>
              <a:gd name="connsiteY30" fmla="*/ 24724 h 355015"/>
              <a:gd name="connsiteX31" fmla="*/ 151924 w 274076"/>
              <a:gd name="connsiteY31" fmla="*/ 25571 h 355015"/>
              <a:gd name="connsiteX32" fmla="*/ 251277 w 274076"/>
              <a:gd name="connsiteY32" fmla="*/ 124923 h 355015"/>
              <a:gd name="connsiteX33" fmla="*/ 251284 w 274076"/>
              <a:gd name="connsiteY33" fmla="*/ 128993 h 355015"/>
              <a:gd name="connsiteX34" fmla="*/ 249239 w 274076"/>
              <a:gd name="connsiteY34" fmla="*/ 129840 h 3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5015">
                <a:moveTo>
                  <a:pt x="274077" y="118029"/>
                </a:moveTo>
                <a:cubicBezTo>
                  <a:pt x="274074" y="117262"/>
                  <a:pt x="273766" y="116529"/>
                  <a:pt x="273220" y="115990"/>
                </a:cubicBezTo>
                <a:lnTo>
                  <a:pt x="159783" y="856"/>
                </a:lnTo>
                <a:cubicBezTo>
                  <a:pt x="159245" y="312"/>
                  <a:pt x="158513" y="4"/>
                  <a:pt x="157748" y="0"/>
                </a:cubicBezTo>
                <a:lnTo>
                  <a:pt x="18466" y="0"/>
                </a:lnTo>
                <a:cubicBezTo>
                  <a:pt x="8269" y="35"/>
                  <a:pt x="16" y="8303"/>
                  <a:pt x="0" y="18500"/>
                </a:cubicBezTo>
                <a:lnTo>
                  <a:pt x="0" y="336511"/>
                </a:lnTo>
                <a:cubicBezTo>
                  <a:pt x="21" y="346715"/>
                  <a:pt x="8283" y="354985"/>
                  <a:pt x="18487" y="355015"/>
                </a:cubicBezTo>
                <a:lnTo>
                  <a:pt x="255602" y="355015"/>
                </a:lnTo>
                <a:cubicBezTo>
                  <a:pt x="265811" y="354985"/>
                  <a:pt x="274072" y="346702"/>
                  <a:pt x="274077" y="336494"/>
                </a:cubicBezTo>
                <a:close/>
                <a:moveTo>
                  <a:pt x="218979" y="275880"/>
                </a:moveTo>
                <a:cubicBezTo>
                  <a:pt x="218979" y="281677"/>
                  <a:pt x="214280" y="286376"/>
                  <a:pt x="208483" y="286376"/>
                </a:cubicBezTo>
                <a:lnTo>
                  <a:pt x="65307" y="286376"/>
                </a:lnTo>
                <a:cubicBezTo>
                  <a:pt x="59512" y="286374"/>
                  <a:pt x="54815" y="281675"/>
                  <a:pt x="54815" y="275880"/>
                </a:cubicBezTo>
                <a:lnTo>
                  <a:pt x="54815" y="263414"/>
                </a:lnTo>
                <a:cubicBezTo>
                  <a:pt x="54815" y="257617"/>
                  <a:pt x="59515" y="252917"/>
                  <a:pt x="65312" y="252917"/>
                </a:cubicBezTo>
                <a:lnTo>
                  <a:pt x="208483" y="252917"/>
                </a:lnTo>
                <a:cubicBezTo>
                  <a:pt x="214280" y="252917"/>
                  <a:pt x="218979" y="257617"/>
                  <a:pt x="218979" y="263414"/>
                </a:cubicBezTo>
                <a:close/>
                <a:moveTo>
                  <a:pt x="218979" y="210495"/>
                </a:moveTo>
                <a:cubicBezTo>
                  <a:pt x="218969" y="216286"/>
                  <a:pt x="214273" y="220975"/>
                  <a:pt x="208483" y="220974"/>
                </a:cubicBezTo>
                <a:lnTo>
                  <a:pt x="65307" y="220974"/>
                </a:lnTo>
                <a:cubicBezTo>
                  <a:pt x="59519" y="220972"/>
                  <a:pt x="54825" y="216284"/>
                  <a:pt x="54815" y="210495"/>
                </a:cubicBezTo>
                <a:lnTo>
                  <a:pt x="54815" y="198029"/>
                </a:lnTo>
                <a:cubicBezTo>
                  <a:pt x="54815" y="192232"/>
                  <a:pt x="59515" y="187533"/>
                  <a:pt x="65312" y="187533"/>
                </a:cubicBezTo>
                <a:lnTo>
                  <a:pt x="208483" y="187533"/>
                </a:lnTo>
                <a:cubicBezTo>
                  <a:pt x="214280" y="187533"/>
                  <a:pt x="218979" y="192232"/>
                  <a:pt x="218979" y="198029"/>
                </a:cubicBezTo>
                <a:close/>
                <a:moveTo>
                  <a:pt x="249239" y="129840"/>
                </a:moveTo>
                <a:lnTo>
                  <a:pt x="149886" y="129840"/>
                </a:lnTo>
                <a:cubicBezTo>
                  <a:pt x="148296" y="129840"/>
                  <a:pt x="147008" y="128551"/>
                  <a:pt x="147008" y="126962"/>
                </a:cubicBezTo>
                <a:lnTo>
                  <a:pt x="147008" y="27609"/>
                </a:lnTo>
                <a:cubicBezTo>
                  <a:pt x="147004" y="26020"/>
                  <a:pt x="148289" y="24728"/>
                  <a:pt x="149879" y="24724"/>
                </a:cubicBezTo>
                <a:cubicBezTo>
                  <a:pt x="150646" y="24722"/>
                  <a:pt x="151383" y="25027"/>
                  <a:pt x="151924" y="25571"/>
                </a:cubicBezTo>
                <a:lnTo>
                  <a:pt x="251277" y="124923"/>
                </a:lnTo>
                <a:cubicBezTo>
                  <a:pt x="252403" y="126045"/>
                  <a:pt x="252406" y="127867"/>
                  <a:pt x="251284" y="128993"/>
                </a:cubicBezTo>
                <a:cubicBezTo>
                  <a:pt x="250742" y="129537"/>
                  <a:pt x="250006" y="129842"/>
                  <a:pt x="249239" y="1298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图形 1120"/>
          <p:cNvSpPr/>
          <p:nvPr/>
        </p:nvSpPr>
        <p:spPr>
          <a:xfrm>
            <a:off x="5007866" y="4764781"/>
            <a:ext cx="347748" cy="385680"/>
          </a:xfrm>
          <a:custGeom>
            <a:avLst/>
            <a:gdLst>
              <a:gd name="connsiteX0" fmla="*/ 90774 w 347748"/>
              <a:gd name="connsiteY0" fmla="*/ 145590 h 385680"/>
              <a:gd name="connsiteX1" fmla="*/ 17322 w 347748"/>
              <a:gd name="connsiteY1" fmla="*/ 145590 h 385680"/>
              <a:gd name="connsiteX2" fmla="*/ 0 w 347748"/>
              <a:gd name="connsiteY2" fmla="*/ 162911 h 385680"/>
              <a:gd name="connsiteX3" fmla="*/ 0 w 347748"/>
              <a:gd name="connsiteY3" fmla="*/ 347310 h 385680"/>
              <a:gd name="connsiteX4" fmla="*/ 11840 w 347748"/>
              <a:gd name="connsiteY4" fmla="*/ 363755 h 385680"/>
              <a:gd name="connsiteX5" fmla="*/ 51746 w 347748"/>
              <a:gd name="connsiteY5" fmla="*/ 247327 h 385680"/>
              <a:gd name="connsiteX6" fmla="*/ 75864 w 347748"/>
              <a:gd name="connsiteY6" fmla="*/ 215315 h 385680"/>
              <a:gd name="connsiteX7" fmla="*/ 107657 w 347748"/>
              <a:gd name="connsiteY7" fmla="*/ 202378 h 385680"/>
              <a:gd name="connsiteX8" fmla="*/ 123225 w 347748"/>
              <a:gd name="connsiteY8" fmla="*/ 202378 h 385680"/>
              <a:gd name="connsiteX9" fmla="*/ 140327 w 347748"/>
              <a:gd name="connsiteY9" fmla="*/ 170366 h 385680"/>
              <a:gd name="connsiteX10" fmla="*/ 145809 w 347748"/>
              <a:gd name="connsiteY10" fmla="*/ 128049 h 385680"/>
              <a:gd name="connsiteX11" fmla="*/ 315737 w 347748"/>
              <a:gd name="connsiteY11" fmla="*/ 128049 h 385680"/>
              <a:gd name="connsiteX12" fmla="*/ 313105 w 347748"/>
              <a:gd name="connsiteY12" fmla="*/ 172120 h 385680"/>
              <a:gd name="connsiteX13" fmla="*/ 301704 w 347748"/>
              <a:gd name="connsiteY13" fmla="*/ 202159 h 385680"/>
              <a:gd name="connsiteX14" fmla="*/ 316394 w 347748"/>
              <a:gd name="connsiteY14" fmla="*/ 202159 h 385680"/>
              <a:gd name="connsiteX15" fmla="*/ 325823 w 347748"/>
              <a:gd name="connsiteY15" fmla="*/ 174971 h 385680"/>
              <a:gd name="connsiteX16" fmla="*/ 328015 w 347748"/>
              <a:gd name="connsiteY16" fmla="*/ 120594 h 385680"/>
              <a:gd name="connsiteX17" fmla="*/ 321657 w 347748"/>
              <a:gd name="connsiteY17" fmla="*/ 114893 h 385680"/>
              <a:gd name="connsiteX18" fmla="*/ 231540 w 347748"/>
              <a:gd name="connsiteY18" fmla="*/ 114893 h 385680"/>
              <a:gd name="connsiteX19" fmla="*/ 214438 w 347748"/>
              <a:gd name="connsiteY19" fmla="*/ 49334 h 385680"/>
              <a:gd name="connsiteX20" fmla="*/ 208737 w 347748"/>
              <a:gd name="connsiteY20" fmla="*/ 46264 h 385680"/>
              <a:gd name="connsiteX21" fmla="*/ 172559 w 347748"/>
              <a:gd name="connsiteY21" fmla="*/ 46264 h 385680"/>
              <a:gd name="connsiteX22" fmla="*/ 139889 w 347748"/>
              <a:gd name="connsiteY22" fmla="*/ 10525 h 385680"/>
              <a:gd name="connsiteX23" fmla="*/ 124102 w 347748"/>
              <a:gd name="connsiteY23" fmla="*/ 877 h 385680"/>
              <a:gd name="connsiteX24" fmla="*/ 121032 w 347748"/>
              <a:gd name="connsiteY24" fmla="*/ 0 h 385680"/>
              <a:gd name="connsiteX25" fmla="*/ 6359 w 347748"/>
              <a:gd name="connsiteY25" fmla="*/ 0 h 385680"/>
              <a:gd name="connsiteX26" fmla="*/ 2193 w 347748"/>
              <a:gd name="connsiteY26" fmla="*/ 11402 h 385680"/>
              <a:gd name="connsiteX27" fmla="*/ 39248 w 347748"/>
              <a:gd name="connsiteY27" fmla="*/ 58104 h 385680"/>
              <a:gd name="connsiteX28" fmla="*/ 34424 w 347748"/>
              <a:gd name="connsiteY28" fmla="*/ 118182 h 385680"/>
              <a:gd name="connsiteX29" fmla="*/ 40125 w 347748"/>
              <a:gd name="connsiteY29" fmla="*/ 127610 h 385680"/>
              <a:gd name="connsiteX30" fmla="*/ 94502 w 347748"/>
              <a:gd name="connsiteY30" fmla="*/ 127610 h 385680"/>
              <a:gd name="connsiteX31" fmla="*/ 90774 w 347748"/>
              <a:gd name="connsiteY31" fmla="*/ 145590 h 385680"/>
              <a:gd name="connsiteX32" fmla="*/ 159842 w 347748"/>
              <a:gd name="connsiteY32" fmla="*/ 168174 h 385680"/>
              <a:gd name="connsiteX33" fmla="*/ 295345 w 347748"/>
              <a:gd name="connsiteY33" fmla="*/ 168174 h 385680"/>
              <a:gd name="connsiteX34" fmla="*/ 291399 w 347748"/>
              <a:gd name="connsiteY34" fmla="*/ 180014 h 385680"/>
              <a:gd name="connsiteX35" fmla="*/ 155676 w 347748"/>
              <a:gd name="connsiteY35" fmla="*/ 180014 h 385680"/>
              <a:gd name="connsiteX36" fmla="*/ 159842 w 347748"/>
              <a:gd name="connsiteY36" fmla="*/ 168174 h 385680"/>
              <a:gd name="connsiteX37" fmla="*/ 164885 w 347748"/>
              <a:gd name="connsiteY37" fmla="*/ 142959 h 385680"/>
              <a:gd name="connsiteX38" fmla="*/ 300388 w 347748"/>
              <a:gd name="connsiteY38" fmla="*/ 142959 h 385680"/>
              <a:gd name="connsiteX39" fmla="*/ 299073 w 347748"/>
              <a:gd name="connsiteY39" fmla="*/ 154799 h 385680"/>
              <a:gd name="connsiteX40" fmla="*/ 163569 w 347748"/>
              <a:gd name="connsiteY40" fmla="*/ 154799 h 385680"/>
              <a:gd name="connsiteX41" fmla="*/ 164885 w 347748"/>
              <a:gd name="connsiteY41" fmla="*/ 142959 h 385680"/>
              <a:gd name="connsiteX42" fmla="*/ 123225 w 347748"/>
              <a:gd name="connsiteY42" fmla="*/ 102395 h 385680"/>
              <a:gd name="connsiteX43" fmla="*/ 202378 w 347748"/>
              <a:gd name="connsiteY43" fmla="*/ 102395 h 385680"/>
              <a:gd name="connsiteX44" fmla="*/ 201721 w 347748"/>
              <a:gd name="connsiteY44" fmla="*/ 109192 h 385680"/>
              <a:gd name="connsiteX45" fmla="*/ 122567 w 347748"/>
              <a:gd name="connsiteY45" fmla="*/ 109192 h 385680"/>
              <a:gd name="connsiteX46" fmla="*/ 123225 w 347748"/>
              <a:gd name="connsiteY46" fmla="*/ 102395 h 385680"/>
              <a:gd name="connsiteX47" fmla="*/ 122786 w 347748"/>
              <a:gd name="connsiteY47" fmla="*/ 86389 h 385680"/>
              <a:gd name="connsiteX48" fmla="*/ 201940 w 347748"/>
              <a:gd name="connsiteY48" fmla="*/ 86389 h 385680"/>
              <a:gd name="connsiteX49" fmla="*/ 202817 w 347748"/>
              <a:gd name="connsiteY49" fmla="*/ 93186 h 385680"/>
              <a:gd name="connsiteX50" fmla="*/ 123663 w 347748"/>
              <a:gd name="connsiteY50" fmla="*/ 93186 h 385680"/>
              <a:gd name="connsiteX51" fmla="*/ 122786 w 347748"/>
              <a:gd name="connsiteY51" fmla="*/ 86389 h 385680"/>
              <a:gd name="connsiteX52" fmla="*/ 120375 w 347748"/>
              <a:gd name="connsiteY52" fmla="*/ 70821 h 385680"/>
              <a:gd name="connsiteX53" fmla="*/ 199528 w 347748"/>
              <a:gd name="connsiteY53" fmla="*/ 70821 h 385680"/>
              <a:gd name="connsiteX54" fmla="*/ 201501 w 347748"/>
              <a:gd name="connsiteY54" fmla="*/ 77838 h 385680"/>
              <a:gd name="connsiteX55" fmla="*/ 122129 w 347748"/>
              <a:gd name="connsiteY55" fmla="*/ 77838 h 385680"/>
              <a:gd name="connsiteX56" fmla="*/ 120375 w 347748"/>
              <a:gd name="connsiteY56" fmla="*/ 70821 h 385680"/>
              <a:gd name="connsiteX57" fmla="*/ 299073 w 347748"/>
              <a:gd name="connsiteY57" fmla="*/ 385681 h 385680"/>
              <a:gd name="connsiteX58" fmla="*/ 25215 w 347748"/>
              <a:gd name="connsiteY58" fmla="*/ 385681 h 385680"/>
              <a:gd name="connsiteX59" fmla="*/ 70383 w 347748"/>
              <a:gd name="connsiteY59" fmla="*/ 253686 h 385680"/>
              <a:gd name="connsiteX60" fmla="*/ 87705 w 347748"/>
              <a:gd name="connsiteY60" fmla="*/ 231102 h 385680"/>
              <a:gd name="connsiteX61" fmla="*/ 113358 w 347748"/>
              <a:gd name="connsiteY61" fmla="*/ 221673 h 385680"/>
              <a:gd name="connsiteX62" fmla="*/ 329331 w 347748"/>
              <a:gd name="connsiteY62" fmla="*/ 221673 h 385680"/>
              <a:gd name="connsiteX63" fmla="*/ 337005 w 347748"/>
              <a:gd name="connsiteY63" fmla="*/ 222770 h 385680"/>
              <a:gd name="connsiteX64" fmla="*/ 344898 w 347748"/>
              <a:gd name="connsiteY64" fmla="*/ 228690 h 385680"/>
              <a:gd name="connsiteX65" fmla="*/ 347749 w 347748"/>
              <a:gd name="connsiteY65" fmla="*/ 238995 h 385680"/>
              <a:gd name="connsiteX66" fmla="*/ 345995 w 347748"/>
              <a:gd name="connsiteY66" fmla="*/ 248423 h 385680"/>
              <a:gd name="connsiteX67" fmla="*/ 299073 w 347748"/>
              <a:gd name="connsiteY67" fmla="*/ 385681 h 385680"/>
              <a:gd name="connsiteX68" fmla="*/ 128049 w 347748"/>
              <a:gd name="connsiteY68" fmla="*/ 165542 h 385680"/>
              <a:gd name="connsiteX69" fmla="*/ 97133 w 347748"/>
              <a:gd name="connsiteY69" fmla="*/ 165542 h 385680"/>
              <a:gd name="connsiteX70" fmla="*/ 108315 w 347748"/>
              <a:gd name="connsiteY70" fmla="*/ 117086 h 385680"/>
              <a:gd name="connsiteX71" fmla="*/ 102176 w 347748"/>
              <a:gd name="connsiteY71" fmla="*/ 59201 h 385680"/>
              <a:gd name="connsiteX72" fmla="*/ 205010 w 347748"/>
              <a:gd name="connsiteY72" fmla="*/ 59201 h 385680"/>
              <a:gd name="connsiteX73" fmla="*/ 218384 w 347748"/>
              <a:gd name="connsiteY73" fmla="*/ 114235 h 385680"/>
              <a:gd name="connsiteX74" fmla="*/ 218384 w 347748"/>
              <a:gd name="connsiteY74" fmla="*/ 114893 h 385680"/>
              <a:gd name="connsiteX75" fmla="*/ 138573 w 347748"/>
              <a:gd name="connsiteY75" fmla="*/ 114893 h 385680"/>
              <a:gd name="connsiteX76" fmla="*/ 132215 w 347748"/>
              <a:gd name="connsiteY76" fmla="*/ 122348 h 385680"/>
              <a:gd name="connsiteX77" fmla="*/ 128049 w 347748"/>
              <a:gd name="connsiteY77" fmla="*/ 165542 h 385680"/>
              <a:gd name="connsiteX78" fmla="*/ 95598 w 347748"/>
              <a:gd name="connsiteY78" fmla="*/ 114455 h 385680"/>
              <a:gd name="connsiteX79" fmla="*/ 50211 w 347748"/>
              <a:gd name="connsiteY79" fmla="*/ 114455 h 385680"/>
              <a:gd name="connsiteX80" fmla="*/ 51307 w 347748"/>
              <a:gd name="connsiteY80" fmla="*/ 53281 h 385680"/>
              <a:gd name="connsiteX81" fmla="*/ 23022 w 347748"/>
              <a:gd name="connsiteY81" fmla="*/ 12936 h 385680"/>
              <a:gd name="connsiteX82" fmla="*/ 119278 w 347748"/>
              <a:gd name="connsiteY82" fmla="*/ 12936 h 385680"/>
              <a:gd name="connsiteX83" fmla="*/ 132215 w 347748"/>
              <a:gd name="connsiteY83" fmla="*/ 21049 h 385680"/>
              <a:gd name="connsiteX84" fmla="*/ 157430 w 347748"/>
              <a:gd name="connsiteY84" fmla="*/ 46264 h 385680"/>
              <a:gd name="connsiteX85" fmla="*/ 94063 w 347748"/>
              <a:gd name="connsiteY85" fmla="*/ 46264 h 385680"/>
              <a:gd name="connsiteX86" fmla="*/ 87705 w 347748"/>
              <a:gd name="connsiteY86" fmla="*/ 54377 h 385680"/>
              <a:gd name="connsiteX87" fmla="*/ 95598 w 347748"/>
              <a:gd name="connsiteY87" fmla="*/ 114455 h 38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47748" h="385680">
                <a:moveTo>
                  <a:pt x="90774" y="145590"/>
                </a:moveTo>
                <a:lnTo>
                  <a:pt x="17322" y="145590"/>
                </a:lnTo>
                <a:cubicBezTo>
                  <a:pt x="7893" y="145590"/>
                  <a:pt x="0" y="153264"/>
                  <a:pt x="0" y="162911"/>
                </a:cubicBezTo>
                <a:lnTo>
                  <a:pt x="0" y="347310"/>
                </a:lnTo>
                <a:cubicBezTo>
                  <a:pt x="0" y="354984"/>
                  <a:pt x="5043" y="361562"/>
                  <a:pt x="11840" y="363755"/>
                </a:cubicBezTo>
                <a:lnTo>
                  <a:pt x="51746" y="247327"/>
                </a:lnTo>
                <a:cubicBezTo>
                  <a:pt x="56131" y="234610"/>
                  <a:pt x="65121" y="223427"/>
                  <a:pt x="75864" y="215315"/>
                </a:cubicBezTo>
                <a:cubicBezTo>
                  <a:pt x="85073" y="208518"/>
                  <a:pt x="96037" y="203475"/>
                  <a:pt x="107657" y="202378"/>
                </a:cubicBezTo>
                <a:lnTo>
                  <a:pt x="123225" y="202378"/>
                </a:lnTo>
                <a:cubicBezTo>
                  <a:pt x="130022" y="192512"/>
                  <a:pt x="136161" y="182206"/>
                  <a:pt x="140327" y="170366"/>
                </a:cubicBezTo>
                <a:cubicBezTo>
                  <a:pt x="144932" y="157868"/>
                  <a:pt x="147124" y="144055"/>
                  <a:pt x="145809" y="128049"/>
                </a:cubicBezTo>
                <a:lnTo>
                  <a:pt x="315737" y="128049"/>
                </a:lnTo>
                <a:cubicBezTo>
                  <a:pt x="317271" y="143836"/>
                  <a:pt x="316394" y="158526"/>
                  <a:pt x="313105" y="172120"/>
                </a:cubicBezTo>
                <a:cubicBezTo>
                  <a:pt x="310694" y="182645"/>
                  <a:pt x="306747" y="192731"/>
                  <a:pt x="301704" y="202159"/>
                </a:cubicBezTo>
                <a:lnTo>
                  <a:pt x="316394" y="202159"/>
                </a:lnTo>
                <a:cubicBezTo>
                  <a:pt x="320560" y="193608"/>
                  <a:pt x="323630" y="184399"/>
                  <a:pt x="325823" y="174971"/>
                </a:cubicBezTo>
                <a:cubicBezTo>
                  <a:pt x="329769" y="158088"/>
                  <a:pt x="330427" y="140108"/>
                  <a:pt x="328015" y="120594"/>
                </a:cubicBezTo>
                <a:lnTo>
                  <a:pt x="321657" y="114893"/>
                </a:lnTo>
                <a:lnTo>
                  <a:pt x="231540" y="114893"/>
                </a:lnTo>
                <a:cubicBezTo>
                  <a:pt x="232856" y="93844"/>
                  <a:pt x="228032" y="72137"/>
                  <a:pt x="214438" y="49334"/>
                </a:cubicBezTo>
                <a:lnTo>
                  <a:pt x="208737" y="46264"/>
                </a:lnTo>
                <a:lnTo>
                  <a:pt x="172559" y="46264"/>
                </a:lnTo>
                <a:cubicBezTo>
                  <a:pt x="165762" y="32889"/>
                  <a:pt x="154579" y="20611"/>
                  <a:pt x="139889" y="10525"/>
                </a:cubicBezTo>
                <a:cubicBezTo>
                  <a:pt x="135065" y="7236"/>
                  <a:pt x="129803" y="3947"/>
                  <a:pt x="124102" y="877"/>
                </a:cubicBezTo>
                <a:lnTo>
                  <a:pt x="121032" y="0"/>
                </a:lnTo>
                <a:lnTo>
                  <a:pt x="6359" y="0"/>
                </a:lnTo>
                <a:lnTo>
                  <a:pt x="2193" y="11402"/>
                </a:lnTo>
                <a:cubicBezTo>
                  <a:pt x="18199" y="24777"/>
                  <a:pt x="32451" y="40344"/>
                  <a:pt x="39248" y="58104"/>
                </a:cubicBezTo>
                <a:cubicBezTo>
                  <a:pt x="46045" y="75426"/>
                  <a:pt x="46045" y="95159"/>
                  <a:pt x="34424" y="118182"/>
                </a:cubicBezTo>
                <a:lnTo>
                  <a:pt x="40125" y="127610"/>
                </a:lnTo>
                <a:lnTo>
                  <a:pt x="94502" y="127610"/>
                </a:lnTo>
                <a:cubicBezTo>
                  <a:pt x="93625" y="133750"/>
                  <a:pt x="92528" y="139889"/>
                  <a:pt x="90774" y="145590"/>
                </a:cubicBezTo>
                <a:close/>
                <a:moveTo>
                  <a:pt x="159842" y="168174"/>
                </a:moveTo>
                <a:lnTo>
                  <a:pt x="295345" y="168174"/>
                </a:lnTo>
                <a:lnTo>
                  <a:pt x="291399" y="180014"/>
                </a:lnTo>
                <a:lnTo>
                  <a:pt x="155676" y="180014"/>
                </a:lnTo>
                <a:lnTo>
                  <a:pt x="159842" y="168174"/>
                </a:lnTo>
                <a:close/>
                <a:moveTo>
                  <a:pt x="164885" y="142959"/>
                </a:moveTo>
                <a:lnTo>
                  <a:pt x="300388" y="142959"/>
                </a:lnTo>
                <a:lnTo>
                  <a:pt x="299073" y="154799"/>
                </a:lnTo>
                <a:lnTo>
                  <a:pt x="163569" y="154799"/>
                </a:lnTo>
                <a:lnTo>
                  <a:pt x="164885" y="142959"/>
                </a:lnTo>
                <a:close/>
                <a:moveTo>
                  <a:pt x="123225" y="102395"/>
                </a:moveTo>
                <a:lnTo>
                  <a:pt x="202378" y="102395"/>
                </a:lnTo>
                <a:lnTo>
                  <a:pt x="201721" y="109192"/>
                </a:lnTo>
                <a:lnTo>
                  <a:pt x="122567" y="109192"/>
                </a:lnTo>
                <a:lnTo>
                  <a:pt x="123225" y="102395"/>
                </a:lnTo>
                <a:close/>
                <a:moveTo>
                  <a:pt x="122786" y="86389"/>
                </a:moveTo>
                <a:lnTo>
                  <a:pt x="201940" y="86389"/>
                </a:lnTo>
                <a:lnTo>
                  <a:pt x="202817" y="93186"/>
                </a:lnTo>
                <a:lnTo>
                  <a:pt x="123663" y="93186"/>
                </a:lnTo>
                <a:lnTo>
                  <a:pt x="122786" y="86389"/>
                </a:lnTo>
                <a:close/>
                <a:moveTo>
                  <a:pt x="120375" y="70821"/>
                </a:moveTo>
                <a:lnTo>
                  <a:pt x="199528" y="70821"/>
                </a:lnTo>
                <a:lnTo>
                  <a:pt x="201501" y="77838"/>
                </a:lnTo>
                <a:lnTo>
                  <a:pt x="122129" y="77838"/>
                </a:lnTo>
                <a:lnTo>
                  <a:pt x="120375" y="70821"/>
                </a:lnTo>
                <a:close/>
                <a:moveTo>
                  <a:pt x="299073" y="385681"/>
                </a:moveTo>
                <a:lnTo>
                  <a:pt x="25215" y="385681"/>
                </a:lnTo>
                <a:lnTo>
                  <a:pt x="70383" y="253686"/>
                </a:lnTo>
                <a:cubicBezTo>
                  <a:pt x="73453" y="244915"/>
                  <a:pt x="79811" y="236802"/>
                  <a:pt x="87705" y="231102"/>
                </a:cubicBezTo>
                <a:cubicBezTo>
                  <a:pt x="95598" y="225182"/>
                  <a:pt x="104588" y="221673"/>
                  <a:pt x="113358" y="221673"/>
                </a:cubicBezTo>
                <a:lnTo>
                  <a:pt x="329331" y="221673"/>
                </a:lnTo>
                <a:cubicBezTo>
                  <a:pt x="332181" y="221673"/>
                  <a:pt x="334812" y="222112"/>
                  <a:pt x="337005" y="222770"/>
                </a:cubicBezTo>
                <a:cubicBezTo>
                  <a:pt x="340513" y="223866"/>
                  <a:pt x="343144" y="226059"/>
                  <a:pt x="344898" y="228690"/>
                </a:cubicBezTo>
                <a:cubicBezTo>
                  <a:pt x="346872" y="231321"/>
                  <a:pt x="347749" y="234829"/>
                  <a:pt x="347749" y="238995"/>
                </a:cubicBezTo>
                <a:cubicBezTo>
                  <a:pt x="347749" y="241845"/>
                  <a:pt x="347310" y="245134"/>
                  <a:pt x="345995" y="248423"/>
                </a:cubicBezTo>
                <a:lnTo>
                  <a:pt x="299073" y="385681"/>
                </a:lnTo>
                <a:close/>
                <a:moveTo>
                  <a:pt x="128049" y="165542"/>
                </a:moveTo>
                <a:lnTo>
                  <a:pt x="97133" y="165542"/>
                </a:lnTo>
                <a:cubicBezTo>
                  <a:pt x="104149" y="150633"/>
                  <a:pt x="107657" y="134188"/>
                  <a:pt x="108315" y="117086"/>
                </a:cubicBezTo>
                <a:cubicBezTo>
                  <a:pt x="109192" y="98887"/>
                  <a:pt x="106780" y="79373"/>
                  <a:pt x="102176" y="59201"/>
                </a:cubicBezTo>
                <a:lnTo>
                  <a:pt x="205010" y="59201"/>
                </a:lnTo>
                <a:cubicBezTo>
                  <a:pt x="215973" y="78276"/>
                  <a:pt x="219700" y="96694"/>
                  <a:pt x="218384" y="114235"/>
                </a:cubicBezTo>
                <a:lnTo>
                  <a:pt x="218384" y="114893"/>
                </a:lnTo>
                <a:lnTo>
                  <a:pt x="138573" y="114893"/>
                </a:lnTo>
                <a:lnTo>
                  <a:pt x="132215" y="122348"/>
                </a:lnTo>
                <a:cubicBezTo>
                  <a:pt x="134627" y="138793"/>
                  <a:pt x="132653" y="153045"/>
                  <a:pt x="128049" y="165542"/>
                </a:cubicBezTo>
                <a:close/>
                <a:moveTo>
                  <a:pt x="95598" y="114455"/>
                </a:moveTo>
                <a:lnTo>
                  <a:pt x="50211" y="114455"/>
                </a:lnTo>
                <a:cubicBezTo>
                  <a:pt x="59420" y="91651"/>
                  <a:pt x="58543" y="71260"/>
                  <a:pt x="51307" y="53281"/>
                </a:cubicBezTo>
                <a:cubicBezTo>
                  <a:pt x="45387" y="38152"/>
                  <a:pt x="35082" y="24777"/>
                  <a:pt x="23022" y="12936"/>
                </a:cubicBezTo>
                <a:lnTo>
                  <a:pt x="119278" y="12936"/>
                </a:lnTo>
                <a:cubicBezTo>
                  <a:pt x="123883" y="15348"/>
                  <a:pt x="128049" y="18199"/>
                  <a:pt x="132215" y="21049"/>
                </a:cubicBezTo>
                <a:cubicBezTo>
                  <a:pt x="142739" y="28504"/>
                  <a:pt x="151290" y="37055"/>
                  <a:pt x="157430" y="46264"/>
                </a:cubicBezTo>
                <a:lnTo>
                  <a:pt x="94063" y="46264"/>
                </a:lnTo>
                <a:lnTo>
                  <a:pt x="87705" y="54377"/>
                </a:lnTo>
                <a:cubicBezTo>
                  <a:pt x="93186" y="75426"/>
                  <a:pt x="96256" y="95598"/>
                  <a:pt x="95598" y="114455"/>
                </a:cubicBez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图形 1124"/>
          <p:cNvSpPr/>
          <p:nvPr/>
        </p:nvSpPr>
        <p:spPr>
          <a:xfrm>
            <a:off x="4138121" y="3194850"/>
            <a:ext cx="358931" cy="385242"/>
          </a:xfrm>
          <a:custGeom>
            <a:avLst/>
            <a:gdLst>
              <a:gd name="connsiteX0" fmla="*/ 301704 w 358931"/>
              <a:gd name="connsiteY0" fmla="*/ 88143 h 385242"/>
              <a:gd name="connsiteX1" fmla="*/ 358931 w 358931"/>
              <a:gd name="connsiteY1" fmla="*/ 213999 h 385242"/>
              <a:gd name="connsiteX2" fmla="*/ 315956 w 358931"/>
              <a:gd name="connsiteY2" fmla="*/ 325823 h 385242"/>
              <a:gd name="connsiteX3" fmla="*/ 192073 w 358931"/>
              <a:gd name="connsiteY3" fmla="*/ 213999 h 385242"/>
              <a:gd name="connsiteX4" fmla="*/ 301704 w 358931"/>
              <a:gd name="connsiteY4" fmla="*/ 88143 h 385242"/>
              <a:gd name="connsiteX5" fmla="*/ 306089 w 358931"/>
              <a:gd name="connsiteY5" fmla="*/ 335470 h 385242"/>
              <a:gd name="connsiteX6" fmla="*/ 280655 w 358931"/>
              <a:gd name="connsiteY6" fmla="*/ 358493 h 385242"/>
              <a:gd name="connsiteX7" fmla="*/ 298196 w 358931"/>
              <a:gd name="connsiteY7" fmla="*/ 328673 h 385242"/>
              <a:gd name="connsiteX8" fmla="*/ 306089 w 358931"/>
              <a:gd name="connsiteY8" fmla="*/ 335470 h 385242"/>
              <a:gd name="connsiteX9" fmla="*/ 260044 w 358931"/>
              <a:gd name="connsiteY9" fmla="*/ 371429 h 385242"/>
              <a:gd name="connsiteX10" fmla="*/ 289864 w 358931"/>
              <a:gd name="connsiteY10" fmla="*/ 320780 h 385242"/>
              <a:gd name="connsiteX11" fmla="*/ 281751 w 358931"/>
              <a:gd name="connsiteY11" fmla="*/ 313325 h 385242"/>
              <a:gd name="connsiteX12" fmla="*/ 242942 w 358931"/>
              <a:gd name="connsiteY12" fmla="*/ 379103 h 385242"/>
              <a:gd name="connsiteX13" fmla="*/ 260044 w 358931"/>
              <a:gd name="connsiteY13" fmla="*/ 371429 h 385242"/>
              <a:gd name="connsiteX14" fmla="*/ 235925 w 358931"/>
              <a:gd name="connsiteY14" fmla="*/ 368798 h 385242"/>
              <a:gd name="connsiteX15" fmla="*/ 272981 w 358931"/>
              <a:gd name="connsiteY15" fmla="*/ 305870 h 385242"/>
              <a:gd name="connsiteX16" fmla="*/ 264868 w 358931"/>
              <a:gd name="connsiteY16" fmla="*/ 298415 h 385242"/>
              <a:gd name="connsiteX17" fmla="*/ 231102 w 358931"/>
              <a:gd name="connsiteY17" fmla="*/ 355861 h 385242"/>
              <a:gd name="connsiteX18" fmla="*/ 235925 w 358931"/>
              <a:gd name="connsiteY18" fmla="*/ 368798 h 385242"/>
              <a:gd name="connsiteX19" fmla="*/ 226059 w 358931"/>
              <a:gd name="connsiteY19" fmla="*/ 342048 h 385242"/>
              <a:gd name="connsiteX20" fmla="*/ 256317 w 358931"/>
              <a:gd name="connsiteY20" fmla="*/ 290522 h 385242"/>
              <a:gd name="connsiteX21" fmla="*/ 248204 w 358931"/>
              <a:gd name="connsiteY21" fmla="*/ 283067 h 385242"/>
              <a:gd name="connsiteX22" fmla="*/ 221235 w 358931"/>
              <a:gd name="connsiteY22" fmla="*/ 329112 h 385242"/>
              <a:gd name="connsiteX23" fmla="*/ 226059 w 358931"/>
              <a:gd name="connsiteY23" fmla="*/ 342048 h 385242"/>
              <a:gd name="connsiteX24" fmla="*/ 216192 w 358931"/>
              <a:gd name="connsiteY24" fmla="*/ 315517 h 385242"/>
              <a:gd name="connsiteX25" fmla="*/ 239653 w 358931"/>
              <a:gd name="connsiteY25" fmla="*/ 275612 h 385242"/>
              <a:gd name="connsiteX26" fmla="*/ 231540 w 358931"/>
              <a:gd name="connsiteY26" fmla="*/ 268157 h 385242"/>
              <a:gd name="connsiteX27" fmla="*/ 211368 w 358931"/>
              <a:gd name="connsiteY27" fmla="*/ 302362 h 385242"/>
              <a:gd name="connsiteX28" fmla="*/ 216192 w 358931"/>
              <a:gd name="connsiteY28" fmla="*/ 315517 h 385242"/>
              <a:gd name="connsiteX29" fmla="*/ 206325 w 358931"/>
              <a:gd name="connsiteY29" fmla="*/ 288767 h 385242"/>
              <a:gd name="connsiteX30" fmla="*/ 222989 w 358931"/>
              <a:gd name="connsiteY30" fmla="*/ 260483 h 385242"/>
              <a:gd name="connsiteX31" fmla="*/ 214876 w 358931"/>
              <a:gd name="connsiteY31" fmla="*/ 253028 h 385242"/>
              <a:gd name="connsiteX32" fmla="*/ 201501 w 358931"/>
              <a:gd name="connsiteY32" fmla="*/ 275612 h 385242"/>
              <a:gd name="connsiteX33" fmla="*/ 206325 w 358931"/>
              <a:gd name="connsiteY33" fmla="*/ 288767 h 385242"/>
              <a:gd name="connsiteX34" fmla="*/ 196458 w 358931"/>
              <a:gd name="connsiteY34" fmla="*/ 262237 h 385242"/>
              <a:gd name="connsiteX35" fmla="*/ 206325 w 358931"/>
              <a:gd name="connsiteY35" fmla="*/ 245573 h 385242"/>
              <a:gd name="connsiteX36" fmla="*/ 198212 w 358931"/>
              <a:gd name="connsiteY36" fmla="*/ 238118 h 385242"/>
              <a:gd name="connsiteX37" fmla="*/ 191635 w 358931"/>
              <a:gd name="connsiteY37" fmla="*/ 249300 h 385242"/>
              <a:gd name="connsiteX38" fmla="*/ 196458 w 358931"/>
              <a:gd name="connsiteY38" fmla="*/ 262237 h 385242"/>
              <a:gd name="connsiteX39" fmla="*/ 186592 w 358931"/>
              <a:gd name="connsiteY39" fmla="*/ 235706 h 385242"/>
              <a:gd name="connsiteX40" fmla="*/ 182206 w 358931"/>
              <a:gd name="connsiteY40" fmla="*/ 223647 h 385242"/>
              <a:gd name="connsiteX41" fmla="*/ 189661 w 358931"/>
              <a:gd name="connsiteY41" fmla="*/ 230444 h 385242"/>
              <a:gd name="connsiteX42" fmla="*/ 186592 w 358931"/>
              <a:gd name="connsiteY42" fmla="*/ 235706 h 385242"/>
              <a:gd name="connsiteX43" fmla="*/ 240530 w 358931"/>
              <a:gd name="connsiteY43" fmla="*/ 68629 h 385242"/>
              <a:gd name="connsiteX44" fmla="*/ 166858 w 358931"/>
              <a:gd name="connsiteY44" fmla="*/ 218384 h 385242"/>
              <a:gd name="connsiteX45" fmla="*/ 147344 w 358931"/>
              <a:gd name="connsiteY45" fmla="*/ 52623 h 385242"/>
              <a:gd name="connsiteX46" fmla="*/ 0 w 358931"/>
              <a:gd name="connsiteY46" fmla="*/ 218384 h 385242"/>
              <a:gd name="connsiteX47" fmla="*/ 166858 w 358931"/>
              <a:gd name="connsiteY47" fmla="*/ 385242 h 385242"/>
              <a:gd name="connsiteX48" fmla="*/ 224962 w 358931"/>
              <a:gd name="connsiteY48" fmla="*/ 374937 h 385242"/>
              <a:gd name="connsiteX49" fmla="*/ 166858 w 358931"/>
              <a:gd name="connsiteY49" fmla="*/ 218384 h 385242"/>
              <a:gd name="connsiteX50" fmla="*/ 276708 w 358931"/>
              <a:gd name="connsiteY50" fmla="*/ 92748 h 385242"/>
              <a:gd name="connsiteX51" fmla="*/ 240530 w 358931"/>
              <a:gd name="connsiteY51" fmla="*/ 68629 h 385242"/>
              <a:gd name="connsiteX52" fmla="*/ 174094 w 358931"/>
              <a:gd name="connsiteY52" fmla="*/ 0 h 385242"/>
              <a:gd name="connsiteX53" fmla="*/ 154579 w 358931"/>
              <a:gd name="connsiteY53" fmla="*/ 1096 h 385242"/>
              <a:gd name="connsiteX54" fmla="*/ 174094 w 358931"/>
              <a:gd name="connsiteY54" fmla="*/ 166858 h 385242"/>
              <a:gd name="connsiteX55" fmla="*/ 247766 w 358931"/>
              <a:gd name="connsiteY55" fmla="*/ 17102 h 385242"/>
              <a:gd name="connsiteX56" fmla="*/ 174094 w 358931"/>
              <a:gd name="connsiteY56" fmla="*/ 0 h 38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8931" h="385242">
                <a:moveTo>
                  <a:pt x="301704" y="88143"/>
                </a:moveTo>
                <a:cubicBezTo>
                  <a:pt x="336786" y="118840"/>
                  <a:pt x="358931" y="163788"/>
                  <a:pt x="358931" y="213999"/>
                </a:cubicBezTo>
                <a:cubicBezTo>
                  <a:pt x="358931" y="256974"/>
                  <a:pt x="342706" y="296222"/>
                  <a:pt x="315956" y="325823"/>
                </a:cubicBezTo>
                <a:lnTo>
                  <a:pt x="192073" y="213999"/>
                </a:lnTo>
                <a:lnTo>
                  <a:pt x="301704" y="88143"/>
                </a:lnTo>
                <a:close/>
                <a:moveTo>
                  <a:pt x="306089" y="335470"/>
                </a:moveTo>
                <a:cubicBezTo>
                  <a:pt x="298415" y="344021"/>
                  <a:pt x="289864" y="351695"/>
                  <a:pt x="280655" y="358493"/>
                </a:cubicBezTo>
                <a:lnTo>
                  <a:pt x="298196" y="328673"/>
                </a:lnTo>
                <a:lnTo>
                  <a:pt x="306089" y="335470"/>
                </a:lnTo>
                <a:close/>
                <a:moveTo>
                  <a:pt x="260044" y="371429"/>
                </a:moveTo>
                <a:lnTo>
                  <a:pt x="289864" y="320780"/>
                </a:lnTo>
                <a:lnTo>
                  <a:pt x="281751" y="313325"/>
                </a:lnTo>
                <a:lnTo>
                  <a:pt x="242942" y="379103"/>
                </a:lnTo>
                <a:cubicBezTo>
                  <a:pt x="248643" y="376911"/>
                  <a:pt x="254343" y="374279"/>
                  <a:pt x="260044" y="371429"/>
                </a:cubicBezTo>
                <a:close/>
                <a:moveTo>
                  <a:pt x="235925" y="368798"/>
                </a:moveTo>
                <a:lnTo>
                  <a:pt x="272981" y="305870"/>
                </a:lnTo>
                <a:lnTo>
                  <a:pt x="264868" y="298415"/>
                </a:lnTo>
                <a:lnTo>
                  <a:pt x="231102" y="355861"/>
                </a:lnTo>
                <a:lnTo>
                  <a:pt x="235925" y="368798"/>
                </a:lnTo>
                <a:close/>
                <a:moveTo>
                  <a:pt x="226059" y="342048"/>
                </a:moveTo>
                <a:lnTo>
                  <a:pt x="256317" y="290522"/>
                </a:lnTo>
                <a:lnTo>
                  <a:pt x="248204" y="283067"/>
                </a:lnTo>
                <a:lnTo>
                  <a:pt x="221235" y="329112"/>
                </a:lnTo>
                <a:lnTo>
                  <a:pt x="226059" y="342048"/>
                </a:lnTo>
                <a:close/>
                <a:moveTo>
                  <a:pt x="216192" y="315517"/>
                </a:moveTo>
                <a:lnTo>
                  <a:pt x="239653" y="275612"/>
                </a:lnTo>
                <a:lnTo>
                  <a:pt x="231540" y="268157"/>
                </a:lnTo>
                <a:lnTo>
                  <a:pt x="211368" y="302362"/>
                </a:lnTo>
                <a:lnTo>
                  <a:pt x="216192" y="315517"/>
                </a:lnTo>
                <a:close/>
                <a:moveTo>
                  <a:pt x="206325" y="288767"/>
                </a:moveTo>
                <a:lnTo>
                  <a:pt x="222989" y="260483"/>
                </a:lnTo>
                <a:lnTo>
                  <a:pt x="214876" y="253028"/>
                </a:lnTo>
                <a:lnTo>
                  <a:pt x="201501" y="275612"/>
                </a:lnTo>
                <a:lnTo>
                  <a:pt x="206325" y="288767"/>
                </a:lnTo>
                <a:close/>
                <a:moveTo>
                  <a:pt x="196458" y="262237"/>
                </a:moveTo>
                <a:lnTo>
                  <a:pt x="206325" y="245573"/>
                </a:lnTo>
                <a:lnTo>
                  <a:pt x="198212" y="238118"/>
                </a:lnTo>
                <a:lnTo>
                  <a:pt x="191635" y="249300"/>
                </a:lnTo>
                <a:lnTo>
                  <a:pt x="196458" y="262237"/>
                </a:lnTo>
                <a:close/>
                <a:moveTo>
                  <a:pt x="186592" y="235706"/>
                </a:moveTo>
                <a:lnTo>
                  <a:pt x="182206" y="223647"/>
                </a:lnTo>
                <a:lnTo>
                  <a:pt x="189661" y="230444"/>
                </a:lnTo>
                <a:lnTo>
                  <a:pt x="186592" y="235706"/>
                </a:lnTo>
                <a:close/>
                <a:moveTo>
                  <a:pt x="240530" y="68629"/>
                </a:moveTo>
                <a:lnTo>
                  <a:pt x="166858" y="218384"/>
                </a:lnTo>
                <a:cubicBezTo>
                  <a:pt x="166858" y="218384"/>
                  <a:pt x="153922" y="112043"/>
                  <a:pt x="147344" y="52623"/>
                </a:cubicBezTo>
                <a:cubicBezTo>
                  <a:pt x="64244" y="62270"/>
                  <a:pt x="0" y="132872"/>
                  <a:pt x="0" y="218384"/>
                </a:cubicBezTo>
                <a:cubicBezTo>
                  <a:pt x="0" y="310474"/>
                  <a:pt x="74768" y="385242"/>
                  <a:pt x="166858" y="385242"/>
                </a:cubicBezTo>
                <a:cubicBezTo>
                  <a:pt x="187249" y="385242"/>
                  <a:pt x="206764" y="381515"/>
                  <a:pt x="224962" y="374937"/>
                </a:cubicBezTo>
                <a:lnTo>
                  <a:pt x="166858" y="218384"/>
                </a:lnTo>
                <a:lnTo>
                  <a:pt x="276708" y="92748"/>
                </a:lnTo>
                <a:cubicBezTo>
                  <a:pt x="265745" y="83319"/>
                  <a:pt x="253686" y="75207"/>
                  <a:pt x="240530" y="68629"/>
                </a:cubicBezTo>
                <a:close/>
                <a:moveTo>
                  <a:pt x="174094" y="0"/>
                </a:moveTo>
                <a:cubicBezTo>
                  <a:pt x="167516" y="0"/>
                  <a:pt x="160938" y="439"/>
                  <a:pt x="154579" y="1096"/>
                </a:cubicBezTo>
                <a:cubicBezTo>
                  <a:pt x="161157" y="60735"/>
                  <a:pt x="174094" y="166858"/>
                  <a:pt x="174094" y="166858"/>
                </a:cubicBezTo>
                <a:lnTo>
                  <a:pt x="247766" y="17102"/>
                </a:lnTo>
                <a:cubicBezTo>
                  <a:pt x="225620" y="6139"/>
                  <a:pt x="200624" y="0"/>
                  <a:pt x="174094" y="0"/>
                </a:cubicBez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矩形 57"/>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待定事项二</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Page 4</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矩形 58"/>
          <p:cNvSpPr/>
          <p:nvPr/>
        </p:nvSpPr>
        <p:spPr>
          <a:xfrm>
            <a:off x="304364" y="6005649"/>
            <a:ext cx="11607875" cy="699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504317" y="6138110"/>
            <a:ext cx="11183366" cy="422552"/>
          </a:xfrm>
          <a:prstGeom prst="rect">
            <a:avLst/>
          </a:prstGeom>
          <a:noFill/>
        </p:spPr>
        <p:txBody>
          <a:bodyPr wrap="square" rtlCol="0">
            <a:spAutoFit/>
          </a:bodyPr>
          <a:lstStyle>
            <a:defPPr>
              <a:defRPr lang="zh-CN"/>
            </a:defPPr>
            <a:lvl1pPr algn="ctr">
              <a:lnSpc>
                <a:spcPct val="130000"/>
              </a:lnSpc>
              <a:defRPr sz="2000">
                <a:solidFill>
                  <a:schemeClr val="bg1"/>
                </a:solidFill>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655" y="63770"/>
            <a:ext cx="389978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SWOT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207053"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rot="2700000">
            <a:off x="4314723" y="2109630"/>
            <a:ext cx="3562554" cy="3562554"/>
          </a:xfrm>
          <a:prstGeom prst="roundRect">
            <a:avLst/>
          </a:prstGeom>
          <a:solidFill>
            <a:schemeClr val="bg1">
              <a:lumMod val="95000"/>
            </a:schemeClr>
          </a:solidFill>
          <a:ln>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374968" y="907487"/>
            <a:ext cx="11335566" cy="58320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192088" y="833331"/>
            <a:ext cx="731520" cy="73152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219046" y="1716623"/>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75534"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strength</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1135195" y="1014138"/>
            <a:ext cx="1031885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Q3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我们以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18.4%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份额稳居行业第二，优势放大、劣势可控，需警惕宏观与竞对双重挤压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340472"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口碑裂变</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1476831"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复购壁垒</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矩形 13"/>
          <p:cNvSpPr/>
          <p:nvPr/>
        </p:nvSpPr>
        <p:spPr>
          <a:xfrm>
            <a:off x="207053"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219046" y="4122062"/>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475534"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机会（</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opportunity</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3404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技术红利</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矩形: 圆角 17"/>
          <p:cNvSpPr/>
          <p:nvPr/>
        </p:nvSpPr>
        <p:spPr>
          <a:xfrm>
            <a:off x="141012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降本增效</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797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高准确率</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矩形 19"/>
          <p:cNvSpPr/>
          <p:nvPr/>
        </p:nvSpPr>
        <p:spPr>
          <a:xfrm>
            <a:off x="8585824"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圆角 20"/>
          <p:cNvSpPr/>
          <p:nvPr/>
        </p:nvSpPr>
        <p:spPr>
          <a:xfrm>
            <a:off x="8597817" y="1716623"/>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854305"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弱势（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weakness</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8719243" y="3385361"/>
            <a:ext cx="1006750"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顾问稀缺</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圆角 23"/>
          <p:cNvSpPr/>
          <p:nvPr/>
        </p:nvSpPr>
        <p:spPr>
          <a:xfrm>
            <a:off x="9790796" y="3385361"/>
            <a:ext cx="126886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品牌溢价不足</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24"/>
          <p:cNvSpPr/>
          <p:nvPr/>
        </p:nvSpPr>
        <p:spPr>
          <a:xfrm>
            <a:off x="8585824"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矩形: 圆角 25"/>
          <p:cNvSpPr/>
          <p:nvPr/>
        </p:nvSpPr>
        <p:spPr>
          <a:xfrm>
            <a:off x="8597817" y="4122062"/>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8854305"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威胁（</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threat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矩形: 圆角 27"/>
          <p:cNvSpPr/>
          <p:nvPr/>
        </p:nvSpPr>
        <p:spPr>
          <a:xfrm>
            <a:off x="87192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978889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品牌虹吸</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108585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资本深</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11124461" y="3385361"/>
            <a:ext cx="74083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佣金高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梯形 31"/>
          <p:cNvSpPr/>
          <p:nvPr/>
        </p:nvSpPr>
        <p:spPr>
          <a:xfrm>
            <a:off x="1" y="6199640"/>
            <a:ext cx="12192000" cy="308533"/>
          </a:xfrm>
          <a:prstGeom prst="trapezoid">
            <a:avLst>
              <a:gd name="adj" fmla="val 182304"/>
            </a:avLst>
          </a:prstGeom>
          <a:gradFill>
            <a:gsLst>
              <a:gs pos="0">
                <a:schemeClr val="bg1"/>
              </a:gs>
              <a:gs pos="100000">
                <a:schemeClr val="accent1">
                  <a:alpha val="4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0" y="6509547"/>
            <a:ext cx="12191999" cy="348453"/>
          </a:xfrm>
          <a:custGeom>
            <a:avLst/>
            <a:gdLst>
              <a:gd name="connsiteX0" fmla="*/ 0 w 12191999"/>
              <a:gd name="connsiteY0" fmla="*/ 0 h 218540"/>
              <a:gd name="connsiteX1" fmla="*/ 12191999 w 12191999"/>
              <a:gd name="connsiteY1" fmla="*/ 0 h 218540"/>
              <a:gd name="connsiteX2" fmla="*/ 12191999 w 12191999"/>
              <a:gd name="connsiteY2" fmla="*/ 218540 h 218540"/>
              <a:gd name="connsiteX3" fmla="*/ 0 w 12191999"/>
              <a:gd name="connsiteY3" fmla="*/ 218540 h 218540"/>
            </a:gdLst>
            <a:ahLst/>
            <a:cxnLst>
              <a:cxn ang="0">
                <a:pos x="connsiteX0" y="connsiteY0"/>
              </a:cxn>
              <a:cxn ang="0">
                <a:pos x="connsiteX1" y="connsiteY1"/>
              </a:cxn>
              <a:cxn ang="0">
                <a:pos x="connsiteX2" y="connsiteY2"/>
              </a:cxn>
              <a:cxn ang="0">
                <a:pos x="connsiteX3" y="connsiteY3"/>
              </a:cxn>
            </a:cxnLst>
            <a:rect l="l" t="t" r="r" b="b"/>
            <a:pathLst>
              <a:path w="12191999" h="218540">
                <a:moveTo>
                  <a:pt x="0" y="0"/>
                </a:moveTo>
                <a:lnTo>
                  <a:pt x="12191999" y="0"/>
                </a:lnTo>
                <a:lnTo>
                  <a:pt x="12191999" y="218540"/>
                </a:lnTo>
                <a:lnTo>
                  <a:pt x="0" y="21854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rot="2700000">
            <a:off x="5184574" y="3055108"/>
            <a:ext cx="1822850" cy="182285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箭头: 左 34"/>
          <p:cNvSpPr/>
          <p:nvPr/>
        </p:nvSpPr>
        <p:spPr>
          <a:xfrm>
            <a:off x="3880079"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箭头: 左 35"/>
          <p:cNvSpPr/>
          <p:nvPr/>
        </p:nvSpPr>
        <p:spPr>
          <a:xfrm flipH="1">
            <a:off x="7442863"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rot="2700000">
            <a:off x="4374061" y="2118876"/>
            <a:ext cx="1089213" cy="108921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rot="2700000">
            <a:off x="6721788" y="2118875"/>
            <a:ext cx="1089213" cy="10892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rot="2700000">
            <a:off x="4374061" y="4716979"/>
            <a:ext cx="1089213" cy="10892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rot="2700000">
            <a:off x="6721788" y="4716978"/>
            <a:ext cx="1089213" cy="10892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4585883" y="2155652"/>
            <a:ext cx="665568"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S</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6839835" y="2155652"/>
            <a:ext cx="853119"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W</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4561037" y="4799933"/>
            <a:ext cx="71526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O</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6931207" y="4799933"/>
            <a:ext cx="67037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T</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490706" y="3783508"/>
            <a:ext cx="1210588"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智聘</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进退攻防</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6" name="组合 45"/>
          <p:cNvGrpSpPr/>
          <p:nvPr/>
        </p:nvGrpSpPr>
        <p:grpSpPr>
          <a:xfrm>
            <a:off x="5835510" y="3166203"/>
            <a:ext cx="488405" cy="483090"/>
            <a:chOff x="5835510" y="3271901"/>
            <a:chExt cx="488405" cy="483090"/>
          </a:xfrm>
          <a:solidFill>
            <a:schemeClr val="bg1"/>
          </a:solidFill>
        </p:grpSpPr>
        <p:sp>
          <p:nvSpPr>
            <p:cNvPr id="47" name="任意多边形: 形状 46"/>
            <p:cNvSpPr/>
            <p:nvPr/>
          </p:nvSpPr>
          <p:spPr>
            <a:xfrm>
              <a:off x="5835510" y="3271901"/>
              <a:ext cx="488405" cy="483090"/>
            </a:xfrm>
            <a:custGeom>
              <a:avLst/>
              <a:gdLst>
                <a:gd name="connsiteX0" fmla="*/ 140662 w 488405"/>
                <a:gd name="connsiteY0" fmla="*/ 483091 h 483090"/>
                <a:gd name="connsiteX1" fmla="*/ 52889 w 488405"/>
                <a:gd name="connsiteY1" fmla="*/ 483091 h 483090"/>
                <a:gd name="connsiteX2" fmla="*/ 0 w 488405"/>
                <a:gd name="connsiteY2" fmla="*/ 430202 h 483090"/>
                <a:gd name="connsiteX3" fmla="*/ 0 w 488405"/>
                <a:gd name="connsiteY3" fmla="*/ 201767 h 483090"/>
                <a:gd name="connsiteX4" fmla="*/ 52889 w 488405"/>
                <a:gd name="connsiteY4" fmla="*/ 149160 h 483090"/>
                <a:gd name="connsiteX5" fmla="*/ 140943 w 488405"/>
                <a:gd name="connsiteY5" fmla="*/ 149160 h 483090"/>
                <a:gd name="connsiteX6" fmla="*/ 158666 w 488405"/>
                <a:gd name="connsiteY6" fmla="*/ 166602 h 483090"/>
                <a:gd name="connsiteX7" fmla="*/ 158666 w 488405"/>
                <a:gd name="connsiteY7" fmla="*/ 377594 h 483090"/>
                <a:gd name="connsiteX8" fmla="*/ 140943 w 488405"/>
                <a:gd name="connsiteY8" fmla="*/ 395318 h 483090"/>
                <a:gd name="connsiteX9" fmla="*/ 123220 w 488405"/>
                <a:gd name="connsiteY9" fmla="*/ 377594 h 483090"/>
                <a:gd name="connsiteX10" fmla="*/ 123220 w 488405"/>
                <a:gd name="connsiteY10" fmla="*/ 184044 h 483090"/>
                <a:gd name="connsiteX11" fmla="*/ 52889 w 488405"/>
                <a:gd name="connsiteY11" fmla="*/ 184044 h 483090"/>
                <a:gd name="connsiteX12" fmla="*/ 35165 w 488405"/>
                <a:gd name="connsiteY12" fmla="*/ 201767 h 483090"/>
                <a:gd name="connsiteX13" fmla="*/ 35165 w 488405"/>
                <a:gd name="connsiteY13" fmla="*/ 430483 h 483090"/>
                <a:gd name="connsiteX14" fmla="*/ 52889 w 488405"/>
                <a:gd name="connsiteY14" fmla="*/ 448206 h 483090"/>
                <a:gd name="connsiteX15" fmla="*/ 140943 w 488405"/>
                <a:gd name="connsiteY15" fmla="*/ 448206 h 483090"/>
                <a:gd name="connsiteX16" fmla="*/ 158666 w 488405"/>
                <a:gd name="connsiteY16" fmla="*/ 465930 h 483090"/>
                <a:gd name="connsiteX17" fmla="*/ 140662 w 488405"/>
                <a:gd name="connsiteY17" fmla="*/ 483091 h 483090"/>
                <a:gd name="connsiteX18" fmla="*/ 144319 w 488405"/>
                <a:gd name="connsiteY18" fmla="*/ 186013 h 483090"/>
                <a:gd name="connsiteX19" fmla="*/ 135598 w 488405"/>
                <a:gd name="connsiteY19" fmla="*/ 183481 h 483090"/>
                <a:gd name="connsiteX20" fmla="*/ 129409 w 488405"/>
                <a:gd name="connsiteY20" fmla="*/ 159850 h 483090"/>
                <a:gd name="connsiteX21" fmla="*/ 204241 w 488405"/>
                <a:gd name="connsiteY21" fmla="*/ 30722 h 483090"/>
                <a:gd name="connsiteX22" fmla="*/ 241938 w 488405"/>
                <a:gd name="connsiteY22" fmla="*/ 1746 h 483090"/>
                <a:gd name="connsiteX23" fmla="*/ 287794 w 488405"/>
                <a:gd name="connsiteY23" fmla="*/ 8779 h 483090"/>
                <a:gd name="connsiteX24" fmla="*/ 316770 w 488405"/>
                <a:gd name="connsiteY24" fmla="*/ 46476 h 483090"/>
                <a:gd name="connsiteX25" fmla="*/ 310581 w 488405"/>
                <a:gd name="connsiteY25" fmla="*/ 93176 h 483090"/>
                <a:gd name="connsiteX26" fmla="*/ 262194 w 488405"/>
                <a:gd name="connsiteY26" fmla="*/ 175885 h 483090"/>
                <a:gd name="connsiteX27" fmla="*/ 238562 w 488405"/>
                <a:gd name="connsiteY27" fmla="*/ 182074 h 483090"/>
                <a:gd name="connsiteX28" fmla="*/ 232373 w 488405"/>
                <a:gd name="connsiteY28" fmla="*/ 158443 h 483090"/>
                <a:gd name="connsiteX29" fmla="*/ 280480 w 488405"/>
                <a:gd name="connsiteY29" fmla="*/ 74327 h 483090"/>
                <a:gd name="connsiteX30" fmla="*/ 283011 w 488405"/>
                <a:gd name="connsiteY30" fmla="*/ 54072 h 483090"/>
                <a:gd name="connsiteX31" fmla="*/ 270633 w 488405"/>
                <a:gd name="connsiteY31" fmla="*/ 38318 h 483090"/>
                <a:gd name="connsiteX32" fmla="*/ 234624 w 488405"/>
                <a:gd name="connsiteY32" fmla="*/ 47883 h 483090"/>
                <a:gd name="connsiteX33" fmla="*/ 160073 w 488405"/>
                <a:gd name="connsiteY33" fmla="*/ 177011 h 483090"/>
                <a:gd name="connsiteX34" fmla="*/ 144319 w 488405"/>
                <a:gd name="connsiteY34" fmla="*/ 186013 h 483090"/>
                <a:gd name="connsiteX35" fmla="*/ 407919 w 488405"/>
                <a:gd name="connsiteY35" fmla="*/ 483091 h 483090"/>
                <a:gd name="connsiteX36" fmla="*/ 140662 w 488405"/>
                <a:gd name="connsiteY36" fmla="*/ 483091 h 483090"/>
                <a:gd name="connsiteX37" fmla="*/ 122938 w 488405"/>
                <a:gd name="connsiteY37" fmla="*/ 465367 h 483090"/>
                <a:gd name="connsiteX38" fmla="*/ 140662 w 488405"/>
                <a:gd name="connsiteY38" fmla="*/ 447644 h 483090"/>
                <a:gd name="connsiteX39" fmla="*/ 407919 w 488405"/>
                <a:gd name="connsiteY39" fmla="*/ 447644 h 483090"/>
                <a:gd name="connsiteX40" fmla="*/ 425642 w 488405"/>
                <a:gd name="connsiteY40" fmla="*/ 431890 h 483090"/>
                <a:gd name="connsiteX41" fmla="*/ 452931 w 488405"/>
                <a:gd name="connsiteY41" fmla="*/ 203455 h 483090"/>
                <a:gd name="connsiteX42" fmla="*/ 448430 w 488405"/>
                <a:gd name="connsiteY42" fmla="*/ 189389 h 483090"/>
                <a:gd name="connsiteX43" fmla="*/ 435207 w 488405"/>
                <a:gd name="connsiteY43" fmla="*/ 184044 h 483090"/>
                <a:gd name="connsiteX44" fmla="*/ 246158 w 488405"/>
                <a:gd name="connsiteY44" fmla="*/ 184044 h 483090"/>
                <a:gd name="connsiteX45" fmla="*/ 228435 w 488405"/>
                <a:gd name="connsiteY45" fmla="*/ 166320 h 483090"/>
                <a:gd name="connsiteX46" fmla="*/ 246158 w 488405"/>
                <a:gd name="connsiteY46" fmla="*/ 148878 h 483090"/>
                <a:gd name="connsiteX47" fmla="*/ 435207 w 488405"/>
                <a:gd name="connsiteY47" fmla="*/ 148878 h 483090"/>
                <a:gd name="connsiteX48" fmla="*/ 474874 w 488405"/>
                <a:gd name="connsiteY48" fmla="*/ 166320 h 483090"/>
                <a:gd name="connsiteX49" fmla="*/ 488096 w 488405"/>
                <a:gd name="connsiteY49" fmla="*/ 207675 h 483090"/>
                <a:gd name="connsiteX50" fmla="*/ 460808 w 488405"/>
                <a:gd name="connsiteY50" fmla="*/ 436110 h 483090"/>
                <a:gd name="connsiteX51" fmla="*/ 407919 w 488405"/>
                <a:gd name="connsiteY51" fmla="*/ 483091 h 48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8405" h="483090">
                  <a:moveTo>
                    <a:pt x="140662" y="483091"/>
                  </a:moveTo>
                  <a:lnTo>
                    <a:pt x="52889" y="483091"/>
                  </a:lnTo>
                  <a:cubicBezTo>
                    <a:pt x="23912" y="483091"/>
                    <a:pt x="0" y="459459"/>
                    <a:pt x="0" y="430202"/>
                  </a:cubicBezTo>
                  <a:lnTo>
                    <a:pt x="0" y="201767"/>
                  </a:lnTo>
                  <a:cubicBezTo>
                    <a:pt x="0" y="172791"/>
                    <a:pt x="23631" y="149160"/>
                    <a:pt x="52889" y="149160"/>
                  </a:cubicBezTo>
                  <a:lnTo>
                    <a:pt x="140943" y="149160"/>
                  </a:lnTo>
                  <a:cubicBezTo>
                    <a:pt x="150508" y="149160"/>
                    <a:pt x="158666" y="157037"/>
                    <a:pt x="158666" y="166602"/>
                  </a:cubicBezTo>
                  <a:lnTo>
                    <a:pt x="158666" y="377594"/>
                  </a:lnTo>
                  <a:cubicBezTo>
                    <a:pt x="158666" y="387159"/>
                    <a:pt x="150789" y="395318"/>
                    <a:pt x="140943" y="395318"/>
                  </a:cubicBezTo>
                  <a:cubicBezTo>
                    <a:pt x="131097" y="395318"/>
                    <a:pt x="123220" y="387441"/>
                    <a:pt x="123220" y="377594"/>
                  </a:cubicBezTo>
                  <a:lnTo>
                    <a:pt x="123220" y="184044"/>
                  </a:lnTo>
                  <a:lnTo>
                    <a:pt x="52889" y="184044"/>
                  </a:lnTo>
                  <a:cubicBezTo>
                    <a:pt x="43324" y="184044"/>
                    <a:pt x="35165" y="191921"/>
                    <a:pt x="35165" y="201767"/>
                  </a:cubicBezTo>
                  <a:lnTo>
                    <a:pt x="35165" y="430483"/>
                  </a:lnTo>
                  <a:cubicBezTo>
                    <a:pt x="35165" y="440048"/>
                    <a:pt x="43042" y="448206"/>
                    <a:pt x="52889" y="448206"/>
                  </a:cubicBezTo>
                  <a:lnTo>
                    <a:pt x="140943" y="448206"/>
                  </a:lnTo>
                  <a:cubicBezTo>
                    <a:pt x="150508" y="448206"/>
                    <a:pt x="158666" y="456084"/>
                    <a:pt x="158666" y="465930"/>
                  </a:cubicBezTo>
                  <a:cubicBezTo>
                    <a:pt x="158666" y="475776"/>
                    <a:pt x="150508" y="483091"/>
                    <a:pt x="140662" y="483091"/>
                  </a:cubicBezTo>
                  <a:close/>
                  <a:moveTo>
                    <a:pt x="144319" y="186013"/>
                  </a:moveTo>
                  <a:cubicBezTo>
                    <a:pt x="141787" y="186013"/>
                    <a:pt x="138130" y="185169"/>
                    <a:pt x="135598" y="183481"/>
                  </a:cubicBezTo>
                  <a:cubicBezTo>
                    <a:pt x="126877" y="178136"/>
                    <a:pt x="124064" y="167727"/>
                    <a:pt x="129409" y="159850"/>
                  </a:cubicBezTo>
                  <a:lnTo>
                    <a:pt x="204241" y="30722"/>
                  </a:lnTo>
                  <a:cubicBezTo>
                    <a:pt x="212118" y="16656"/>
                    <a:pt x="225340" y="5966"/>
                    <a:pt x="241938" y="1746"/>
                  </a:cubicBezTo>
                  <a:cubicBezTo>
                    <a:pt x="256848" y="-1911"/>
                    <a:pt x="273446" y="58"/>
                    <a:pt x="287794" y="8779"/>
                  </a:cubicBezTo>
                  <a:cubicBezTo>
                    <a:pt x="301860" y="16656"/>
                    <a:pt x="312269" y="29878"/>
                    <a:pt x="316770" y="46476"/>
                  </a:cubicBezTo>
                  <a:cubicBezTo>
                    <a:pt x="321271" y="62231"/>
                    <a:pt x="318458" y="79110"/>
                    <a:pt x="310581" y="93176"/>
                  </a:cubicBezTo>
                  <a:lnTo>
                    <a:pt x="262194" y="175885"/>
                  </a:lnTo>
                  <a:cubicBezTo>
                    <a:pt x="256848" y="184606"/>
                    <a:pt x="246439" y="187420"/>
                    <a:pt x="238562" y="182074"/>
                  </a:cubicBezTo>
                  <a:cubicBezTo>
                    <a:pt x="229841" y="176729"/>
                    <a:pt x="227028" y="166320"/>
                    <a:pt x="232373" y="158443"/>
                  </a:cubicBezTo>
                  <a:lnTo>
                    <a:pt x="280480" y="74327"/>
                  </a:lnTo>
                  <a:cubicBezTo>
                    <a:pt x="284137" y="68138"/>
                    <a:pt x="284981" y="61105"/>
                    <a:pt x="283011" y="54072"/>
                  </a:cubicBezTo>
                  <a:cubicBezTo>
                    <a:pt x="281324" y="47039"/>
                    <a:pt x="276822" y="41694"/>
                    <a:pt x="270633" y="38318"/>
                  </a:cubicBezTo>
                  <a:cubicBezTo>
                    <a:pt x="258255" y="31285"/>
                    <a:pt x="241657" y="35786"/>
                    <a:pt x="234624" y="47883"/>
                  </a:cubicBezTo>
                  <a:lnTo>
                    <a:pt x="160073" y="177011"/>
                  </a:lnTo>
                  <a:cubicBezTo>
                    <a:pt x="155572" y="183200"/>
                    <a:pt x="150508" y="186013"/>
                    <a:pt x="144319" y="186013"/>
                  </a:cubicBezTo>
                  <a:close/>
                  <a:moveTo>
                    <a:pt x="407919" y="483091"/>
                  </a:moveTo>
                  <a:lnTo>
                    <a:pt x="140662" y="483091"/>
                  </a:lnTo>
                  <a:cubicBezTo>
                    <a:pt x="131097" y="483091"/>
                    <a:pt x="122938" y="475213"/>
                    <a:pt x="122938" y="465367"/>
                  </a:cubicBezTo>
                  <a:cubicBezTo>
                    <a:pt x="122938" y="455521"/>
                    <a:pt x="130815" y="447644"/>
                    <a:pt x="140662" y="447644"/>
                  </a:cubicBezTo>
                  <a:lnTo>
                    <a:pt x="407919" y="447644"/>
                  </a:lnTo>
                  <a:cubicBezTo>
                    <a:pt x="416640" y="447644"/>
                    <a:pt x="424517" y="440611"/>
                    <a:pt x="425642" y="431890"/>
                  </a:cubicBezTo>
                  <a:lnTo>
                    <a:pt x="452931" y="203455"/>
                  </a:lnTo>
                  <a:cubicBezTo>
                    <a:pt x="453775" y="198110"/>
                    <a:pt x="452087" y="193890"/>
                    <a:pt x="448430" y="189389"/>
                  </a:cubicBezTo>
                  <a:cubicBezTo>
                    <a:pt x="444772" y="184888"/>
                    <a:pt x="440553" y="184044"/>
                    <a:pt x="435207" y="184044"/>
                  </a:cubicBezTo>
                  <a:lnTo>
                    <a:pt x="246158" y="184044"/>
                  </a:lnTo>
                  <a:cubicBezTo>
                    <a:pt x="236593" y="184044"/>
                    <a:pt x="228435" y="176167"/>
                    <a:pt x="228435" y="166320"/>
                  </a:cubicBezTo>
                  <a:cubicBezTo>
                    <a:pt x="228435" y="156474"/>
                    <a:pt x="236312" y="148878"/>
                    <a:pt x="246158" y="148878"/>
                  </a:cubicBezTo>
                  <a:lnTo>
                    <a:pt x="435207" y="148878"/>
                  </a:lnTo>
                  <a:cubicBezTo>
                    <a:pt x="450118" y="148878"/>
                    <a:pt x="464184" y="155067"/>
                    <a:pt x="474874" y="166320"/>
                  </a:cubicBezTo>
                  <a:cubicBezTo>
                    <a:pt x="484439" y="177855"/>
                    <a:pt x="489784" y="192765"/>
                    <a:pt x="488096" y="207675"/>
                  </a:cubicBezTo>
                  <a:lnTo>
                    <a:pt x="460808" y="436110"/>
                  </a:lnTo>
                  <a:cubicBezTo>
                    <a:pt x="457151" y="462835"/>
                    <a:pt x="435207" y="483091"/>
                    <a:pt x="407919" y="483091"/>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6008805" y="3481264"/>
              <a:ext cx="254316" cy="213243"/>
            </a:xfrm>
            <a:custGeom>
              <a:avLst/>
              <a:gdLst>
                <a:gd name="connsiteX0" fmla="*/ 209586 w 254316"/>
                <a:gd name="connsiteY0" fmla="*/ 213243 h 213243"/>
                <a:gd name="connsiteX1" fmla="*/ 23631 w 254316"/>
                <a:gd name="connsiteY1" fmla="*/ 213243 h 213243"/>
                <a:gd name="connsiteX2" fmla="*/ 0 w 254316"/>
                <a:gd name="connsiteY2" fmla="*/ 189612 h 213243"/>
                <a:gd name="connsiteX3" fmla="*/ 0 w 254316"/>
                <a:gd name="connsiteY3" fmla="*/ 23631 h 213243"/>
                <a:gd name="connsiteX4" fmla="*/ 23631 w 254316"/>
                <a:gd name="connsiteY4" fmla="*/ 0 h 213243"/>
                <a:gd name="connsiteX5" fmla="*/ 230685 w 254316"/>
                <a:gd name="connsiteY5" fmla="*/ 0 h 213243"/>
                <a:gd name="connsiteX6" fmla="*/ 254316 w 254316"/>
                <a:gd name="connsiteY6" fmla="*/ 23631 h 213243"/>
                <a:gd name="connsiteX7" fmla="*/ 233217 w 254316"/>
                <a:gd name="connsiteY7" fmla="*/ 189612 h 213243"/>
                <a:gd name="connsiteX8" fmla="*/ 209586 w 254316"/>
                <a:gd name="connsiteY8" fmla="*/ 213243 h 2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16" h="213243">
                  <a:moveTo>
                    <a:pt x="209586" y="213243"/>
                  </a:moveTo>
                  <a:lnTo>
                    <a:pt x="23631" y="213243"/>
                  </a:lnTo>
                  <a:cubicBezTo>
                    <a:pt x="10409" y="213243"/>
                    <a:pt x="0" y="202553"/>
                    <a:pt x="0" y="189612"/>
                  </a:cubicBezTo>
                  <a:lnTo>
                    <a:pt x="0" y="23631"/>
                  </a:lnTo>
                  <a:cubicBezTo>
                    <a:pt x="0" y="10409"/>
                    <a:pt x="10690" y="0"/>
                    <a:pt x="23631" y="0"/>
                  </a:cubicBezTo>
                  <a:lnTo>
                    <a:pt x="230685" y="0"/>
                  </a:lnTo>
                  <a:cubicBezTo>
                    <a:pt x="243907" y="0"/>
                    <a:pt x="254316" y="10690"/>
                    <a:pt x="254316" y="23631"/>
                  </a:cubicBezTo>
                  <a:lnTo>
                    <a:pt x="233217" y="189612"/>
                  </a:lnTo>
                  <a:cubicBezTo>
                    <a:pt x="233499" y="202834"/>
                    <a:pt x="222808" y="213243"/>
                    <a:pt x="209586" y="213243"/>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86"/>
          <p:cNvSpPr/>
          <p:nvPr/>
        </p:nvSpPr>
        <p:spPr>
          <a:xfrm>
            <a:off x="385195" y="1026381"/>
            <a:ext cx="345410" cy="345420"/>
          </a:xfrm>
          <a:custGeom>
            <a:avLst/>
            <a:gdLst>
              <a:gd name="connsiteX0" fmla="*/ 312439 w 345410"/>
              <a:gd name="connsiteY0" fmla="*/ 251325 h 345420"/>
              <a:gd name="connsiteX1" fmla="*/ 312439 w 345410"/>
              <a:gd name="connsiteY1" fmla="*/ 312207 h 345420"/>
              <a:gd name="connsiteX2" fmla="*/ 251725 w 345410"/>
              <a:gd name="connsiteY2" fmla="*/ 312207 h 345420"/>
              <a:gd name="connsiteX3" fmla="*/ 235189 w 345410"/>
              <a:gd name="connsiteY3" fmla="*/ 328666 h 345420"/>
              <a:gd name="connsiteX4" fmla="*/ 235189 w 345410"/>
              <a:gd name="connsiteY4" fmla="*/ 328732 h 345420"/>
              <a:gd name="connsiteX5" fmla="*/ 251725 w 345410"/>
              <a:gd name="connsiteY5" fmla="*/ 345421 h 345420"/>
              <a:gd name="connsiteX6" fmla="*/ 329080 w 345410"/>
              <a:gd name="connsiteY6" fmla="*/ 345421 h 345420"/>
              <a:gd name="connsiteX7" fmla="*/ 345407 w 345410"/>
              <a:gd name="connsiteY7" fmla="*/ 328732 h 345420"/>
              <a:gd name="connsiteX8" fmla="*/ 345407 w 345410"/>
              <a:gd name="connsiteY8" fmla="*/ 251325 h 345420"/>
              <a:gd name="connsiteX9" fmla="*/ 328623 w 345410"/>
              <a:gd name="connsiteY9" fmla="*/ 235110 h 345420"/>
              <a:gd name="connsiteX10" fmla="*/ 312439 w 345410"/>
              <a:gd name="connsiteY10" fmla="*/ 251325 h 345420"/>
              <a:gd name="connsiteX11" fmla="*/ 93685 w 345410"/>
              <a:gd name="connsiteY11" fmla="*/ 312207 h 345420"/>
              <a:gd name="connsiteX12" fmla="*/ 33026 w 345410"/>
              <a:gd name="connsiteY12" fmla="*/ 312207 h 345420"/>
              <a:gd name="connsiteX13" fmla="*/ 33026 w 345410"/>
              <a:gd name="connsiteY13" fmla="*/ 251325 h 345420"/>
              <a:gd name="connsiteX14" fmla="*/ 16213 w 345410"/>
              <a:gd name="connsiteY14" fmla="*/ 235083 h 345420"/>
              <a:gd name="connsiteX15" fmla="*/ 3 w 345410"/>
              <a:gd name="connsiteY15" fmla="*/ 251325 h 345420"/>
              <a:gd name="connsiteX16" fmla="*/ 3 w 345410"/>
              <a:gd name="connsiteY16" fmla="*/ 328732 h 345420"/>
              <a:gd name="connsiteX17" fmla="*/ 16643 w 345410"/>
              <a:gd name="connsiteY17" fmla="*/ 345421 h 345420"/>
              <a:gd name="connsiteX18" fmla="*/ 93685 w 345410"/>
              <a:gd name="connsiteY18" fmla="*/ 345421 h 345420"/>
              <a:gd name="connsiteX19" fmla="*/ 110325 w 345410"/>
              <a:gd name="connsiteY19" fmla="*/ 328732 h 345420"/>
              <a:gd name="connsiteX20" fmla="*/ 93685 w 345410"/>
              <a:gd name="connsiteY20" fmla="*/ 312207 h 345420"/>
              <a:gd name="connsiteX21" fmla="*/ 33026 w 345410"/>
              <a:gd name="connsiteY21" fmla="*/ 93877 h 345420"/>
              <a:gd name="connsiteX22" fmla="*/ 33026 w 345410"/>
              <a:gd name="connsiteY22" fmla="*/ 33269 h 345420"/>
              <a:gd name="connsiteX23" fmla="*/ 93685 w 345410"/>
              <a:gd name="connsiteY23" fmla="*/ 33269 h 345420"/>
              <a:gd name="connsiteX24" fmla="*/ 110287 w 345410"/>
              <a:gd name="connsiteY24" fmla="*/ 16635 h 345420"/>
              <a:gd name="connsiteX25" fmla="*/ 93685 w 345410"/>
              <a:gd name="connsiteY25" fmla="*/ 0 h 345420"/>
              <a:gd name="connsiteX26" fmla="*/ 16643 w 345410"/>
              <a:gd name="connsiteY26" fmla="*/ 0 h 345420"/>
              <a:gd name="connsiteX27" fmla="*/ 3 w 345410"/>
              <a:gd name="connsiteY27" fmla="*/ 16431 h 345420"/>
              <a:gd name="connsiteX28" fmla="*/ 3 w 345410"/>
              <a:gd name="connsiteY28" fmla="*/ 16580 h 345420"/>
              <a:gd name="connsiteX29" fmla="*/ 3 w 345410"/>
              <a:gd name="connsiteY29" fmla="*/ 93877 h 345420"/>
              <a:gd name="connsiteX30" fmla="*/ 16213 w 345410"/>
              <a:gd name="connsiteY30" fmla="*/ 110722 h 345420"/>
              <a:gd name="connsiteX31" fmla="*/ 33026 w 345410"/>
              <a:gd name="connsiteY31" fmla="*/ 94479 h 345420"/>
              <a:gd name="connsiteX32" fmla="*/ 33026 w 345410"/>
              <a:gd name="connsiteY32" fmla="*/ 93877 h 345420"/>
              <a:gd name="connsiteX33" fmla="*/ 251725 w 345410"/>
              <a:gd name="connsiteY33" fmla="*/ 33269 h 345420"/>
              <a:gd name="connsiteX34" fmla="*/ 312439 w 345410"/>
              <a:gd name="connsiteY34" fmla="*/ 33269 h 345420"/>
              <a:gd name="connsiteX35" fmla="*/ 312439 w 345410"/>
              <a:gd name="connsiteY35" fmla="*/ 93877 h 345420"/>
              <a:gd name="connsiteX36" fmla="*/ 328623 w 345410"/>
              <a:gd name="connsiteY36" fmla="*/ 110694 h 345420"/>
              <a:gd name="connsiteX37" fmla="*/ 345407 w 345410"/>
              <a:gd name="connsiteY37" fmla="*/ 94479 h 345420"/>
              <a:gd name="connsiteX38" fmla="*/ 345407 w 345410"/>
              <a:gd name="connsiteY38" fmla="*/ 93877 h 345420"/>
              <a:gd name="connsiteX39" fmla="*/ 345407 w 345410"/>
              <a:gd name="connsiteY39" fmla="*/ 16580 h 345420"/>
              <a:gd name="connsiteX40" fmla="*/ 329080 w 345410"/>
              <a:gd name="connsiteY40" fmla="*/ 0 h 345420"/>
              <a:gd name="connsiteX41" fmla="*/ 251725 w 345410"/>
              <a:gd name="connsiteY41" fmla="*/ 0 h 345420"/>
              <a:gd name="connsiteX42" fmla="*/ 235123 w 345410"/>
              <a:gd name="connsiteY42" fmla="*/ 16635 h 345420"/>
              <a:gd name="connsiteX43" fmla="*/ 251725 w 345410"/>
              <a:gd name="connsiteY43" fmla="*/ 33269 h 345420"/>
              <a:gd name="connsiteX44" fmla="*/ 198063 w 345410"/>
              <a:gd name="connsiteY44" fmla="*/ 189400 h 345420"/>
              <a:gd name="connsiteX45" fmla="*/ 188965 w 345410"/>
              <a:gd name="connsiteY45" fmla="*/ 173354 h 345420"/>
              <a:gd name="connsiteX46" fmla="*/ 192638 w 345410"/>
              <a:gd name="connsiteY46" fmla="*/ 167276 h 345420"/>
              <a:gd name="connsiteX47" fmla="*/ 210171 w 345410"/>
              <a:gd name="connsiteY47" fmla="*/ 122643 h 345420"/>
              <a:gd name="connsiteX48" fmla="*/ 172733 w 345410"/>
              <a:gd name="connsiteY48" fmla="*/ 79768 h 345420"/>
              <a:gd name="connsiteX49" fmla="*/ 135299 w 345410"/>
              <a:gd name="connsiteY49" fmla="*/ 122643 h 345420"/>
              <a:gd name="connsiteX50" fmla="*/ 152728 w 345410"/>
              <a:gd name="connsiteY50" fmla="*/ 167166 h 345420"/>
              <a:gd name="connsiteX51" fmla="*/ 152662 w 345410"/>
              <a:gd name="connsiteY51" fmla="*/ 167166 h 345420"/>
              <a:gd name="connsiteX52" fmla="*/ 153503 w 345410"/>
              <a:gd name="connsiteY52" fmla="*/ 185586 h 345420"/>
              <a:gd name="connsiteX53" fmla="*/ 147227 w 345410"/>
              <a:gd name="connsiteY53" fmla="*/ 189400 h 345420"/>
              <a:gd name="connsiteX54" fmla="*/ 94967 w 345410"/>
              <a:gd name="connsiteY54" fmla="*/ 229805 h 345420"/>
              <a:gd name="connsiteX55" fmla="*/ 172733 w 345410"/>
              <a:gd name="connsiteY55" fmla="*/ 251270 h 345420"/>
              <a:gd name="connsiteX56" fmla="*/ 250509 w 345410"/>
              <a:gd name="connsiteY56" fmla="*/ 229805 h 345420"/>
              <a:gd name="connsiteX57" fmla="*/ 198063 w 345410"/>
              <a:gd name="connsiteY57" fmla="*/ 189400 h 3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5410" h="345420">
                <a:moveTo>
                  <a:pt x="312439" y="251325"/>
                </a:moveTo>
                <a:lnTo>
                  <a:pt x="312439" y="312207"/>
                </a:lnTo>
                <a:lnTo>
                  <a:pt x="251725" y="312207"/>
                </a:lnTo>
                <a:cubicBezTo>
                  <a:pt x="242623" y="312177"/>
                  <a:pt x="235220" y="319546"/>
                  <a:pt x="235189" y="328666"/>
                </a:cubicBezTo>
                <a:cubicBezTo>
                  <a:pt x="235189" y="328688"/>
                  <a:pt x="235189" y="328710"/>
                  <a:pt x="235189" y="328732"/>
                </a:cubicBezTo>
                <a:cubicBezTo>
                  <a:pt x="235227" y="337886"/>
                  <a:pt x="242589" y="345316"/>
                  <a:pt x="251725" y="345421"/>
                </a:cubicBezTo>
                <a:lnTo>
                  <a:pt x="329080" y="345421"/>
                </a:lnTo>
                <a:cubicBezTo>
                  <a:pt x="338141" y="345221"/>
                  <a:pt x="345389" y="337813"/>
                  <a:pt x="345407" y="328732"/>
                </a:cubicBezTo>
                <a:lnTo>
                  <a:pt x="345407" y="251325"/>
                </a:lnTo>
                <a:cubicBezTo>
                  <a:pt x="345241" y="242203"/>
                  <a:pt x="337727" y="234944"/>
                  <a:pt x="328623" y="235110"/>
                </a:cubicBezTo>
                <a:cubicBezTo>
                  <a:pt x="319753" y="235272"/>
                  <a:pt x="312601" y="242438"/>
                  <a:pt x="312439" y="251325"/>
                </a:cubicBezTo>
                <a:close/>
                <a:moveTo>
                  <a:pt x="93685" y="312207"/>
                </a:moveTo>
                <a:lnTo>
                  <a:pt x="33026" y="312207"/>
                </a:lnTo>
                <a:lnTo>
                  <a:pt x="33026" y="251325"/>
                </a:lnTo>
                <a:cubicBezTo>
                  <a:pt x="32859" y="242188"/>
                  <a:pt x="25332" y="234916"/>
                  <a:pt x="16213" y="235083"/>
                </a:cubicBezTo>
                <a:cubicBezTo>
                  <a:pt x="7328" y="235245"/>
                  <a:pt x="165" y="242423"/>
                  <a:pt x="3" y="251325"/>
                </a:cubicBezTo>
                <a:lnTo>
                  <a:pt x="3" y="328732"/>
                </a:lnTo>
                <a:cubicBezTo>
                  <a:pt x="36" y="337929"/>
                  <a:pt x="7464" y="345379"/>
                  <a:pt x="16643" y="345421"/>
                </a:cubicBezTo>
                <a:lnTo>
                  <a:pt x="93685" y="345421"/>
                </a:lnTo>
                <a:cubicBezTo>
                  <a:pt x="102839" y="345320"/>
                  <a:pt x="110233" y="337904"/>
                  <a:pt x="110325" y="328732"/>
                </a:cubicBezTo>
                <a:cubicBezTo>
                  <a:pt x="110280" y="319567"/>
                  <a:pt x="102832" y="312171"/>
                  <a:pt x="93685" y="312207"/>
                </a:cubicBezTo>
                <a:close/>
                <a:moveTo>
                  <a:pt x="33026" y="93877"/>
                </a:moveTo>
                <a:lnTo>
                  <a:pt x="33026" y="33269"/>
                </a:lnTo>
                <a:lnTo>
                  <a:pt x="93685" y="33269"/>
                </a:lnTo>
                <a:cubicBezTo>
                  <a:pt x="102854" y="33269"/>
                  <a:pt x="110287" y="25821"/>
                  <a:pt x="110287" y="16635"/>
                </a:cubicBezTo>
                <a:cubicBezTo>
                  <a:pt x="110287" y="7448"/>
                  <a:pt x="102854" y="0"/>
                  <a:pt x="93685" y="0"/>
                </a:cubicBezTo>
                <a:lnTo>
                  <a:pt x="16643" y="0"/>
                </a:lnTo>
                <a:cubicBezTo>
                  <a:pt x="7520" y="-66"/>
                  <a:pt x="70" y="7290"/>
                  <a:pt x="3" y="16431"/>
                </a:cubicBezTo>
                <a:cubicBezTo>
                  <a:pt x="3" y="16481"/>
                  <a:pt x="3" y="16530"/>
                  <a:pt x="3" y="16580"/>
                </a:cubicBezTo>
                <a:lnTo>
                  <a:pt x="3" y="93877"/>
                </a:lnTo>
                <a:cubicBezTo>
                  <a:pt x="-163" y="103013"/>
                  <a:pt x="7094" y="110555"/>
                  <a:pt x="16213" y="110722"/>
                </a:cubicBezTo>
                <a:cubicBezTo>
                  <a:pt x="25332" y="110888"/>
                  <a:pt x="32859" y="103616"/>
                  <a:pt x="33026" y="94479"/>
                </a:cubicBezTo>
                <a:cubicBezTo>
                  <a:pt x="33029" y="94278"/>
                  <a:pt x="33029" y="94078"/>
                  <a:pt x="33026" y="93877"/>
                </a:cubicBezTo>
                <a:close/>
                <a:moveTo>
                  <a:pt x="251725" y="33269"/>
                </a:moveTo>
                <a:lnTo>
                  <a:pt x="312439" y="33269"/>
                </a:lnTo>
                <a:lnTo>
                  <a:pt x="312439" y="93877"/>
                </a:lnTo>
                <a:cubicBezTo>
                  <a:pt x="312273" y="102998"/>
                  <a:pt x="319519" y="110528"/>
                  <a:pt x="328623" y="110694"/>
                </a:cubicBezTo>
                <a:cubicBezTo>
                  <a:pt x="337727" y="110860"/>
                  <a:pt x="345241" y="103601"/>
                  <a:pt x="345407" y="94479"/>
                </a:cubicBezTo>
                <a:cubicBezTo>
                  <a:pt x="345411" y="94278"/>
                  <a:pt x="345411" y="94077"/>
                  <a:pt x="345407" y="93877"/>
                </a:cubicBezTo>
                <a:lnTo>
                  <a:pt x="345407" y="16580"/>
                </a:lnTo>
                <a:cubicBezTo>
                  <a:pt x="345438" y="7496"/>
                  <a:pt x="338145" y="91"/>
                  <a:pt x="329080" y="0"/>
                </a:cubicBezTo>
                <a:lnTo>
                  <a:pt x="251725" y="0"/>
                </a:lnTo>
                <a:cubicBezTo>
                  <a:pt x="242556" y="0"/>
                  <a:pt x="235123" y="7448"/>
                  <a:pt x="235123" y="16635"/>
                </a:cubicBezTo>
                <a:cubicBezTo>
                  <a:pt x="235123" y="25821"/>
                  <a:pt x="242556" y="33269"/>
                  <a:pt x="251725" y="33269"/>
                </a:cubicBezTo>
                <a:close/>
                <a:moveTo>
                  <a:pt x="198063" y="189400"/>
                </a:moveTo>
                <a:cubicBezTo>
                  <a:pt x="191128" y="187486"/>
                  <a:pt x="187055" y="180302"/>
                  <a:pt x="188965" y="173354"/>
                </a:cubicBezTo>
                <a:cubicBezTo>
                  <a:pt x="189605" y="171026"/>
                  <a:pt x="190876" y="168922"/>
                  <a:pt x="192638" y="167276"/>
                </a:cubicBezTo>
                <a:cubicBezTo>
                  <a:pt x="204040" y="155241"/>
                  <a:pt x="210327" y="139236"/>
                  <a:pt x="210171" y="122643"/>
                </a:cubicBezTo>
                <a:cubicBezTo>
                  <a:pt x="210171" y="96018"/>
                  <a:pt x="193411" y="79768"/>
                  <a:pt x="172733" y="79768"/>
                </a:cubicBezTo>
                <a:cubicBezTo>
                  <a:pt x="152054" y="79768"/>
                  <a:pt x="135299" y="96018"/>
                  <a:pt x="135299" y="122643"/>
                </a:cubicBezTo>
                <a:cubicBezTo>
                  <a:pt x="135167" y="139180"/>
                  <a:pt x="141411" y="155129"/>
                  <a:pt x="152728" y="167166"/>
                </a:cubicBezTo>
                <a:lnTo>
                  <a:pt x="152662" y="167166"/>
                </a:lnTo>
                <a:cubicBezTo>
                  <a:pt x="157971" y="172020"/>
                  <a:pt x="158348" y="180267"/>
                  <a:pt x="153503" y="185586"/>
                </a:cubicBezTo>
                <a:cubicBezTo>
                  <a:pt x="151820" y="187434"/>
                  <a:pt x="149641" y="188758"/>
                  <a:pt x="147227" y="189400"/>
                </a:cubicBezTo>
                <a:cubicBezTo>
                  <a:pt x="112424" y="196152"/>
                  <a:pt x="94967" y="215422"/>
                  <a:pt x="94967" y="229805"/>
                </a:cubicBezTo>
                <a:cubicBezTo>
                  <a:pt x="94967" y="247592"/>
                  <a:pt x="125480" y="251270"/>
                  <a:pt x="172733" y="251270"/>
                </a:cubicBezTo>
                <a:cubicBezTo>
                  <a:pt x="219985" y="251270"/>
                  <a:pt x="250509" y="247592"/>
                  <a:pt x="250509" y="229805"/>
                </a:cubicBezTo>
                <a:cubicBezTo>
                  <a:pt x="250509" y="215367"/>
                  <a:pt x="232954" y="196097"/>
                  <a:pt x="198063" y="189400"/>
                </a:cubicBezTo>
                <a:close/>
              </a:path>
            </a:pathLst>
          </a:custGeom>
          <a:solidFill>
            <a:schemeClr val="bg1"/>
          </a:solidFill>
          <a:ln w="3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23193"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品牌溢价高</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223193" y="2496913"/>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连续两季度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NPS 82</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，头部互联网公司复购率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91%</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，新人入职周期缩短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27%</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223193"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AI </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招聘窗口</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223193" y="4960891"/>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AIGC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简历解析准确率突破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，可将顾问人效提升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倍</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8601964"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巨头入局</a:t>
            </a:r>
            <a:endPar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8601964" y="4960891"/>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某综合平台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月上线招聘频道，首月即获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MAU</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，流量成本骤降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8601964"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高端猎头弱</a:t>
            </a:r>
            <a:endPar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8601964" y="2496913"/>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年薪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万以上岗位成功率仅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47%</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，低于行业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TOP1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913381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9133813" y="765175"/>
            <a:ext cx="2859780" cy="126039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文本框 3"/>
          <p:cNvSpPr txBox="1"/>
          <p:nvPr/>
        </p:nvSpPr>
        <p:spPr>
          <a:xfrm>
            <a:off x="9319711"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达成率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9133813" y="2209799"/>
            <a:ext cx="2422408" cy="560363"/>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9216582"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7" name="文本框 6"/>
          <p:cNvSpPr txBox="1"/>
          <p:nvPr/>
        </p:nvSpPr>
        <p:spPr>
          <a:xfrm>
            <a:off x="921658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核心指标：人才满编率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921470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921658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社招</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校招补位</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人，编制缺口由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缩至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921470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921658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“零售战训营”结业，人均销售提升</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17%</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，离职率降至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921470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留才（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921658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股权激励首期落地，核心店长留存率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，团队满编率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矩形: 圆角 13"/>
          <p:cNvSpPr/>
          <p:nvPr/>
        </p:nvSpPr>
        <p:spPr>
          <a:xfrm>
            <a:off x="939664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9419030" y="1710793"/>
            <a:ext cx="1702608" cy="10083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129987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95%</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114426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615323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矩形 18"/>
          <p:cNvSpPr/>
          <p:nvPr/>
        </p:nvSpPr>
        <p:spPr>
          <a:xfrm>
            <a:off x="6153238" y="765175"/>
            <a:ext cx="2859780" cy="12603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633913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箭头: 五边形 20"/>
          <p:cNvSpPr/>
          <p:nvPr/>
        </p:nvSpPr>
        <p:spPr>
          <a:xfrm>
            <a:off x="6153238" y="2209799"/>
            <a:ext cx="2422408" cy="56036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623600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库存周转优化情况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3" name="文本框 22"/>
          <p:cNvSpPr txBox="1"/>
          <p:nvPr/>
        </p:nvSpPr>
        <p:spPr>
          <a:xfrm>
            <a:off x="623600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核心指标：周转天数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623413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623600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清理滞销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SKU286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个，周转天数由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天降至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623413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23600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补货算法上线，爆款补货周期再减</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天，周转</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23413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精益（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23600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“店仓一体化”全面跑通，华东总仓周转锁定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92%</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41607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圆角 30"/>
          <p:cNvSpPr/>
          <p:nvPr/>
        </p:nvSpPr>
        <p:spPr>
          <a:xfrm>
            <a:off x="6438455" y="1710793"/>
            <a:ext cx="1663510" cy="10083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831929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92%</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16368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任意多边形: 形状 33"/>
          <p:cNvSpPr/>
          <p:nvPr/>
        </p:nvSpPr>
        <p:spPr>
          <a:xfrm>
            <a:off x="317266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3172663" y="765175"/>
            <a:ext cx="2859780" cy="12603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3358561" y="951090"/>
            <a:ext cx="133882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箭头: 五边形 36"/>
          <p:cNvSpPr/>
          <p:nvPr/>
        </p:nvSpPr>
        <p:spPr>
          <a:xfrm>
            <a:off x="3172663" y="2209799"/>
            <a:ext cx="2603298" cy="560363"/>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3255432" y="2305314"/>
            <a:ext cx="22881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门店标准化执行进度</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9" name="文本框 38"/>
          <p:cNvSpPr txBox="1"/>
          <p:nvPr/>
        </p:nvSpPr>
        <p:spPr>
          <a:xfrm>
            <a:off x="325543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符合度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325355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奠基（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文本框 40"/>
          <p:cNvSpPr txBox="1"/>
          <p:nvPr/>
        </p:nvSpPr>
        <p:spPr>
          <a:xfrm>
            <a:off x="325543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月初完成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家旗舰店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6S</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手册升级，首轮巡检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325355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325543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督导集训</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人次，华东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店平均符合率升至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25355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固化（</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25543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巡店系统上线，月末符合率稳在</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90%</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6" name="矩形: 圆角 45"/>
          <p:cNvSpPr/>
          <p:nvPr/>
        </p:nvSpPr>
        <p:spPr>
          <a:xfrm>
            <a:off x="343549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3457880" y="1710793"/>
            <a:ext cx="1585822" cy="10083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33872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518311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任意多边形: 形状 49"/>
          <p:cNvSpPr/>
          <p:nvPr/>
        </p:nvSpPr>
        <p:spPr>
          <a:xfrm>
            <a:off x="19208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50"/>
          <p:cNvSpPr/>
          <p:nvPr/>
        </p:nvSpPr>
        <p:spPr>
          <a:xfrm>
            <a:off x="192088" y="765175"/>
            <a:ext cx="2859780" cy="12603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7798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箭头: 五边形 52"/>
          <p:cNvSpPr/>
          <p:nvPr/>
        </p:nvSpPr>
        <p:spPr>
          <a:xfrm>
            <a:off x="192088" y="2209799"/>
            <a:ext cx="2422408" cy="560363"/>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27485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55" name="文本框 54"/>
          <p:cNvSpPr txBox="1"/>
          <p:nvPr/>
        </p:nvSpPr>
        <p:spPr>
          <a:xfrm>
            <a:off x="27485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核心指标：销售额</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7298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启航（</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7485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暑期档线上预售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亿元，占季度目标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，开门红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27298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加速（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27485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奥运热点</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线下快闪</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场，单月销售冲至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27298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冲刺（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27485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开学季全域爆发，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单日峰值</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万元，季度目标完成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a:off x="45492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圆角 62"/>
          <p:cNvSpPr/>
          <p:nvPr/>
        </p:nvSpPr>
        <p:spPr>
          <a:xfrm>
            <a:off x="477304" y="1710793"/>
            <a:ext cx="1758109" cy="10083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235814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98%</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椭圆 64"/>
          <p:cNvSpPr/>
          <p:nvPr/>
        </p:nvSpPr>
        <p:spPr>
          <a:xfrm>
            <a:off x="220253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箭头: 虚尾 65"/>
          <p:cNvSpPr/>
          <p:nvPr/>
        </p:nvSpPr>
        <p:spPr>
          <a:xfrm>
            <a:off x="192088" y="5660895"/>
            <a:ext cx="11807825" cy="1133335"/>
          </a:xfrm>
          <a:prstGeom prst="stripedRightArrow">
            <a:avLst>
              <a:gd name="adj1" fmla="val 52042"/>
              <a:gd name="adj2" fmla="val 316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文本框 66"/>
          <p:cNvSpPr txBox="1"/>
          <p:nvPr/>
        </p:nvSpPr>
        <p:spPr>
          <a:xfrm>
            <a:off x="934710" y="6027507"/>
            <a:ext cx="1032258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7-9</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月全线超额达成，华东大区以</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周转、</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团队圆满收官！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图形 194"/>
          <p:cNvSpPr/>
          <p:nvPr/>
        </p:nvSpPr>
        <p:spPr>
          <a:xfrm>
            <a:off x="2329619" y="1074545"/>
            <a:ext cx="323178" cy="323170"/>
          </a:xfrm>
          <a:custGeom>
            <a:avLst/>
            <a:gdLst>
              <a:gd name="connsiteX0" fmla="*/ 227866 w 453722"/>
              <a:gd name="connsiteY0" fmla="*/ 143373 h 453713"/>
              <a:gd name="connsiteX1" fmla="*/ 296921 w 453722"/>
              <a:gd name="connsiteY1" fmla="*/ 74227 h 453713"/>
              <a:gd name="connsiteX2" fmla="*/ 366007 w 453722"/>
              <a:gd name="connsiteY2" fmla="*/ 143373 h 453713"/>
              <a:gd name="connsiteX3" fmla="*/ 296922 w 453722"/>
              <a:gd name="connsiteY3" fmla="*/ 212489 h 453713"/>
              <a:gd name="connsiteX4" fmla="*/ 227866 w 453722"/>
              <a:gd name="connsiteY4" fmla="*/ 143373 h 453713"/>
              <a:gd name="connsiteX5" fmla="*/ 450942 w 453722"/>
              <a:gd name="connsiteY5" fmla="*/ 41923 h 453713"/>
              <a:gd name="connsiteX6" fmla="*/ 412316 w 453722"/>
              <a:gd name="connsiteY6" fmla="*/ 2541 h 453713"/>
              <a:gd name="connsiteX7" fmla="*/ 412285 w 453722"/>
              <a:gd name="connsiteY7" fmla="*/ 2541 h 453713"/>
              <a:gd name="connsiteX8" fmla="*/ 291900 w 453722"/>
              <a:gd name="connsiteY8" fmla="*/ 0 h 453713"/>
              <a:gd name="connsiteX9" fmla="*/ 220849 w 453722"/>
              <a:gd name="connsiteY9" fmla="*/ 9286 h 453713"/>
              <a:gd name="connsiteX10" fmla="*/ 129168 w 453722"/>
              <a:gd name="connsiteY10" fmla="*/ 101026 h 453713"/>
              <a:gd name="connsiteX11" fmla="*/ 11506 w 453722"/>
              <a:gd name="connsiteY11" fmla="*/ 218781 h 453713"/>
              <a:gd name="connsiteX12" fmla="*/ 11627 w 453722"/>
              <a:gd name="connsiteY12" fmla="*/ 274738 h 453713"/>
              <a:gd name="connsiteX13" fmla="*/ 178926 w 453722"/>
              <a:gd name="connsiteY13" fmla="*/ 442128 h 453713"/>
              <a:gd name="connsiteX14" fmla="*/ 206965 w 453722"/>
              <a:gd name="connsiteY14" fmla="*/ 453713 h 453713"/>
              <a:gd name="connsiteX15" fmla="*/ 234793 w 453722"/>
              <a:gd name="connsiteY15" fmla="*/ 442219 h 453713"/>
              <a:gd name="connsiteX16" fmla="*/ 365735 w 453722"/>
              <a:gd name="connsiteY16" fmla="*/ 311247 h 453713"/>
              <a:gd name="connsiteX17" fmla="*/ 444167 w 453722"/>
              <a:gd name="connsiteY17" fmla="*/ 232725 h 453713"/>
              <a:gd name="connsiteX18" fmla="*/ 450942 w 453722"/>
              <a:gd name="connsiteY18" fmla="*/ 41923 h 4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3722" h="453713">
                <a:moveTo>
                  <a:pt x="227866" y="143373"/>
                </a:moveTo>
                <a:cubicBezTo>
                  <a:pt x="227883" y="105227"/>
                  <a:pt x="258775" y="74294"/>
                  <a:pt x="296921" y="74227"/>
                </a:cubicBezTo>
                <a:cubicBezTo>
                  <a:pt x="335079" y="74277"/>
                  <a:pt x="365990" y="105216"/>
                  <a:pt x="366007" y="143373"/>
                </a:cubicBezTo>
                <a:cubicBezTo>
                  <a:pt x="365973" y="181519"/>
                  <a:pt x="335067" y="212439"/>
                  <a:pt x="296922" y="212489"/>
                </a:cubicBezTo>
                <a:cubicBezTo>
                  <a:pt x="258787" y="212423"/>
                  <a:pt x="227899" y="181508"/>
                  <a:pt x="227866" y="143373"/>
                </a:cubicBezTo>
                <a:moveTo>
                  <a:pt x="450942" y="41923"/>
                </a:moveTo>
                <a:cubicBezTo>
                  <a:pt x="450942" y="20205"/>
                  <a:pt x="433307" y="2541"/>
                  <a:pt x="412316" y="2541"/>
                </a:cubicBezTo>
                <a:lnTo>
                  <a:pt x="412285" y="2541"/>
                </a:lnTo>
                <a:cubicBezTo>
                  <a:pt x="411620" y="2510"/>
                  <a:pt x="343412" y="0"/>
                  <a:pt x="291900" y="0"/>
                </a:cubicBezTo>
                <a:cubicBezTo>
                  <a:pt x="232615" y="0"/>
                  <a:pt x="227261" y="2873"/>
                  <a:pt x="220849" y="9286"/>
                </a:cubicBezTo>
                <a:lnTo>
                  <a:pt x="129168" y="101026"/>
                </a:lnTo>
                <a:lnTo>
                  <a:pt x="11506" y="218781"/>
                </a:lnTo>
                <a:cubicBezTo>
                  <a:pt x="-3882" y="234279"/>
                  <a:pt x="-3828" y="259306"/>
                  <a:pt x="11627" y="274738"/>
                </a:cubicBezTo>
                <a:lnTo>
                  <a:pt x="178926" y="442128"/>
                </a:lnTo>
                <a:cubicBezTo>
                  <a:pt x="186427" y="449599"/>
                  <a:pt x="196348" y="453713"/>
                  <a:pt x="206965" y="453713"/>
                </a:cubicBezTo>
                <a:cubicBezTo>
                  <a:pt x="217552" y="453713"/>
                  <a:pt x="227412" y="449630"/>
                  <a:pt x="234793" y="442219"/>
                </a:cubicBezTo>
                <a:lnTo>
                  <a:pt x="365735" y="311247"/>
                </a:lnTo>
                <a:lnTo>
                  <a:pt x="444167" y="232725"/>
                </a:lnTo>
                <a:cubicBezTo>
                  <a:pt x="451093" y="225828"/>
                  <a:pt x="457596" y="219295"/>
                  <a:pt x="450942" y="41923"/>
                </a:cubicBezTo>
              </a:path>
            </a:pathLst>
          </a:custGeom>
          <a:solidFill>
            <a:schemeClr val="accent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9" name="图形 196"/>
          <p:cNvSpPr/>
          <p:nvPr/>
        </p:nvSpPr>
        <p:spPr>
          <a:xfrm>
            <a:off x="8325043" y="1053073"/>
            <a:ext cx="300939" cy="355511"/>
          </a:xfrm>
          <a:custGeom>
            <a:avLst/>
            <a:gdLst>
              <a:gd name="connsiteX0" fmla="*/ 134209 w 300939"/>
              <a:gd name="connsiteY0" fmla="*/ 162422 h 355511"/>
              <a:gd name="connsiteX1" fmla="*/ 14001 w 300939"/>
              <a:gd name="connsiteY1" fmla="*/ 91706 h 355511"/>
              <a:gd name="connsiteX2" fmla="*/ 14001 w 300939"/>
              <a:gd name="connsiteY2" fmla="*/ 75179 h 355511"/>
              <a:gd name="connsiteX3" fmla="*/ 134209 w 300939"/>
              <a:gd name="connsiteY3" fmla="*/ 4420 h 355511"/>
              <a:gd name="connsiteX4" fmla="*/ 166731 w 300939"/>
              <a:gd name="connsiteY4" fmla="*/ 4420 h 355511"/>
              <a:gd name="connsiteX5" fmla="*/ 286938 w 300939"/>
              <a:gd name="connsiteY5" fmla="*/ 75179 h 355511"/>
              <a:gd name="connsiteX6" fmla="*/ 286938 w 300939"/>
              <a:gd name="connsiteY6" fmla="*/ 91706 h 355511"/>
              <a:gd name="connsiteX7" fmla="*/ 166731 w 300939"/>
              <a:gd name="connsiteY7" fmla="*/ 162422 h 355511"/>
              <a:gd name="connsiteX8" fmla="*/ 134209 w 300939"/>
              <a:gd name="connsiteY8" fmla="*/ 162422 h 355511"/>
              <a:gd name="connsiteX9" fmla="*/ 0 w 300939"/>
              <a:gd name="connsiteY9" fmla="*/ 120772 h 355511"/>
              <a:gd name="connsiteX10" fmla="*/ 0 w 300939"/>
              <a:gd name="connsiteY10" fmla="*/ 273457 h 355511"/>
              <a:gd name="connsiteX11" fmla="*/ 4874 w 300939"/>
              <a:gd name="connsiteY11" fmla="*/ 281964 h 355511"/>
              <a:gd name="connsiteX12" fmla="*/ 128138 w 300939"/>
              <a:gd name="connsiteY12" fmla="*/ 354142 h 355511"/>
              <a:gd name="connsiteX13" fmla="*/ 142982 w 300939"/>
              <a:gd name="connsiteY13" fmla="*/ 345635 h 355511"/>
              <a:gd name="connsiteX14" fmla="*/ 142982 w 300939"/>
              <a:gd name="connsiteY14" fmla="*/ 193349 h 355511"/>
              <a:gd name="connsiteX15" fmla="*/ 138108 w 300939"/>
              <a:gd name="connsiteY15" fmla="*/ 184842 h 355511"/>
              <a:gd name="connsiteX16" fmla="*/ 14843 w 300939"/>
              <a:gd name="connsiteY16" fmla="*/ 112265 h 355511"/>
              <a:gd name="connsiteX17" fmla="*/ 0 w 300939"/>
              <a:gd name="connsiteY17" fmla="*/ 120772 h 355511"/>
              <a:gd name="connsiteX18" fmla="*/ 300939 w 300939"/>
              <a:gd name="connsiteY18" fmla="*/ 124007 h 355511"/>
              <a:gd name="connsiteX19" fmla="*/ 300939 w 300939"/>
              <a:gd name="connsiteY19" fmla="*/ 274831 h 355511"/>
              <a:gd name="connsiteX20" fmla="*/ 295534 w 300939"/>
              <a:gd name="connsiteY20" fmla="*/ 284224 h 355511"/>
              <a:gd name="connsiteX21" fmla="*/ 177365 w 300939"/>
              <a:gd name="connsiteY21" fmla="*/ 353256 h 355511"/>
              <a:gd name="connsiteX22" fmla="*/ 161015 w 300939"/>
              <a:gd name="connsiteY22" fmla="*/ 343863 h 355511"/>
              <a:gd name="connsiteX23" fmla="*/ 161015 w 300939"/>
              <a:gd name="connsiteY23" fmla="*/ 193570 h 355511"/>
              <a:gd name="connsiteX24" fmla="*/ 166376 w 300939"/>
              <a:gd name="connsiteY24" fmla="*/ 184221 h 355511"/>
              <a:gd name="connsiteX25" fmla="*/ 284590 w 300939"/>
              <a:gd name="connsiteY25" fmla="*/ 114658 h 355511"/>
              <a:gd name="connsiteX26" fmla="*/ 300939 w 300939"/>
              <a:gd name="connsiteY26" fmla="*/ 124007 h 3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0939" h="355511">
                <a:moveTo>
                  <a:pt x="134209" y="162422"/>
                </a:moveTo>
                <a:lnTo>
                  <a:pt x="14001" y="91706"/>
                </a:lnTo>
                <a:cubicBezTo>
                  <a:pt x="7710" y="87984"/>
                  <a:pt x="7710" y="78901"/>
                  <a:pt x="14001" y="75179"/>
                </a:cubicBezTo>
                <a:lnTo>
                  <a:pt x="134209" y="4420"/>
                </a:lnTo>
                <a:cubicBezTo>
                  <a:pt x="144222" y="-1473"/>
                  <a:pt x="156673" y="-1473"/>
                  <a:pt x="166731" y="4420"/>
                </a:cubicBezTo>
                <a:lnTo>
                  <a:pt x="286938" y="75179"/>
                </a:lnTo>
                <a:cubicBezTo>
                  <a:pt x="293230" y="78901"/>
                  <a:pt x="293230" y="87984"/>
                  <a:pt x="286938" y="91706"/>
                </a:cubicBezTo>
                <a:lnTo>
                  <a:pt x="166731" y="162422"/>
                </a:lnTo>
                <a:cubicBezTo>
                  <a:pt x="156673" y="168359"/>
                  <a:pt x="144267" y="168359"/>
                  <a:pt x="134209" y="162422"/>
                </a:cubicBezTo>
                <a:close/>
                <a:moveTo>
                  <a:pt x="0" y="120772"/>
                </a:moveTo>
                <a:lnTo>
                  <a:pt x="0" y="273457"/>
                </a:lnTo>
                <a:cubicBezTo>
                  <a:pt x="0" y="276958"/>
                  <a:pt x="1861" y="280192"/>
                  <a:pt x="4874" y="281964"/>
                </a:cubicBezTo>
                <a:lnTo>
                  <a:pt x="128138" y="354142"/>
                </a:lnTo>
                <a:cubicBezTo>
                  <a:pt x="134696" y="357997"/>
                  <a:pt x="142982" y="353256"/>
                  <a:pt x="142982" y="345635"/>
                </a:cubicBezTo>
                <a:lnTo>
                  <a:pt x="142982" y="193349"/>
                </a:lnTo>
                <a:cubicBezTo>
                  <a:pt x="142982" y="189848"/>
                  <a:pt x="141121" y="186614"/>
                  <a:pt x="138108" y="184842"/>
                </a:cubicBezTo>
                <a:lnTo>
                  <a:pt x="14843" y="112265"/>
                </a:lnTo>
                <a:cubicBezTo>
                  <a:pt x="8286" y="108410"/>
                  <a:pt x="0" y="113151"/>
                  <a:pt x="0" y="120772"/>
                </a:cubicBezTo>
                <a:close/>
                <a:moveTo>
                  <a:pt x="300939" y="124007"/>
                </a:moveTo>
                <a:lnTo>
                  <a:pt x="300939" y="274831"/>
                </a:lnTo>
                <a:cubicBezTo>
                  <a:pt x="300939" y="278686"/>
                  <a:pt x="298901" y="282275"/>
                  <a:pt x="295534" y="284224"/>
                </a:cubicBezTo>
                <a:lnTo>
                  <a:pt x="177365" y="353256"/>
                </a:lnTo>
                <a:cubicBezTo>
                  <a:pt x="170098" y="357509"/>
                  <a:pt x="161015" y="352281"/>
                  <a:pt x="161015" y="343863"/>
                </a:cubicBezTo>
                <a:lnTo>
                  <a:pt x="161015" y="193570"/>
                </a:lnTo>
                <a:cubicBezTo>
                  <a:pt x="161015" y="189715"/>
                  <a:pt x="163053" y="186171"/>
                  <a:pt x="166376" y="184221"/>
                </a:cubicBezTo>
                <a:lnTo>
                  <a:pt x="284590" y="114658"/>
                </a:lnTo>
                <a:cubicBezTo>
                  <a:pt x="291812" y="110360"/>
                  <a:pt x="300939" y="115588"/>
                  <a:pt x="300939" y="124007"/>
                </a:cubicBezTo>
                <a:close/>
              </a:path>
            </a:pathLst>
          </a:custGeom>
          <a:solidFill>
            <a:schemeClr val="accent3"/>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0" name="图形 198"/>
          <p:cNvSpPr/>
          <p:nvPr/>
        </p:nvSpPr>
        <p:spPr>
          <a:xfrm>
            <a:off x="5347006" y="1056826"/>
            <a:ext cx="283570" cy="340284"/>
          </a:xfrm>
          <a:custGeom>
            <a:avLst/>
            <a:gdLst>
              <a:gd name="connsiteX0" fmla="*/ 255214 w 283570"/>
              <a:gd name="connsiteY0" fmla="*/ 56714 h 340284"/>
              <a:gd name="connsiteX1" fmla="*/ 198499 w 283570"/>
              <a:gd name="connsiteY1" fmla="*/ 56714 h 340284"/>
              <a:gd name="connsiteX2" fmla="*/ 141785 w 283570"/>
              <a:gd name="connsiteY2" fmla="*/ 0 h 340284"/>
              <a:gd name="connsiteX3" fmla="*/ 85071 w 283570"/>
              <a:gd name="connsiteY3" fmla="*/ 56714 h 340284"/>
              <a:gd name="connsiteX4" fmla="*/ 28357 w 283570"/>
              <a:gd name="connsiteY4" fmla="*/ 56714 h 340284"/>
              <a:gd name="connsiteX5" fmla="*/ 0 w 283570"/>
              <a:gd name="connsiteY5" fmla="*/ 85071 h 340284"/>
              <a:gd name="connsiteX6" fmla="*/ 0 w 283570"/>
              <a:gd name="connsiteY6" fmla="*/ 311928 h 340284"/>
              <a:gd name="connsiteX7" fmla="*/ 28357 w 283570"/>
              <a:gd name="connsiteY7" fmla="*/ 340285 h 340284"/>
              <a:gd name="connsiteX8" fmla="*/ 255214 w 283570"/>
              <a:gd name="connsiteY8" fmla="*/ 340285 h 340284"/>
              <a:gd name="connsiteX9" fmla="*/ 283571 w 283570"/>
              <a:gd name="connsiteY9" fmla="*/ 311928 h 340284"/>
              <a:gd name="connsiteX10" fmla="*/ 283571 w 283570"/>
              <a:gd name="connsiteY10" fmla="*/ 85071 h 340284"/>
              <a:gd name="connsiteX11" fmla="*/ 255214 w 283570"/>
              <a:gd name="connsiteY11" fmla="*/ 56714 h 340284"/>
              <a:gd name="connsiteX12" fmla="*/ 141785 w 283570"/>
              <a:gd name="connsiteY12" fmla="*/ 28357 h 340284"/>
              <a:gd name="connsiteX13" fmla="*/ 170142 w 283570"/>
              <a:gd name="connsiteY13" fmla="*/ 56714 h 340284"/>
              <a:gd name="connsiteX14" fmla="*/ 141785 w 283570"/>
              <a:gd name="connsiteY14" fmla="*/ 85071 h 340284"/>
              <a:gd name="connsiteX15" fmla="*/ 113428 w 283570"/>
              <a:gd name="connsiteY15" fmla="*/ 56714 h 340284"/>
              <a:gd name="connsiteX16" fmla="*/ 141785 w 283570"/>
              <a:gd name="connsiteY16" fmla="*/ 28357 h 340284"/>
              <a:gd name="connsiteX17" fmla="*/ 28357 w 283570"/>
              <a:gd name="connsiteY17" fmla="*/ 170142 h 340284"/>
              <a:gd name="connsiteX18" fmla="*/ 212678 w 283570"/>
              <a:gd name="connsiteY18" fmla="*/ 170142 h 340284"/>
              <a:gd name="connsiteX19" fmla="*/ 212678 w 283570"/>
              <a:gd name="connsiteY19" fmla="*/ 198499 h 340284"/>
              <a:gd name="connsiteX20" fmla="*/ 28357 w 283570"/>
              <a:gd name="connsiteY20" fmla="*/ 198499 h 340284"/>
              <a:gd name="connsiteX21" fmla="*/ 154958 w 283570"/>
              <a:gd name="connsiteY21" fmla="*/ 311928 h 340284"/>
              <a:gd name="connsiteX22" fmla="*/ 144931 w 283570"/>
              <a:gd name="connsiteY22" fmla="*/ 301901 h 340284"/>
              <a:gd name="connsiteX23" fmla="*/ 134904 w 283570"/>
              <a:gd name="connsiteY23" fmla="*/ 291874 h 340284"/>
              <a:gd name="connsiteX24" fmla="*/ 94819 w 283570"/>
              <a:gd name="connsiteY24" fmla="*/ 251775 h 340284"/>
              <a:gd name="connsiteX25" fmla="*/ 114855 w 283570"/>
              <a:gd name="connsiteY25" fmla="*/ 231730 h 340284"/>
              <a:gd name="connsiteX26" fmla="*/ 154958 w 283570"/>
              <a:gd name="connsiteY26" fmla="*/ 271833 h 340284"/>
              <a:gd name="connsiteX27" fmla="*/ 235155 w 283570"/>
              <a:gd name="connsiteY27" fmla="*/ 191636 h 340284"/>
              <a:gd name="connsiteX28" fmla="*/ 255214 w 283570"/>
              <a:gd name="connsiteY28" fmla="*/ 211672 h 340284"/>
              <a:gd name="connsiteX29" fmla="*/ 255214 w 283570"/>
              <a:gd name="connsiteY29" fmla="*/ 141785 h 340284"/>
              <a:gd name="connsiteX30" fmla="*/ 28357 w 283570"/>
              <a:gd name="connsiteY30" fmla="*/ 141785 h 340284"/>
              <a:gd name="connsiteX31" fmla="*/ 28357 w 283570"/>
              <a:gd name="connsiteY31" fmla="*/ 113428 h 340284"/>
              <a:gd name="connsiteX32" fmla="*/ 255214 w 283570"/>
              <a:gd name="connsiteY32" fmla="*/ 113428 h 34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83570" h="340284">
                <a:moveTo>
                  <a:pt x="255214" y="56714"/>
                </a:moveTo>
                <a:lnTo>
                  <a:pt x="198499" y="56714"/>
                </a:lnTo>
                <a:cubicBezTo>
                  <a:pt x="198499" y="25392"/>
                  <a:pt x="173108" y="0"/>
                  <a:pt x="141785" y="0"/>
                </a:cubicBezTo>
                <a:cubicBezTo>
                  <a:pt x="110463" y="0"/>
                  <a:pt x="85071" y="25392"/>
                  <a:pt x="85071" y="56714"/>
                </a:cubicBezTo>
                <a:lnTo>
                  <a:pt x="28357" y="56714"/>
                </a:lnTo>
                <a:cubicBezTo>
                  <a:pt x="12715" y="56760"/>
                  <a:pt x="46" y="69429"/>
                  <a:pt x="0" y="85071"/>
                </a:cubicBezTo>
                <a:lnTo>
                  <a:pt x="0" y="311928"/>
                </a:lnTo>
                <a:cubicBezTo>
                  <a:pt x="46" y="327570"/>
                  <a:pt x="12715" y="340239"/>
                  <a:pt x="28357" y="340285"/>
                </a:cubicBezTo>
                <a:lnTo>
                  <a:pt x="255214" y="340285"/>
                </a:lnTo>
                <a:cubicBezTo>
                  <a:pt x="270856" y="340239"/>
                  <a:pt x="283524" y="327570"/>
                  <a:pt x="283571" y="311928"/>
                </a:cubicBezTo>
                <a:lnTo>
                  <a:pt x="283571" y="85071"/>
                </a:lnTo>
                <a:cubicBezTo>
                  <a:pt x="283524" y="69429"/>
                  <a:pt x="270856" y="56760"/>
                  <a:pt x="255214" y="56714"/>
                </a:cubicBezTo>
                <a:close/>
                <a:moveTo>
                  <a:pt x="141785" y="28357"/>
                </a:moveTo>
                <a:cubicBezTo>
                  <a:pt x="157447" y="28357"/>
                  <a:pt x="170142" y="41053"/>
                  <a:pt x="170142" y="56714"/>
                </a:cubicBezTo>
                <a:cubicBezTo>
                  <a:pt x="170142" y="72375"/>
                  <a:pt x="157447" y="85071"/>
                  <a:pt x="141785" y="85071"/>
                </a:cubicBezTo>
                <a:cubicBezTo>
                  <a:pt x="126124" y="85071"/>
                  <a:pt x="113428" y="72375"/>
                  <a:pt x="113428" y="56714"/>
                </a:cubicBezTo>
                <a:cubicBezTo>
                  <a:pt x="113428" y="41053"/>
                  <a:pt x="126124" y="28357"/>
                  <a:pt x="141785" y="28357"/>
                </a:cubicBezTo>
                <a:close/>
                <a:moveTo>
                  <a:pt x="28357" y="170142"/>
                </a:moveTo>
                <a:lnTo>
                  <a:pt x="212678" y="170142"/>
                </a:lnTo>
                <a:lnTo>
                  <a:pt x="212678" y="198499"/>
                </a:lnTo>
                <a:lnTo>
                  <a:pt x="28357" y="198499"/>
                </a:lnTo>
                <a:close/>
                <a:moveTo>
                  <a:pt x="154958" y="311928"/>
                </a:moveTo>
                <a:lnTo>
                  <a:pt x="144931" y="301901"/>
                </a:lnTo>
                <a:lnTo>
                  <a:pt x="134904" y="291874"/>
                </a:lnTo>
                <a:lnTo>
                  <a:pt x="94819" y="251775"/>
                </a:lnTo>
                <a:lnTo>
                  <a:pt x="114855" y="231730"/>
                </a:lnTo>
                <a:lnTo>
                  <a:pt x="154958" y="271833"/>
                </a:lnTo>
                <a:lnTo>
                  <a:pt x="235155" y="191636"/>
                </a:lnTo>
                <a:lnTo>
                  <a:pt x="255214" y="211672"/>
                </a:lnTo>
                <a:close/>
                <a:moveTo>
                  <a:pt x="255214" y="141785"/>
                </a:moveTo>
                <a:lnTo>
                  <a:pt x="28357" y="141785"/>
                </a:lnTo>
                <a:lnTo>
                  <a:pt x="28357" y="113428"/>
                </a:lnTo>
                <a:lnTo>
                  <a:pt x="255214" y="113428"/>
                </a:lnTo>
                <a:close/>
              </a:path>
            </a:pathLst>
          </a:custGeom>
          <a:solidFill>
            <a:schemeClr val="accent2"/>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1" name="图形 200"/>
          <p:cNvSpPr/>
          <p:nvPr/>
        </p:nvSpPr>
        <p:spPr>
          <a:xfrm>
            <a:off x="11287242" y="1093361"/>
            <a:ext cx="337691" cy="274934"/>
          </a:xfrm>
          <a:custGeom>
            <a:avLst/>
            <a:gdLst>
              <a:gd name="connsiteX0" fmla="*/ 453871 w 453870"/>
              <a:gd name="connsiteY0" fmla="*/ 290882 h 369525"/>
              <a:gd name="connsiteX1" fmla="*/ 410012 w 453870"/>
              <a:gd name="connsiteY1" fmla="*/ 318104 h 369525"/>
              <a:gd name="connsiteX2" fmla="*/ 311707 w 453870"/>
              <a:gd name="connsiteY2" fmla="*/ 166867 h 369525"/>
              <a:gd name="connsiteX3" fmla="*/ 314732 w 453870"/>
              <a:gd name="connsiteY3" fmla="*/ 23191 h 369525"/>
              <a:gd name="connsiteX4" fmla="*/ 394888 w 453870"/>
              <a:gd name="connsiteY4" fmla="*/ 74612 h 369525"/>
              <a:gd name="connsiteX5" fmla="*/ 357078 w 453870"/>
              <a:gd name="connsiteY5" fmla="*/ 157793 h 369525"/>
              <a:gd name="connsiteX6" fmla="*/ 453871 w 453870"/>
              <a:gd name="connsiteY6" fmla="*/ 290882 h 369525"/>
              <a:gd name="connsiteX7" fmla="*/ 267848 w 453870"/>
              <a:gd name="connsiteY7" fmla="*/ 174429 h 369525"/>
              <a:gd name="connsiteX8" fmla="*/ 388838 w 453870"/>
              <a:gd name="connsiteY8" fmla="*/ 339278 h 369525"/>
              <a:gd name="connsiteX9" fmla="*/ 228526 w 453870"/>
              <a:gd name="connsiteY9" fmla="*/ 369526 h 369525"/>
              <a:gd name="connsiteX10" fmla="*/ 68215 w 453870"/>
              <a:gd name="connsiteY10" fmla="*/ 339278 h 369525"/>
              <a:gd name="connsiteX11" fmla="*/ 189204 w 453870"/>
              <a:gd name="connsiteY11" fmla="*/ 174429 h 369525"/>
              <a:gd name="connsiteX12" fmla="*/ 151396 w 453870"/>
              <a:gd name="connsiteY12" fmla="*/ 48902 h 369525"/>
              <a:gd name="connsiteX13" fmla="*/ 266336 w 453870"/>
              <a:gd name="connsiteY13" fmla="*/ 11092 h 369525"/>
              <a:gd name="connsiteX14" fmla="*/ 301121 w 453870"/>
              <a:gd name="connsiteY14" fmla="*/ 135107 h 369525"/>
              <a:gd name="connsiteX15" fmla="*/ 267849 w 453870"/>
              <a:gd name="connsiteY15" fmla="*/ 174429 h 369525"/>
              <a:gd name="connsiteX16" fmla="*/ 142321 w 453870"/>
              <a:gd name="connsiteY16" fmla="*/ 166867 h 369525"/>
              <a:gd name="connsiteX17" fmla="*/ 44016 w 453870"/>
              <a:gd name="connsiteY17" fmla="*/ 318104 h 369525"/>
              <a:gd name="connsiteX18" fmla="*/ 158 w 453870"/>
              <a:gd name="connsiteY18" fmla="*/ 290882 h 369525"/>
              <a:gd name="connsiteX19" fmla="*/ 95437 w 453870"/>
              <a:gd name="connsiteY19" fmla="*/ 157793 h 369525"/>
              <a:gd name="connsiteX20" fmla="*/ 62165 w 453870"/>
              <a:gd name="connsiteY20" fmla="*/ 64025 h 369525"/>
              <a:gd name="connsiteX21" fmla="*/ 139296 w 453870"/>
              <a:gd name="connsiteY21" fmla="*/ 24704 h 369525"/>
              <a:gd name="connsiteX22" fmla="*/ 142321 w 453870"/>
              <a:gd name="connsiteY22" fmla="*/ 166867 h 36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3870" h="369525">
                <a:moveTo>
                  <a:pt x="453871" y="290882"/>
                </a:moveTo>
                <a:cubicBezTo>
                  <a:pt x="453871" y="313567"/>
                  <a:pt x="444796" y="318104"/>
                  <a:pt x="410012" y="318104"/>
                </a:cubicBezTo>
                <a:cubicBezTo>
                  <a:pt x="400937" y="230387"/>
                  <a:pt x="357078" y="188040"/>
                  <a:pt x="311707" y="166867"/>
                </a:cubicBezTo>
                <a:cubicBezTo>
                  <a:pt x="341955" y="126033"/>
                  <a:pt x="343467" y="67050"/>
                  <a:pt x="314732" y="23191"/>
                </a:cubicBezTo>
                <a:cubicBezTo>
                  <a:pt x="349517" y="12605"/>
                  <a:pt x="385814" y="36802"/>
                  <a:pt x="394888" y="74612"/>
                </a:cubicBezTo>
                <a:cubicBezTo>
                  <a:pt x="402450" y="107884"/>
                  <a:pt x="387326" y="144181"/>
                  <a:pt x="357078" y="157793"/>
                </a:cubicBezTo>
                <a:cubicBezTo>
                  <a:pt x="414549" y="172916"/>
                  <a:pt x="453871" y="227362"/>
                  <a:pt x="453871" y="290882"/>
                </a:cubicBezTo>
                <a:close/>
                <a:moveTo>
                  <a:pt x="267848" y="174429"/>
                </a:moveTo>
                <a:cubicBezTo>
                  <a:pt x="323806" y="186528"/>
                  <a:pt x="388838" y="225850"/>
                  <a:pt x="388838" y="339278"/>
                </a:cubicBezTo>
                <a:cubicBezTo>
                  <a:pt x="388838" y="369526"/>
                  <a:pt x="351029" y="369526"/>
                  <a:pt x="228526" y="369526"/>
                </a:cubicBezTo>
                <a:cubicBezTo>
                  <a:pt x="104512" y="369526"/>
                  <a:pt x="68215" y="369526"/>
                  <a:pt x="68215" y="339278"/>
                </a:cubicBezTo>
                <a:cubicBezTo>
                  <a:pt x="68215" y="227362"/>
                  <a:pt x="133247" y="186528"/>
                  <a:pt x="189204" y="174429"/>
                </a:cubicBezTo>
                <a:cubicBezTo>
                  <a:pt x="145346" y="150231"/>
                  <a:pt x="130222" y="94273"/>
                  <a:pt x="151396" y="48902"/>
                </a:cubicBezTo>
                <a:cubicBezTo>
                  <a:pt x="172569" y="3530"/>
                  <a:pt x="225502" y="-13106"/>
                  <a:pt x="266336" y="11092"/>
                </a:cubicBezTo>
                <a:cubicBezTo>
                  <a:pt x="307170" y="35291"/>
                  <a:pt x="323807" y="91248"/>
                  <a:pt x="301121" y="135107"/>
                </a:cubicBezTo>
                <a:cubicBezTo>
                  <a:pt x="293559" y="153256"/>
                  <a:pt x="281460" y="165355"/>
                  <a:pt x="267849" y="174429"/>
                </a:cubicBezTo>
                <a:close/>
                <a:moveTo>
                  <a:pt x="142321" y="166867"/>
                </a:moveTo>
                <a:cubicBezTo>
                  <a:pt x="96950" y="188040"/>
                  <a:pt x="53090" y="231899"/>
                  <a:pt x="44016" y="318104"/>
                </a:cubicBezTo>
                <a:cubicBezTo>
                  <a:pt x="9232" y="318104"/>
                  <a:pt x="158" y="313567"/>
                  <a:pt x="158" y="290882"/>
                </a:cubicBezTo>
                <a:cubicBezTo>
                  <a:pt x="-2867" y="227362"/>
                  <a:pt x="37967" y="171404"/>
                  <a:pt x="95437" y="157793"/>
                </a:cubicBezTo>
                <a:cubicBezTo>
                  <a:pt x="62165" y="141156"/>
                  <a:pt x="47041" y="100322"/>
                  <a:pt x="62165" y="64025"/>
                </a:cubicBezTo>
                <a:cubicBezTo>
                  <a:pt x="75776" y="32265"/>
                  <a:pt x="107536" y="15629"/>
                  <a:pt x="139296" y="24704"/>
                </a:cubicBezTo>
                <a:cubicBezTo>
                  <a:pt x="110561" y="67050"/>
                  <a:pt x="112073" y="124521"/>
                  <a:pt x="142321" y="166867"/>
                </a:cubicBezTo>
                <a:close/>
              </a:path>
            </a:pathLst>
          </a:custGeom>
          <a:solidFill>
            <a:schemeClr val="accent4"/>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矩形 73"/>
          <p:cNvSpPr/>
          <p:nvPr/>
        </p:nvSpPr>
        <p:spPr>
          <a:xfrm>
            <a:off x="1945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工作完成情况</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7" name="任意多边形: 形状 12326"/>
          <p:cNvSpPr/>
          <p:nvPr/>
        </p:nvSpPr>
        <p:spPr>
          <a:xfrm>
            <a:off x="3262289" y="2216939"/>
            <a:ext cx="3026389" cy="1348933"/>
          </a:xfrm>
          <a:custGeom>
            <a:avLst/>
            <a:gdLst>
              <a:gd name="connsiteX0" fmla="*/ 1513194 w 3026389"/>
              <a:gd name="connsiteY0" fmla="*/ 0 h 1348933"/>
              <a:gd name="connsiteX1" fmla="*/ 3006232 w 3026389"/>
              <a:gd name="connsiteY1" fmla="*/ 1216861 h 1348933"/>
              <a:gd name="connsiteX2" fmla="*/ 3026389 w 3026389"/>
              <a:gd name="connsiteY2" fmla="*/ 1348933 h 1348933"/>
              <a:gd name="connsiteX3" fmla="*/ 2618928 w 3026389"/>
              <a:gd name="connsiteY3" fmla="*/ 1348933 h 1348933"/>
              <a:gd name="connsiteX4" fmla="*/ 2611174 w 3026389"/>
              <a:gd name="connsiteY4" fmla="*/ 1298130 h 1348933"/>
              <a:gd name="connsiteX5" fmla="*/ 1513194 w 3026389"/>
              <a:gd name="connsiteY5" fmla="*/ 403250 h 1348933"/>
              <a:gd name="connsiteX6" fmla="*/ 415214 w 3026389"/>
              <a:gd name="connsiteY6" fmla="*/ 1298130 h 1348933"/>
              <a:gd name="connsiteX7" fmla="*/ 407460 w 3026389"/>
              <a:gd name="connsiteY7" fmla="*/ 1348933 h 1348933"/>
              <a:gd name="connsiteX8" fmla="*/ 0 w 3026389"/>
              <a:gd name="connsiteY8" fmla="*/ 1348933 h 1348933"/>
              <a:gd name="connsiteX9" fmla="*/ 20156 w 3026389"/>
              <a:gd name="connsiteY9" fmla="*/ 1216861 h 1348933"/>
              <a:gd name="connsiteX10" fmla="*/ 1513194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1513194" y="0"/>
                </a:moveTo>
                <a:cubicBezTo>
                  <a:pt x="2249666" y="0"/>
                  <a:pt x="2864125" y="522400"/>
                  <a:pt x="3006232" y="1216861"/>
                </a:cubicBezTo>
                <a:lnTo>
                  <a:pt x="3026389" y="1348933"/>
                </a:lnTo>
                <a:lnTo>
                  <a:pt x="2618928" y="1348933"/>
                </a:lnTo>
                <a:lnTo>
                  <a:pt x="2611174" y="1298130"/>
                </a:lnTo>
                <a:cubicBezTo>
                  <a:pt x="2506669" y="787423"/>
                  <a:pt x="2054796" y="403250"/>
                  <a:pt x="1513194" y="403250"/>
                </a:cubicBezTo>
                <a:cubicBezTo>
                  <a:pt x="971593" y="403250"/>
                  <a:pt x="519720" y="787423"/>
                  <a:pt x="415214" y="1298130"/>
                </a:cubicBezTo>
                <a:lnTo>
                  <a:pt x="407460" y="1348933"/>
                </a:lnTo>
                <a:lnTo>
                  <a:pt x="0" y="1348933"/>
                </a:lnTo>
                <a:lnTo>
                  <a:pt x="20156" y="1216861"/>
                </a:lnTo>
                <a:cubicBezTo>
                  <a:pt x="162264" y="522400"/>
                  <a:pt x="776722" y="0"/>
                  <a:pt x="151319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23" name="任意多边形: 形状 12322"/>
          <p:cNvSpPr/>
          <p:nvPr/>
        </p:nvSpPr>
        <p:spPr>
          <a:xfrm>
            <a:off x="3262289" y="3916006"/>
            <a:ext cx="3026389" cy="1348933"/>
          </a:xfrm>
          <a:custGeom>
            <a:avLst/>
            <a:gdLst>
              <a:gd name="connsiteX0" fmla="*/ 0 w 3026389"/>
              <a:gd name="connsiteY0" fmla="*/ 0 h 1348933"/>
              <a:gd name="connsiteX1" fmla="*/ 407460 w 3026389"/>
              <a:gd name="connsiteY1" fmla="*/ 0 h 1348933"/>
              <a:gd name="connsiteX2" fmla="*/ 415214 w 3026389"/>
              <a:gd name="connsiteY2" fmla="*/ 50803 h 1348933"/>
              <a:gd name="connsiteX3" fmla="*/ 1513194 w 3026389"/>
              <a:gd name="connsiteY3" fmla="*/ 945683 h 1348933"/>
              <a:gd name="connsiteX4" fmla="*/ 2611174 w 3026389"/>
              <a:gd name="connsiteY4" fmla="*/ 50803 h 1348933"/>
              <a:gd name="connsiteX5" fmla="*/ 2618928 w 3026389"/>
              <a:gd name="connsiteY5" fmla="*/ 0 h 1348933"/>
              <a:gd name="connsiteX6" fmla="*/ 3026389 w 3026389"/>
              <a:gd name="connsiteY6" fmla="*/ 0 h 1348933"/>
              <a:gd name="connsiteX7" fmla="*/ 3006232 w 3026389"/>
              <a:gd name="connsiteY7" fmla="*/ 132072 h 1348933"/>
              <a:gd name="connsiteX8" fmla="*/ 1513194 w 3026389"/>
              <a:gd name="connsiteY8" fmla="*/ 1348933 h 1348933"/>
              <a:gd name="connsiteX9" fmla="*/ 20156 w 3026389"/>
              <a:gd name="connsiteY9" fmla="*/ 132072 h 1348933"/>
              <a:gd name="connsiteX10" fmla="*/ 0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0" y="0"/>
                </a:moveTo>
                <a:lnTo>
                  <a:pt x="407460" y="0"/>
                </a:lnTo>
                <a:lnTo>
                  <a:pt x="415214" y="50803"/>
                </a:lnTo>
                <a:cubicBezTo>
                  <a:pt x="519720" y="561510"/>
                  <a:pt x="971593" y="945683"/>
                  <a:pt x="1513194" y="945683"/>
                </a:cubicBezTo>
                <a:cubicBezTo>
                  <a:pt x="2054796" y="945683"/>
                  <a:pt x="2506669" y="561510"/>
                  <a:pt x="2611174" y="50803"/>
                </a:cubicBezTo>
                <a:lnTo>
                  <a:pt x="2618928" y="0"/>
                </a:lnTo>
                <a:lnTo>
                  <a:pt x="3026389" y="0"/>
                </a:lnTo>
                <a:lnTo>
                  <a:pt x="3006232" y="132072"/>
                </a:lnTo>
                <a:cubicBezTo>
                  <a:pt x="2864125" y="826534"/>
                  <a:pt x="2249666" y="1348933"/>
                  <a:pt x="1513194" y="1348933"/>
                </a:cubicBezTo>
                <a:cubicBezTo>
                  <a:pt x="776722" y="1348933"/>
                  <a:pt x="162264" y="826534"/>
                  <a:pt x="20156" y="132072"/>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7" name="任意多边形: 形状 12336"/>
          <p:cNvSpPr/>
          <p:nvPr/>
        </p:nvSpPr>
        <p:spPr>
          <a:xfrm flipH="1">
            <a:off x="5903915" y="2216939"/>
            <a:ext cx="3025208" cy="1345063"/>
          </a:xfrm>
          <a:custGeom>
            <a:avLst/>
            <a:gdLst>
              <a:gd name="connsiteX0" fmla="*/ 1512604 w 3025208"/>
              <a:gd name="connsiteY0" fmla="*/ 0 h 1345063"/>
              <a:gd name="connsiteX1" fmla="*/ 19566 w 3025208"/>
              <a:gd name="connsiteY1" fmla="*/ 1216861 h 1345063"/>
              <a:gd name="connsiteX2" fmla="*/ 0 w 3025208"/>
              <a:gd name="connsiteY2" fmla="*/ 1345063 h 1345063"/>
              <a:gd name="connsiteX3" fmla="*/ 407461 w 3025208"/>
              <a:gd name="connsiteY3" fmla="*/ 1345063 h 1345063"/>
              <a:gd name="connsiteX4" fmla="*/ 414624 w 3025208"/>
              <a:gd name="connsiteY4" fmla="*/ 1298130 h 1345063"/>
              <a:gd name="connsiteX5" fmla="*/ 1512604 w 3025208"/>
              <a:gd name="connsiteY5" fmla="*/ 403250 h 1345063"/>
              <a:gd name="connsiteX6" fmla="*/ 2610584 w 3025208"/>
              <a:gd name="connsiteY6" fmla="*/ 1298130 h 1345063"/>
              <a:gd name="connsiteX7" fmla="*/ 2617747 w 3025208"/>
              <a:gd name="connsiteY7" fmla="*/ 1345063 h 1345063"/>
              <a:gd name="connsiteX8" fmla="*/ 3025208 w 3025208"/>
              <a:gd name="connsiteY8" fmla="*/ 1345063 h 1345063"/>
              <a:gd name="connsiteX9" fmla="*/ 3005642 w 3025208"/>
              <a:gd name="connsiteY9" fmla="*/ 1216861 h 1345063"/>
              <a:gd name="connsiteX10" fmla="*/ 1512604 w 3025208"/>
              <a:gd name="connsiteY10" fmla="*/ 0 h 134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5208" h="1345063">
                <a:moveTo>
                  <a:pt x="1512604" y="0"/>
                </a:moveTo>
                <a:cubicBezTo>
                  <a:pt x="776132" y="0"/>
                  <a:pt x="161674" y="522400"/>
                  <a:pt x="19566" y="1216861"/>
                </a:cubicBezTo>
                <a:lnTo>
                  <a:pt x="0" y="1345063"/>
                </a:lnTo>
                <a:lnTo>
                  <a:pt x="407461" y="1345063"/>
                </a:lnTo>
                <a:lnTo>
                  <a:pt x="414624" y="1298130"/>
                </a:lnTo>
                <a:cubicBezTo>
                  <a:pt x="519129" y="787423"/>
                  <a:pt x="971003" y="403250"/>
                  <a:pt x="1512604" y="403250"/>
                </a:cubicBezTo>
                <a:cubicBezTo>
                  <a:pt x="2054206" y="403250"/>
                  <a:pt x="2506079" y="787423"/>
                  <a:pt x="2610584" y="1298130"/>
                </a:cubicBezTo>
                <a:lnTo>
                  <a:pt x="2617747" y="1345063"/>
                </a:lnTo>
                <a:lnTo>
                  <a:pt x="3025208" y="1345063"/>
                </a:lnTo>
                <a:lnTo>
                  <a:pt x="3005642" y="1216861"/>
                </a:lnTo>
                <a:cubicBezTo>
                  <a:pt x="2863535" y="522400"/>
                  <a:pt x="2249076" y="0"/>
                  <a:pt x="1512604"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3" name="任意多边形: 形状 12332"/>
          <p:cNvSpPr/>
          <p:nvPr/>
        </p:nvSpPr>
        <p:spPr>
          <a:xfrm flipH="1">
            <a:off x="5904116" y="3921190"/>
            <a:ext cx="3024807" cy="1343749"/>
          </a:xfrm>
          <a:custGeom>
            <a:avLst/>
            <a:gdLst>
              <a:gd name="connsiteX0" fmla="*/ 3024807 w 3024807"/>
              <a:gd name="connsiteY0" fmla="*/ 0 h 1343749"/>
              <a:gd name="connsiteX1" fmla="*/ 2617346 w 3024807"/>
              <a:gd name="connsiteY1" fmla="*/ 0 h 1343749"/>
              <a:gd name="connsiteX2" fmla="*/ 2610383 w 3024807"/>
              <a:gd name="connsiteY2" fmla="*/ 45619 h 1343749"/>
              <a:gd name="connsiteX3" fmla="*/ 1512403 w 3024807"/>
              <a:gd name="connsiteY3" fmla="*/ 940499 h 1343749"/>
              <a:gd name="connsiteX4" fmla="*/ 414423 w 3024807"/>
              <a:gd name="connsiteY4" fmla="*/ 45619 h 1343749"/>
              <a:gd name="connsiteX5" fmla="*/ 407460 w 3024807"/>
              <a:gd name="connsiteY5" fmla="*/ 0 h 1343749"/>
              <a:gd name="connsiteX6" fmla="*/ 0 w 3024807"/>
              <a:gd name="connsiteY6" fmla="*/ 0 h 1343749"/>
              <a:gd name="connsiteX7" fmla="*/ 19365 w 3024807"/>
              <a:gd name="connsiteY7" fmla="*/ 126888 h 1343749"/>
              <a:gd name="connsiteX8" fmla="*/ 1512403 w 3024807"/>
              <a:gd name="connsiteY8" fmla="*/ 1343749 h 1343749"/>
              <a:gd name="connsiteX9" fmla="*/ 3005441 w 3024807"/>
              <a:gd name="connsiteY9" fmla="*/ 126888 h 1343749"/>
              <a:gd name="connsiteX10" fmla="*/ 3024807 w 3024807"/>
              <a:gd name="connsiteY10" fmla="*/ 0 h 134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4807" h="1343749">
                <a:moveTo>
                  <a:pt x="3024807" y="0"/>
                </a:moveTo>
                <a:lnTo>
                  <a:pt x="2617346" y="0"/>
                </a:lnTo>
                <a:lnTo>
                  <a:pt x="2610383" y="45619"/>
                </a:lnTo>
                <a:cubicBezTo>
                  <a:pt x="2505878" y="556326"/>
                  <a:pt x="2054005" y="940499"/>
                  <a:pt x="1512403" y="940499"/>
                </a:cubicBezTo>
                <a:cubicBezTo>
                  <a:pt x="970802" y="940499"/>
                  <a:pt x="518928" y="556326"/>
                  <a:pt x="414423" y="45619"/>
                </a:cubicBezTo>
                <a:lnTo>
                  <a:pt x="407460" y="0"/>
                </a:lnTo>
                <a:lnTo>
                  <a:pt x="0" y="0"/>
                </a:lnTo>
                <a:lnTo>
                  <a:pt x="19365" y="126888"/>
                </a:lnTo>
                <a:cubicBezTo>
                  <a:pt x="161473" y="821350"/>
                  <a:pt x="775931" y="1343749"/>
                  <a:pt x="1512403" y="1343749"/>
                </a:cubicBezTo>
                <a:cubicBezTo>
                  <a:pt x="2248875" y="1343749"/>
                  <a:pt x="2863334" y="821350"/>
                  <a:pt x="3005441" y="126888"/>
                </a:cubicBezTo>
                <a:lnTo>
                  <a:pt x="302480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3750198" y="1910011"/>
            <a:ext cx="833377" cy="833377"/>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3750198" y="4710707"/>
            <a:ext cx="833377" cy="833377"/>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7617970" y="1910011"/>
            <a:ext cx="833377" cy="833377"/>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617970" y="4710707"/>
            <a:ext cx="833377" cy="833377"/>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梯形 19"/>
          <p:cNvSpPr/>
          <p:nvPr/>
        </p:nvSpPr>
        <p:spPr>
          <a:xfrm flipV="1">
            <a:off x="281740" y="868101"/>
            <a:ext cx="5521124" cy="445815"/>
          </a:xfrm>
          <a:prstGeom prst="trapezoid">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21"/>
          <p:cNvSpPr/>
          <p:nvPr/>
        </p:nvSpPr>
        <p:spPr>
          <a:xfrm>
            <a:off x="2010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个人成长总结</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602018"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从基础到策略优化，核心技能稳步升级</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303868" y="1425500"/>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数据分析能力</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281741" y="1792327"/>
            <a:ext cx="3468458"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熟练运用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数据表，能通过流量来源等数据定位运营问题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nvSpPr>
        <p:spPr>
          <a:xfrm>
            <a:off x="303868" y="2481448"/>
            <a:ext cx="1913624"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活动策划执行</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281741" y="284827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 活动策划，从选品、定价到推广节奏把控全流程落地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梯形 31"/>
          <p:cNvSpPr/>
          <p:nvPr/>
        </p:nvSpPr>
        <p:spPr>
          <a:xfrm>
            <a:off x="281741" y="6159027"/>
            <a:ext cx="5521124" cy="445815"/>
          </a:xfrm>
          <a:prstGeom prst="trapezoid">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538358"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打破部门壁垒，联动内外部，保障项目推进</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303868" y="4032278"/>
            <a:ext cx="1793686"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跨部门协同</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文本框 41"/>
          <p:cNvSpPr txBox="1"/>
          <p:nvPr/>
        </p:nvSpPr>
        <p:spPr>
          <a:xfrm>
            <a:off x="281741" y="439910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每周与各部门同步需求，明确设计方向与客户常见问题改进方案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03868" y="5051223"/>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外部对接能力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281741" y="5418050"/>
            <a:ext cx="3091380"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家供应商建立稳定沟通机制，及时跟进货品库存与发货进度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梯形 48"/>
          <p:cNvSpPr/>
          <p:nvPr/>
        </p:nvSpPr>
        <p:spPr>
          <a:xfrm flipV="1">
            <a:off x="6391236" y="868101"/>
            <a:ext cx="5521124" cy="445815"/>
          </a:xfrm>
          <a:prstGeom prst="trapezoid">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6711514"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从被动应对到主动预判，快速化解运营难题</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梯形 50"/>
          <p:cNvSpPr/>
          <p:nvPr/>
        </p:nvSpPr>
        <p:spPr>
          <a:xfrm>
            <a:off x="6391236" y="6159027"/>
            <a:ext cx="5521124" cy="445815"/>
          </a:xfrm>
          <a:prstGeom prst="trapezoid">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6647853"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从执行者到思考者，以长期视角规划工作</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9972494" y="1425500"/>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突发问题处理</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9972494" y="248144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长期问题优化</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9972494" y="403227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目标导向意识</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9857346" y="5051223"/>
            <a:ext cx="2091562"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持续精进心态</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8480450" y="1792327"/>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面对商品链接突然下架的情况，快速协调技术，重新上架并补发挽回损失</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8857529" y="284827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针对店铺转化率偏低问题，通过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测试优化商品详情页文案与图片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8857529" y="439910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不再局限于完成日常任务，而是以月度、季度销售目标为核心拆解工作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88" name="文本框 12287"/>
          <p:cNvSpPr txBox="1"/>
          <p:nvPr/>
        </p:nvSpPr>
        <p:spPr>
          <a:xfrm>
            <a:off x="8480450" y="5418050"/>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每月阅读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本电商运营相关书籍，参加行业线上课程，主动精进直播带货新玩法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92" name="图形 12290"/>
          <p:cNvSpPr/>
          <p:nvPr/>
        </p:nvSpPr>
        <p:spPr>
          <a:xfrm>
            <a:off x="3985991" y="2146980"/>
            <a:ext cx="367627" cy="368153"/>
          </a:xfrm>
          <a:custGeom>
            <a:avLst/>
            <a:gdLst>
              <a:gd name="connsiteX0" fmla="*/ 52506 w 367627"/>
              <a:gd name="connsiteY0" fmla="*/ 302346 h 368153"/>
              <a:gd name="connsiteX1" fmla="*/ 100461 w 367627"/>
              <a:gd name="connsiteY1" fmla="*/ 216761 h 368153"/>
              <a:gd name="connsiteX2" fmla="*/ 111662 w 367627"/>
              <a:gd name="connsiteY2" fmla="*/ 213086 h 368153"/>
              <a:gd name="connsiteX3" fmla="*/ 157517 w 367627"/>
              <a:gd name="connsiteY3" fmla="*/ 234263 h 368153"/>
              <a:gd name="connsiteX4" fmla="*/ 206173 w 367627"/>
              <a:gd name="connsiteY4" fmla="*/ 164256 h 368153"/>
              <a:gd name="connsiteX5" fmla="*/ 217199 w 367627"/>
              <a:gd name="connsiteY5" fmla="*/ 161455 h 368153"/>
              <a:gd name="connsiteX6" fmla="*/ 262529 w 367627"/>
              <a:gd name="connsiteY6" fmla="*/ 184208 h 368153"/>
              <a:gd name="connsiteX7" fmla="*/ 328336 w 367627"/>
              <a:gd name="connsiteY7" fmla="*/ 81121 h 368153"/>
              <a:gd name="connsiteX8" fmla="*/ 338296 w 367627"/>
              <a:gd name="connsiteY8" fmla="*/ 79177 h 368153"/>
              <a:gd name="connsiteX9" fmla="*/ 341463 w 367627"/>
              <a:gd name="connsiteY9" fmla="*/ 84972 h 368153"/>
              <a:gd name="connsiteX10" fmla="*/ 341463 w 367627"/>
              <a:gd name="connsiteY10" fmla="*/ 297620 h 368153"/>
              <a:gd name="connsiteX11" fmla="*/ 325711 w 367627"/>
              <a:gd name="connsiteY11" fmla="*/ 313372 h 368153"/>
              <a:gd name="connsiteX12" fmla="*/ 60382 w 367627"/>
              <a:gd name="connsiteY12" fmla="*/ 313372 h 368153"/>
              <a:gd name="connsiteX13" fmla="*/ 52015 w 367627"/>
              <a:gd name="connsiteY13" fmla="*/ 305289 h 368153"/>
              <a:gd name="connsiteX14" fmla="*/ 52506 w 367627"/>
              <a:gd name="connsiteY14" fmla="*/ 302346 h 368153"/>
              <a:gd name="connsiteX15" fmla="*/ 352839 w 367627"/>
              <a:gd name="connsiteY15" fmla="*/ 367628 h 368153"/>
              <a:gd name="connsiteX16" fmla="*/ 14702 w 367627"/>
              <a:gd name="connsiteY16" fmla="*/ 367628 h 368153"/>
              <a:gd name="connsiteX17" fmla="*/ 0 w 367627"/>
              <a:gd name="connsiteY17" fmla="*/ 353276 h 368153"/>
              <a:gd name="connsiteX18" fmla="*/ 0 w 367627"/>
              <a:gd name="connsiteY18" fmla="*/ 14789 h 368153"/>
              <a:gd name="connsiteX19" fmla="*/ 14789 w 367627"/>
              <a:gd name="connsiteY19" fmla="*/ 0 h 368153"/>
              <a:gd name="connsiteX20" fmla="*/ 29578 w 367627"/>
              <a:gd name="connsiteY20" fmla="*/ 14789 h 368153"/>
              <a:gd name="connsiteX21" fmla="*/ 29578 w 367627"/>
              <a:gd name="connsiteY21" fmla="*/ 338575 h 368153"/>
              <a:gd name="connsiteX22" fmla="*/ 352839 w 367627"/>
              <a:gd name="connsiteY22" fmla="*/ 338575 h 368153"/>
              <a:gd name="connsiteX23" fmla="*/ 367628 w 367627"/>
              <a:gd name="connsiteY23" fmla="*/ 353364 h 368153"/>
              <a:gd name="connsiteX24" fmla="*/ 352839 w 367627"/>
              <a:gd name="connsiteY24" fmla="*/ 368153 h 36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7627" h="368153">
                <a:moveTo>
                  <a:pt x="52506" y="302346"/>
                </a:moveTo>
                <a:lnTo>
                  <a:pt x="100461" y="216761"/>
                </a:lnTo>
                <a:cubicBezTo>
                  <a:pt x="102686" y="212828"/>
                  <a:pt x="107540" y="211235"/>
                  <a:pt x="111662" y="213086"/>
                </a:cubicBezTo>
                <a:lnTo>
                  <a:pt x="157517" y="234263"/>
                </a:lnTo>
                <a:lnTo>
                  <a:pt x="206173" y="164256"/>
                </a:lnTo>
                <a:cubicBezTo>
                  <a:pt x="208657" y="160735"/>
                  <a:pt x="213335" y="159546"/>
                  <a:pt x="217199" y="161455"/>
                </a:cubicBezTo>
                <a:lnTo>
                  <a:pt x="262529" y="184208"/>
                </a:lnTo>
                <a:lnTo>
                  <a:pt x="328336" y="81121"/>
                </a:lnTo>
                <a:cubicBezTo>
                  <a:pt x="330550" y="77834"/>
                  <a:pt x="335009" y="76963"/>
                  <a:pt x="338296" y="79177"/>
                </a:cubicBezTo>
                <a:cubicBezTo>
                  <a:pt x="340231" y="80479"/>
                  <a:pt x="341411" y="82640"/>
                  <a:pt x="341463" y="84972"/>
                </a:cubicBezTo>
                <a:lnTo>
                  <a:pt x="341463" y="297620"/>
                </a:lnTo>
                <a:cubicBezTo>
                  <a:pt x="341368" y="306280"/>
                  <a:pt x="334371" y="313277"/>
                  <a:pt x="325711" y="313372"/>
                </a:cubicBezTo>
                <a:lnTo>
                  <a:pt x="60382" y="313372"/>
                </a:lnTo>
                <a:cubicBezTo>
                  <a:pt x="55839" y="313450"/>
                  <a:pt x="52094" y="309831"/>
                  <a:pt x="52015" y="305289"/>
                </a:cubicBezTo>
                <a:cubicBezTo>
                  <a:pt x="51998" y="304286"/>
                  <a:pt x="52164" y="303289"/>
                  <a:pt x="52506" y="302346"/>
                </a:cubicBezTo>
                <a:close/>
                <a:moveTo>
                  <a:pt x="352839" y="367628"/>
                </a:moveTo>
                <a:lnTo>
                  <a:pt x="14702" y="367628"/>
                </a:lnTo>
                <a:cubicBezTo>
                  <a:pt x="6717" y="367630"/>
                  <a:pt x="190" y="361259"/>
                  <a:pt x="0" y="353276"/>
                </a:cubicBezTo>
                <a:lnTo>
                  <a:pt x="0" y="14789"/>
                </a:lnTo>
                <a:cubicBezTo>
                  <a:pt x="0" y="6621"/>
                  <a:pt x="6621" y="0"/>
                  <a:pt x="14789" y="0"/>
                </a:cubicBezTo>
                <a:cubicBezTo>
                  <a:pt x="22957" y="0"/>
                  <a:pt x="29578" y="6621"/>
                  <a:pt x="29578" y="14789"/>
                </a:cubicBezTo>
                <a:lnTo>
                  <a:pt x="29578" y="338575"/>
                </a:lnTo>
                <a:lnTo>
                  <a:pt x="352839" y="338575"/>
                </a:lnTo>
                <a:cubicBezTo>
                  <a:pt x="361007" y="338575"/>
                  <a:pt x="367628" y="345196"/>
                  <a:pt x="367628" y="353364"/>
                </a:cubicBezTo>
                <a:cubicBezTo>
                  <a:pt x="367628" y="361532"/>
                  <a:pt x="361007" y="368153"/>
                  <a:pt x="352839" y="368153"/>
                </a:cubicBezTo>
                <a:close/>
              </a:path>
            </a:pathLst>
          </a:custGeom>
          <a:solidFill>
            <a:schemeClr val="accent1">
              <a:lumMod val="20000"/>
              <a:lumOff val="80000"/>
            </a:schemeClr>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6" name="任意多边形: 形状 12295"/>
          <p:cNvSpPr/>
          <p:nvPr/>
        </p:nvSpPr>
        <p:spPr>
          <a:xfrm>
            <a:off x="4122090" y="5062773"/>
            <a:ext cx="188372" cy="255080"/>
          </a:xfrm>
          <a:custGeom>
            <a:avLst/>
            <a:gdLst>
              <a:gd name="connsiteX0" fmla="*/ 188373 w 188372"/>
              <a:gd name="connsiteY0" fmla="*/ 97135 h 255080"/>
              <a:gd name="connsiteX1" fmla="*/ 138408 w 188372"/>
              <a:gd name="connsiteY1" fmla="*/ 1931 h 255080"/>
              <a:gd name="connsiteX2" fmla="*/ 125371 w 188372"/>
              <a:gd name="connsiteY2" fmla="*/ 3593 h 255080"/>
              <a:gd name="connsiteX3" fmla="*/ 123709 w 188372"/>
              <a:gd name="connsiteY3" fmla="*/ 7281 h 255080"/>
              <a:gd name="connsiteX4" fmla="*/ 140174 w 188372"/>
              <a:gd name="connsiteY4" fmla="*/ 68465 h 255080"/>
              <a:gd name="connsiteX5" fmla="*/ 1809 w 188372"/>
              <a:gd name="connsiteY5" fmla="*/ 209998 h 255080"/>
              <a:gd name="connsiteX6" fmla="*/ 95 w 188372"/>
              <a:gd name="connsiteY6" fmla="*/ 213997 h 255080"/>
              <a:gd name="connsiteX7" fmla="*/ 7990 w 188372"/>
              <a:gd name="connsiteY7" fmla="*/ 224437 h 255080"/>
              <a:gd name="connsiteX8" fmla="*/ 85898 w 188372"/>
              <a:gd name="connsiteY8" fmla="*/ 218827 h 255080"/>
              <a:gd name="connsiteX9" fmla="*/ 135240 w 188372"/>
              <a:gd name="connsiteY9" fmla="*/ 244433 h 255080"/>
              <a:gd name="connsiteX10" fmla="*/ 151652 w 188372"/>
              <a:gd name="connsiteY10" fmla="*/ 255081 h 255080"/>
              <a:gd name="connsiteX11" fmla="*/ 149575 w 188372"/>
              <a:gd name="connsiteY11" fmla="*/ 235760 h 255080"/>
              <a:gd name="connsiteX12" fmla="*/ 150094 w 188372"/>
              <a:gd name="connsiteY12" fmla="*/ 182366 h 255080"/>
              <a:gd name="connsiteX13" fmla="*/ 188373 w 188372"/>
              <a:gd name="connsiteY13" fmla="*/ 97135 h 25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372" h="255080">
                <a:moveTo>
                  <a:pt x="188373" y="97135"/>
                </a:moveTo>
                <a:cubicBezTo>
                  <a:pt x="188373" y="61038"/>
                  <a:pt x="170142" y="26342"/>
                  <a:pt x="138408" y="1931"/>
                </a:cubicBezTo>
                <a:cubicBezTo>
                  <a:pt x="134357" y="-1185"/>
                  <a:pt x="128539" y="-458"/>
                  <a:pt x="125371" y="3593"/>
                </a:cubicBezTo>
                <a:cubicBezTo>
                  <a:pt x="124488" y="4736"/>
                  <a:pt x="123969" y="5982"/>
                  <a:pt x="123709" y="7281"/>
                </a:cubicBezTo>
                <a:cubicBezTo>
                  <a:pt x="134201" y="25875"/>
                  <a:pt x="140174" y="46599"/>
                  <a:pt x="140174" y="68465"/>
                </a:cubicBezTo>
                <a:cubicBezTo>
                  <a:pt x="140174" y="138322"/>
                  <a:pt x="80652" y="196702"/>
                  <a:pt x="1809" y="209998"/>
                </a:cubicBezTo>
                <a:cubicBezTo>
                  <a:pt x="978" y="211192"/>
                  <a:pt x="303" y="212491"/>
                  <a:pt x="95" y="213997"/>
                </a:cubicBezTo>
                <a:cubicBezTo>
                  <a:pt x="-632" y="219035"/>
                  <a:pt x="2900" y="223710"/>
                  <a:pt x="7990" y="224437"/>
                </a:cubicBezTo>
                <a:cubicBezTo>
                  <a:pt x="34011" y="228125"/>
                  <a:pt x="61175" y="226203"/>
                  <a:pt x="85898" y="218827"/>
                </a:cubicBezTo>
                <a:cubicBezTo>
                  <a:pt x="92494" y="219295"/>
                  <a:pt x="116490" y="232280"/>
                  <a:pt x="135240" y="244433"/>
                </a:cubicBezTo>
                <a:lnTo>
                  <a:pt x="151652" y="255081"/>
                </a:lnTo>
                <a:lnTo>
                  <a:pt x="149575" y="235760"/>
                </a:lnTo>
                <a:cubicBezTo>
                  <a:pt x="146978" y="211764"/>
                  <a:pt x="147393" y="186677"/>
                  <a:pt x="150094" y="182366"/>
                </a:cubicBezTo>
                <a:cubicBezTo>
                  <a:pt x="174765" y="158838"/>
                  <a:pt x="188373" y="128558"/>
                  <a:pt x="188373" y="97135"/>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7" name="任意多边形: 形状 12296"/>
          <p:cNvSpPr/>
          <p:nvPr/>
        </p:nvSpPr>
        <p:spPr>
          <a:xfrm>
            <a:off x="3934738" y="4937298"/>
            <a:ext cx="465319" cy="349288"/>
          </a:xfrm>
          <a:custGeom>
            <a:avLst/>
            <a:gdLst>
              <a:gd name="connsiteX0" fmla="*/ 308412 w 465319"/>
              <a:gd name="connsiteY0" fmla="*/ 191342 h 349288"/>
              <a:gd name="connsiteX1" fmla="*/ 154206 w 465319"/>
              <a:gd name="connsiteY1" fmla="*/ 62223 h 349288"/>
              <a:gd name="connsiteX2" fmla="*/ 0 w 465319"/>
              <a:gd name="connsiteY2" fmla="*/ 191342 h 349288"/>
              <a:gd name="connsiteX3" fmla="*/ 37967 w 465319"/>
              <a:gd name="connsiteY3" fmla="*/ 276158 h 349288"/>
              <a:gd name="connsiteX4" fmla="*/ 38798 w 465319"/>
              <a:gd name="connsiteY4" fmla="*/ 329967 h 349288"/>
              <a:gd name="connsiteX5" fmla="*/ 36721 w 465319"/>
              <a:gd name="connsiteY5" fmla="*/ 349288 h 349288"/>
              <a:gd name="connsiteX6" fmla="*/ 53133 w 465319"/>
              <a:gd name="connsiteY6" fmla="*/ 338641 h 349288"/>
              <a:gd name="connsiteX7" fmla="*/ 102423 w 465319"/>
              <a:gd name="connsiteY7" fmla="*/ 313035 h 349288"/>
              <a:gd name="connsiteX8" fmla="*/ 154206 w 465319"/>
              <a:gd name="connsiteY8" fmla="*/ 320462 h 349288"/>
              <a:gd name="connsiteX9" fmla="*/ 308412 w 465319"/>
              <a:gd name="connsiteY9" fmla="*/ 191342 h 349288"/>
              <a:gd name="connsiteX10" fmla="*/ 75519 w 465319"/>
              <a:gd name="connsiteY10" fmla="*/ 213572 h 349288"/>
              <a:gd name="connsiteX11" fmla="*/ 57340 w 465319"/>
              <a:gd name="connsiteY11" fmla="*/ 195238 h 349288"/>
              <a:gd name="connsiteX12" fmla="*/ 75623 w 465319"/>
              <a:gd name="connsiteY12" fmla="*/ 177059 h 349288"/>
              <a:gd name="connsiteX13" fmla="*/ 93801 w 465319"/>
              <a:gd name="connsiteY13" fmla="*/ 195394 h 349288"/>
              <a:gd name="connsiteX14" fmla="*/ 75519 w 465319"/>
              <a:gd name="connsiteY14" fmla="*/ 213572 h 349288"/>
              <a:gd name="connsiteX15" fmla="*/ 153843 w 465319"/>
              <a:gd name="connsiteY15" fmla="*/ 213572 h 349288"/>
              <a:gd name="connsiteX16" fmla="*/ 135664 w 465319"/>
              <a:gd name="connsiteY16" fmla="*/ 195238 h 349288"/>
              <a:gd name="connsiteX17" fmla="*/ 153947 w 465319"/>
              <a:gd name="connsiteY17" fmla="*/ 177059 h 349288"/>
              <a:gd name="connsiteX18" fmla="*/ 172125 w 465319"/>
              <a:gd name="connsiteY18" fmla="*/ 195394 h 349288"/>
              <a:gd name="connsiteX19" fmla="*/ 153843 w 465319"/>
              <a:gd name="connsiteY19" fmla="*/ 213572 h 349288"/>
              <a:gd name="connsiteX20" fmla="*/ 232114 w 465319"/>
              <a:gd name="connsiteY20" fmla="*/ 213572 h 349288"/>
              <a:gd name="connsiteX21" fmla="*/ 213936 w 465319"/>
              <a:gd name="connsiteY21" fmla="*/ 195238 h 349288"/>
              <a:gd name="connsiteX22" fmla="*/ 232218 w 465319"/>
              <a:gd name="connsiteY22" fmla="*/ 177059 h 349288"/>
              <a:gd name="connsiteX23" fmla="*/ 250397 w 465319"/>
              <a:gd name="connsiteY23" fmla="*/ 195394 h 349288"/>
              <a:gd name="connsiteX24" fmla="*/ 232114 w 465319"/>
              <a:gd name="connsiteY24" fmla="*/ 213572 h 349288"/>
              <a:gd name="connsiteX25" fmla="*/ 445479 w 465319"/>
              <a:gd name="connsiteY25" fmla="*/ 46277 h 349288"/>
              <a:gd name="connsiteX26" fmla="*/ 419042 w 465319"/>
              <a:gd name="connsiteY26" fmla="*/ 46277 h 349288"/>
              <a:gd name="connsiteX27" fmla="*/ 419042 w 465319"/>
              <a:gd name="connsiteY27" fmla="*/ 19841 h 349288"/>
              <a:gd name="connsiteX28" fmla="*/ 399201 w 465319"/>
              <a:gd name="connsiteY28" fmla="*/ 0 h 349288"/>
              <a:gd name="connsiteX29" fmla="*/ 379361 w 465319"/>
              <a:gd name="connsiteY29" fmla="*/ 19841 h 349288"/>
              <a:gd name="connsiteX30" fmla="*/ 379361 w 465319"/>
              <a:gd name="connsiteY30" fmla="*/ 46277 h 349288"/>
              <a:gd name="connsiteX31" fmla="*/ 352924 w 465319"/>
              <a:gd name="connsiteY31" fmla="*/ 46277 h 349288"/>
              <a:gd name="connsiteX32" fmla="*/ 333083 w 465319"/>
              <a:gd name="connsiteY32" fmla="*/ 66118 h 349288"/>
              <a:gd name="connsiteX33" fmla="*/ 352924 w 465319"/>
              <a:gd name="connsiteY33" fmla="*/ 85959 h 349288"/>
              <a:gd name="connsiteX34" fmla="*/ 379361 w 465319"/>
              <a:gd name="connsiteY34" fmla="*/ 85959 h 349288"/>
              <a:gd name="connsiteX35" fmla="*/ 379361 w 465319"/>
              <a:gd name="connsiteY35" fmla="*/ 112395 h 349288"/>
              <a:gd name="connsiteX36" fmla="*/ 399201 w 465319"/>
              <a:gd name="connsiteY36" fmla="*/ 132236 h 349288"/>
              <a:gd name="connsiteX37" fmla="*/ 419042 w 465319"/>
              <a:gd name="connsiteY37" fmla="*/ 112395 h 349288"/>
              <a:gd name="connsiteX38" fmla="*/ 419042 w 465319"/>
              <a:gd name="connsiteY38" fmla="*/ 85959 h 349288"/>
              <a:gd name="connsiteX39" fmla="*/ 445479 w 465319"/>
              <a:gd name="connsiteY39" fmla="*/ 85959 h 349288"/>
              <a:gd name="connsiteX40" fmla="*/ 465319 w 465319"/>
              <a:gd name="connsiteY40" fmla="*/ 66118 h 349288"/>
              <a:gd name="connsiteX41" fmla="*/ 445479 w 465319"/>
              <a:gd name="connsiteY41" fmla="*/ 46277 h 3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5319" h="349288">
                <a:moveTo>
                  <a:pt x="308412" y="191342"/>
                </a:moveTo>
                <a:cubicBezTo>
                  <a:pt x="308412" y="120134"/>
                  <a:pt x="239230" y="62223"/>
                  <a:pt x="154206" y="62223"/>
                </a:cubicBezTo>
                <a:cubicBezTo>
                  <a:pt x="69182" y="62223"/>
                  <a:pt x="0" y="120134"/>
                  <a:pt x="0" y="191342"/>
                </a:cubicBezTo>
                <a:cubicBezTo>
                  <a:pt x="0" y="222765"/>
                  <a:pt x="13608" y="253046"/>
                  <a:pt x="37967" y="276158"/>
                </a:cubicBezTo>
                <a:cubicBezTo>
                  <a:pt x="40980" y="280833"/>
                  <a:pt x="41395" y="305971"/>
                  <a:pt x="38798" y="329967"/>
                </a:cubicBezTo>
                <a:lnTo>
                  <a:pt x="36721" y="349288"/>
                </a:lnTo>
                <a:lnTo>
                  <a:pt x="53133" y="338641"/>
                </a:lnTo>
                <a:cubicBezTo>
                  <a:pt x="71883" y="326487"/>
                  <a:pt x="95827" y="313502"/>
                  <a:pt x="102423" y="313035"/>
                </a:cubicBezTo>
                <a:cubicBezTo>
                  <a:pt x="118992" y="317969"/>
                  <a:pt x="136443" y="320462"/>
                  <a:pt x="154206" y="320462"/>
                </a:cubicBezTo>
                <a:cubicBezTo>
                  <a:pt x="239230" y="320462"/>
                  <a:pt x="308412" y="262550"/>
                  <a:pt x="308412" y="191342"/>
                </a:cubicBezTo>
                <a:close/>
                <a:moveTo>
                  <a:pt x="75519" y="213572"/>
                </a:moveTo>
                <a:cubicBezTo>
                  <a:pt x="65443" y="213520"/>
                  <a:pt x="57340" y="205314"/>
                  <a:pt x="57340" y="195238"/>
                </a:cubicBezTo>
                <a:cubicBezTo>
                  <a:pt x="57392" y="185162"/>
                  <a:pt x="65599" y="177007"/>
                  <a:pt x="75623" y="177059"/>
                </a:cubicBezTo>
                <a:cubicBezTo>
                  <a:pt x="85699" y="177111"/>
                  <a:pt x="93853" y="185318"/>
                  <a:pt x="93801" y="195394"/>
                </a:cubicBezTo>
                <a:cubicBezTo>
                  <a:pt x="93801" y="205470"/>
                  <a:pt x="85595" y="213624"/>
                  <a:pt x="75519" y="213572"/>
                </a:cubicBezTo>
                <a:close/>
                <a:moveTo>
                  <a:pt x="153843" y="213572"/>
                </a:moveTo>
                <a:cubicBezTo>
                  <a:pt x="143767" y="213520"/>
                  <a:pt x="135664" y="205314"/>
                  <a:pt x="135664" y="195238"/>
                </a:cubicBezTo>
                <a:cubicBezTo>
                  <a:pt x="135716" y="185162"/>
                  <a:pt x="143922" y="177007"/>
                  <a:pt x="153947" y="177059"/>
                </a:cubicBezTo>
                <a:cubicBezTo>
                  <a:pt x="164023" y="177111"/>
                  <a:pt x="172177" y="185318"/>
                  <a:pt x="172125" y="195394"/>
                </a:cubicBezTo>
                <a:cubicBezTo>
                  <a:pt x="172073" y="205470"/>
                  <a:pt x="163867" y="213624"/>
                  <a:pt x="153843" y="213572"/>
                </a:cubicBezTo>
                <a:close/>
                <a:moveTo>
                  <a:pt x="232114" y="213572"/>
                </a:moveTo>
                <a:cubicBezTo>
                  <a:pt x="222038" y="213520"/>
                  <a:pt x="213936" y="205314"/>
                  <a:pt x="213936" y="195238"/>
                </a:cubicBezTo>
                <a:cubicBezTo>
                  <a:pt x="213988" y="185162"/>
                  <a:pt x="222194" y="177007"/>
                  <a:pt x="232218" y="177059"/>
                </a:cubicBezTo>
                <a:cubicBezTo>
                  <a:pt x="242294" y="177111"/>
                  <a:pt x="250449" y="185318"/>
                  <a:pt x="250397" y="195394"/>
                </a:cubicBezTo>
                <a:cubicBezTo>
                  <a:pt x="250397" y="205470"/>
                  <a:pt x="242191" y="213624"/>
                  <a:pt x="232114" y="213572"/>
                </a:cubicBezTo>
                <a:close/>
                <a:moveTo>
                  <a:pt x="445479" y="46277"/>
                </a:moveTo>
                <a:lnTo>
                  <a:pt x="419042" y="46277"/>
                </a:lnTo>
                <a:lnTo>
                  <a:pt x="419042" y="19841"/>
                </a:lnTo>
                <a:cubicBezTo>
                  <a:pt x="419042" y="8882"/>
                  <a:pt x="410160" y="0"/>
                  <a:pt x="399201" y="0"/>
                </a:cubicBezTo>
                <a:cubicBezTo>
                  <a:pt x="388242" y="0"/>
                  <a:pt x="379361" y="8882"/>
                  <a:pt x="379361" y="19841"/>
                </a:cubicBezTo>
                <a:lnTo>
                  <a:pt x="379361" y="46277"/>
                </a:lnTo>
                <a:lnTo>
                  <a:pt x="352924" y="46277"/>
                </a:lnTo>
                <a:cubicBezTo>
                  <a:pt x="341965" y="46277"/>
                  <a:pt x="333083" y="55159"/>
                  <a:pt x="333083" y="66118"/>
                </a:cubicBezTo>
                <a:cubicBezTo>
                  <a:pt x="333083" y="77077"/>
                  <a:pt x="341965" y="85959"/>
                  <a:pt x="352924" y="85959"/>
                </a:cubicBezTo>
                <a:lnTo>
                  <a:pt x="379361" y="85959"/>
                </a:lnTo>
                <a:lnTo>
                  <a:pt x="379361" y="112395"/>
                </a:lnTo>
                <a:cubicBezTo>
                  <a:pt x="379361" y="123355"/>
                  <a:pt x="388242" y="132236"/>
                  <a:pt x="399201" y="132236"/>
                </a:cubicBezTo>
                <a:cubicBezTo>
                  <a:pt x="410160" y="132236"/>
                  <a:pt x="419042" y="123355"/>
                  <a:pt x="419042" y="112395"/>
                </a:cubicBezTo>
                <a:lnTo>
                  <a:pt x="419042" y="85959"/>
                </a:lnTo>
                <a:lnTo>
                  <a:pt x="445479" y="85959"/>
                </a:lnTo>
                <a:cubicBezTo>
                  <a:pt x="456438" y="85959"/>
                  <a:pt x="465319" y="77077"/>
                  <a:pt x="465319" y="66118"/>
                </a:cubicBezTo>
                <a:cubicBezTo>
                  <a:pt x="465319" y="55159"/>
                  <a:pt x="456438" y="46277"/>
                  <a:pt x="445479" y="46277"/>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0" name="图形 12298"/>
          <p:cNvSpPr/>
          <p:nvPr/>
        </p:nvSpPr>
        <p:spPr>
          <a:xfrm>
            <a:off x="7885303" y="2144288"/>
            <a:ext cx="323094" cy="346794"/>
          </a:xfrm>
          <a:custGeom>
            <a:avLst/>
            <a:gdLst>
              <a:gd name="connsiteX0" fmla="*/ 214956 w 425356"/>
              <a:gd name="connsiteY0" fmla="*/ 351358 h 456557"/>
              <a:gd name="connsiteX1" fmla="*/ 320156 w 425356"/>
              <a:gd name="connsiteY1" fmla="*/ 246158 h 456557"/>
              <a:gd name="connsiteX2" fmla="*/ 425356 w 425356"/>
              <a:gd name="connsiteY2" fmla="*/ 351358 h 456557"/>
              <a:gd name="connsiteX3" fmla="*/ 320156 w 425356"/>
              <a:gd name="connsiteY3" fmla="*/ 456558 h 456557"/>
              <a:gd name="connsiteX4" fmla="*/ 214956 w 425356"/>
              <a:gd name="connsiteY4" fmla="*/ 351358 h 456557"/>
              <a:gd name="connsiteX5" fmla="*/ 249596 w 425356"/>
              <a:gd name="connsiteY5" fmla="*/ 341129 h 456557"/>
              <a:gd name="connsiteX6" fmla="*/ 249596 w 425356"/>
              <a:gd name="connsiteY6" fmla="*/ 360795 h 456557"/>
              <a:gd name="connsiteX7" fmla="*/ 290317 w 425356"/>
              <a:gd name="connsiteY7" fmla="*/ 401516 h 456557"/>
              <a:gd name="connsiteX8" fmla="*/ 310065 w 425356"/>
              <a:gd name="connsiteY8" fmla="*/ 401516 h 456557"/>
              <a:gd name="connsiteX9" fmla="*/ 390717 w 425356"/>
              <a:gd name="connsiteY9" fmla="*/ 320837 h 456557"/>
              <a:gd name="connsiteX10" fmla="*/ 390690 w 425356"/>
              <a:gd name="connsiteY10" fmla="*/ 301171 h 456557"/>
              <a:gd name="connsiteX11" fmla="*/ 371024 w 425356"/>
              <a:gd name="connsiteY11" fmla="*/ 301199 h 456557"/>
              <a:gd name="connsiteX12" fmla="*/ 300273 w 425356"/>
              <a:gd name="connsiteY12" fmla="*/ 371950 h 456557"/>
              <a:gd name="connsiteX13" fmla="*/ 269397 w 425356"/>
              <a:gd name="connsiteY13" fmla="*/ 341129 h 456557"/>
              <a:gd name="connsiteX14" fmla="*/ 249732 w 425356"/>
              <a:gd name="connsiteY14" fmla="*/ 341129 h 456557"/>
              <a:gd name="connsiteX15" fmla="*/ 249596 w 425356"/>
              <a:gd name="connsiteY15" fmla="*/ 341129 h 456557"/>
              <a:gd name="connsiteX16" fmla="*/ 30222 w 425356"/>
              <a:gd name="connsiteY16" fmla="*/ 436483 h 456557"/>
              <a:gd name="connsiteX17" fmla="*/ 1 w 425356"/>
              <a:gd name="connsiteY17" fmla="*/ 405662 h 456557"/>
              <a:gd name="connsiteX18" fmla="*/ 1 w 425356"/>
              <a:gd name="connsiteY18" fmla="*/ 77298 h 456557"/>
              <a:gd name="connsiteX19" fmla="*/ 30222 w 425356"/>
              <a:gd name="connsiteY19" fmla="*/ 46504 h 456557"/>
              <a:gd name="connsiteX20" fmla="*/ 83736 w 425356"/>
              <a:gd name="connsiteY20" fmla="*/ 46504 h 456557"/>
              <a:gd name="connsiteX21" fmla="*/ 119357 w 425356"/>
              <a:gd name="connsiteY21" fmla="*/ 17511 h 456557"/>
              <a:gd name="connsiteX22" fmla="*/ 149551 w 425356"/>
              <a:gd name="connsiteY22" fmla="*/ 17511 h 456557"/>
              <a:gd name="connsiteX23" fmla="*/ 167061 w 425356"/>
              <a:gd name="connsiteY23" fmla="*/ 0 h 456557"/>
              <a:gd name="connsiteX24" fmla="*/ 197500 w 425356"/>
              <a:gd name="connsiteY24" fmla="*/ 0 h 456557"/>
              <a:gd name="connsiteX25" fmla="*/ 215011 w 425356"/>
              <a:gd name="connsiteY25" fmla="*/ 17511 h 456557"/>
              <a:gd name="connsiteX26" fmla="*/ 245286 w 425356"/>
              <a:gd name="connsiteY26" fmla="*/ 17511 h 456557"/>
              <a:gd name="connsiteX27" fmla="*/ 280798 w 425356"/>
              <a:gd name="connsiteY27" fmla="*/ 46504 h 456557"/>
              <a:gd name="connsiteX28" fmla="*/ 327193 w 425356"/>
              <a:gd name="connsiteY28" fmla="*/ 46504 h 456557"/>
              <a:gd name="connsiteX29" fmla="*/ 357360 w 425356"/>
              <a:gd name="connsiteY29" fmla="*/ 77216 h 456557"/>
              <a:gd name="connsiteX30" fmla="*/ 357360 w 425356"/>
              <a:gd name="connsiteY30" fmla="*/ 222701 h 456557"/>
              <a:gd name="connsiteX31" fmla="*/ 313829 w 425356"/>
              <a:gd name="connsiteY31" fmla="*/ 215282 h 456557"/>
              <a:gd name="connsiteX32" fmla="*/ 180426 w 425356"/>
              <a:gd name="connsiteY32" fmla="*/ 351221 h 456557"/>
              <a:gd name="connsiteX33" fmla="*/ 210020 w 425356"/>
              <a:gd name="connsiteY33" fmla="*/ 436429 h 456557"/>
              <a:gd name="connsiteX34" fmla="*/ 30222 w 425356"/>
              <a:gd name="connsiteY34" fmla="*/ 436429 h 456557"/>
              <a:gd name="connsiteX35" fmla="*/ 49588 w 425356"/>
              <a:gd name="connsiteY35" fmla="*/ 335702 h 456557"/>
              <a:gd name="connsiteX36" fmla="*/ 68844 w 425356"/>
              <a:gd name="connsiteY36" fmla="*/ 355312 h 456557"/>
              <a:gd name="connsiteX37" fmla="*/ 146087 w 425356"/>
              <a:gd name="connsiteY37" fmla="*/ 355312 h 456557"/>
              <a:gd name="connsiteX38" fmla="*/ 165370 w 425356"/>
              <a:gd name="connsiteY38" fmla="*/ 335375 h 456557"/>
              <a:gd name="connsiteX39" fmla="*/ 146087 w 425356"/>
              <a:gd name="connsiteY39" fmla="*/ 316091 h 456557"/>
              <a:gd name="connsiteX40" fmla="*/ 68844 w 425356"/>
              <a:gd name="connsiteY40" fmla="*/ 316091 h 456557"/>
              <a:gd name="connsiteX41" fmla="*/ 49588 w 425356"/>
              <a:gd name="connsiteY41" fmla="*/ 335646 h 456557"/>
              <a:gd name="connsiteX42" fmla="*/ 49588 w 425356"/>
              <a:gd name="connsiteY42" fmla="*/ 335647 h 456557"/>
              <a:gd name="connsiteX43" fmla="*/ 49588 w 425356"/>
              <a:gd name="connsiteY43" fmla="*/ 335702 h 456557"/>
              <a:gd name="connsiteX44" fmla="*/ 49588 w 425356"/>
              <a:gd name="connsiteY44" fmla="*/ 239230 h 456557"/>
              <a:gd name="connsiteX45" fmla="*/ 68844 w 425356"/>
              <a:gd name="connsiteY45" fmla="*/ 258840 h 456557"/>
              <a:gd name="connsiteX46" fmla="*/ 195155 w 425356"/>
              <a:gd name="connsiteY46" fmla="*/ 258840 h 456557"/>
              <a:gd name="connsiteX47" fmla="*/ 214438 w 425356"/>
              <a:gd name="connsiteY47" fmla="*/ 238903 h 456557"/>
              <a:gd name="connsiteX48" fmla="*/ 195155 w 425356"/>
              <a:gd name="connsiteY48" fmla="*/ 219619 h 456557"/>
              <a:gd name="connsiteX49" fmla="*/ 68844 w 425356"/>
              <a:gd name="connsiteY49" fmla="*/ 219619 h 456557"/>
              <a:gd name="connsiteX50" fmla="*/ 49588 w 425356"/>
              <a:gd name="connsiteY50" fmla="*/ 239174 h 456557"/>
              <a:gd name="connsiteX51" fmla="*/ 49588 w 425356"/>
              <a:gd name="connsiteY51" fmla="*/ 239175 h 456557"/>
              <a:gd name="connsiteX52" fmla="*/ 49588 w 425356"/>
              <a:gd name="connsiteY52" fmla="*/ 239230 h 456557"/>
              <a:gd name="connsiteX53" fmla="*/ 49588 w 425356"/>
              <a:gd name="connsiteY53" fmla="*/ 142812 h 456557"/>
              <a:gd name="connsiteX54" fmla="*/ 68844 w 425356"/>
              <a:gd name="connsiteY54" fmla="*/ 162423 h 456557"/>
              <a:gd name="connsiteX55" fmla="*/ 284726 w 425356"/>
              <a:gd name="connsiteY55" fmla="*/ 162423 h 456557"/>
              <a:gd name="connsiteX56" fmla="*/ 304337 w 425356"/>
              <a:gd name="connsiteY56" fmla="*/ 142812 h 456557"/>
              <a:gd name="connsiteX57" fmla="*/ 284726 w 425356"/>
              <a:gd name="connsiteY57" fmla="*/ 123202 h 456557"/>
              <a:gd name="connsiteX58" fmla="*/ 68844 w 425356"/>
              <a:gd name="connsiteY58" fmla="*/ 123202 h 456557"/>
              <a:gd name="connsiteX59" fmla="*/ 49588 w 425356"/>
              <a:gd name="connsiteY59" fmla="*/ 142757 h 456557"/>
              <a:gd name="connsiteX60" fmla="*/ 49588 w 425356"/>
              <a:gd name="connsiteY60" fmla="*/ 142758 h 456557"/>
              <a:gd name="connsiteX61" fmla="*/ 49588 w 425356"/>
              <a:gd name="connsiteY61" fmla="*/ 142812 h 456557"/>
              <a:gd name="connsiteX62" fmla="*/ 204701 w 425356"/>
              <a:gd name="connsiteY62" fmla="*/ 72552 h 456557"/>
              <a:gd name="connsiteX63" fmla="*/ 204019 w 425356"/>
              <a:gd name="connsiteY63" fmla="*/ 46504 h 456557"/>
              <a:gd name="connsiteX64" fmla="*/ 187681 w 425356"/>
              <a:gd name="connsiteY64" fmla="*/ 35103 h 456557"/>
              <a:gd name="connsiteX65" fmla="*/ 176826 w 425356"/>
              <a:gd name="connsiteY65" fmla="*/ 35103 h 456557"/>
              <a:gd name="connsiteX66" fmla="*/ 158142 w 425356"/>
              <a:gd name="connsiteY66" fmla="*/ 51441 h 456557"/>
              <a:gd name="connsiteX67" fmla="*/ 173744 w 425356"/>
              <a:gd name="connsiteY67" fmla="*/ 84280 h 456557"/>
              <a:gd name="connsiteX68" fmla="*/ 204755 w 425356"/>
              <a:gd name="connsiteY68" fmla="*/ 72634 h 456557"/>
              <a:gd name="connsiteX69" fmla="*/ 204701 w 425356"/>
              <a:gd name="connsiteY69" fmla="*/ 72552 h 45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5356" h="456557">
                <a:moveTo>
                  <a:pt x="214956" y="351358"/>
                </a:moveTo>
                <a:cubicBezTo>
                  <a:pt x="214956" y="293262"/>
                  <a:pt x="262060" y="246158"/>
                  <a:pt x="320156" y="246158"/>
                </a:cubicBezTo>
                <a:cubicBezTo>
                  <a:pt x="378252" y="246158"/>
                  <a:pt x="425356" y="293262"/>
                  <a:pt x="425356" y="351358"/>
                </a:cubicBezTo>
                <a:cubicBezTo>
                  <a:pt x="425356" y="409453"/>
                  <a:pt x="378252" y="456558"/>
                  <a:pt x="320156" y="456558"/>
                </a:cubicBezTo>
                <a:cubicBezTo>
                  <a:pt x="262060" y="456558"/>
                  <a:pt x="214956" y="409453"/>
                  <a:pt x="214956" y="351358"/>
                </a:cubicBezTo>
                <a:close/>
                <a:moveTo>
                  <a:pt x="249596" y="341129"/>
                </a:moveTo>
                <a:cubicBezTo>
                  <a:pt x="244168" y="346561"/>
                  <a:pt x="244168" y="355363"/>
                  <a:pt x="249596" y="360795"/>
                </a:cubicBezTo>
                <a:lnTo>
                  <a:pt x="290317" y="401516"/>
                </a:lnTo>
                <a:cubicBezTo>
                  <a:pt x="295772" y="406944"/>
                  <a:pt x="304610" y="406944"/>
                  <a:pt x="310065" y="401516"/>
                </a:cubicBezTo>
                <a:lnTo>
                  <a:pt x="390717" y="320837"/>
                </a:lnTo>
                <a:cubicBezTo>
                  <a:pt x="396145" y="315409"/>
                  <a:pt x="396145" y="306599"/>
                  <a:pt x="390690" y="301171"/>
                </a:cubicBezTo>
                <a:cubicBezTo>
                  <a:pt x="385235" y="295744"/>
                  <a:pt x="376452" y="295744"/>
                  <a:pt x="371024" y="301199"/>
                </a:cubicBezTo>
                <a:lnTo>
                  <a:pt x="300273" y="371950"/>
                </a:lnTo>
                <a:lnTo>
                  <a:pt x="269397" y="341129"/>
                </a:lnTo>
                <a:cubicBezTo>
                  <a:pt x="263966" y="335702"/>
                  <a:pt x="255164" y="335702"/>
                  <a:pt x="249732" y="341129"/>
                </a:cubicBezTo>
                <a:lnTo>
                  <a:pt x="249596" y="341129"/>
                </a:lnTo>
                <a:close/>
                <a:moveTo>
                  <a:pt x="30222" y="436483"/>
                </a:moveTo>
                <a:cubicBezTo>
                  <a:pt x="13366" y="436319"/>
                  <a:pt x="-162" y="422518"/>
                  <a:pt x="1" y="405662"/>
                </a:cubicBezTo>
                <a:lnTo>
                  <a:pt x="1" y="77298"/>
                </a:lnTo>
                <a:cubicBezTo>
                  <a:pt x="-162" y="60442"/>
                  <a:pt x="13366" y="46668"/>
                  <a:pt x="30222" y="46504"/>
                </a:cubicBezTo>
                <a:lnTo>
                  <a:pt x="83736" y="46504"/>
                </a:lnTo>
                <a:cubicBezTo>
                  <a:pt x="86892" y="29411"/>
                  <a:pt x="101980" y="17131"/>
                  <a:pt x="119357" y="17511"/>
                </a:cubicBezTo>
                <a:lnTo>
                  <a:pt x="149551" y="17511"/>
                </a:lnTo>
                <a:cubicBezTo>
                  <a:pt x="149551" y="7828"/>
                  <a:pt x="157379" y="0"/>
                  <a:pt x="167061" y="0"/>
                </a:cubicBezTo>
                <a:lnTo>
                  <a:pt x="197500" y="0"/>
                </a:lnTo>
                <a:cubicBezTo>
                  <a:pt x="207183" y="0"/>
                  <a:pt x="215011" y="7828"/>
                  <a:pt x="215011" y="17511"/>
                </a:cubicBezTo>
                <a:lnTo>
                  <a:pt x="245286" y="17511"/>
                </a:lnTo>
                <a:cubicBezTo>
                  <a:pt x="262606" y="17183"/>
                  <a:pt x="277634" y="29457"/>
                  <a:pt x="280798" y="46504"/>
                </a:cubicBezTo>
                <a:lnTo>
                  <a:pt x="327193" y="46504"/>
                </a:lnTo>
                <a:cubicBezTo>
                  <a:pt x="344022" y="46668"/>
                  <a:pt x="357523" y="60414"/>
                  <a:pt x="357360" y="77216"/>
                </a:cubicBezTo>
                <a:lnTo>
                  <a:pt x="357360" y="222701"/>
                </a:lnTo>
                <a:cubicBezTo>
                  <a:pt x="343372" y="217790"/>
                  <a:pt x="328653" y="215282"/>
                  <a:pt x="313829" y="215282"/>
                </a:cubicBezTo>
                <a:cubicBezTo>
                  <a:pt x="239449" y="215991"/>
                  <a:pt x="179717" y="276842"/>
                  <a:pt x="180426" y="351221"/>
                </a:cubicBezTo>
                <a:cubicBezTo>
                  <a:pt x="180380" y="382151"/>
                  <a:pt x="190811" y="412185"/>
                  <a:pt x="210020" y="436429"/>
                </a:cubicBezTo>
                <a:lnTo>
                  <a:pt x="30222" y="436429"/>
                </a:lnTo>
                <a:close/>
                <a:moveTo>
                  <a:pt x="49588" y="335702"/>
                </a:moveTo>
                <a:cubicBezTo>
                  <a:pt x="49500" y="346430"/>
                  <a:pt x="58115" y="355204"/>
                  <a:pt x="68844" y="355312"/>
                </a:cubicBezTo>
                <a:lnTo>
                  <a:pt x="146087" y="355312"/>
                </a:lnTo>
                <a:cubicBezTo>
                  <a:pt x="156918" y="355132"/>
                  <a:pt x="165551" y="346205"/>
                  <a:pt x="165370" y="335375"/>
                </a:cubicBezTo>
                <a:cubicBezTo>
                  <a:pt x="165194" y="324798"/>
                  <a:pt x="156663" y="316267"/>
                  <a:pt x="146087" y="316091"/>
                </a:cubicBezTo>
                <a:lnTo>
                  <a:pt x="68844" y="316091"/>
                </a:lnTo>
                <a:cubicBezTo>
                  <a:pt x="58126" y="316173"/>
                  <a:pt x="49505" y="324928"/>
                  <a:pt x="49588" y="335646"/>
                </a:cubicBezTo>
                <a:cubicBezTo>
                  <a:pt x="49588" y="335646"/>
                  <a:pt x="49588" y="335647"/>
                  <a:pt x="49588" y="335647"/>
                </a:cubicBezTo>
                <a:lnTo>
                  <a:pt x="49588" y="335702"/>
                </a:lnTo>
                <a:close/>
                <a:moveTo>
                  <a:pt x="49588" y="239230"/>
                </a:moveTo>
                <a:cubicBezTo>
                  <a:pt x="49500" y="249958"/>
                  <a:pt x="58115" y="258733"/>
                  <a:pt x="68844" y="258840"/>
                </a:cubicBezTo>
                <a:lnTo>
                  <a:pt x="195155" y="258840"/>
                </a:lnTo>
                <a:cubicBezTo>
                  <a:pt x="205985" y="258660"/>
                  <a:pt x="214619" y="249733"/>
                  <a:pt x="214438" y="238903"/>
                </a:cubicBezTo>
                <a:cubicBezTo>
                  <a:pt x="214262" y="228326"/>
                  <a:pt x="205731" y="219795"/>
                  <a:pt x="195155" y="219619"/>
                </a:cubicBezTo>
                <a:lnTo>
                  <a:pt x="68844" y="219619"/>
                </a:lnTo>
                <a:cubicBezTo>
                  <a:pt x="58126" y="219701"/>
                  <a:pt x="49505" y="228457"/>
                  <a:pt x="49588" y="239174"/>
                </a:cubicBezTo>
                <a:cubicBezTo>
                  <a:pt x="49588" y="239174"/>
                  <a:pt x="49588" y="239175"/>
                  <a:pt x="49588" y="239175"/>
                </a:cubicBezTo>
                <a:lnTo>
                  <a:pt x="49588" y="239230"/>
                </a:lnTo>
                <a:close/>
                <a:moveTo>
                  <a:pt x="49588" y="142812"/>
                </a:moveTo>
                <a:cubicBezTo>
                  <a:pt x="49500" y="153541"/>
                  <a:pt x="58115" y="162315"/>
                  <a:pt x="68844" y="162423"/>
                </a:cubicBezTo>
                <a:lnTo>
                  <a:pt x="284726" y="162423"/>
                </a:lnTo>
                <a:cubicBezTo>
                  <a:pt x="295554" y="162423"/>
                  <a:pt x="304337" y="153641"/>
                  <a:pt x="304337" y="142812"/>
                </a:cubicBezTo>
                <a:cubicBezTo>
                  <a:pt x="304337" y="131984"/>
                  <a:pt x="295554" y="123229"/>
                  <a:pt x="284726" y="123202"/>
                </a:cubicBezTo>
                <a:lnTo>
                  <a:pt x="68844" y="123202"/>
                </a:lnTo>
                <a:cubicBezTo>
                  <a:pt x="58126" y="123284"/>
                  <a:pt x="49505" y="132039"/>
                  <a:pt x="49588" y="142757"/>
                </a:cubicBezTo>
                <a:cubicBezTo>
                  <a:pt x="49588" y="142757"/>
                  <a:pt x="49588" y="142757"/>
                  <a:pt x="49588" y="142758"/>
                </a:cubicBezTo>
                <a:lnTo>
                  <a:pt x="49588" y="142812"/>
                </a:lnTo>
                <a:close/>
                <a:moveTo>
                  <a:pt x="204701" y="72552"/>
                </a:moveTo>
                <a:cubicBezTo>
                  <a:pt x="209223" y="64390"/>
                  <a:pt x="208962" y="54418"/>
                  <a:pt x="204019" y="46504"/>
                </a:cubicBezTo>
                <a:cubicBezTo>
                  <a:pt x="200330" y="40659"/>
                  <a:pt x="194440" y="36548"/>
                  <a:pt x="187681" y="35103"/>
                </a:cubicBezTo>
                <a:lnTo>
                  <a:pt x="176826" y="35103"/>
                </a:lnTo>
                <a:cubicBezTo>
                  <a:pt x="168201" y="36970"/>
                  <a:pt x="161143" y="43142"/>
                  <a:pt x="158142" y="51441"/>
                </a:cubicBezTo>
                <a:cubicBezTo>
                  <a:pt x="153397" y="64806"/>
                  <a:pt x="160379" y="79507"/>
                  <a:pt x="173744" y="84280"/>
                </a:cubicBezTo>
                <a:cubicBezTo>
                  <a:pt x="185538" y="88477"/>
                  <a:pt x="198639" y="83556"/>
                  <a:pt x="204755" y="72634"/>
                </a:cubicBezTo>
                <a:lnTo>
                  <a:pt x="204701" y="72552"/>
                </a:lnTo>
                <a:close/>
              </a:path>
            </a:pathLst>
          </a:custGeom>
          <a:solidFill>
            <a:schemeClr val="accent1">
              <a:lumMod val="20000"/>
              <a:lumOff val="80000"/>
            </a:schemeClr>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4" name="任意多边形: 形状 12303"/>
          <p:cNvSpPr/>
          <p:nvPr/>
        </p:nvSpPr>
        <p:spPr>
          <a:xfrm>
            <a:off x="7869190" y="5066433"/>
            <a:ext cx="346796" cy="269873"/>
          </a:xfrm>
          <a:custGeom>
            <a:avLst/>
            <a:gdLst>
              <a:gd name="connsiteX0" fmla="*/ 270948 w 346796"/>
              <a:gd name="connsiteY0" fmla="*/ 106789 h 269873"/>
              <a:gd name="connsiteX1" fmla="*/ 242156 w 346796"/>
              <a:gd name="connsiteY1" fmla="*/ 0 h 269873"/>
              <a:gd name="connsiteX2" fmla="*/ 173828 w 346796"/>
              <a:gd name="connsiteY2" fmla="*/ 205413 h 269873"/>
              <a:gd name="connsiteX3" fmla="*/ 162655 w 346796"/>
              <a:gd name="connsiteY3" fmla="*/ 213363 h 269873"/>
              <a:gd name="connsiteX4" fmla="*/ 151911 w 346796"/>
              <a:gd name="connsiteY4" fmla="*/ 206058 h 269873"/>
              <a:gd name="connsiteX5" fmla="*/ 99699 w 346796"/>
              <a:gd name="connsiteY5" fmla="*/ 77567 h 269873"/>
              <a:gd name="connsiteX6" fmla="*/ 85517 w 346796"/>
              <a:gd name="connsiteY6" fmla="*/ 108723 h 269873"/>
              <a:gd name="connsiteX7" fmla="*/ 74774 w 346796"/>
              <a:gd name="connsiteY7" fmla="*/ 115599 h 269873"/>
              <a:gd name="connsiteX8" fmla="*/ 0 w 346796"/>
              <a:gd name="connsiteY8" fmla="*/ 115599 h 269873"/>
              <a:gd name="connsiteX9" fmla="*/ 170820 w 346796"/>
              <a:gd name="connsiteY9" fmla="*/ 268799 h 269873"/>
              <a:gd name="connsiteX10" fmla="*/ 173398 w 346796"/>
              <a:gd name="connsiteY10" fmla="*/ 269874 h 269873"/>
              <a:gd name="connsiteX11" fmla="*/ 175976 w 346796"/>
              <a:gd name="connsiteY11" fmla="*/ 268799 h 269873"/>
              <a:gd name="connsiteX12" fmla="*/ 346796 w 346796"/>
              <a:gd name="connsiteY12" fmla="*/ 115384 h 269873"/>
              <a:gd name="connsiteX13" fmla="*/ 282121 w 346796"/>
              <a:gd name="connsiteY13" fmla="*/ 115384 h 269873"/>
              <a:gd name="connsiteX14" fmla="*/ 270948 w 346796"/>
              <a:gd name="connsiteY14" fmla="*/ 106789 h 26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796" h="269873">
                <a:moveTo>
                  <a:pt x="270948" y="106789"/>
                </a:moveTo>
                <a:lnTo>
                  <a:pt x="242156" y="0"/>
                </a:lnTo>
                <a:lnTo>
                  <a:pt x="173828" y="205413"/>
                </a:lnTo>
                <a:cubicBezTo>
                  <a:pt x="172109" y="210355"/>
                  <a:pt x="167812" y="213363"/>
                  <a:pt x="162655" y="213363"/>
                </a:cubicBezTo>
                <a:cubicBezTo>
                  <a:pt x="158787" y="213363"/>
                  <a:pt x="154060" y="211430"/>
                  <a:pt x="151911" y="206058"/>
                </a:cubicBezTo>
                <a:lnTo>
                  <a:pt x="99699" y="77567"/>
                </a:lnTo>
                <a:lnTo>
                  <a:pt x="85517" y="108723"/>
                </a:lnTo>
                <a:cubicBezTo>
                  <a:pt x="83583" y="112805"/>
                  <a:pt x="79501" y="115599"/>
                  <a:pt x="74774" y="115599"/>
                </a:cubicBezTo>
                <a:lnTo>
                  <a:pt x="0" y="115599"/>
                </a:lnTo>
                <a:lnTo>
                  <a:pt x="170820" y="268799"/>
                </a:lnTo>
                <a:cubicBezTo>
                  <a:pt x="171679" y="269444"/>
                  <a:pt x="172539" y="269874"/>
                  <a:pt x="173398" y="269874"/>
                </a:cubicBezTo>
                <a:cubicBezTo>
                  <a:pt x="174258" y="269874"/>
                  <a:pt x="175117" y="269444"/>
                  <a:pt x="175976" y="268799"/>
                </a:cubicBezTo>
                <a:lnTo>
                  <a:pt x="346796" y="115384"/>
                </a:lnTo>
                <a:lnTo>
                  <a:pt x="282121" y="115384"/>
                </a:lnTo>
                <a:cubicBezTo>
                  <a:pt x="276964" y="115599"/>
                  <a:pt x="272237" y="111946"/>
                  <a:pt x="270948" y="106789"/>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5" name="任意多边形: 形状 12304"/>
          <p:cNvSpPr/>
          <p:nvPr/>
        </p:nvSpPr>
        <p:spPr>
          <a:xfrm>
            <a:off x="7828150" y="4968024"/>
            <a:ext cx="428661" cy="272666"/>
          </a:xfrm>
          <a:custGeom>
            <a:avLst/>
            <a:gdLst>
              <a:gd name="connsiteX0" fmla="*/ 393637 w 428661"/>
              <a:gd name="connsiteY0" fmla="*/ 35238 h 272666"/>
              <a:gd name="connsiteX1" fmla="*/ 308550 w 428661"/>
              <a:gd name="connsiteY1" fmla="*/ 0 h 272666"/>
              <a:gd name="connsiteX2" fmla="*/ 223462 w 428661"/>
              <a:gd name="connsiteY2" fmla="*/ 35238 h 272666"/>
              <a:gd name="connsiteX3" fmla="*/ 220024 w 428661"/>
              <a:gd name="connsiteY3" fmla="*/ 38676 h 272666"/>
              <a:gd name="connsiteX4" fmla="*/ 214653 w 428661"/>
              <a:gd name="connsiteY4" fmla="*/ 40825 h 272666"/>
              <a:gd name="connsiteX5" fmla="*/ 209281 w 428661"/>
              <a:gd name="connsiteY5" fmla="*/ 38676 h 272666"/>
              <a:gd name="connsiteX6" fmla="*/ 205843 w 428661"/>
              <a:gd name="connsiteY6" fmla="*/ 35238 h 272666"/>
              <a:gd name="connsiteX7" fmla="*/ 120326 w 428661"/>
              <a:gd name="connsiteY7" fmla="*/ 0 h 272666"/>
              <a:gd name="connsiteX8" fmla="*/ 35238 w 428661"/>
              <a:gd name="connsiteY8" fmla="*/ 35238 h 272666"/>
              <a:gd name="connsiteX9" fmla="*/ 0 w 428661"/>
              <a:gd name="connsiteY9" fmla="*/ 120326 h 272666"/>
              <a:gd name="connsiteX10" fmla="*/ 26858 w 428661"/>
              <a:gd name="connsiteY10" fmla="*/ 196174 h 272666"/>
              <a:gd name="connsiteX11" fmla="*/ 27503 w 428661"/>
              <a:gd name="connsiteY11" fmla="*/ 196819 h 272666"/>
              <a:gd name="connsiteX12" fmla="*/ 108508 w 428661"/>
              <a:gd name="connsiteY12" fmla="*/ 196819 h 272666"/>
              <a:gd name="connsiteX13" fmla="*/ 130639 w 428661"/>
              <a:gd name="connsiteY13" fmla="*/ 147829 h 272666"/>
              <a:gd name="connsiteX14" fmla="*/ 141383 w 428661"/>
              <a:gd name="connsiteY14" fmla="*/ 140953 h 272666"/>
              <a:gd name="connsiteX15" fmla="*/ 152341 w 428661"/>
              <a:gd name="connsiteY15" fmla="*/ 148259 h 272666"/>
              <a:gd name="connsiteX16" fmla="*/ 202620 w 428661"/>
              <a:gd name="connsiteY16" fmla="*/ 272667 h 272666"/>
              <a:gd name="connsiteX17" fmla="*/ 273311 w 428661"/>
              <a:gd name="connsiteY17" fmla="*/ 60593 h 272666"/>
              <a:gd name="connsiteX18" fmla="*/ 284485 w 428661"/>
              <a:gd name="connsiteY18" fmla="*/ 52643 h 272666"/>
              <a:gd name="connsiteX19" fmla="*/ 295873 w 428661"/>
              <a:gd name="connsiteY19" fmla="*/ 61237 h 272666"/>
              <a:gd name="connsiteX20" fmla="*/ 332185 w 428661"/>
              <a:gd name="connsiteY20" fmla="*/ 197033 h 272666"/>
              <a:gd name="connsiteX21" fmla="*/ 401373 w 428661"/>
              <a:gd name="connsiteY21" fmla="*/ 197033 h 272666"/>
              <a:gd name="connsiteX22" fmla="*/ 401802 w 428661"/>
              <a:gd name="connsiteY22" fmla="*/ 196389 h 272666"/>
              <a:gd name="connsiteX23" fmla="*/ 428659 w 428661"/>
              <a:gd name="connsiteY23" fmla="*/ 120541 h 272666"/>
              <a:gd name="connsiteX24" fmla="*/ 393637 w 428661"/>
              <a:gd name="connsiteY24" fmla="*/ 35238 h 27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661" h="272666">
                <a:moveTo>
                  <a:pt x="393637" y="35238"/>
                </a:moveTo>
                <a:cubicBezTo>
                  <a:pt x="370861" y="12462"/>
                  <a:pt x="340565" y="0"/>
                  <a:pt x="308550" y="0"/>
                </a:cubicBezTo>
                <a:cubicBezTo>
                  <a:pt x="276320" y="0"/>
                  <a:pt x="246238" y="12462"/>
                  <a:pt x="223462" y="35238"/>
                </a:cubicBezTo>
                <a:lnTo>
                  <a:pt x="220024" y="38676"/>
                </a:lnTo>
                <a:cubicBezTo>
                  <a:pt x="218520" y="40180"/>
                  <a:pt x="216586" y="40825"/>
                  <a:pt x="214653" y="40825"/>
                </a:cubicBezTo>
                <a:cubicBezTo>
                  <a:pt x="212504" y="40825"/>
                  <a:pt x="210785" y="39965"/>
                  <a:pt x="209281" y="38676"/>
                </a:cubicBezTo>
                <a:lnTo>
                  <a:pt x="205843" y="35238"/>
                </a:lnTo>
                <a:cubicBezTo>
                  <a:pt x="182852" y="12462"/>
                  <a:pt x="152556" y="0"/>
                  <a:pt x="120326" y="0"/>
                </a:cubicBezTo>
                <a:cubicBezTo>
                  <a:pt x="88096" y="0"/>
                  <a:pt x="58014" y="12462"/>
                  <a:pt x="35238" y="35238"/>
                </a:cubicBezTo>
                <a:cubicBezTo>
                  <a:pt x="12462" y="58014"/>
                  <a:pt x="0" y="88311"/>
                  <a:pt x="0" y="120326"/>
                </a:cubicBezTo>
                <a:cubicBezTo>
                  <a:pt x="0" y="148259"/>
                  <a:pt x="9239" y="174472"/>
                  <a:pt x="26858" y="196174"/>
                </a:cubicBezTo>
                <a:lnTo>
                  <a:pt x="27503" y="196819"/>
                </a:lnTo>
                <a:lnTo>
                  <a:pt x="108508" y="196819"/>
                </a:lnTo>
                <a:lnTo>
                  <a:pt x="130639" y="147829"/>
                </a:lnTo>
                <a:cubicBezTo>
                  <a:pt x="132573" y="143531"/>
                  <a:pt x="136656" y="140953"/>
                  <a:pt x="141383" y="140953"/>
                </a:cubicBezTo>
                <a:cubicBezTo>
                  <a:pt x="145250" y="140953"/>
                  <a:pt x="149978" y="142887"/>
                  <a:pt x="152341" y="148259"/>
                </a:cubicBezTo>
                <a:lnTo>
                  <a:pt x="202620" y="272667"/>
                </a:lnTo>
                <a:lnTo>
                  <a:pt x="273311" y="60593"/>
                </a:lnTo>
                <a:cubicBezTo>
                  <a:pt x="275245" y="54791"/>
                  <a:pt x="280402" y="52643"/>
                  <a:pt x="284485" y="52643"/>
                </a:cubicBezTo>
                <a:cubicBezTo>
                  <a:pt x="288567" y="52643"/>
                  <a:pt x="294154" y="55006"/>
                  <a:pt x="295873" y="61237"/>
                </a:cubicBezTo>
                <a:lnTo>
                  <a:pt x="332185" y="197033"/>
                </a:lnTo>
                <a:lnTo>
                  <a:pt x="401373" y="197033"/>
                </a:lnTo>
                <a:lnTo>
                  <a:pt x="401802" y="196389"/>
                </a:lnTo>
                <a:cubicBezTo>
                  <a:pt x="419422" y="174687"/>
                  <a:pt x="428659" y="148473"/>
                  <a:pt x="428659" y="120541"/>
                </a:cubicBezTo>
                <a:cubicBezTo>
                  <a:pt x="428877" y="88311"/>
                  <a:pt x="416413" y="58014"/>
                  <a:pt x="393637" y="35238"/>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6" name="文本框 12305"/>
          <p:cNvSpPr txBox="1"/>
          <p:nvPr/>
        </p:nvSpPr>
        <p:spPr>
          <a:xfrm>
            <a:off x="4540419"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78%</a:t>
            </a:r>
            <a:endParaRPr kumimoji="0" lang="zh-CN" altLang="en-US"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7" name="等腰三角形 12306"/>
          <p:cNvSpPr/>
          <p:nvPr/>
        </p:nvSpPr>
        <p:spPr>
          <a:xfrm>
            <a:off x="5596451" y="1518000"/>
            <a:ext cx="169418" cy="1460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08" name="文本框 12307"/>
          <p:cNvSpPr txBox="1"/>
          <p:nvPr/>
        </p:nvSpPr>
        <p:spPr>
          <a:xfrm>
            <a:off x="4540419"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85%</a:t>
            </a:r>
            <a:endParaRPr kumimoji="0" lang="zh-CN" altLang="en-US"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9" name="等腰三角形 12308"/>
          <p:cNvSpPr/>
          <p:nvPr/>
        </p:nvSpPr>
        <p:spPr>
          <a:xfrm>
            <a:off x="5596451" y="5610293"/>
            <a:ext cx="169418" cy="146049"/>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0" name="文本框 12309"/>
          <p:cNvSpPr txBox="1"/>
          <p:nvPr/>
        </p:nvSpPr>
        <p:spPr>
          <a:xfrm>
            <a:off x="6326577"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69%</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1" name="等腰三角形 12310"/>
          <p:cNvSpPr/>
          <p:nvPr/>
        </p:nvSpPr>
        <p:spPr>
          <a:xfrm>
            <a:off x="7382609" y="1518000"/>
            <a:ext cx="169418" cy="14604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2" name="文本框 12311"/>
          <p:cNvSpPr txBox="1"/>
          <p:nvPr/>
        </p:nvSpPr>
        <p:spPr>
          <a:xfrm>
            <a:off x="6326577"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3" name="等腰三角形 12312"/>
          <p:cNvSpPr/>
          <p:nvPr/>
        </p:nvSpPr>
        <p:spPr>
          <a:xfrm>
            <a:off x="7382609" y="5610293"/>
            <a:ext cx="169418" cy="14604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3823359"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464985"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3834679" y="3911226"/>
            <a:ext cx="1865560" cy="749013"/>
          </a:xfrm>
          <a:custGeom>
            <a:avLst/>
            <a:gdLst>
              <a:gd name="connsiteX0" fmla="*/ 0 w 1865560"/>
              <a:gd name="connsiteY0" fmla="*/ 0 h 749013"/>
              <a:gd name="connsiteX1" fmla="*/ 1865560 w 1865560"/>
              <a:gd name="connsiteY1" fmla="*/ 0 h 749013"/>
              <a:gd name="connsiteX2" fmla="*/ 1845657 w 1865560"/>
              <a:gd name="connsiteY2" fmla="*/ 77403 h 749013"/>
              <a:gd name="connsiteX3" fmla="*/ 932780 w 1865560"/>
              <a:gd name="connsiteY3" fmla="*/ 749013 h 749013"/>
              <a:gd name="connsiteX4" fmla="*/ 19903 w 1865560"/>
              <a:gd name="connsiteY4" fmla="*/ 77403 h 749013"/>
              <a:gd name="connsiteX5" fmla="*/ 0 w 1865560"/>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60" h="749013">
                <a:moveTo>
                  <a:pt x="0" y="0"/>
                </a:moveTo>
                <a:lnTo>
                  <a:pt x="1865560" y="0"/>
                </a:lnTo>
                <a:lnTo>
                  <a:pt x="1845657" y="77403"/>
                </a:lnTo>
                <a:cubicBezTo>
                  <a:pt x="1724635" y="466500"/>
                  <a:pt x="1361700" y="749013"/>
                  <a:pt x="932780" y="749013"/>
                </a:cubicBezTo>
                <a:cubicBezTo>
                  <a:pt x="503861" y="749013"/>
                  <a:pt x="140925" y="466500"/>
                  <a:pt x="19903" y="77403"/>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6476307" y="3911226"/>
            <a:ext cx="1865559" cy="749013"/>
          </a:xfrm>
          <a:custGeom>
            <a:avLst/>
            <a:gdLst>
              <a:gd name="connsiteX0" fmla="*/ 0 w 1865559"/>
              <a:gd name="connsiteY0" fmla="*/ 0 h 749013"/>
              <a:gd name="connsiteX1" fmla="*/ 1865559 w 1865559"/>
              <a:gd name="connsiteY1" fmla="*/ 0 h 749013"/>
              <a:gd name="connsiteX2" fmla="*/ 1845656 w 1865559"/>
              <a:gd name="connsiteY2" fmla="*/ 77403 h 749013"/>
              <a:gd name="connsiteX3" fmla="*/ 932779 w 1865559"/>
              <a:gd name="connsiteY3" fmla="*/ 749013 h 749013"/>
              <a:gd name="connsiteX4" fmla="*/ 19902 w 1865559"/>
              <a:gd name="connsiteY4" fmla="*/ 77403 h 749013"/>
              <a:gd name="connsiteX5" fmla="*/ 0 w 1865559"/>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59" h="749013">
                <a:moveTo>
                  <a:pt x="0" y="0"/>
                </a:moveTo>
                <a:lnTo>
                  <a:pt x="1865559" y="0"/>
                </a:lnTo>
                <a:lnTo>
                  <a:pt x="1845656" y="77403"/>
                </a:lnTo>
                <a:cubicBezTo>
                  <a:pt x="1724634" y="466500"/>
                  <a:pt x="1361699" y="749013"/>
                  <a:pt x="932779" y="749013"/>
                </a:cubicBezTo>
                <a:cubicBezTo>
                  <a:pt x="503860" y="749013"/>
                  <a:pt x="140924" y="466500"/>
                  <a:pt x="19902" y="77403"/>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3943119"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技能精进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3943119"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6582970"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问题改进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6582970"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心态转变</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2344" name="直接连接符 12343"/>
          <p:cNvCxnSpPr/>
          <p:nvPr/>
        </p:nvCxnSpPr>
        <p:spPr>
          <a:xfrm>
            <a:off x="48228" y="3738623"/>
            <a:ext cx="12095544" cy="0"/>
          </a:xfrm>
          <a:prstGeom prst="line">
            <a:avLst/>
          </a:prstGeom>
          <a:ln w="111125">
            <a:solidFill>
              <a:schemeClr val="bg1">
                <a:lumMod val="8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92088"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54"/>
          <p:cNvSpPr/>
          <p:nvPr/>
        </p:nvSpPr>
        <p:spPr>
          <a:xfrm>
            <a:off x="192088"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55"/>
          <p:cNvSpPr/>
          <p:nvPr/>
        </p:nvSpPr>
        <p:spPr>
          <a:xfrm>
            <a:off x="8332494"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8332494"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14017" y="193527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跟随有关部门到防爆设备厂进行了考察和学习，掌握了新型设备的新技术、新工艺，并积极地和同行探讨与交流。专家为我们相关技术人员现场进行技术指导，解决了不少的技术难题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1140180" y="1592791"/>
            <a:ext cx="2646878"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学习技术提高自身业务水平</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圆角 8"/>
          <p:cNvSpPr/>
          <p:nvPr/>
        </p:nvSpPr>
        <p:spPr>
          <a:xfrm>
            <a:off x="2409847" y="1173901"/>
            <a:ext cx="1272338" cy="338554"/>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2509652"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矩形: 圆角 10"/>
          <p:cNvSpPr/>
          <p:nvPr/>
        </p:nvSpPr>
        <p:spPr>
          <a:xfrm>
            <a:off x="335938"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1465861"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2597436"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478204"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考察学习</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1609729"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探讨交流</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2741252"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技术指导</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214017" y="486856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为贯彻落实矿下达的质量标准化工作，针对供电班组对井下主要巷道及变电所的电缆按标准化要求进行整理吊挂的情况，提出合理化建议，并制定科学的安全施工技术措施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1755733" y="4526081"/>
            <a:ext cx="2031325"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安全质量标准化工作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09847" y="4107191"/>
            <a:ext cx="1272338" cy="338554"/>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2456753"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335938"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1465861"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2597436"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1260"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标准化操作</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532785"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合理化建议</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664308"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科学化措施</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矩形: 圆角 26"/>
          <p:cNvSpPr/>
          <p:nvPr/>
        </p:nvSpPr>
        <p:spPr>
          <a:xfrm>
            <a:off x="8483026" y="1173901"/>
            <a:ext cx="1272338" cy="338554"/>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8582831"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8483026" y="4107191"/>
            <a:ext cx="1272338" cy="338554"/>
          </a:xfrm>
          <a:prstGeom prst="round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8529932"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8404943" y="159279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合理设计供电系统</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404943" y="452608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提高职工技能水平</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8404943" y="194021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我本着一工程一措施的原则，除了固定每月两次的高低压电气设备检修，还有敷设或回收高压电缆、设备安装、标准化工作等工程，我都要提前编制施工安全技术措施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8404943" y="487350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在日常工作中，我针对井上、下高低压供电系统有变动的地方及时对供电系统图进行修改，可以随时了解各变电所所带负荷，并负责对井下远程监控系统的维护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8463575"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矩形: 圆角 35"/>
          <p:cNvSpPr/>
          <p:nvPr/>
        </p:nvSpPr>
        <p:spPr>
          <a:xfrm>
            <a:off x="9593498"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0725073"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05841"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严谨组织</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9737366"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科学编制</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0791945" y="304539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科学可操作</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8463575"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9593498"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10725073"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605841"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技能培训</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9737365"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经验提高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10868889"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能力提升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任意多边形: 形状 1"/>
          <p:cNvSpPr/>
          <p:nvPr/>
        </p:nvSpPr>
        <p:spPr>
          <a:xfrm>
            <a:off x="4038667" y="174243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rot="5400000">
            <a:off x="5821051" y="2386878"/>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flipH="1" flipV="1">
            <a:off x="5176612" y="409426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rot="5400000" flipH="1" flipV="1">
            <a:off x="3394228" y="344982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5554828" y="2706989"/>
            <a:ext cx="1082348" cy="2067746"/>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249754"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7154472"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249754"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154472"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52"/>
          <p:cNvSpPr/>
          <p:nvPr/>
        </p:nvSpPr>
        <p:spPr>
          <a:xfrm>
            <a:off x="201635"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任意多边形: 形状 60"/>
          <p:cNvSpPr/>
          <p:nvPr/>
        </p:nvSpPr>
        <p:spPr>
          <a:xfrm rot="16200000">
            <a:off x="266033"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rot="16200000">
            <a:off x="266033"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任意多边形: 形状 62"/>
          <p:cNvSpPr/>
          <p:nvPr/>
        </p:nvSpPr>
        <p:spPr>
          <a:xfrm rot="16200000">
            <a:off x="11118841"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任意多边形: 形状 63"/>
          <p:cNvSpPr/>
          <p:nvPr/>
        </p:nvSpPr>
        <p:spPr>
          <a:xfrm rot="16200000">
            <a:off x="11118841"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图形 65"/>
          <p:cNvSpPr/>
          <p:nvPr/>
        </p:nvSpPr>
        <p:spPr>
          <a:xfrm>
            <a:off x="11412101" y="1067297"/>
            <a:ext cx="233420" cy="233420"/>
          </a:xfrm>
          <a:custGeom>
            <a:avLst/>
            <a:gdLst>
              <a:gd name="connsiteX0" fmla="*/ 247752 w 1505829"/>
              <a:gd name="connsiteY0" fmla="*/ 809052 h 1505829"/>
              <a:gd name="connsiteX1" fmla="*/ 392930 w 1505829"/>
              <a:gd name="connsiteY1" fmla="*/ 954230 h 1505829"/>
              <a:gd name="connsiteX2" fmla="*/ 505165 w 1505829"/>
              <a:gd name="connsiteY2" fmla="*/ 841913 h 1505829"/>
              <a:gd name="connsiteX3" fmla="*/ 359989 w 1505829"/>
              <a:gd name="connsiteY3" fmla="*/ 696817 h 1505829"/>
              <a:gd name="connsiteX4" fmla="*/ 472304 w 1505829"/>
              <a:gd name="connsiteY4" fmla="*/ 584580 h 1505829"/>
              <a:gd name="connsiteX5" fmla="*/ 617402 w 1505829"/>
              <a:gd name="connsiteY5" fmla="*/ 729678 h 1505829"/>
              <a:gd name="connsiteX6" fmla="*/ 729639 w 1505829"/>
              <a:gd name="connsiteY6" fmla="*/ 617441 h 1505829"/>
              <a:gd name="connsiteX7" fmla="*/ 584621 w 1505829"/>
              <a:gd name="connsiteY7" fmla="*/ 472265 h 1505829"/>
              <a:gd name="connsiteX8" fmla="*/ 696856 w 1505829"/>
              <a:gd name="connsiteY8" fmla="*/ 360028 h 1505829"/>
              <a:gd name="connsiteX9" fmla="*/ 841954 w 1505829"/>
              <a:gd name="connsiteY9" fmla="*/ 505205 h 1505829"/>
              <a:gd name="connsiteX10" fmla="*/ 954269 w 1505829"/>
              <a:gd name="connsiteY10" fmla="*/ 392890 h 1505829"/>
              <a:gd name="connsiteX11" fmla="*/ 809093 w 1505829"/>
              <a:gd name="connsiteY11" fmla="*/ 247791 h 1505829"/>
              <a:gd name="connsiteX12" fmla="*/ 1033645 w 1505829"/>
              <a:gd name="connsiteY12" fmla="*/ 23320 h 1505829"/>
              <a:gd name="connsiteX13" fmla="*/ 1145881 w 1505829"/>
              <a:gd name="connsiteY13" fmla="*/ 23320 h 1505829"/>
              <a:gd name="connsiteX14" fmla="*/ 1482590 w 1505829"/>
              <a:gd name="connsiteY14" fmla="*/ 360028 h 1505829"/>
              <a:gd name="connsiteX15" fmla="*/ 1482590 w 1505829"/>
              <a:gd name="connsiteY15" fmla="*/ 472265 h 1505829"/>
              <a:gd name="connsiteX16" fmla="*/ 472304 w 1505829"/>
              <a:gd name="connsiteY16" fmla="*/ 1482550 h 1505829"/>
              <a:gd name="connsiteX17" fmla="*/ 360052 w 1505829"/>
              <a:gd name="connsiteY17" fmla="*/ 1482613 h 1505829"/>
              <a:gd name="connsiteX18" fmla="*/ 359989 w 1505829"/>
              <a:gd name="connsiteY18" fmla="*/ 1482550 h 1505829"/>
              <a:gd name="connsiteX19" fmla="*/ 23280 w 1505829"/>
              <a:gd name="connsiteY19" fmla="*/ 1145841 h 1505829"/>
              <a:gd name="connsiteX20" fmla="*/ 23280 w 1505829"/>
              <a:gd name="connsiteY20" fmla="*/ 1033604 h 1505829"/>
              <a:gd name="connsiteX21" fmla="*/ 247752 w 1505829"/>
              <a:gd name="connsiteY21" fmla="*/ 809052 h 1505829"/>
              <a:gd name="connsiteX22" fmla="*/ 921250 w 1505829"/>
              <a:gd name="connsiteY22" fmla="*/ 1258078 h 1505829"/>
              <a:gd name="connsiteX23" fmla="*/ 1258038 w 1505829"/>
              <a:gd name="connsiteY23" fmla="*/ 921289 h 1505829"/>
              <a:gd name="connsiteX24" fmla="*/ 1467270 w 1505829"/>
              <a:gd name="connsiteY24" fmla="*/ 1130521 h 1505829"/>
              <a:gd name="connsiteX25" fmla="*/ 1467270 w 1505829"/>
              <a:gd name="connsiteY25" fmla="*/ 1467310 h 1505829"/>
              <a:gd name="connsiteX26" fmla="*/ 1130562 w 1505829"/>
              <a:gd name="connsiteY26" fmla="*/ 1467310 h 1505829"/>
              <a:gd name="connsiteX27" fmla="*/ 921250 w 1505829"/>
              <a:gd name="connsiteY27" fmla="*/ 1258078 h 1505829"/>
              <a:gd name="connsiteX28" fmla="*/ 247752 w 1505829"/>
              <a:gd name="connsiteY28" fmla="*/ 584500 h 1505829"/>
              <a:gd name="connsiteX29" fmla="*/ 23280 w 1505829"/>
              <a:gd name="connsiteY29" fmla="*/ 360028 h 1505829"/>
              <a:gd name="connsiteX30" fmla="*/ 23217 w 1505829"/>
              <a:gd name="connsiteY30" fmla="*/ 247775 h 1505829"/>
              <a:gd name="connsiteX31" fmla="*/ 23280 w 1505829"/>
              <a:gd name="connsiteY31" fmla="*/ 247713 h 1505829"/>
              <a:gd name="connsiteX32" fmla="*/ 247752 w 1505829"/>
              <a:gd name="connsiteY32" fmla="*/ 23240 h 1505829"/>
              <a:gd name="connsiteX33" fmla="*/ 359989 w 1505829"/>
              <a:gd name="connsiteY33" fmla="*/ 23240 h 1505829"/>
              <a:gd name="connsiteX34" fmla="*/ 584621 w 1505829"/>
              <a:gd name="connsiteY34" fmla="*/ 247713 h 1505829"/>
              <a:gd name="connsiteX35" fmla="*/ 247752 w 1505829"/>
              <a:gd name="connsiteY35" fmla="*/ 584500 h 150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5829" h="1505829">
                <a:moveTo>
                  <a:pt x="247752" y="809052"/>
                </a:moveTo>
                <a:lnTo>
                  <a:pt x="392930" y="954230"/>
                </a:lnTo>
                <a:lnTo>
                  <a:pt x="505165" y="841913"/>
                </a:lnTo>
                <a:lnTo>
                  <a:pt x="359989" y="696817"/>
                </a:lnTo>
                <a:lnTo>
                  <a:pt x="472304" y="584580"/>
                </a:lnTo>
                <a:lnTo>
                  <a:pt x="617402" y="729678"/>
                </a:lnTo>
                <a:lnTo>
                  <a:pt x="729639" y="617441"/>
                </a:lnTo>
                <a:lnTo>
                  <a:pt x="584621" y="472265"/>
                </a:lnTo>
                <a:lnTo>
                  <a:pt x="696856" y="360028"/>
                </a:lnTo>
                <a:lnTo>
                  <a:pt x="841954" y="505205"/>
                </a:lnTo>
                <a:lnTo>
                  <a:pt x="954269" y="392890"/>
                </a:lnTo>
                <a:lnTo>
                  <a:pt x="809093" y="247791"/>
                </a:lnTo>
                <a:lnTo>
                  <a:pt x="1033645" y="23320"/>
                </a:lnTo>
                <a:cubicBezTo>
                  <a:pt x="1064640" y="-7667"/>
                  <a:pt x="1114884" y="-7667"/>
                  <a:pt x="1145881" y="23320"/>
                </a:cubicBezTo>
                <a:lnTo>
                  <a:pt x="1482590" y="360028"/>
                </a:lnTo>
                <a:cubicBezTo>
                  <a:pt x="1513576" y="391024"/>
                  <a:pt x="1513576" y="441268"/>
                  <a:pt x="1482590" y="472265"/>
                </a:cubicBezTo>
                <a:lnTo>
                  <a:pt x="472304" y="1482550"/>
                </a:lnTo>
                <a:cubicBezTo>
                  <a:pt x="441324" y="1513565"/>
                  <a:pt x="391066" y="1513593"/>
                  <a:pt x="360052" y="1482613"/>
                </a:cubicBezTo>
                <a:cubicBezTo>
                  <a:pt x="360030" y="1482590"/>
                  <a:pt x="360009" y="1482570"/>
                  <a:pt x="359989" y="1482550"/>
                </a:cubicBezTo>
                <a:lnTo>
                  <a:pt x="23280" y="1145841"/>
                </a:lnTo>
                <a:cubicBezTo>
                  <a:pt x="-7706" y="1114846"/>
                  <a:pt x="-7706" y="1064601"/>
                  <a:pt x="23280" y="1033604"/>
                </a:cubicBezTo>
                <a:lnTo>
                  <a:pt x="247752" y="809052"/>
                </a:lnTo>
                <a:close/>
                <a:moveTo>
                  <a:pt x="921250" y="1258078"/>
                </a:moveTo>
                <a:lnTo>
                  <a:pt x="1258038" y="921289"/>
                </a:lnTo>
                <a:lnTo>
                  <a:pt x="1467270" y="1130521"/>
                </a:lnTo>
                <a:lnTo>
                  <a:pt x="1467270" y="1467310"/>
                </a:lnTo>
                <a:lnTo>
                  <a:pt x="1130562" y="1467310"/>
                </a:lnTo>
                <a:lnTo>
                  <a:pt x="921250" y="1258078"/>
                </a:lnTo>
                <a:close/>
                <a:moveTo>
                  <a:pt x="247752" y="584500"/>
                </a:moveTo>
                <a:lnTo>
                  <a:pt x="23280" y="360028"/>
                </a:lnTo>
                <a:cubicBezTo>
                  <a:pt x="-7736" y="329048"/>
                  <a:pt x="-7763" y="278790"/>
                  <a:pt x="23217" y="247775"/>
                </a:cubicBezTo>
                <a:cubicBezTo>
                  <a:pt x="23239" y="247754"/>
                  <a:pt x="23260" y="247734"/>
                  <a:pt x="23280" y="247713"/>
                </a:cubicBezTo>
                <a:lnTo>
                  <a:pt x="247752" y="23240"/>
                </a:lnTo>
                <a:cubicBezTo>
                  <a:pt x="278749" y="-7747"/>
                  <a:pt x="328994" y="-7747"/>
                  <a:pt x="359989" y="23240"/>
                </a:cubicBezTo>
                <a:lnTo>
                  <a:pt x="584621" y="247713"/>
                </a:lnTo>
                <a:lnTo>
                  <a:pt x="247752" y="5845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图形 67"/>
          <p:cNvSpPr/>
          <p:nvPr/>
        </p:nvSpPr>
        <p:spPr>
          <a:xfrm>
            <a:off x="566284" y="3990576"/>
            <a:ext cx="232083" cy="275599"/>
          </a:xfrm>
          <a:custGeom>
            <a:avLst/>
            <a:gdLst>
              <a:gd name="connsiteX0" fmla="*/ 1367245 w 1401501"/>
              <a:gd name="connsiteY0" fmla="*/ 233871 h 1664286"/>
              <a:gd name="connsiteX1" fmla="*/ 1293763 w 1401501"/>
              <a:gd name="connsiteY1" fmla="*/ 205810 h 1664286"/>
              <a:gd name="connsiteX2" fmla="*/ 1286323 w 1401501"/>
              <a:gd name="connsiteY2" fmla="*/ 205981 h 1664286"/>
              <a:gd name="connsiteX3" fmla="*/ 1240430 w 1401501"/>
              <a:gd name="connsiteY3" fmla="*/ 207183 h 1664286"/>
              <a:gd name="connsiteX4" fmla="*/ 1024994 w 1401501"/>
              <a:gd name="connsiteY4" fmla="*/ 184431 h 1664286"/>
              <a:gd name="connsiteX5" fmla="*/ 758233 w 1401501"/>
              <a:gd name="connsiteY5" fmla="*/ 17619 h 1664286"/>
              <a:gd name="connsiteX6" fmla="*/ 698313 w 1401501"/>
              <a:gd name="connsiteY6" fmla="*/ 0 h 1664286"/>
              <a:gd name="connsiteX7" fmla="*/ 638519 w 1401501"/>
              <a:gd name="connsiteY7" fmla="*/ 17450 h 1664286"/>
              <a:gd name="connsiteX8" fmla="*/ 378048 w 1401501"/>
              <a:gd name="connsiteY8" fmla="*/ 184431 h 1664286"/>
              <a:gd name="connsiteX9" fmla="*/ 161028 w 1401501"/>
              <a:gd name="connsiteY9" fmla="*/ 207183 h 1664286"/>
              <a:gd name="connsiteX10" fmla="*/ 114968 w 1401501"/>
              <a:gd name="connsiteY10" fmla="*/ 205981 h 1664286"/>
              <a:gd name="connsiteX11" fmla="*/ 107867 w 1401501"/>
              <a:gd name="connsiteY11" fmla="*/ 205810 h 1664286"/>
              <a:gd name="connsiteX12" fmla="*/ 34173 w 1401501"/>
              <a:gd name="connsiteY12" fmla="*/ 233871 h 1664286"/>
              <a:gd name="connsiteX13" fmla="*/ 0 w 1401501"/>
              <a:gd name="connsiteY13" fmla="*/ 310001 h 1664286"/>
              <a:gd name="connsiteX14" fmla="*/ 0 w 1401501"/>
              <a:gd name="connsiteY14" fmla="*/ 570558 h 1664286"/>
              <a:gd name="connsiteX15" fmla="*/ 679281 w 1401501"/>
              <a:gd name="connsiteY15" fmla="*/ 1662744 h 1664286"/>
              <a:gd name="connsiteX16" fmla="*/ 698357 w 1401501"/>
              <a:gd name="connsiteY16" fmla="*/ 1664286 h 1664286"/>
              <a:gd name="connsiteX17" fmla="*/ 717389 w 1401501"/>
              <a:gd name="connsiteY17" fmla="*/ 1662744 h 1664286"/>
              <a:gd name="connsiteX18" fmla="*/ 1401501 w 1401501"/>
              <a:gd name="connsiteY18" fmla="*/ 570558 h 1664286"/>
              <a:gd name="connsiteX19" fmla="*/ 1401501 w 1401501"/>
              <a:gd name="connsiteY19" fmla="*/ 310001 h 1664286"/>
              <a:gd name="connsiteX20" fmla="*/ 1367245 w 1401501"/>
              <a:gd name="connsiteY20" fmla="*/ 233871 h 1664286"/>
              <a:gd name="connsiteX21" fmla="*/ 1126359 w 1401501"/>
              <a:gd name="connsiteY21" fmla="*/ 606485 h 1664286"/>
              <a:gd name="connsiteX22" fmla="*/ 674577 w 1401501"/>
              <a:gd name="connsiteY22" fmla="*/ 1043602 h 1664286"/>
              <a:gd name="connsiteX23" fmla="*/ 664097 w 1401501"/>
              <a:gd name="connsiteY23" fmla="*/ 1056777 h 1664286"/>
              <a:gd name="connsiteX24" fmla="*/ 615935 w 1401501"/>
              <a:gd name="connsiteY24" fmla="*/ 1075424 h 1664286"/>
              <a:gd name="connsiteX25" fmla="*/ 567820 w 1401501"/>
              <a:gd name="connsiteY25" fmla="*/ 1056777 h 1664286"/>
              <a:gd name="connsiteX26" fmla="*/ 557300 w 1401501"/>
              <a:gd name="connsiteY26" fmla="*/ 1043602 h 1664286"/>
              <a:gd name="connsiteX27" fmla="*/ 315862 w 1401501"/>
              <a:gd name="connsiteY27" fmla="*/ 809903 h 1664286"/>
              <a:gd name="connsiteX28" fmla="*/ 315862 w 1401501"/>
              <a:gd name="connsiteY28" fmla="*/ 719912 h 1664286"/>
              <a:gd name="connsiteX29" fmla="*/ 408972 w 1401501"/>
              <a:gd name="connsiteY29" fmla="*/ 719912 h 1664286"/>
              <a:gd name="connsiteX30" fmla="*/ 615936 w 1401501"/>
              <a:gd name="connsiteY30" fmla="*/ 920254 h 1664286"/>
              <a:gd name="connsiteX31" fmla="*/ 1033293 w 1401501"/>
              <a:gd name="connsiteY31" fmla="*/ 516502 h 1664286"/>
              <a:gd name="connsiteX32" fmla="*/ 1126361 w 1401501"/>
              <a:gd name="connsiteY32" fmla="*/ 516502 h 1664286"/>
              <a:gd name="connsiteX33" fmla="*/ 1126359 w 1401501"/>
              <a:gd name="connsiteY33" fmla="*/ 606485 h 166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1501" h="1664286">
                <a:moveTo>
                  <a:pt x="1367245" y="233871"/>
                </a:moveTo>
                <a:cubicBezTo>
                  <a:pt x="1347270" y="215735"/>
                  <a:pt x="1320965" y="205810"/>
                  <a:pt x="1293763" y="205810"/>
                </a:cubicBezTo>
                <a:cubicBezTo>
                  <a:pt x="1291281" y="205810"/>
                  <a:pt x="1288801" y="205810"/>
                  <a:pt x="1286323" y="205981"/>
                </a:cubicBezTo>
                <a:cubicBezTo>
                  <a:pt x="1284822" y="206150"/>
                  <a:pt x="1267500" y="207183"/>
                  <a:pt x="1240430" y="207183"/>
                </a:cubicBezTo>
                <a:cubicBezTo>
                  <a:pt x="1195564" y="207183"/>
                  <a:pt x="1107970" y="204102"/>
                  <a:pt x="1024994" y="184431"/>
                </a:cubicBezTo>
                <a:cubicBezTo>
                  <a:pt x="917857" y="158936"/>
                  <a:pt x="794206" y="40886"/>
                  <a:pt x="758233" y="17619"/>
                </a:cubicBezTo>
                <a:cubicBezTo>
                  <a:pt x="740098" y="5818"/>
                  <a:pt x="719227" y="0"/>
                  <a:pt x="698313" y="0"/>
                </a:cubicBezTo>
                <a:cubicBezTo>
                  <a:pt x="677484" y="0"/>
                  <a:pt x="656611" y="5818"/>
                  <a:pt x="638519" y="17450"/>
                </a:cubicBezTo>
                <a:cubicBezTo>
                  <a:pt x="634157" y="20358"/>
                  <a:pt x="504687" y="154315"/>
                  <a:pt x="378048" y="184431"/>
                </a:cubicBezTo>
                <a:cubicBezTo>
                  <a:pt x="295115" y="204102"/>
                  <a:pt x="205852" y="207183"/>
                  <a:pt x="161028" y="207183"/>
                </a:cubicBezTo>
                <a:cubicBezTo>
                  <a:pt x="133953" y="207183"/>
                  <a:pt x="116678" y="206150"/>
                  <a:pt x="114968" y="205981"/>
                </a:cubicBezTo>
                <a:cubicBezTo>
                  <a:pt x="112615" y="205810"/>
                  <a:pt x="110261" y="205810"/>
                  <a:pt x="107867" y="205810"/>
                </a:cubicBezTo>
                <a:cubicBezTo>
                  <a:pt x="80620" y="205810"/>
                  <a:pt x="54231" y="215733"/>
                  <a:pt x="34173" y="233871"/>
                </a:cubicBezTo>
                <a:cubicBezTo>
                  <a:pt x="12403" y="253545"/>
                  <a:pt x="0" y="281087"/>
                  <a:pt x="0" y="310001"/>
                </a:cubicBezTo>
                <a:lnTo>
                  <a:pt x="0" y="570558"/>
                </a:lnTo>
                <a:cubicBezTo>
                  <a:pt x="0" y="1533753"/>
                  <a:pt x="651653" y="1657788"/>
                  <a:pt x="679281" y="1662744"/>
                </a:cubicBezTo>
                <a:cubicBezTo>
                  <a:pt x="685612" y="1663777"/>
                  <a:pt x="691984" y="1664286"/>
                  <a:pt x="698357" y="1664286"/>
                </a:cubicBezTo>
                <a:cubicBezTo>
                  <a:pt x="704688" y="1664286"/>
                  <a:pt x="711145" y="1663777"/>
                  <a:pt x="717389" y="1662744"/>
                </a:cubicBezTo>
                <a:cubicBezTo>
                  <a:pt x="745060" y="1657786"/>
                  <a:pt x="1401501" y="1533751"/>
                  <a:pt x="1401501" y="570558"/>
                </a:cubicBezTo>
                <a:lnTo>
                  <a:pt x="1401501" y="310001"/>
                </a:lnTo>
                <a:cubicBezTo>
                  <a:pt x="1401501" y="281087"/>
                  <a:pt x="1389056" y="253546"/>
                  <a:pt x="1367245" y="233871"/>
                </a:cubicBezTo>
                <a:close/>
                <a:moveTo>
                  <a:pt x="1126359" y="606485"/>
                </a:moveTo>
                <a:lnTo>
                  <a:pt x="674577" y="1043602"/>
                </a:lnTo>
                <a:cubicBezTo>
                  <a:pt x="671752" y="1048218"/>
                  <a:pt x="668289" y="1052845"/>
                  <a:pt x="664097" y="1056777"/>
                </a:cubicBezTo>
                <a:cubicBezTo>
                  <a:pt x="650837" y="1069608"/>
                  <a:pt x="633303" y="1075766"/>
                  <a:pt x="615935" y="1075424"/>
                </a:cubicBezTo>
                <a:cubicBezTo>
                  <a:pt x="598574" y="1075766"/>
                  <a:pt x="581075" y="1069608"/>
                  <a:pt x="567820" y="1056777"/>
                </a:cubicBezTo>
                <a:cubicBezTo>
                  <a:pt x="563631" y="1052845"/>
                  <a:pt x="560124" y="1048218"/>
                  <a:pt x="557300" y="1043602"/>
                </a:cubicBezTo>
                <a:lnTo>
                  <a:pt x="315862" y="809903"/>
                </a:lnTo>
                <a:cubicBezTo>
                  <a:pt x="290155" y="785094"/>
                  <a:pt x="290155" y="744893"/>
                  <a:pt x="315862" y="719912"/>
                </a:cubicBezTo>
                <a:cubicBezTo>
                  <a:pt x="341566" y="695112"/>
                  <a:pt x="383266" y="695112"/>
                  <a:pt x="408972" y="719912"/>
                </a:cubicBezTo>
                <a:lnTo>
                  <a:pt x="615936" y="920254"/>
                </a:lnTo>
                <a:lnTo>
                  <a:pt x="1033293" y="516502"/>
                </a:lnTo>
                <a:cubicBezTo>
                  <a:pt x="1059001" y="491692"/>
                  <a:pt x="1100657" y="491692"/>
                  <a:pt x="1126361" y="516502"/>
                </a:cubicBezTo>
                <a:cubicBezTo>
                  <a:pt x="1152066" y="541302"/>
                  <a:pt x="1152066" y="581681"/>
                  <a:pt x="1126359" y="606485"/>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图形 69"/>
          <p:cNvSpPr/>
          <p:nvPr/>
        </p:nvSpPr>
        <p:spPr>
          <a:xfrm>
            <a:off x="11397143" y="3983321"/>
            <a:ext cx="263336" cy="263336"/>
          </a:xfrm>
          <a:custGeom>
            <a:avLst/>
            <a:gdLst>
              <a:gd name="connsiteX0" fmla="*/ 1711768 w 1802171"/>
              <a:gd name="connsiteY0" fmla="*/ 707999 h 1802175"/>
              <a:gd name="connsiteX1" fmla="*/ 1553344 w 1802171"/>
              <a:gd name="connsiteY1" fmla="*/ 707999 h 1802175"/>
              <a:gd name="connsiteX2" fmla="*/ 1490135 w 1802171"/>
              <a:gd name="connsiteY2" fmla="*/ 561185 h 1802175"/>
              <a:gd name="connsiteX3" fmla="*/ 1602026 w 1802171"/>
              <a:gd name="connsiteY3" fmla="*/ 452446 h 1802175"/>
              <a:gd name="connsiteX4" fmla="*/ 1602096 w 1802171"/>
              <a:gd name="connsiteY4" fmla="*/ 326257 h 1802175"/>
              <a:gd name="connsiteX5" fmla="*/ 1474363 w 1802171"/>
              <a:gd name="connsiteY5" fmla="*/ 199302 h 1802175"/>
              <a:gd name="connsiteX6" fmla="*/ 1346572 w 1802171"/>
              <a:gd name="connsiteY6" fmla="*/ 199725 h 1802175"/>
              <a:gd name="connsiteX7" fmla="*/ 1240915 w 1802171"/>
              <a:gd name="connsiteY7" fmla="*/ 311779 h 1802175"/>
              <a:gd name="connsiteX8" fmla="*/ 1094170 w 1802171"/>
              <a:gd name="connsiteY8" fmla="*/ 248765 h 1802175"/>
              <a:gd name="connsiteX9" fmla="*/ 1094170 w 1802171"/>
              <a:gd name="connsiteY9" fmla="*/ 90363 h 1802175"/>
              <a:gd name="connsiteX10" fmla="*/ 991414 w 1802171"/>
              <a:gd name="connsiteY10" fmla="*/ 0 h 1802175"/>
              <a:gd name="connsiteX11" fmla="*/ 810785 w 1802171"/>
              <a:gd name="connsiteY11" fmla="*/ 0 h 1802175"/>
              <a:gd name="connsiteX12" fmla="*/ 708000 w 1802171"/>
              <a:gd name="connsiteY12" fmla="*/ 90363 h 1802175"/>
              <a:gd name="connsiteX13" fmla="*/ 708000 w 1802171"/>
              <a:gd name="connsiteY13" fmla="*/ 248797 h 1802175"/>
              <a:gd name="connsiteX14" fmla="*/ 561213 w 1802171"/>
              <a:gd name="connsiteY14" fmla="*/ 311965 h 1802175"/>
              <a:gd name="connsiteX15" fmla="*/ 452444 w 1802171"/>
              <a:gd name="connsiteY15" fmla="*/ 200074 h 1802175"/>
              <a:gd name="connsiteX16" fmla="*/ 326254 w 1802171"/>
              <a:gd name="connsiteY16" fmla="*/ 200008 h 1802175"/>
              <a:gd name="connsiteX17" fmla="*/ 199298 w 1802171"/>
              <a:gd name="connsiteY17" fmla="*/ 327767 h 1802175"/>
              <a:gd name="connsiteX18" fmla="*/ 199721 w 1802171"/>
              <a:gd name="connsiteY18" fmla="*/ 455560 h 1802175"/>
              <a:gd name="connsiteX19" fmla="*/ 311809 w 1802171"/>
              <a:gd name="connsiteY19" fmla="*/ 561215 h 1802175"/>
              <a:gd name="connsiteX20" fmla="*/ 248795 w 1802171"/>
              <a:gd name="connsiteY20" fmla="*/ 708003 h 1802175"/>
              <a:gd name="connsiteX21" fmla="*/ 90402 w 1802171"/>
              <a:gd name="connsiteY21" fmla="*/ 708003 h 1802175"/>
              <a:gd name="connsiteX22" fmla="*/ 0 w 1802171"/>
              <a:gd name="connsiteY22" fmla="*/ 810748 h 1802175"/>
              <a:gd name="connsiteX23" fmla="*/ 0 w 1802171"/>
              <a:gd name="connsiteY23" fmla="*/ 991384 h 1802175"/>
              <a:gd name="connsiteX24" fmla="*/ 90402 w 1802171"/>
              <a:gd name="connsiteY24" fmla="*/ 1094172 h 1802175"/>
              <a:gd name="connsiteX25" fmla="*/ 248830 w 1802171"/>
              <a:gd name="connsiteY25" fmla="*/ 1094172 h 1802175"/>
              <a:gd name="connsiteX26" fmla="*/ 312010 w 1802171"/>
              <a:gd name="connsiteY26" fmla="*/ 1240960 h 1802175"/>
              <a:gd name="connsiteX27" fmla="*/ 200108 w 1802171"/>
              <a:gd name="connsiteY27" fmla="*/ 1349766 h 1802175"/>
              <a:gd name="connsiteX28" fmla="*/ 200048 w 1802171"/>
              <a:gd name="connsiteY28" fmla="*/ 1475918 h 1802175"/>
              <a:gd name="connsiteX29" fmla="*/ 327771 w 1802171"/>
              <a:gd name="connsiteY29" fmla="*/ 1602904 h 1802175"/>
              <a:gd name="connsiteX30" fmla="*/ 455562 w 1802171"/>
              <a:gd name="connsiteY30" fmla="*/ 1602450 h 1802175"/>
              <a:gd name="connsiteX31" fmla="*/ 561219 w 1802171"/>
              <a:gd name="connsiteY31" fmla="*/ 1490364 h 1802175"/>
              <a:gd name="connsiteX32" fmla="*/ 708004 w 1802171"/>
              <a:gd name="connsiteY32" fmla="*/ 1553378 h 1802175"/>
              <a:gd name="connsiteX33" fmla="*/ 708004 w 1802171"/>
              <a:gd name="connsiteY33" fmla="*/ 1711809 h 1802175"/>
              <a:gd name="connsiteX34" fmla="*/ 810751 w 1802171"/>
              <a:gd name="connsiteY34" fmla="*/ 1802176 h 1802175"/>
              <a:gd name="connsiteX35" fmla="*/ 991388 w 1802171"/>
              <a:gd name="connsiteY35" fmla="*/ 1802176 h 1802175"/>
              <a:gd name="connsiteX36" fmla="*/ 1094176 w 1802171"/>
              <a:gd name="connsiteY36" fmla="*/ 1711774 h 1802175"/>
              <a:gd name="connsiteX37" fmla="*/ 1094176 w 1802171"/>
              <a:gd name="connsiteY37" fmla="*/ 1553350 h 1802175"/>
              <a:gd name="connsiteX38" fmla="*/ 1240991 w 1802171"/>
              <a:gd name="connsiteY38" fmla="*/ 1490141 h 1802175"/>
              <a:gd name="connsiteX39" fmla="*/ 1349766 w 1802171"/>
              <a:gd name="connsiteY39" fmla="*/ 1602032 h 1802175"/>
              <a:gd name="connsiteX40" fmla="*/ 1475918 w 1802171"/>
              <a:gd name="connsiteY40" fmla="*/ 1602101 h 1802175"/>
              <a:gd name="connsiteX41" fmla="*/ 1602902 w 1802171"/>
              <a:gd name="connsiteY41" fmla="*/ 1474363 h 1802175"/>
              <a:gd name="connsiteX42" fmla="*/ 1602448 w 1802171"/>
              <a:gd name="connsiteY42" fmla="*/ 1346572 h 1802175"/>
              <a:gd name="connsiteX43" fmla="*/ 1490362 w 1802171"/>
              <a:gd name="connsiteY43" fmla="*/ 1240915 h 1802175"/>
              <a:gd name="connsiteX44" fmla="*/ 1553376 w 1802171"/>
              <a:gd name="connsiteY44" fmla="*/ 1094171 h 1802175"/>
              <a:gd name="connsiteX45" fmla="*/ 1711807 w 1802171"/>
              <a:gd name="connsiteY45" fmla="*/ 1094171 h 1802175"/>
              <a:gd name="connsiteX46" fmla="*/ 1802172 w 1802171"/>
              <a:gd name="connsiteY46" fmla="*/ 991414 h 1802175"/>
              <a:gd name="connsiteX47" fmla="*/ 1802172 w 1802171"/>
              <a:gd name="connsiteY47" fmla="*/ 810785 h 1802175"/>
              <a:gd name="connsiteX48" fmla="*/ 1711768 w 1802171"/>
              <a:gd name="connsiteY48" fmla="*/ 707999 h 1802175"/>
              <a:gd name="connsiteX49" fmla="*/ 1711768 w 1802171"/>
              <a:gd name="connsiteY49" fmla="*/ 707999 h 1802175"/>
              <a:gd name="connsiteX50" fmla="*/ 901081 w 1802171"/>
              <a:gd name="connsiteY50" fmla="*/ 1307443 h 1802175"/>
              <a:gd name="connsiteX51" fmla="*/ 494668 w 1802171"/>
              <a:gd name="connsiteY51" fmla="*/ 901053 h 1802175"/>
              <a:gd name="connsiteX52" fmla="*/ 901081 w 1802171"/>
              <a:gd name="connsiteY52" fmla="*/ 494628 h 1802175"/>
              <a:gd name="connsiteX53" fmla="*/ 1307506 w 1802171"/>
              <a:gd name="connsiteY53" fmla="*/ 901053 h 1802175"/>
              <a:gd name="connsiteX54" fmla="*/ 901081 w 1802171"/>
              <a:gd name="connsiteY54" fmla="*/ 1307443 h 1802175"/>
              <a:gd name="connsiteX55" fmla="*/ 901081 w 1802171"/>
              <a:gd name="connsiteY55" fmla="*/ 1307443 h 18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2171" h="1802175">
                <a:moveTo>
                  <a:pt x="1711768" y="707999"/>
                </a:moveTo>
                <a:lnTo>
                  <a:pt x="1553344" y="707999"/>
                </a:lnTo>
                <a:cubicBezTo>
                  <a:pt x="1538407" y="675815"/>
                  <a:pt x="1517235" y="608876"/>
                  <a:pt x="1490135" y="561185"/>
                </a:cubicBezTo>
                <a:lnTo>
                  <a:pt x="1602026" y="452446"/>
                </a:lnTo>
                <a:cubicBezTo>
                  <a:pt x="1637365" y="417109"/>
                  <a:pt x="1637402" y="361536"/>
                  <a:pt x="1602096" y="326257"/>
                </a:cubicBezTo>
                <a:lnTo>
                  <a:pt x="1474363" y="199302"/>
                </a:lnTo>
                <a:cubicBezTo>
                  <a:pt x="1439098" y="164034"/>
                  <a:pt x="1381909" y="164417"/>
                  <a:pt x="1346572" y="199725"/>
                </a:cubicBezTo>
                <a:lnTo>
                  <a:pt x="1240915" y="311779"/>
                </a:lnTo>
                <a:cubicBezTo>
                  <a:pt x="1193295" y="284711"/>
                  <a:pt x="1126354" y="263695"/>
                  <a:pt x="1094170" y="248765"/>
                </a:cubicBezTo>
                <a:lnTo>
                  <a:pt x="1094170" y="90363"/>
                </a:lnTo>
                <a:cubicBezTo>
                  <a:pt x="1094170" y="40425"/>
                  <a:pt x="1041264" y="0"/>
                  <a:pt x="991414" y="0"/>
                </a:cubicBezTo>
                <a:lnTo>
                  <a:pt x="810785" y="0"/>
                </a:lnTo>
                <a:cubicBezTo>
                  <a:pt x="760905" y="0"/>
                  <a:pt x="708000" y="40423"/>
                  <a:pt x="708000" y="90363"/>
                </a:cubicBezTo>
                <a:lnTo>
                  <a:pt x="708000" y="248797"/>
                </a:lnTo>
                <a:cubicBezTo>
                  <a:pt x="675814" y="263726"/>
                  <a:pt x="608907" y="284907"/>
                  <a:pt x="561213" y="311965"/>
                </a:cubicBezTo>
                <a:lnTo>
                  <a:pt x="452444" y="200074"/>
                </a:lnTo>
                <a:cubicBezTo>
                  <a:pt x="417106" y="164739"/>
                  <a:pt x="361491" y="164739"/>
                  <a:pt x="326254" y="200008"/>
                </a:cubicBezTo>
                <a:lnTo>
                  <a:pt x="199298" y="327767"/>
                </a:lnTo>
                <a:cubicBezTo>
                  <a:pt x="164061" y="363006"/>
                  <a:pt x="164385" y="420193"/>
                  <a:pt x="199721" y="455560"/>
                </a:cubicBezTo>
                <a:lnTo>
                  <a:pt x="311809" y="561215"/>
                </a:lnTo>
                <a:cubicBezTo>
                  <a:pt x="284711" y="608905"/>
                  <a:pt x="263724" y="675819"/>
                  <a:pt x="248795" y="708003"/>
                </a:cubicBezTo>
                <a:lnTo>
                  <a:pt x="90402" y="708003"/>
                </a:lnTo>
                <a:cubicBezTo>
                  <a:pt x="40422" y="708003"/>
                  <a:pt x="0" y="760909"/>
                  <a:pt x="0" y="810748"/>
                </a:cubicBezTo>
                <a:lnTo>
                  <a:pt x="0" y="991384"/>
                </a:lnTo>
                <a:cubicBezTo>
                  <a:pt x="0" y="1041238"/>
                  <a:pt x="40422" y="1094172"/>
                  <a:pt x="90402" y="1094172"/>
                </a:cubicBezTo>
                <a:lnTo>
                  <a:pt x="248830" y="1094172"/>
                </a:lnTo>
                <a:cubicBezTo>
                  <a:pt x="263767" y="1126357"/>
                  <a:pt x="284971" y="1193257"/>
                  <a:pt x="312010" y="1240960"/>
                </a:cubicBezTo>
                <a:lnTo>
                  <a:pt x="200108" y="1349766"/>
                </a:lnTo>
                <a:cubicBezTo>
                  <a:pt x="164770" y="1385094"/>
                  <a:pt x="164770" y="1440643"/>
                  <a:pt x="200048" y="1475918"/>
                </a:cubicBezTo>
                <a:lnTo>
                  <a:pt x="327771" y="1602904"/>
                </a:lnTo>
                <a:cubicBezTo>
                  <a:pt x="363007" y="1638145"/>
                  <a:pt x="420226" y="1637790"/>
                  <a:pt x="455562" y="1602450"/>
                </a:cubicBezTo>
                <a:lnTo>
                  <a:pt x="561219" y="1490364"/>
                </a:lnTo>
                <a:cubicBezTo>
                  <a:pt x="608909" y="1517432"/>
                  <a:pt x="675820" y="1538437"/>
                  <a:pt x="708004" y="1553378"/>
                </a:cubicBezTo>
                <a:lnTo>
                  <a:pt x="708004" y="1711809"/>
                </a:lnTo>
                <a:cubicBezTo>
                  <a:pt x="708004" y="1761750"/>
                  <a:pt x="760911" y="1802176"/>
                  <a:pt x="810751" y="1802176"/>
                </a:cubicBezTo>
                <a:lnTo>
                  <a:pt x="991388" y="1802176"/>
                </a:lnTo>
                <a:cubicBezTo>
                  <a:pt x="1041241" y="1802176"/>
                  <a:pt x="1094176" y="1761752"/>
                  <a:pt x="1094176" y="1711774"/>
                </a:cubicBezTo>
                <a:lnTo>
                  <a:pt x="1094176" y="1553350"/>
                </a:lnTo>
                <a:cubicBezTo>
                  <a:pt x="1126360" y="1538413"/>
                  <a:pt x="1193258" y="1517209"/>
                  <a:pt x="1240991" y="1490141"/>
                </a:cubicBezTo>
                <a:lnTo>
                  <a:pt x="1349766" y="1602032"/>
                </a:lnTo>
                <a:cubicBezTo>
                  <a:pt x="1385094" y="1637369"/>
                  <a:pt x="1440642" y="1637369"/>
                  <a:pt x="1475918" y="1602101"/>
                </a:cubicBezTo>
                <a:lnTo>
                  <a:pt x="1602902" y="1474363"/>
                </a:lnTo>
                <a:cubicBezTo>
                  <a:pt x="1638139" y="1439098"/>
                  <a:pt x="1637787" y="1381909"/>
                  <a:pt x="1602448" y="1346572"/>
                </a:cubicBezTo>
                <a:lnTo>
                  <a:pt x="1490362" y="1240915"/>
                </a:lnTo>
                <a:cubicBezTo>
                  <a:pt x="1517430" y="1193229"/>
                  <a:pt x="1538435" y="1126355"/>
                  <a:pt x="1553376" y="1094171"/>
                </a:cubicBezTo>
                <a:lnTo>
                  <a:pt x="1711807" y="1094171"/>
                </a:lnTo>
                <a:cubicBezTo>
                  <a:pt x="1761748" y="1094171"/>
                  <a:pt x="1802172" y="1041264"/>
                  <a:pt x="1802172" y="991414"/>
                </a:cubicBezTo>
                <a:lnTo>
                  <a:pt x="1802172" y="810785"/>
                </a:lnTo>
                <a:cubicBezTo>
                  <a:pt x="1802172" y="760905"/>
                  <a:pt x="1761748" y="707999"/>
                  <a:pt x="1711768" y="707999"/>
                </a:cubicBezTo>
                <a:lnTo>
                  <a:pt x="1711768" y="707999"/>
                </a:lnTo>
                <a:close/>
                <a:moveTo>
                  <a:pt x="901081" y="1307443"/>
                </a:moveTo>
                <a:cubicBezTo>
                  <a:pt x="676624" y="1307443"/>
                  <a:pt x="494668" y="1125490"/>
                  <a:pt x="494668" y="901053"/>
                </a:cubicBezTo>
                <a:cubicBezTo>
                  <a:pt x="494668" y="676583"/>
                  <a:pt x="676624" y="494628"/>
                  <a:pt x="901081" y="494628"/>
                </a:cubicBezTo>
                <a:cubicBezTo>
                  <a:pt x="1125580" y="494628"/>
                  <a:pt x="1307506" y="676583"/>
                  <a:pt x="1307506" y="901053"/>
                </a:cubicBezTo>
                <a:cubicBezTo>
                  <a:pt x="1307506" y="1125490"/>
                  <a:pt x="1125580" y="1307443"/>
                  <a:pt x="901081" y="1307443"/>
                </a:cubicBezTo>
                <a:lnTo>
                  <a:pt x="901081" y="1307443"/>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图形 71"/>
          <p:cNvSpPr/>
          <p:nvPr/>
        </p:nvSpPr>
        <p:spPr>
          <a:xfrm>
            <a:off x="513962" y="1047085"/>
            <a:ext cx="324082" cy="253632"/>
          </a:xfrm>
          <a:custGeom>
            <a:avLst/>
            <a:gdLst>
              <a:gd name="connsiteX0" fmla="*/ 1676512 w 1752566"/>
              <a:gd name="connsiteY0" fmla="*/ 437073 h 1371588"/>
              <a:gd name="connsiteX1" fmla="*/ 1676512 w 1752566"/>
              <a:gd name="connsiteY1" fmla="*/ 730367 h 1371588"/>
              <a:gd name="connsiteX2" fmla="*/ 1743340 w 1752566"/>
              <a:gd name="connsiteY2" fmla="*/ 811519 h 1371588"/>
              <a:gd name="connsiteX3" fmla="*/ 1614142 w 1752566"/>
              <a:gd name="connsiteY3" fmla="*/ 928487 h 1371588"/>
              <a:gd name="connsiteX4" fmla="*/ 1495308 w 1752566"/>
              <a:gd name="connsiteY4" fmla="*/ 811519 h 1371588"/>
              <a:gd name="connsiteX5" fmla="*/ 1566594 w 1752566"/>
              <a:gd name="connsiteY5" fmla="*/ 728841 h 1371588"/>
              <a:gd name="connsiteX6" fmla="*/ 1566594 w 1752566"/>
              <a:gd name="connsiteY6" fmla="*/ 485382 h 1371588"/>
              <a:gd name="connsiteX7" fmla="*/ 996275 w 1752566"/>
              <a:gd name="connsiteY7" fmla="*/ 738176 h 1371588"/>
              <a:gd name="connsiteX8" fmla="*/ 766075 w 1752566"/>
              <a:gd name="connsiteY8" fmla="*/ 744425 h 1371588"/>
              <a:gd name="connsiteX9" fmla="*/ 102144 w 1752566"/>
              <a:gd name="connsiteY9" fmla="*/ 462028 h 1371588"/>
              <a:gd name="connsiteX10" fmla="*/ 105078 w 1752566"/>
              <a:gd name="connsiteY10" fmla="*/ 298198 h 1371588"/>
              <a:gd name="connsiteX11" fmla="*/ 746720 w 1752566"/>
              <a:gd name="connsiteY11" fmla="*/ 42356 h 1371588"/>
              <a:gd name="connsiteX12" fmla="*/ 984350 w 1752566"/>
              <a:gd name="connsiteY12" fmla="*/ 25211 h 1371588"/>
              <a:gd name="connsiteX13" fmla="*/ 1669082 w 1752566"/>
              <a:gd name="connsiteY13" fmla="*/ 312256 h 1371588"/>
              <a:gd name="connsiteX14" fmla="*/ 1676512 w 1752566"/>
              <a:gd name="connsiteY14" fmla="*/ 437073 h 1371588"/>
              <a:gd name="connsiteX15" fmla="*/ 1015554 w 1752566"/>
              <a:gd name="connsiteY15" fmla="*/ 859867 h 1371588"/>
              <a:gd name="connsiteX16" fmla="*/ 1369045 w 1752566"/>
              <a:gd name="connsiteY16" fmla="*/ 694514 h 1371588"/>
              <a:gd name="connsiteX17" fmla="*/ 1369045 w 1752566"/>
              <a:gd name="connsiteY17" fmla="*/ 1178118 h 1371588"/>
              <a:gd name="connsiteX18" fmla="*/ 883346 w 1752566"/>
              <a:gd name="connsiteY18" fmla="*/ 1371589 h 1371588"/>
              <a:gd name="connsiteX19" fmla="*/ 370901 w 1752566"/>
              <a:gd name="connsiteY19" fmla="*/ 1178118 h 1371588"/>
              <a:gd name="connsiteX20" fmla="*/ 370901 w 1752566"/>
              <a:gd name="connsiteY20" fmla="*/ 725680 h 1371588"/>
              <a:gd name="connsiteX21" fmla="*/ 736280 w 1752566"/>
              <a:gd name="connsiteY21" fmla="*/ 858267 h 1371588"/>
              <a:gd name="connsiteX22" fmla="*/ 1015554 w 1752566"/>
              <a:gd name="connsiteY22" fmla="*/ 859867 h 137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52566" h="1371588">
                <a:moveTo>
                  <a:pt x="1676512" y="437073"/>
                </a:moveTo>
                <a:lnTo>
                  <a:pt x="1676512" y="730367"/>
                </a:lnTo>
                <a:lnTo>
                  <a:pt x="1743340" y="811519"/>
                </a:lnTo>
                <a:lnTo>
                  <a:pt x="1614142" y="928487"/>
                </a:lnTo>
                <a:lnTo>
                  <a:pt x="1495308" y="811519"/>
                </a:lnTo>
                <a:lnTo>
                  <a:pt x="1566594" y="728841"/>
                </a:lnTo>
                <a:lnTo>
                  <a:pt x="1566594" y="485382"/>
                </a:lnTo>
                <a:cubicBezTo>
                  <a:pt x="1184870" y="647689"/>
                  <a:pt x="1080895" y="699161"/>
                  <a:pt x="996275" y="738176"/>
                </a:cubicBezTo>
                <a:cubicBezTo>
                  <a:pt x="911616" y="777192"/>
                  <a:pt x="850732" y="777192"/>
                  <a:pt x="766075" y="744425"/>
                </a:cubicBezTo>
                <a:cubicBezTo>
                  <a:pt x="682865" y="711659"/>
                  <a:pt x="301140" y="560325"/>
                  <a:pt x="102144" y="462028"/>
                </a:cubicBezTo>
                <a:cubicBezTo>
                  <a:pt x="-30063" y="396495"/>
                  <a:pt x="-38979" y="354356"/>
                  <a:pt x="105078" y="298198"/>
                </a:cubicBezTo>
                <a:cubicBezTo>
                  <a:pt x="292225" y="224892"/>
                  <a:pt x="583308" y="106326"/>
                  <a:pt x="746720" y="42356"/>
                </a:cubicBezTo>
                <a:cubicBezTo>
                  <a:pt x="843265" y="1780"/>
                  <a:pt x="895233" y="-20051"/>
                  <a:pt x="984350" y="25211"/>
                </a:cubicBezTo>
                <a:cubicBezTo>
                  <a:pt x="1143302" y="93829"/>
                  <a:pt x="1487878" y="234227"/>
                  <a:pt x="1669082" y="312256"/>
                </a:cubicBezTo>
                <a:cubicBezTo>
                  <a:pt x="1826546" y="383999"/>
                  <a:pt x="1721090" y="407430"/>
                  <a:pt x="1676512" y="437073"/>
                </a:cubicBezTo>
                <a:close/>
                <a:moveTo>
                  <a:pt x="1015554" y="859867"/>
                </a:moveTo>
                <a:cubicBezTo>
                  <a:pt x="1107641" y="820854"/>
                  <a:pt x="1232419" y="755321"/>
                  <a:pt x="1369045" y="694514"/>
                </a:cubicBezTo>
                <a:lnTo>
                  <a:pt x="1369045" y="1178118"/>
                </a:lnTo>
                <a:cubicBezTo>
                  <a:pt x="1369045" y="1178118"/>
                  <a:pt x="1193785" y="1371589"/>
                  <a:pt x="883346" y="1371589"/>
                </a:cubicBezTo>
                <a:cubicBezTo>
                  <a:pt x="550657" y="1371589"/>
                  <a:pt x="370901" y="1178118"/>
                  <a:pt x="370901" y="1178118"/>
                </a:cubicBezTo>
                <a:lnTo>
                  <a:pt x="370901" y="725680"/>
                </a:lnTo>
                <a:cubicBezTo>
                  <a:pt x="476400" y="769380"/>
                  <a:pt x="593710" y="808356"/>
                  <a:pt x="736280" y="858267"/>
                </a:cubicBezTo>
                <a:cubicBezTo>
                  <a:pt x="823949" y="892634"/>
                  <a:pt x="935352" y="903530"/>
                  <a:pt x="1015554" y="859867"/>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剪去左右顶角 75"/>
          <p:cNvSpPr/>
          <p:nvPr/>
        </p:nvSpPr>
        <p:spPr>
          <a:xfrm>
            <a:off x="192088" y="5774816"/>
            <a:ext cx="11807825" cy="930784"/>
          </a:xfrm>
          <a:prstGeom prst="snip2Same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218599" y="5887227"/>
            <a:ext cx="11673359" cy="705962"/>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在信息化的时代，准确的信息资料是公司进行战略调整的重要依据，而准确的人力资源资料是进行人力资源规划与全年人员布局的重要指导。年初依据集团人力资源的要求，对人资工作进行了全面改革</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矩形: 剪去左右顶角 1"/>
          <p:cNvSpPr/>
          <p:nvPr/>
        </p:nvSpPr>
        <p:spPr>
          <a:xfrm rot="16200000">
            <a:off x="-820751" y="1943893"/>
            <a:ext cx="4745702" cy="2504121"/>
          </a:xfrm>
          <a:prstGeom prst="snip2SameRect">
            <a:avLst>
              <a:gd name="adj1" fmla="val 8995"/>
              <a:gd name="adj2" fmla="val 0"/>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974692"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6000005"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9025317"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 name="直接连接符 6"/>
          <p:cNvCxnSpPr/>
          <p:nvPr/>
        </p:nvCxnSpPr>
        <p:spPr>
          <a:xfrm>
            <a:off x="2974693" y="823114"/>
            <a:ext cx="28666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剪去左右顶角 7"/>
          <p:cNvSpPr/>
          <p:nvPr/>
        </p:nvSpPr>
        <p:spPr>
          <a:xfrm>
            <a:off x="2974692" y="4518525"/>
            <a:ext cx="2866643" cy="1050288"/>
          </a:xfrm>
          <a:prstGeom prst="snip2Same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剪去左右顶角 8"/>
          <p:cNvSpPr/>
          <p:nvPr/>
        </p:nvSpPr>
        <p:spPr>
          <a:xfrm>
            <a:off x="6000005" y="4518525"/>
            <a:ext cx="2866643" cy="1050288"/>
          </a:xfrm>
          <a:prstGeom prst="snip2Same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剪去左右顶角 9"/>
          <p:cNvSpPr/>
          <p:nvPr/>
        </p:nvSpPr>
        <p:spPr>
          <a:xfrm>
            <a:off x="9025316" y="4518525"/>
            <a:ext cx="2866643" cy="1050288"/>
          </a:xfrm>
          <a:prstGeom prst="snip2Same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1" name="直接连接符 10"/>
          <p:cNvCxnSpPr/>
          <p:nvPr/>
        </p:nvCxnSpPr>
        <p:spPr>
          <a:xfrm>
            <a:off x="6000005" y="823114"/>
            <a:ext cx="286664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025317" y="823114"/>
            <a:ext cx="286664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箭头: 五边形 12"/>
          <p:cNvSpPr/>
          <p:nvPr/>
        </p:nvSpPr>
        <p:spPr>
          <a:xfrm>
            <a:off x="2974692" y="999099"/>
            <a:ext cx="774348" cy="450771"/>
          </a:xfrm>
          <a:prstGeom prst="homePlate">
            <a:avLst>
              <a:gd name="adj" fmla="val 2631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300038" y="1141527"/>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德</a:t>
            </a: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518160" y="1597315"/>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德才兼备，以德为先</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nvSpPr>
        <p:spPr>
          <a:xfrm>
            <a:off x="300038" y="2207771"/>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能</a:t>
            </a: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518160" y="2663559"/>
            <a:ext cx="193567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岗位适应能力、创新能力重要</a:t>
            </a:r>
            <a:endPar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00038" y="342111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勤</a:t>
            </a: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518160" y="3876903"/>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rPr>
              <a:t>工作态度、敬业精神</a:t>
            </a:r>
            <a:endPar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文本框 19"/>
          <p:cNvSpPr txBox="1"/>
          <p:nvPr/>
        </p:nvSpPr>
        <p:spPr>
          <a:xfrm>
            <a:off x="300038" y="4487358"/>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绩</a:t>
            </a: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518160" y="4943146"/>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rPr>
              <a:t>适应时代发展</a:t>
            </a:r>
            <a:endPar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3065907"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3136302"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将每一位员工的个人信息细化到点，做到及时修订及时更新，并于每个月初将最新人员信息上报集团人力资源，做到与集团的有效沟通</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3136302"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建立电子员工信息库</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3092280"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通过整理发现，管理层员工整体文化程度较以往有明显提高，满足了人员的合理配置</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箭头: 五边形 25"/>
          <p:cNvSpPr/>
          <p:nvPr/>
        </p:nvSpPr>
        <p:spPr>
          <a:xfrm>
            <a:off x="5996626" y="999099"/>
            <a:ext cx="774348" cy="450771"/>
          </a:xfrm>
          <a:prstGeom prst="homePlate">
            <a:avLst>
              <a:gd name="adj" fmla="val 2631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6087841"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6106726"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定期进行人员流动状况分析，能够及时发现在人员管理上所存在的问题，并以此为依据做出最合理的调整</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6158236"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建立人员增减情况档案</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箭头: 五边形 29"/>
          <p:cNvSpPr/>
          <p:nvPr/>
        </p:nvSpPr>
        <p:spPr>
          <a:xfrm>
            <a:off x="9018560" y="999099"/>
            <a:ext cx="774348" cy="450771"/>
          </a:xfrm>
          <a:prstGeom prst="homePlate">
            <a:avLst>
              <a:gd name="adj" fmla="val 26316"/>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9109775"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9180170"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今年全年各部门依照全年培训计划共组织各类在职培训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余次，人均接受培训次数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次以上，使全体员工的综合能力得到了有效提升</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文本框 32"/>
          <p:cNvSpPr txBox="1"/>
          <p:nvPr/>
        </p:nvSpPr>
        <p:spPr>
          <a:xfrm>
            <a:off x="9180170"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建立员工培训档案</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文本框 33"/>
          <p:cNvSpPr txBox="1"/>
          <p:nvPr/>
        </p:nvSpPr>
        <p:spPr>
          <a:xfrm>
            <a:off x="6158236" y="2080956"/>
            <a:ext cx="2638224" cy="103643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人员增减情况档案建立月报制，于每月初将人员增减报表及情况分析上报集团，为集团人才梯队建设发展提供有力的参考依据</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文本框 34"/>
          <p:cNvSpPr txBox="1"/>
          <p:nvPr/>
        </p:nvSpPr>
        <p:spPr>
          <a:xfrm>
            <a:off x="9121172"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通过记录，员工可以清晰地了解自己在专业领域成长的脉络，有助于员工自我反思和规划未来的学习方向</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374307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384025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3840255" y="1275860"/>
            <a:ext cx="1296213" cy="17398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502231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776841"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6874017"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6874018" y="1275860"/>
            <a:ext cx="1423394" cy="173985"/>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8056073"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87179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996897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9968976" y="1275860"/>
            <a:ext cx="1264810" cy="1739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1115103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73%</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3183038"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4452992"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3183038"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4452992"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3014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细化到点</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3014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有效沟通</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567314"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及时更新</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4567314"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合理配置</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矩形: 圆角 55"/>
          <p:cNvSpPr/>
          <p:nvPr/>
        </p:nvSpPr>
        <p:spPr>
          <a:xfrm>
            <a:off x="6194250"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nvSpPr>
        <p:spPr>
          <a:xfrm>
            <a:off x="7464204"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6194250"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nvSpPr>
        <p:spPr>
          <a:xfrm>
            <a:off x="7464204"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6312638"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人员流动</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6312638"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参考依据</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5785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管理问题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75785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合理调整</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矩形: 圆角 63"/>
          <p:cNvSpPr/>
          <p:nvPr/>
        </p:nvSpPr>
        <p:spPr>
          <a:xfrm>
            <a:off x="9201365"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10471319"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矩形: 圆角 65"/>
          <p:cNvSpPr/>
          <p:nvPr/>
        </p:nvSpPr>
        <p:spPr>
          <a:xfrm>
            <a:off x="9201365"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矩形: 圆角 66"/>
          <p:cNvSpPr/>
          <p:nvPr/>
        </p:nvSpPr>
        <p:spPr>
          <a:xfrm>
            <a:off x="10471319"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文本框 67"/>
          <p:cNvSpPr txBox="1"/>
          <p:nvPr/>
        </p:nvSpPr>
        <p:spPr>
          <a:xfrm>
            <a:off x="9319753"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素质提高</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9319753"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人才建设</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文本框 69"/>
          <p:cNvSpPr txBox="1"/>
          <p:nvPr/>
        </p:nvSpPr>
        <p:spPr>
          <a:xfrm>
            <a:off x="10585641"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资源利用</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585641"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企业关怀</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矩形 7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任意多边形: 形状 5"/>
          <p:cNvSpPr/>
          <p:nvPr/>
        </p:nvSpPr>
        <p:spPr>
          <a:xfrm>
            <a:off x="7192002" y="1844393"/>
            <a:ext cx="5007273" cy="2616105"/>
          </a:xfrm>
          <a:custGeom>
            <a:avLst/>
            <a:gdLst>
              <a:gd name="connsiteX0" fmla="*/ 1379766 w 5282077"/>
              <a:gd name="connsiteY0" fmla="*/ 0 h 2759680"/>
              <a:gd name="connsiteX1" fmla="*/ 2759813 w 5282077"/>
              <a:gd name="connsiteY1" fmla="*/ 1379840 h 2759680"/>
              <a:gd name="connsiteX2" fmla="*/ 2759813 w 5282077"/>
              <a:gd name="connsiteY2" fmla="*/ 1604447 h 2759680"/>
              <a:gd name="connsiteX3" fmla="*/ 2182073 w 5282077"/>
              <a:gd name="connsiteY3" fmla="*/ 1604447 h 2759680"/>
              <a:gd name="connsiteX4" fmla="*/ 2182073 w 5282077"/>
              <a:gd name="connsiteY4" fmla="*/ 1379840 h 2759680"/>
              <a:gd name="connsiteX5" fmla="*/ 1379766 w 5282077"/>
              <a:gd name="connsiteY5" fmla="*/ 577617 h 2759680"/>
              <a:gd name="connsiteX6" fmla="*/ 577740 w 5282077"/>
              <a:gd name="connsiteY6" fmla="*/ 1379840 h 2759680"/>
              <a:gd name="connsiteX7" fmla="*/ 1379766 w 5282077"/>
              <a:gd name="connsiteY7" fmla="*/ 2182064 h 2759680"/>
              <a:gd name="connsiteX8" fmla="*/ 5282077 w 5282077"/>
              <a:gd name="connsiteY8" fmla="*/ 2182064 h 2759680"/>
              <a:gd name="connsiteX9" fmla="*/ 5282077 w 5282077"/>
              <a:gd name="connsiteY9" fmla="*/ 2759680 h 2759680"/>
              <a:gd name="connsiteX10" fmla="*/ 1379766 w 5282077"/>
              <a:gd name="connsiteY10" fmla="*/ 2759680 h 2759680"/>
              <a:gd name="connsiteX11" fmla="*/ 0 w 5282077"/>
              <a:gd name="connsiteY11" fmla="*/ 1379840 h 2759680"/>
              <a:gd name="connsiteX12" fmla="*/ 1379766 w 5282077"/>
              <a:gd name="connsiteY12" fmla="*/ 0 h 27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2077" h="2759680">
                <a:moveTo>
                  <a:pt x="1379766" y="0"/>
                </a:moveTo>
                <a:cubicBezTo>
                  <a:pt x="2140705" y="0"/>
                  <a:pt x="2759813" y="619012"/>
                  <a:pt x="2759813" y="1379840"/>
                </a:cubicBezTo>
                <a:lnTo>
                  <a:pt x="2759813" y="1604447"/>
                </a:lnTo>
                <a:lnTo>
                  <a:pt x="2182073" y="1604447"/>
                </a:lnTo>
                <a:lnTo>
                  <a:pt x="2182073" y="1379840"/>
                </a:lnTo>
                <a:cubicBezTo>
                  <a:pt x="2182073" y="936758"/>
                  <a:pt x="1822991" y="577617"/>
                  <a:pt x="1379766" y="577617"/>
                </a:cubicBezTo>
                <a:cubicBezTo>
                  <a:pt x="936823" y="577617"/>
                  <a:pt x="577740" y="936758"/>
                  <a:pt x="577740" y="1379840"/>
                </a:cubicBezTo>
                <a:cubicBezTo>
                  <a:pt x="577740" y="1822922"/>
                  <a:pt x="936823" y="2182064"/>
                  <a:pt x="1379766" y="2182064"/>
                </a:cubicBezTo>
                <a:lnTo>
                  <a:pt x="5282077" y="2182064"/>
                </a:lnTo>
                <a:lnTo>
                  <a:pt x="5282077" y="2759680"/>
                </a:lnTo>
                <a:lnTo>
                  <a:pt x="1379766" y="2759680"/>
                </a:lnTo>
                <a:cubicBezTo>
                  <a:pt x="619108" y="2759680"/>
                  <a:pt x="0" y="2140669"/>
                  <a:pt x="0" y="1379840"/>
                </a:cubicBezTo>
                <a:cubicBezTo>
                  <a:pt x="0" y="619012"/>
                  <a:pt x="619108" y="0"/>
                  <a:pt x="1379766"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a:off x="6644001" y="1296392"/>
            <a:ext cx="5555274" cy="3711219"/>
          </a:xfrm>
          <a:custGeom>
            <a:avLst/>
            <a:gdLst>
              <a:gd name="connsiteX0" fmla="*/ 1957392 w 5860153"/>
              <a:gd name="connsiteY0" fmla="*/ 0 h 3914895"/>
              <a:gd name="connsiteX1" fmla="*/ 3914784 w 5860153"/>
              <a:gd name="connsiteY1" fmla="*/ 1957448 h 3914895"/>
              <a:gd name="connsiteX2" fmla="*/ 3914784 w 5860153"/>
              <a:gd name="connsiteY2" fmla="*/ 2182010 h 3914895"/>
              <a:gd name="connsiteX3" fmla="*/ 3337304 w 5860153"/>
              <a:gd name="connsiteY3" fmla="*/ 2182010 h 3914895"/>
              <a:gd name="connsiteX4" fmla="*/ 3337304 w 5860153"/>
              <a:gd name="connsiteY4" fmla="*/ 1957448 h 3914895"/>
              <a:gd name="connsiteX5" fmla="*/ 1957392 w 5860153"/>
              <a:gd name="connsiteY5" fmla="*/ 577628 h 3914895"/>
              <a:gd name="connsiteX6" fmla="*/ 577480 w 5860153"/>
              <a:gd name="connsiteY6" fmla="*/ 1957448 h 3914895"/>
              <a:gd name="connsiteX7" fmla="*/ 1957392 w 5860153"/>
              <a:gd name="connsiteY7" fmla="*/ 3337267 h 3914895"/>
              <a:gd name="connsiteX8" fmla="*/ 5566326 w 5860153"/>
              <a:gd name="connsiteY8" fmla="*/ 3337267 h 3914895"/>
              <a:gd name="connsiteX9" fmla="*/ 5860153 w 5860153"/>
              <a:gd name="connsiteY9" fmla="*/ 3337267 h 3914895"/>
              <a:gd name="connsiteX10" fmla="*/ 5860153 w 5860153"/>
              <a:gd name="connsiteY10" fmla="*/ 3914895 h 3914895"/>
              <a:gd name="connsiteX11" fmla="*/ 1957392 w 5860153"/>
              <a:gd name="connsiteY11" fmla="*/ 3914895 h 3914895"/>
              <a:gd name="connsiteX12" fmla="*/ 0 w 5860153"/>
              <a:gd name="connsiteY12" fmla="*/ 1957448 h 3914895"/>
              <a:gd name="connsiteX13" fmla="*/ 1957392 w 5860153"/>
              <a:gd name="connsiteY13" fmla="*/ 0 h 391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0153" h="3914895">
                <a:moveTo>
                  <a:pt x="1957392" y="0"/>
                </a:moveTo>
                <a:cubicBezTo>
                  <a:pt x="3036854" y="0"/>
                  <a:pt x="3914784" y="878133"/>
                  <a:pt x="3914784" y="1957448"/>
                </a:cubicBezTo>
                <a:lnTo>
                  <a:pt x="3914784" y="2182010"/>
                </a:lnTo>
                <a:lnTo>
                  <a:pt x="3337304" y="2182010"/>
                </a:lnTo>
                <a:lnTo>
                  <a:pt x="3337304" y="1957448"/>
                </a:lnTo>
                <a:cubicBezTo>
                  <a:pt x="3337304" y="1195312"/>
                  <a:pt x="2719456" y="577628"/>
                  <a:pt x="1957392" y="577628"/>
                </a:cubicBezTo>
                <a:cubicBezTo>
                  <a:pt x="1195328" y="577628"/>
                  <a:pt x="577480" y="1195312"/>
                  <a:pt x="577480" y="1957448"/>
                </a:cubicBezTo>
                <a:cubicBezTo>
                  <a:pt x="577480" y="2719583"/>
                  <a:pt x="1195328" y="3337267"/>
                  <a:pt x="1957392" y="3337267"/>
                </a:cubicBezTo>
                <a:cubicBezTo>
                  <a:pt x="1957392" y="3337267"/>
                  <a:pt x="4178275" y="3337267"/>
                  <a:pt x="5566326" y="3337267"/>
                </a:cubicBezTo>
                <a:lnTo>
                  <a:pt x="5860153" y="3337267"/>
                </a:lnTo>
                <a:lnTo>
                  <a:pt x="5860153" y="3914895"/>
                </a:lnTo>
                <a:lnTo>
                  <a:pt x="1957392" y="3914895"/>
                </a:lnTo>
                <a:cubicBezTo>
                  <a:pt x="878238" y="3914895"/>
                  <a:pt x="0" y="3036762"/>
                  <a:pt x="0" y="1957448"/>
                </a:cubicBezTo>
                <a:cubicBezTo>
                  <a:pt x="0" y="878133"/>
                  <a:pt x="878238" y="0"/>
                  <a:pt x="1957392"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096000" y="748391"/>
            <a:ext cx="6103275" cy="4806335"/>
          </a:xfrm>
          <a:custGeom>
            <a:avLst/>
            <a:gdLst>
              <a:gd name="connsiteX0" fmla="*/ 2535153 w 6438229"/>
              <a:gd name="connsiteY0" fmla="*/ 0 h 5070112"/>
              <a:gd name="connsiteX1" fmla="*/ 5069971 w 6438229"/>
              <a:gd name="connsiteY1" fmla="*/ 2535056 h 5070112"/>
              <a:gd name="connsiteX2" fmla="*/ 5069971 w 6438229"/>
              <a:gd name="connsiteY2" fmla="*/ 2759690 h 5070112"/>
              <a:gd name="connsiteX3" fmla="*/ 4492612 w 6438229"/>
              <a:gd name="connsiteY3" fmla="*/ 2759690 h 5070112"/>
              <a:gd name="connsiteX4" fmla="*/ 4492612 w 6438229"/>
              <a:gd name="connsiteY4" fmla="*/ 2535056 h 5070112"/>
              <a:gd name="connsiteX5" fmla="*/ 2535153 w 6438229"/>
              <a:gd name="connsiteY5" fmla="*/ 577664 h 5070112"/>
              <a:gd name="connsiteX6" fmla="*/ 577694 w 6438229"/>
              <a:gd name="connsiteY6" fmla="*/ 2535056 h 5070112"/>
              <a:gd name="connsiteX7" fmla="*/ 2535153 w 6438229"/>
              <a:gd name="connsiteY7" fmla="*/ 4492448 h 5070112"/>
              <a:gd name="connsiteX8" fmla="*/ 6143968 w 6438229"/>
              <a:gd name="connsiteY8" fmla="*/ 4492448 h 5070112"/>
              <a:gd name="connsiteX9" fmla="*/ 6438229 w 6438229"/>
              <a:gd name="connsiteY9" fmla="*/ 4492448 h 5070112"/>
              <a:gd name="connsiteX10" fmla="*/ 6438229 w 6438229"/>
              <a:gd name="connsiteY10" fmla="*/ 5070112 h 5070112"/>
              <a:gd name="connsiteX11" fmla="*/ 2535153 w 6438229"/>
              <a:gd name="connsiteY11" fmla="*/ 5070112 h 5070112"/>
              <a:gd name="connsiteX12" fmla="*/ 0 w 6438229"/>
              <a:gd name="connsiteY12" fmla="*/ 2535056 h 5070112"/>
              <a:gd name="connsiteX13" fmla="*/ 2535153 w 6438229"/>
              <a:gd name="connsiteY13" fmla="*/ 0 h 507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229" h="5070112">
                <a:moveTo>
                  <a:pt x="2535153" y="0"/>
                </a:moveTo>
                <a:cubicBezTo>
                  <a:pt x="3935013" y="0"/>
                  <a:pt x="5069971" y="1134907"/>
                  <a:pt x="5069971" y="2535056"/>
                </a:cubicBezTo>
                <a:lnTo>
                  <a:pt x="5069971" y="2759690"/>
                </a:lnTo>
                <a:lnTo>
                  <a:pt x="4492612" y="2759690"/>
                </a:lnTo>
                <a:lnTo>
                  <a:pt x="4492612" y="2535056"/>
                </a:lnTo>
                <a:cubicBezTo>
                  <a:pt x="4492612" y="1453902"/>
                  <a:pt x="3616193" y="577664"/>
                  <a:pt x="2535153" y="577664"/>
                </a:cubicBezTo>
                <a:cubicBezTo>
                  <a:pt x="1454113" y="577664"/>
                  <a:pt x="577694" y="1453902"/>
                  <a:pt x="577694" y="2535056"/>
                </a:cubicBezTo>
                <a:cubicBezTo>
                  <a:pt x="577694" y="3616211"/>
                  <a:pt x="1454113" y="4492448"/>
                  <a:pt x="2535153" y="4492448"/>
                </a:cubicBezTo>
                <a:cubicBezTo>
                  <a:pt x="2535153" y="4492448"/>
                  <a:pt x="4755962" y="4492448"/>
                  <a:pt x="6143968" y="4492448"/>
                </a:cubicBezTo>
                <a:lnTo>
                  <a:pt x="6438229" y="4492448"/>
                </a:lnTo>
                <a:lnTo>
                  <a:pt x="6438229" y="5070112"/>
                </a:lnTo>
                <a:lnTo>
                  <a:pt x="2535153" y="5070112"/>
                </a:lnTo>
                <a:cubicBezTo>
                  <a:pt x="1134958" y="5070112"/>
                  <a:pt x="0" y="3935205"/>
                  <a:pt x="0" y="2535056"/>
                </a:cubicBezTo>
                <a:cubicBezTo>
                  <a:pt x="0" y="1134907"/>
                  <a:pt x="1134958" y="0"/>
                  <a:pt x="2535153"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8498284" y="1844393"/>
            <a:ext cx="1308053" cy="1520992"/>
          </a:xfrm>
          <a:custGeom>
            <a:avLst/>
            <a:gdLst>
              <a:gd name="connsiteX0" fmla="*/ 0 w 1379840"/>
              <a:gd name="connsiteY0" fmla="*/ 0 h 1604466"/>
              <a:gd name="connsiteX1" fmla="*/ 1379840 w 1379840"/>
              <a:gd name="connsiteY1" fmla="*/ 1379841 h 1604466"/>
              <a:gd name="connsiteX2" fmla="*/ 1379840 w 1379840"/>
              <a:gd name="connsiteY2" fmla="*/ 1604466 h 1604466"/>
              <a:gd name="connsiteX3" fmla="*/ 802224 w 1379840"/>
              <a:gd name="connsiteY3" fmla="*/ 1604466 h 1604466"/>
              <a:gd name="connsiteX4" fmla="*/ 802224 w 1379840"/>
              <a:gd name="connsiteY4" fmla="*/ 1379841 h 1604466"/>
              <a:gd name="connsiteX5" fmla="*/ 0 w 1379840"/>
              <a:gd name="connsiteY5" fmla="*/ 577608 h 1604466"/>
              <a:gd name="connsiteX6" fmla="*/ 0 w 1379840"/>
              <a:gd name="connsiteY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840" h="1604466">
                <a:moveTo>
                  <a:pt x="0" y="0"/>
                </a:moveTo>
                <a:cubicBezTo>
                  <a:pt x="760828" y="0"/>
                  <a:pt x="1379840" y="618983"/>
                  <a:pt x="1379840" y="1379841"/>
                </a:cubicBezTo>
                <a:lnTo>
                  <a:pt x="1379840" y="1604466"/>
                </a:lnTo>
                <a:lnTo>
                  <a:pt x="802224" y="1604466"/>
                </a:lnTo>
                <a:lnTo>
                  <a:pt x="802224" y="1379841"/>
                </a:lnTo>
                <a:cubicBezTo>
                  <a:pt x="802224" y="936756"/>
                  <a:pt x="443082" y="577608"/>
                  <a:pt x="0" y="577608"/>
                </a:cubicBezTo>
                <a:cubicBezTo>
                  <a:pt x="0" y="577608"/>
                  <a:pt x="0" y="0"/>
                  <a:pt x="0"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8498284" y="1296392"/>
            <a:ext cx="1855609" cy="2068548"/>
          </a:xfrm>
          <a:custGeom>
            <a:avLst/>
            <a:gdLst>
              <a:gd name="connsiteX0" fmla="*/ 0 w 1957447"/>
              <a:gd name="connsiteY0" fmla="*/ 0 h 2182072"/>
              <a:gd name="connsiteX1" fmla="*/ 1957447 w 1957447"/>
              <a:gd name="connsiteY1" fmla="*/ 1957400 h 2182072"/>
              <a:gd name="connsiteX2" fmla="*/ 1957447 w 1957447"/>
              <a:gd name="connsiteY2" fmla="*/ 2182072 h 2182072"/>
              <a:gd name="connsiteX3" fmla="*/ 1379819 w 1957447"/>
              <a:gd name="connsiteY3" fmla="*/ 2182072 h 2182072"/>
              <a:gd name="connsiteX4" fmla="*/ 1379819 w 1957447"/>
              <a:gd name="connsiteY4" fmla="*/ 1957400 h 2182072"/>
              <a:gd name="connsiteX5" fmla="*/ 0 w 1957447"/>
              <a:gd name="connsiteY5" fmla="*/ 577643 h 2182072"/>
              <a:gd name="connsiteX6" fmla="*/ 0 w 1957447"/>
              <a:gd name="connsiteY6" fmla="*/ 0 h 218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47" h="2182072">
                <a:moveTo>
                  <a:pt x="0" y="0"/>
                </a:moveTo>
                <a:cubicBezTo>
                  <a:pt x="1079315" y="0"/>
                  <a:pt x="1957447" y="878082"/>
                  <a:pt x="1957447" y="1957400"/>
                </a:cubicBezTo>
                <a:lnTo>
                  <a:pt x="1957447" y="2182072"/>
                </a:lnTo>
                <a:lnTo>
                  <a:pt x="1379819" y="2182072"/>
                </a:lnTo>
                <a:lnTo>
                  <a:pt x="1379819" y="1957400"/>
                </a:lnTo>
                <a:cubicBezTo>
                  <a:pt x="1379819" y="1195392"/>
                  <a:pt x="762045" y="577643"/>
                  <a:pt x="0" y="577643"/>
                </a:cubicBezTo>
                <a:cubicBezTo>
                  <a:pt x="0" y="577643"/>
                  <a:pt x="0" y="0"/>
                  <a:pt x="0"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8488163" y="758513"/>
            <a:ext cx="2403167" cy="2616108"/>
          </a:xfrm>
          <a:custGeom>
            <a:avLst/>
            <a:gdLst>
              <a:gd name="connsiteX0" fmla="*/ 0 w 2535055"/>
              <a:gd name="connsiteY0" fmla="*/ 0 h 2759683"/>
              <a:gd name="connsiteX1" fmla="*/ 2535055 w 2535055"/>
              <a:gd name="connsiteY1" fmla="*/ 2535076 h 2759683"/>
              <a:gd name="connsiteX2" fmla="*/ 2535055 w 2535055"/>
              <a:gd name="connsiteY2" fmla="*/ 2759683 h 2759683"/>
              <a:gd name="connsiteX3" fmla="*/ 1957391 w 2535055"/>
              <a:gd name="connsiteY3" fmla="*/ 2759683 h 2759683"/>
              <a:gd name="connsiteX4" fmla="*/ 1957391 w 2535055"/>
              <a:gd name="connsiteY4" fmla="*/ 2535076 h 2759683"/>
              <a:gd name="connsiteX5" fmla="*/ 0 w 2535055"/>
              <a:gd name="connsiteY5" fmla="*/ 577617 h 2759683"/>
              <a:gd name="connsiteX6" fmla="*/ 0 w 2535055"/>
              <a:gd name="connsiteY6" fmla="*/ 0 h 275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55" h="2759683">
                <a:moveTo>
                  <a:pt x="0" y="0"/>
                </a:moveTo>
                <a:cubicBezTo>
                  <a:pt x="1400031" y="0"/>
                  <a:pt x="2535055" y="1134920"/>
                  <a:pt x="2535055" y="2535076"/>
                </a:cubicBezTo>
                <a:lnTo>
                  <a:pt x="2535055" y="2759683"/>
                </a:lnTo>
                <a:lnTo>
                  <a:pt x="1957391" y="2759683"/>
                </a:lnTo>
                <a:lnTo>
                  <a:pt x="1957391" y="2535076"/>
                </a:lnTo>
                <a:cubicBezTo>
                  <a:pt x="1957391" y="1453944"/>
                  <a:pt x="1081037" y="577617"/>
                  <a:pt x="0" y="577617"/>
                </a:cubicBezTo>
                <a:cubicBezTo>
                  <a:pt x="0" y="577617"/>
                  <a:pt x="0" y="0"/>
                  <a:pt x="0"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7733632" y="2392394"/>
            <a:ext cx="4465643" cy="1520992"/>
          </a:xfrm>
          <a:custGeom>
            <a:avLst/>
            <a:gdLst>
              <a:gd name="connsiteX0" fmla="*/ 802215 w 4710722"/>
              <a:gd name="connsiteY0" fmla="*/ 577608 h 1604466"/>
              <a:gd name="connsiteX1" fmla="*/ 577595 w 4710722"/>
              <a:gd name="connsiteY1" fmla="*/ 802233 h 1604466"/>
              <a:gd name="connsiteX2" fmla="*/ 802215 w 4710722"/>
              <a:gd name="connsiteY2" fmla="*/ 1026858 h 1604466"/>
              <a:gd name="connsiteX3" fmla="*/ 1026835 w 4710722"/>
              <a:gd name="connsiteY3" fmla="*/ 1026858 h 1604466"/>
              <a:gd name="connsiteX4" fmla="*/ 1026835 w 4710722"/>
              <a:gd name="connsiteY4" fmla="*/ 802233 h 1604466"/>
              <a:gd name="connsiteX5" fmla="*/ 802215 w 4710722"/>
              <a:gd name="connsiteY5" fmla="*/ 577608 h 1604466"/>
              <a:gd name="connsiteX6" fmla="*/ 802215 w 4710722"/>
              <a:gd name="connsiteY6" fmla="*/ 0 h 1604466"/>
              <a:gd name="connsiteX7" fmla="*/ 1604430 w 4710722"/>
              <a:gd name="connsiteY7" fmla="*/ 802233 h 1604466"/>
              <a:gd name="connsiteX8" fmla="*/ 1604430 w 4710722"/>
              <a:gd name="connsiteY8" fmla="*/ 1026858 h 1604466"/>
              <a:gd name="connsiteX9" fmla="*/ 2182025 w 4710722"/>
              <a:gd name="connsiteY9" fmla="*/ 1026858 h 1604466"/>
              <a:gd name="connsiteX10" fmla="*/ 2759620 w 4710722"/>
              <a:gd name="connsiteY10" fmla="*/ 1026858 h 1604466"/>
              <a:gd name="connsiteX11" fmla="*/ 3337214 w 4710722"/>
              <a:gd name="connsiteY11" fmla="*/ 1026858 h 1604466"/>
              <a:gd name="connsiteX12" fmla="*/ 4710722 w 4710722"/>
              <a:gd name="connsiteY12" fmla="*/ 1026858 h 1604466"/>
              <a:gd name="connsiteX13" fmla="*/ 4710722 w 4710722"/>
              <a:gd name="connsiteY13" fmla="*/ 1604466 h 1604466"/>
              <a:gd name="connsiteX14" fmla="*/ 802215 w 4710722"/>
              <a:gd name="connsiteY14" fmla="*/ 1604466 h 1604466"/>
              <a:gd name="connsiteX15" fmla="*/ 0 w 4710722"/>
              <a:gd name="connsiteY15" fmla="*/ 802233 h 1604466"/>
              <a:gd name="connsiteX16" fmla="*/ 802215 w 4710722"/>
              <a:gd name="connsiteY1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0722" h="1604466">
                <a:moveTo>
                  <a:pt x="802215" y="577608"/>
                </a:moveTo>
                <a:cubicBezTo>
                  <a:pt x="678445" y="577608"/>
                  <a:pt x="577595" y="678407"/>
                  <a:pt x="577595" y="802233"/>
                </a:cubicBezTo>
                <a:cubicBezTo>
                  <a:pt x="577595" y="926059"/>
                  <a:pt x="678445" y="1026858"/>
                  <a:pt x="802215" y="1026858"/>
                </a:cubicBezTo>
                <a:lnTo>
                  <a:pt x="1026835" y="1026858"/>
                </a:lnTo>
                <a:lnTo>
                  <a:pt x="1026835" y="802233"/>
                </a:lnTo>
                <a:cubicBezTo>
                  <a:pt x="1026835" y="678407"/>
                  <a:pt x="925985" y="577608"/>
                  <a:pt x="802215" y="577608"/>
                </a:cubicBezTo>
                <a:close/>
                <a:moveTo>
                  <a:pt x="802215" y="0"/>
                </a:moveTo>
                <a:cubicBezTo>
                  <a:pt x="1244579" y="0"/>
                  <a:pt x="1604430" y="359891"/>
                  <a:pt x="1604430" y="802233"/>
                </a:cubicBezTo>
                <a:lnTo>
                  <a:pt x="1604430" y="1026858"/>
                </a:lnTo>
                <a:lnTo>
                  <a:pt x="2182025" y="1026858"/>
                </a:lnTo>
                <a:cubicBezTo>
                  <a:pt x="2182025" y="1026858"/>
                  <a:pt x="2759620" y="1026858"/>
                  <a:pt x="2759620" y="1026858"/>
                </a:cubicBezTo>
                <a:lnTo>
                  <a:pt x="3337214" y="1026858"/>
                </a:lnTo>
                <a:lnTo>
                  <a:pt x="4710722" y="1026858"/>
                </a:lnTo>
                <a:lnTo>
                  <a:pt x="4710722" y="1604466"/>
                </a:lnTo>
                <a:lnTo>
                  <a:pt x="802215" y="1604466"/>
                </a:lnTo>
                <a:cubicBezTo>
                  <a:pt x="359851" y="1604466"/>
                  <a:pt x="0" y="1244576"/>
                  <a:pt x="0" y="802233"/>
                </a:cubicBezTo>
                <a:cubicBezTo>
                  <a:pt x="0" y="359891"/>
                  <a:pt x="359851" y="0"/>
                  <a:pt x="802215"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8498284" y="2392394"/>
            <a:ext cx="760496" cy="973435"/>
          </a:xfrm>
          <a:custGeom>
            <a:avLst/>
            <a:gdLst>
              <a:gd name="connsiteX0" fmla="*/ 0 w 802233"/>
              <a:gd name="connsiteY0" fmla="*/ 0 h 1026858"/>
              <a:gd name="connsiteX1" fmla="*/ 802233 w 802233"/>
              <a:gd name="connsiteY1" fmla="*/ 802233 h 1026858"/>
              <a:gd name="connsiteX2" fmla="*/ 802233 w 802233"/>
              <a:gd name="connsiteY2" fmla="*/ 1026858 h 1026858"/>
              <a:gd name="connsiteX3" fmla="*/ 224625 w 802233"/>
              <a:gd name="connsiteY3" fmla="*/ 1026858 h 1026858"/>
              <a:gd name="connsiteX4" fmla="*/ 224625 w 802233"/>
              <a:gd name="connsiteY4" fmla="*/ 802233 h 1026858"/>
              <a:gd name="connsiteX5" fmla="*/ 0 w 802233"/>
              <a:gd name="connsiteY5" fmla="*/ 577608 h 1026858"/>
              <a:gd name="connsiteX6" fmla="*/ 0 w 802233"/>
              <a:gd name="connsiteY6" fmla="*/ 0 h 1026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233" h="1026858">
                <a:moveTo>
                  <a:pt x="0" y="0"/>
                </a:moveTo>
                <a:cubicBezTo>
                  <a:pt x="442342" y="0"/>
                  <a:pt x="802233" y="359876"/>
                  <a:pt x="802233" y="802233"/>
                </a:cubicBezTo>
                <a:lnTo>
                  <a:pt x="802233" y="1026858"/>
                </a:lnTo>
                <a:lnTo>
                  <a:pt x="224625" y="1026858"/>
                </a:lnTo>
                <a:lnTo>
                  <a:pt x="224625" y="802233"/>
                </a:lnTo>
                <a:cubicBezTo>
                  <a:pt x="224625" y="678392"/>
                  <a:pt x="123863" y="577608"/>
                  <a:pt x="0" y="577608"/>
                </a:cubicBezTo>
                <a:cubicBezTo>
                  <a:pt x="0" y="577608"/>
                  <a:pt x="0" y="0"/>
                  <a:pt x="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custDataLst>
              <p:tags r:id="rId1"/>
            </p:custDataLst>
          </p:nvPr>
        </p:nvSpPr>
        <p:spPr>
          <a:xfrm>
            <a:off x="192088" y="765175"/>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文本框 14"/>
          <p:cNvSpPr txBox="1"/>
          <p:nvPr>
            <p:custDataLst>
              <p:tags r:id="rId2"/>
            </p:custDataLst>
          </p:nvPr>
        </p:nvSpPr>
        <p:spPr>
          <a:xfrm>
            <a:off x="1715566" y="1200878"/>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排班系统把高峰时段教练密度提升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，闲时减少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，全年节省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万元加班费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custDataLst>
              <p:tags r:id="rId3"/>
            </p:custDataLst>
          </p:nvPr>
        </p:nvSpPr>
        <p:spPr>
          <a:xfrm>
            <a:off x="1715567" y="836623"/>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16"/>
          <p:cNvSpPr/>
          <p:nvPr>
            <p:custDataLst>
              <p:tags r:id="rId4"/>
            </p:custDataLst>
          </p:nvPr>
        </p:nvSpPr>
        <p:spPr>
          <a:xfrm>
            <a:off x="315727" y="865523"/>
            <a:ext cx="1342663" cy="8958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等腰三角形 17"/>
          <p:cNvSpPr/>
          <p:nvPr>
            <p:custDataLst>
              <p:tags r:id="rId5"/>
            </p:custDataLst>
          </p:nvPr>
        </p:nvSpPr>
        <p:spPr>
          <a:xfrm>
            <a:off x="419158" y="992435"/>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custDataLst>
              <p:tags r:id="rId6"/>
            </p:custDataLst>
          </p:nvPr>
        </p:nvSpPr>
        <p:spPr>
          <a:xfrm>
            <a:off x="470829" y="1028063"/>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18%</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0" name="文本框 19"/>
          <p:cNvSpPr txBox="1"/>
          <p:nvPr>
            <p:custDataLst>
              <p:tags r:id="rId7"/>
            </p:custDataLst>
          </p:nvPr>
        </p:nvSpPr>
        <p:spPr>
          <a:xfrm>
            <a:off x="657117" y="915905"/>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教练密度</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20"/>
          <p:cNvSpPr/>
          <p:nvPr>
            <p:custDataLst>
              <p:tags r:id="rId8"/>
            </p:custDataLst>
          </p:nvPr>
        </p:nvSpPr>
        <p:spPr>
          <a:xfrm>
            <a:off x="192088" y="1944632"/>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custDataLst>
              <p:tags r:id="rId9"/>
            </p:custDataLst>
          </p:nvPr>
        </p:nvSpPr>
        <p:spPr>
          <a:xfrm>
            <a:off x="1715566" y="2380335"/>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原厂重签三年约，席位单价压降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，并获赠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个报表插件，折算价值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custDataLst>
              <p:tags r:id="rId10"/>
            </p:custDataLst>
          </p:nvPr>
        </p:nvSpPr>
        <p:spPr>
          <a:xfrm>
            <a:off x="1715567" y="2016080"/>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软件花费分析</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custDataLst>
              <p:tags r:id="rId11"/>
            </p:custDataLst>
          </p:nvPr>
        </p:nvSpPr>
        <p:spPr>
          <a:xfrm>
            <a:off x="315727" y="2044980"/>
            <a:ext cx="1342663" cy="89582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等腰三角形 24"/>
          <p:cNvSpPr/>
          <p:nvPr>
            <p:custDataLst>
              <p:tags r:id="rId12"/>
            </p:custDataLst>
          </p:nvPr>
        </p:nvSpPr>
        <p:spPr>
          <a:xfrm flipV="1">
            <a:off x="419158" y="2171892"/>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custDataLst>
              <p:tags r:id="rId13"/>
            </p:custDataLst>
          </p:nvPr>
        </p:nvSpPr>
        <p:spPr>
          <a:xfrm>
            <a:off x="470829" y="2207520"/>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19%</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7" name="文本框 26"/>
          <p:cNvSpPr txBox="1"/>
          <p:nvPr>
            <p:custDataLst>
              <p:tags r:id="rId14"/>
            </p:custDataLst>
          </p:nvPr>
        </p:nvSpPr>
        <p:spPr>
          <a:xfrm>
            <a:off x="657117" y="2095362"/>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席位单价</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custDataLst>
              <p:tags r:id="rId15"/>
            </p:custDataLst>
          </p:nvPr>
        </p:nvSpPr>
        <p:spPr>
          <a:xfrm>
            <a:off x="192088" y="3124089"/>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文本框 28"/>
          <p:cNvSpPr txBox="1"/>
          <p:nvPr>
            <p:custDataLst>
              <p:tags r:id="rId16"/>
            </p:custDataLst>
          </p:nvPr>
        </p:nvSpPr>
        <p:spPr>
          <a:xfrm>
            <a:off x="1715566" y="3559792"/>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带好友免费练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天转介绍率提升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，单客获客花费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元，节省广告费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custDataLst>
              <p:tags r:id="rId17"/>
            </p:custDataLst>
          </p:nvPr>
        </p:nvSpPr>
        <p:spPr>
          <a:xfrm>
            <a:off x="1715567" y="3195537"/>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营销花费分析</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30"/>
          <p:cNvSpPr/>
          <p:nvPr>
            <p:custDataLst>
              <p:tags r:id="rId18"/>
            </p:custDataLst>
          </p:nvPr>
        </p:nvSpPr>
        <p:spPr>
          <a:xfrm>
            <a:off x="315727" y="3224437"/>
            <a:ext cx="1342663" cy="89582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等腰三角形 31"/>
          <p:cNvSpPr/>
          <p:nvPr>
            <p:custDataLst>
              <p:tags r:id="rId19"/>
            </p:custDataLst>
          </p:nvPr>
        </p:nvSpPr>
        <p:spPr>
          <a:xfrm>
            <a:off x="419158" y="3351349"/>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custDataLst>
              <p:tags r:id="rId20"/>
            </p:custDataLst>
          </p:nvPr>
        </p:nvSpPr>
        <p:spPr>
          <a:xfrm>
            <a:off x="470829" y="3386977"/>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26%</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custDataLst>
              <p:tags r:id="rId21"/>
            </p:custDataLst>
          </p:nvPr>
        </p:nvSpPr>
        <p:spPr>
          <a:xfrm>
            <a:off x="657117" y="3274819"/>
            <a:ext cx="78098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转介绍率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custDataLst>
              <p:tags r:id="rId22"/>
            </p:custDataLst>
          </p:nvPr>
        </p:nvSpPr>
        <p:spPr>
          <a:xfrm>
            <a:off x="192088" y="4303547"/>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custDataLst>
              <p:tags r:id="rId23"/>
            </p:custDataLst>
          </p:nvPr>
        </p:nvSpPr>
        <p:spPr>
          <a:xfrm>
            <a:off x="1715566" y="4739250"/>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IoT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设备自动工单把平均停机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小时，减少会员投诉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37%</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，挽回潜在流失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custDataLst>
              <p:tags r:id="rId24"/>
            </p:custDataLst>
          </p:nvPr>
        </p:nvSpPr>
        <p:spPr>
          <a:xfrm>
            <a:off x="1715567" y="4374995"/>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时间花费分析</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37"/>
          <p:cNvSpPr/>
          <p:nvPr>
            <p:custDataLst>
              <p:tags r:id="rId25"/>
            </p:custDataLst>
          </p:nvPr>
        </p:nvSpPr>
        <p:spPr>
          <a:xfrm>
            <a:off x="315727" y="4403895"/>
            <a:ext cx="1342663" cy="895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等腰三角形 38"/>
          <p:cNvSpPr/>
          <p:nvPr>
            <p:custDataLst>
              <p:tags r:id="rId26"/>
            </p:custDataLst>
          </p:nvPr>
        </p:nvSpPr>
        <p:spPr>
          <a:xfrm flipV="1">
            <a:off x="419158" y="4530807"/>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custDataLst>
              <p:tags r:id="rId27"/>
            </p:custDataLst>
          </p:nvPr>
        </p:nvSpPr>
        <p:spPr>
          <a:xfrm>
            <a:off x="470829" y="4566435"/>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37%</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1" name="文本框 40"/>
          <p:cNvSpPr txBox="1"/>
          <p:nvPr>
            <p:custDataLst>
              <p:tags r:id="rId28"/>
            </p:custDataLst>
          </p:nvPr>
        </p:nvSpPr>
        <p:spPr>
          <a:xfrm>
            <a:off x="657117" y="4454277"/>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会员投诉</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5698358"/>
            <a:ext cx="12192000" cy="100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123912" y="5838032"/>
            <a:ext cx="11968601" cy="7341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过去一年，我们公司在人力、软件、营销、时间四条花费主线合计省下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1,621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万元，直接抬升利润率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3.8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个百分点，每一分钱都变成了会员体验与门店扩张的燃料，也让“健身”这门生意真正跑出了健康现金流</a:t>
            </a:r>
            <a:endPar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4" name="直接连接符 43"/>
          <p:cNvCxnSpPr/>
          <p:nvPr/>
        </p:nvCxnSpPr>
        <p:spPr>
          <a:xfrm>
            <a:off x="5509549" y="1296392"/>
            <a:ext cx="1413765" cy="436416"/>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509549" y="2481943"/>
            <a:ext cx="1500851" cy="97971"/>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8" idx="3"/>
          </p:cNvCxnSpPr>
          <p:nvPr/>
        </p:nvCxnSpPr>
        <p:spPr>
          <a:xfrm flipV="1">
            <a:off x="5509549" y="3374621"/>
            <a:ext cx="1968937" cy="297730"/>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5" idx="3"/>
          </p:cNvCxnSpPr>
          <p:nvPr/>
        </p:nvCxnSpPr>
        <p:spPr>
          <a:xfrm flipV="1">
            <a:off x="5509549" y="3429000"/>
            <a:ext cx="2676508" cy="1422809"/>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43234" y="3475487"/>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标准化装修模块把筹建周期降至</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8243234" y="4001836"/>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家健康餐饮互换广告位零现金支出</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8243234" y="4558571"/>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把非高峰系统迁移至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Spot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实例</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8243234" y="5091123"/>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私教课人效从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月提升至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2.4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任意多边形: 形状 52"/>
          <p:cNvSpPr/>
          <p:nvPr/>
        </p:nvSpPr>
        <p:spPr>
          <a:xfrm>
            <a:off x="11679832" y="928683"/>
            <a:ext cx="223830" cy="926348"/>
          </a:xfrm>
          <a:custGeom>
            <a:avLst/>
            <a:gdLst>
              <a:gd name="connsiteX0" fmla="*/ 223831 w 223830"/>
              <a:gd name="connsiteY0" fmla="*/ 926348 h 926348"/>
              <a:gd name="connsiteX1" fmla="*/ 0 w 223830"/>
              <a:gd name="connsiteY1" fmla="*/ 926348 h 926348"/>
              <a:gd name="connsiteX2" fmla="*/ 0 w 223830"/>
              <a:gd name="connsiteY2" fmla="*/ 31026 h 926348"/>
              <a:gd name="connsiteX3" fmla="*/ 31026 w 223830"/>
              <a:gd name="connsiteY3" fmla="*/ 0 h 926348"/>
              <a:gd name="connsiteX4" fmla="*/ 191697 w 223830"/>
              <a:gd name="connsiteY4" fmla="*/ 0 h 926348"/>
              <a:gd name="connsiteX5" fmla="*/ 222723 w 223830"/>
              <a:gd name="connsiteY5" fmla="*/ 31026 h 926348"/>
              <a:gd name="connsiteX6" fmla="*/ 223831 w 223830"/>
              <a:gd name="connsiteY6" fmla="*/ 926348 h 92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926348">
                <a:moveTo>
                  <a:pt x="223831" y="926348"/>
                </a:moveTo>
                <a:lnTo>
                  <a:pt x="0" y="926348"/>
                </a:lnTo>
                <a:lnTo>
                  <a:pt x="0" y="31026"/>
                </a:lnTo>
                <a:cubicBezTo>
                  <a:pt x="0" y="13297"/>
                  <a:pt x="14405" y="0"/>
                  <a:pt x="31026" y="0"/>
                </a:cubicBezTo>
                <a:lnTo>
                  <a:pt x="191697" y="0"/>
                </a:lnTo>
                <a:cubicBezTo>
                  <a:pt x="209426" y="0"/>
                  <a:pt x="222723" y="14405"/>
                  <a:pt x="222723" y="31026"/>
                </a:cubicBezTo>
                <a:lnTo>
                  <a:pt x="223831" y="926348"/>
                </a:lnTo>
                <a:close/>
              </a:path>
            </a:pathLst>
          </a:custGeom>
          <a:solidFill>
            <a:schemeClr val="accent1"/>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任意多边形: 形状 53"/>
          <p:cNvSpPr/>
          <p:nvPr/>
        </p:nvSpPr>
        <p:spPr>
          <a:xfrm>
            <a:off x="11657671" y="906521"/>
            <a:ext cx="268153" cy="970671"/>
          </a:xfrm>
          <a:custGeom>
            <a:avLst/>
            <a:gdLst>
              <a:gd name="connsiteX0" fmla="*/ 268154 w 268153"/>
              <a:gd name="connsiteY0" fmla="*/ 970671 h 970671"/>
              <a:gd name="connsiteX1" fmla="*/ 0 w 268153"/>
              <a:gd name="connsiteY1" fmla="*/ 970671 h 970671"/>
              <a:gd name="connsiteX2" fmla="*/ 0 w 268153"/>
              <a:gd name="connsiteY2" fmla="*/ 53187 h 970671"/>
              <a:gd name="connsiteX3" fmla="*/ 15513 w 268153"/>
              <a:gd name="connsiteY3" fmla="*/ 15513 h 970671"/>
              <a:gd name="connsiteX4" fmla="*/ 53187 w 268153"/>
              <a:gd name="connsiteY4" fmla="*/ 0 h 970671"/>
              <a:gd name="connsiteX5" fmla="*/ 213858 w 268153"/>
              <a:gd name="connsiteY5" fmla="*/ 0 h 970671"/>
              <a:gd name="connsiteX6" fmla="*/ 267045 w 268153"/>
              <a:gd name="connsiteY6" fmla="*/ 53187 h 970671"/>
              <a:gd name="connsiteX7" fmla="*/ 267045 w 268153"/>
              <a:gd name="connsiteY7" fmla="*/ 970671 h 970671"/>
              <a:gd name="connsiteX8" fmla="*/ 44323 w 268153"/>
              <a:gd name="connsiteY8" fmla="*/ 926348 h 970671"/>
              <a:gd name="connsiteX9" fmla="*/ 223831 w 268153"/>
              <a:gd name="connsiteY9" fmla="*/ 926348 h 970671"/>
              <a:gd name="connsiteX10" fmla="*/ 223831 w 268153"/>
              <a:gd name="connsiteY10" fmla="*/ 53187 h 970671"/>
              <a:gd name="connsiteX11" fmla="*/ 214966 w 268153"/>
              <a:gd name="connsiteY11" fmla="*/ 44323 h 970671"/>
              <a:gd name="connsiteX12" fmla="*/ 54296 w 268153"/>
              <a:gd name="connsiteY12" fmla="*/ 44323 h 970671"/>
              <a:gd name="connsiteX13" fmla="*/ 47647 w 268153"/>
              <a:gd name="connsiteY13" fmla="*/ 46539 h 970671"/>
              <a:gd name="connsiteX14" fmla="*/ 45431 w 268153"/>
              <a:gd name="connsiteY14" fmla="*/ 53187 h 970671"/>
              <a:gd name="connsiteX15" fmla="*/ 45431 w 268153"/>
              <a:gd name="connsiteY15" fmla="*/ 926348 h 97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153" h="970671">
                <a:moveTo>
                  <a:pt x="268154" y="970671"/>
                </a:moveTo>
                <a:lnTo>
                  <a:pt x="0" y="970671"/>
                </a:lnTo>
                <a:lnTo>
                  <a:pt x="0" y="53187"/>
                </a:lnTo>
                <a:cubicBezTo>
                  <a:pt x="0" y="38783"/>
                  <a:pt x="5540" y="25486"/>
                  <a:pt x="15513" y="15513"/>
                </a:cubicBezTo>
                <a:cubicBezTo>
                  <a:pt x="25486" y="5540"/>
                  <a:pt x="38783" y="0"/>
                  <a:pt x="53187" y="0"/>
                </a:cubicBezTo>
                <a:lnTo>
                  <a:pt x="213858" y="0"/>
                </a:lnTo>
                <a:cubicBezTo>
                  <a:pt x="243776" y="0"/>
                  <a:pt x="267045" y="24378"/>
                  <a:pt x="267045" y="53187"/>
                </a:cubicBezTo>
                <a:lnTo>
                  <a:pt x="267045" y="970671"/>
                </a:lnTo>
                <a:close/>
                <a:moveTo>
                  <a:pt x="44323" y="926348"/>
                </a:moveTo>
                <a:lnTo>
                  <a:pt x="223831" y="926348"/>
                </a:lnTo>
                <a:lnTo>
                  <a:pt x="223831" y="53187"/>
                </a:lnTo>
                <a:cubicBezTo>
                  <a:pt x="223831" y="47647"/>
                  <a:pt x="219398" y="44323"/>
                  <a:pt x="214966" y="44323"/>
                </a:cubicBezTo>
                <a:lnTo>
                  <a:pt x="54296" y="44323"/>
                </a:lnTo>
                <a:cubicBezTo>
                  <a:pt x="50971" y="44323"/>
                  <a:pt x="48755" y="45431"/>
                  <a:pt x="47647" y="46539"/>
                </a:cubicBezTo>
                <a:cubicBezTo>
                  <a:pt x="46539" y="47647"/>
                  <a:pt x="45431" y="49863"/>
                  <a:pt x="45431" y="53187"/>
                </a:cubicBezTo>
                <a:lnTo>
                  <a:pt x="45431" y="926348"/>
                </a:ln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任意多边形: 形状 54"/>
          <p:cNvSpPr/>
          <p:nvPr/>
        </p:nvSpPr>
        <p:spPr>
          <a:xfrm>
            <a:off x="11319709" y="1153621"/>
            <a:ext cx="224938" cy="702517"/>
          </a:xfrm>
          <a:custGeom>
            <a:avLst/>
            <a:gdLst>
              <a:gd name="connsiteX0" fmla="*/ 222723 w 224938"/>
              <a:gd name="connsiteY0" fmla="*/ 702518 h 702517"/>
              <a:gd name="connsiteX1" fmla="*/ 0 w 224938"/>
              <a:gd name="connsiteY1" fmla="*/ 702518 h 702517"/>
              <a:gd name="connsiteX2" fmla="*/ 0 w 224938"/>
              <a:gd name="connsiteY2" fmla="*/ 26594 h 702517"/>
              <a:gd name="connsiteX3" fmla="*/ 27702 w 224938"/>
              <a:gd name="connsiteY3" fmla="*/ 0 h 702517"/>
              <a:gd name="connsiteX4" fmla="*/ 197237 w 224938"/>
              <a:gd name="connsiteY4" fmla="*/ 0 h 702517"/>
              <a:gd name="connsiteX5" fmla="*/ 224939 w 224938"/>
              <a:gd name="connsiteY5" fmla="*/ 26594 h 702517"/>
              <a:gd name="connsiteX6" fmla="*/ 222723 w 224938"/>
              <a:gd name="connsiteY6" fmla="*/ 702518 h 70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38" h="702517">
                <a:moveTo>
                  <a:pt x="222723" y="702518"/>
                </a:moveTo>
                <a:lnTo>
                  <a:pt x="0" y="702518"/>
                </a:lnTo>
                <a:lnTo>
                  <a:pt x="0" y="26594"/>
                </a:lnTo>
                <a:cubicBezTo>
                  <a:pt x="0" y="11081"/>
                  <a:pt x="12189" y="0"/>
                  <a:pt x="27702" y="0"/>
                </a:cubicBezTo>
                <a:lnTo>
                  <a:pt x="197237" y="0"/>
                </a:lnTo>
                <a:cubicBezTo>
                  <a:pt x="212750" y="0"/>
                  <a:pt x="224939" y="12189"/>
                  <a:pt x="224939" y="26594"/>
                </a:cubicBezTo>
                <a:cubicBezTo>
                  <a:pt x="222723" y="26594"/>
                  <a:pt x="222723" y="702518"/>
                  <a:pt x="222723" y="702518"/>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a:off x="11297547" y="1131460"/>
            <a:ext cx="269261" cy="746840"/>
          </a:xfrm>
          <a:custGeom>
            <a:avLst/>
            <a:gdLst>
              <a:gd name="connsiteX0" fmla="*/ 267045 w 269261"/>
              <a:gd name="connsiteY0" fmla="*/ 746841 h 746840"/>
              <a:gd name="connsiteX1" fmla="*/ 0 w 269261"/>
              <a:gd name="connsiteY1" fmla="*/ 746841 h 746840"/>
              <a:gd name="connsiteX2" fmla="*/ 0 w 269261"/>
              <a:gd name="connsiteY2" fmla="*/ 48755 h 746840"/>
              <a:gd name="connsiteX3" fmla="*/ 49863 w 269261"/>
              <a:gd name="connsiteY3" fmla="*/ 0 h 746840"/>
              <a:gd name="connsiteX4" fmla="*/ 219398 w 269261"/>
              <a:gd name="connsiteY4" fmla="*/ 0 h 746840"/>
              <a:gd name="connsiteX5" fmla="*/ 269262 w 269261"/>
              <a:gd name="connsiteY5" fmla="*/ 48755 h 746840"/>
              <a:gd name="connsiteX6" fmla="*/ 269262 w 269261"/>
              <a:gd name="connsiteY6" fmla="*/ 746841 h 746840"/>
              <a:gd name="connsiteX7" fmla="*/ 44323 w 269261"/>
              <a:gd name="connsiteY7" fmla="*/ 702518 h 746840"/>
              <a:gd name="connsiteX8" fmla="*/ 223831 w 269261"/>
              <a:gd name="connsiteY8" fmla="*/ 702518 h 746840"/>
              <a:gd name="connsiteX9" fmla="*/ 223831 w 269261"/>
              <a:gd name="connsiteY9" fmla="*/ 48755 h 746840"/>
              <a:gd name="connsiteX10" fmla="*/ 218290 w 269261"/>
              <a:gd name="connsiteY10" fmla="*/ 44323 h 746840"/>
              <a:gd name="connsiteX11" fmla="*/ 48755 w 269261"/>
              <a:gd name="connsiteY11" fmla="*/ 44323 h 746840"/>
              <a:gd name="connsiteX12" fmla="*/ 43215 w 269261"/>
              <a:gd name="connsiteY12" fmla="*/ 48755 h 746840"/>
              <a:gd name="connsiteX13" fmla="*/ 43215 w 269261"/>
              <a:gd name="connsiteY13" fmla="*/ 702518 h 7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261" h="746840">
                <a:moveTo>
                  <a:pt x="267045" y="746841"/>
                </a:moveTo>
                <a:lnTo>
                  <a:pt x="0" y="746841"/>
                </a:lnTo>
                <a:lnTo>
                  <a:pt x="0" y="48755"/>
                </a:lnTo>
                <a:cubicBezTo>
                  <a:pt x="0" y="21053"/>
                  <a:pt x="22161" y="0"/>
                  <a:pt x="49863" y="0"/>
                </a:cubicBezTo>
                <a:lnTo>
                  <a:pt x="219398" y="0"/>
                </a:lnTo>
                <a:cubicBezTo>
                  <a:pt x="247100" y="0"/>
                  <a:pt x="269262" y="22161"/>
                  <a:pt x="269262" y="48755"/>
                </a:cubicBezTo>
                <a:lnTo>
                  <a:pt x="269262" y="746841"/>
                </a:lnTo>
                <a:close/>
                <a:moveTo>
                  <a:pt x="44323" y="702518"/>
                </a:moveTo>
                <a:lnTo>
                  <a:pt x="223831" y="702518"/>
                </a:lnTo>
                <a:lnTo>
                  <a:pt x="223831" y="48755"/>
                </a:lnTo>
                <a:cubicBezTo>
                  <a:pt x="223831" y="46539"/>
                  <a:pt x="221614" y="44323"/>
                  <a:pt x="218290" y="44323"/>
                </a:cubicBezTo>
                <a:lnTo>
                  <a:pt x="48755" y="44323"/>
                </a:lnTo>
                <a:cubicBezTo>
                  <a:pt x="46539" y="44323"/>
                  <a:pt x="43215" y="46539"/>
                  <a:pt x="43215" y="48755"/>
                </a:cubicBezTo>
                <a:lnTo>
                  <a:pt x="43215" y="702518"/>
                </a:ln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任意多边形: 形状 56"/>
          <p:cNvSpPr/>
          <p:nvPr/>
        </p:nvSpPr>
        <p:spPr>
          <a:xfrm>
            <a:off x="10962909" y="1371912"/>
            <a:ext cx="223830" cy="483119"/>
          </a:xfrm>
          <a:custGeom>
            <a:avLst/>
            <a:gdLst>
              <a:gd name="connsiteX0" fmla="*/ 223831 w 223830"/>
              <a:gd name="connsiteY0" fmla="*/ 483120 h 483119"/>
              <a:gd name="connsiteX1" fmla="*/ 0 w 223830"/>
              <a:gd name="connsiteY1" fmla="*/ 483120 h 483119"/>
              <a:gd name="connsiteX2" fmla="*/ 0 w 223830"/>
              <a:gd name="connsiteY2" fmla="*/ 22161 h 483119"/>
              <a:gd name="connsiteX3" fmla="*/ 22161 w 223830"/>
              <a:gd name="connsiteY3" fmla="*/ 0 h 483119"/>
              <a:gd name="connsiteX4" fmla="*/ 201669 w 223830"/>
              <a:gd name="connsiteY4" fmla="*/ 0 h 483119"/>
              <a:gd name="connsiteX5" fmla="*/ 223831 w 223830"/>
              <a:gd name="connsiteY5" fmla="*/ 22161 h 483119"/>
              <a:gd name="connsiteX6" fmla="*/ 223831 w 223830"/>
              <a:gd name="connsiteY6" fmla="*/ 483120 h 48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483119">
                <a:moveTo>
                  <a:pt x="223831" y="483120"/>
                </a:moveTo>
                <a:lnTo>
                  <a:pt x="0" y="483120"/>
                </a:lnTo>
                <a:lnTo>
                  <a:pt x="0" y="22161"/>
                </a:lnTo>
                <a:cubicBezTo>
                  <a:pt x="0" y="9973"/>
                  <a:pt x="9973" y="0"/>
                  <a:pt x="22161" y="0"/>
                </a:cubicBezTo>
                <a:lnTo>
                  <a:pt x="201669" y="0"/>
                </a:lnTo>
                <a:cubicBezTo>
                  <a:pt x="213858" y="0"/>
                  <a:pt x="223831" y="9973"/>
                  <a:pt x="223831" y="22161"/>
                </a:cubicBezTo>
                <a:lnTo>
                  <a:pt x="223831" y="483120"/>
                </a:lnTo>
                <a:close/>
              </a:path>
            </a:pathLst>
          </a:custGeom>
          <a:solidFill>
            <a:schemeClr val="accent4"/>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a:off x="10940748" y="1349750"/>
            <a:ext cx="268153" cy="527442"/>
          </a:xfrm>
          <a:custGeom>
            <a:avLst/>
            <a:gdLst>
              <a:gd name="connsiteX0" fmla="*/ 268153 w 268153"/>
              <a:gd name="connsiteY0" fmla="*/ 527442 h 527442"/>
              <a:gd name="connsiteX1" fmla="*/ 0 w 268153"/>
              <a:gd name="connsiteY1" fmla="*/ 527442 h 527442"/>
              <a:gd name="connsiteX2" fmla="*/ 0 w 268153"/>
              <a:gd name="connsiteY2" fmla="*/ 44323 h 527442"/>
              <a:gd name="connsiteX3" fmla="*/ 44323 w 268153"/>
              <a:gd name="connsiteY3" fmla="*/ 0 h 527442"/>
              <a:gd name="connsiteX4" fmla="*/ 223831 w 268153"/>
              <a:gd name="connsiteY4" fmla="*/ 0 h 527442"/>
              <a:gd name="connsiteX5" fmla="*/ 268153 w 268153"/>
              <a:gd name="connsiteY5" fmla="*/ 44323 h 527442"/>
              <a:gd name="connsiteX6" fmla="*/ 268153 w 268153"/>
              <a:gd name="connsiteY6" fmla="*/ 527442 h 527442"/>
              <a:gd name="connsiteX7" fmla="*/ 44323 w 268153"/>
              <a:gd name="connsiteY7" fmla="*/ 483120 h 527442"/>
              <a:gd name="connsiteX8" fmla="*/ 223831 w 268153"/>
              <a:gd name="connsiteY8" fmla="*/ 483120 h 527442"/>
              <a:gd name="connsiteX9" fmla="*/ 223831 w 268153"/>
              <a:gd name="connsiteY9" fmla="*/ 44323 h 527442"/>
              <a:gd name="connsiteX10" fmla="*/ 44323 w 268153"/>
              <a:gd name="connsiteY10" fmla="*/ 44323 h 527442"/>
              <a:gd name="connsiteX11" fmla="*/ 44323 w 268153"/>
              <a:gd name="connsiteY11" fmla="*/ 483120 h 52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153" h="527442">
                <a:moveTo>
                  <a:pt x="268153" y="527442"/>
                </a:moveTo>
                <a:lnTo>
                  <a:pt x="0" y="527442"/>
                </a:lnTo>
                <a:lnTo>
                  <a:pt x="0" y="44323"/>
                </a:lnTo>
                <a:cubicBezTo>
                  <a:pt x="0" y="19945"/>
                  <a:pt x="19945" y="0"/>
                  <a:pt x="44323" y="0"/>
                </a:cubicBezTo>
                <a:lnTo>
                  <a:pt x="223831" y="0"/>
                </a:lnTo>
                <a:cubicBezTo>
                  <a:pt x="248208" y="0"/>
                  <a:pt x="268153" y="19945"/>
                  <a:pt x="268153" y="44323"/>
                </a:cubicBezTo>
                <a:lnTo>
                  <a:pt x="268153" y="527442"/>
                </a:lnTo>
                <a:close/>
                <a:moveTo>
                  <a:pt x="44323" y="483120"/>
                </a:moveTo>
                <a:lnTo>
                  <a:pt x="223831" y="483120"/>
                </a:lnTo>
                <a:lnTo>
                  <a:pt x="223831" y="44323"/>
                </a:lnTo>
                <a:lnTo>
                  <a:pt x="44323" y="44323"/>
                </a:lnTo>
                <a:lnTo>
                  <a:pt x="44323" y="483120"/>
                </a:lnTo>
                <a:close/>
              </a:path>
            </a:pathLst>
          </a:custGeom>
          <a:solidFill>
            <a:schemeClr val="accent4">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任意多边形: 形状 58"/>
          <p:cNvSpPr/>
          <p:nvPr/>
        </p:nvSpPr>
        <p:spPr>
          <a:xfrm>
            <a:off x="11077041" y="1202376"/>
            <a:ext cx="398905" cy="674815"/>
          </a:xfrm>
          <a:custGeom>
            <a:avLst/>
            <a:gdLst>
              <a:gd name="connsiteX0" fmla="*/ 22161 w 398905"/>
              <a:gd name="connsiteY0" fmla="*/ 674816 h 674815"/>
              <a:gd name="connsiteX1" fmla="*/ 0 w 398905"/>
              <a:gd name="connsiteY1" fmla="*/ 652655 h 674815"/>
              <a:gd name="connsiteX2" fmla="*/ 0 w 398905"/>
              <a:gd name="connsiteY2" fmla="*/ 243776 h 674815"/>
              <a:gd name="connsiteX3" fmla="*/ 22161 w 398905"/>
              <a:gd name="connsiteY3" fmla="*/ 221614 h 674815"/>
              <a:gd name="connsiteX4" fmla="*/ 44323 w 398905"/>
              <a:gd name="connsiteY4" fmla="*/ 243776 h 674815"/>
              <a:gd name="connsiteX5" fmla="*/ 44323 w 398905"/>
              <a:gd name="connsiteY5" fmla="*/ 652655 h 674815"/>
              <a:gd name="connsiteX6" fmla="*/ 22161 w 398905"/>
              <a:gd name="connsiteY6" fmla="*/ 674816 h 674815"/>
              <a:gd name="connsiteX7" fmla="*/ 376745 w 398905"/>
              <a:gd name="connsiteY7" fmla="*/ 674816 h 674815"/>
              <a:gd name="connsiteX8" fmla="*/ 354583 w 398905"/>
              <a:gd name="connsiteY8" fmla="*/ 652655 h 674815"/>
              <a:gd name="connsiteX9" fmla="*/ 354583 w 398905"/>
              <a:gd name="connsiteY9" fmla="*/ 22161 h 674815"/>
              <a:gd name="connsiteX10" fmla="*/ 376745 w 398905"/>
              <a:gd name="connsiteY10" fmla="*/ 0 h 674815"/>
              <a:gd name="connsiteX11" fmla="*/ 398906 w 398905"/>
              <a:gd name="connsiteY11" fmla="*/ 22161 h 674815"/>
              <a:gd name="connsiteX12" fmla="*/ 398906 w 398905"/>
              <a:gd name="connsiteY12" fmla="*/ 652655 h 674815"/>
              <a:gd name="connsiteX13" fmla="*/ 376745 w 398905"/>
              <a:gd name="connsiteY13" fmla="*/ 674816 h 67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905" h="674815">
                <a:moveTo>
                  <a:pt x="22161" y="674816"/>
                </a:moveTo>
                <a:cubicBezTo>
                  <a:pt x="9973" y="674816"/>
                  <a:pt x="0" y="664843"/>
                  <a:pt x="0" y="652655"/>
                </a:cubicBezTo>
                <a:lnTo>
                  <a:pt x="0" y="243776"/>
                </a:lnTo>
                <a:cubicBezTo>
                  <a:pt x="0" y="231587"/>
                  <a:pt x="9973" y="221614"/>
                  <a:pt x="22161" y="221614"/>
                </a:cubicBezTo>
                <a:cubicBezTo>
                  <a:pt x="34350" y="221614"/>
                  <a:pt x="44323" y="231587"/>
                  <a:pt x="44323" y="243776"/>
                </a:cubicBezTo>
                <a:lnTo>
                  <a:pt x="44323" y="652655"/>
                </a:lnTo>
                <a:cubicBezTo>
                  <a:pt x="44323" y="665951"/>
                  <a:pt x="34350" y="674816"/>
                  <a:pt x="22161" y="674816"/>
                </a:cubicBezTo>
                <a:close/>
                <a:moveTo>
                  <a:pt x="376745" y="674816"/>
                </a:moveTo>
                <a:cubicBezTo>
                  <a:pt x="364556" y="674816"/>
                  <a:pt x="354583" y="664843"/>
                  <a:pt x="354583" y="652655"/>
                </a:cubicBezTo>
                <a:lnTo>
                  <a:pt x="354583" y="22161"/>
                </a:lnTo>
                <a:cubicBezTo>
                  <a:pt x="354583" y="9973"/>
                  <a:pt x="364556" y="0"/>
                  <a:pt x="376745" y="0"/>
                </a:cubicBezTo>
                <a:cubicBezTo>
                  <a:pt x="388933" y="0"/>
                  <a:pt x="398906" y="9973"/>
                  <a:pt x="398906" y="22161"/>
                </a:cubicBezTo>
                <a:lnTo>
                  <a:pt x="398906" y="652655"/>
                </a:lnTo>
                <a:cubicBezTo>
                  <a:pt x="398906" y="665951"/>
                  <a:pt x="388933" y="674816"/>
                  <a:pt x="376745" y="674816"/>
                </a:cubicBez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1786207" y="981870"/>
            <a:ext cx="44322" cy="895322"/>
          </a:xfrm>
          <a:custGeom>
            <a:avLst/>
            <a:gdLst>
              <a:gd name="connsiteX0" fmla="*/ 22161 w 44322"/>
              <a:gd name="connsiteY0" fmla="*/ 895322 h 895322"/>
              <a:gd name="connsiteX1" fmla="*/ 0 w 44322"/>
              <a:gd name="connsiteY1" fmla="*/ 873161 h 895322"/>
              <a:gd name="connsiteX2" fmla="*/ 0 w 44322"/>
              <a:gd name="connsiteY2" fmla="*/ 22161 h 895322"/>
              <a:gd name="connsiteX3" fmla="*/ 22161 w 44322"/>
              <a:gd name="connsiteY3" fmla="*/ 0 h 895322"/>
              <a:gd name="connsiteX4" fmla="*/ 44323 w 44322"/>
              <a:gd name="connsiteY4" fmla="*/ 22161 h 895322"/>
              <a:gd name="connsiteX5" fmla="*/ 44323 w 44322"/>
              <a:gd name="connsiteY5" fmla="*/ 873161 h 895322"/>
              <a:gd name="connsiteX6" fmla="*/ 22161 w 44322"/>
              <a:gd name="connsiteY6" fmla="*/ 895322 h 89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2" h="895322">
                <a:moveTo>
                  <a:pt x="22161" y="895322"/>
                </a:moveTo>
                <a:cubicBezTo>
                  <a:pt x="9973" y="895322"/>
                  <a:pt x="0" y="885350"/>
                  <a:pt x="0" y="873161"/>
                </a:cubicBezTo>
                <a:lnTo>
                  <a:pt x="0" y="22161"/>
                </a:lnTo>
                <a:cubicBezTo>
                  <a:pt x="0" y="9973"/>
                  <a:pt x="9973" y="0"/>
                  <a:pt x="22161" y="0"/>
                </a:cubicBezTo>
                <a:cubicBezTo>
                  <a:pt x="34350" y="0"/>
                  <a:pt x="44323" y="9973"/>
                  <a:pt x="44323" y="22161"/>
                </a:cubicBezTo>
                <a:lnTo>
                  <a:pt x="44323" y="873161"/>
                </a:lnTo>
                <a:cubicBezTo>
                  <a:pt x="44323" y="886458"/>
                  <a:pt x="34350" y="895322"/>
                  <a:pt x="22161" y="895322"/>
                </a:cubicBez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任意多边形: 形状 60"/>
          <p:cNvSpPr/>
          <p:nvPr/>
        </p:nvSpPr>
        <p:spPr>
          <a:xfrm>
            <a:off x="11073717" y="865523"/>
            <a:ext cx="180700" cy="180615"/>
          </a:xfrm>
          <a:custGeom>
            <a:avLst/>
            <a:gdLst>
              <a:gd name="connsiteX0" fmla="*/ 159562 w 180700"/>
              <a:gd name="connsiteY0" fmla="*/ 180616 h 180615"/>
              <a:gd name="connsiteX1" fmla="*/ 137401 w 180700"/>
              <a:gd name="connsiteY1" fmla="*/ 158454 h 180615"/>
              <a:gd name="connsiteX2" fmla="*/ 137401 w 180700"/>
              <a:gd name="connsiteY2" fmla="*/ 44323 h 180615"/>
              <a:gd name="connsiteX3" fmla="*/ 22161 w 180700"/>
              <a:gd name="connsiteY3" fmla="*/ 44323 h 180615"/>
              <a:gd name="connsiteX4" fmla="*/ 0 w 180700"/>
              <a:gd name="connsiteY4" fmla="*/ 22161 h 180615"/>
              <a:gd name="connsiteX5" fmla="*/ 22161 w 180700"/>
              <a:gd name="connsiteY5" fmla="*/ 0 h 180615"/>
              <a:gd name="connsiteX6" fmla="*/ 180616 w 180700"/>
              <a:gd name="connsiteY6" fmla="*/ 0 h 180615"/>
              <a:gd name="connsiteX7" fmla="*/ 180616 w 180700"/>
              <a:gd name="connsiteY7" fmla="*/ 158454 h 180615"/>
              <a:gd name="connsiteX8" fmla="*/ 159562 w 180700"/>
              <a:gd name="connsiteY8" fmla="*/ 180616 h 18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700" h="180615">
                <a:moveTo>
                  <a:pt x="159562" y="180616"/>
                </a:moveTo>
                <a:cubicBezTo>
                  <a:pt x="147374" y="180616"/>
                  <a:pt x="137401" y="170643"/>
                  <a:pt x="137401" y="158454"/>
                </a:cubicBezTo>
                <a:lnTo>
                  <a:pt x="137401" y="44323"/>
                </a:lnTo>
                <a:lnTo>
                  <a:pt x="22161" y="44323"/>
                </a:lnTo>
                <a:cubicBezTo>
                  <a:pt x="9973" y="44323"/>
                  <a:pt x="0" y="34350"/>
                  <a:pt x="0" y="22161"/>
                </a:cubicBezTo>
                <a:cubicBezTo>
                  <a:pt x="0" y="9973"/>
                  <a:pt x="9973" y="0"/>
                  <a:pt x="22161" y="0"/>
                </a:cubicBezTo>
                <a:lnTo>
                  <a:pt x="180616" y="0"/>
                </a:lnTo>
                <a:lnTo>
                  <a:pt x="180616" y="158454"/>
                </a:lnTo>
                <a:cubicBezTo>
                  <a:pt x="181724" y="170643"/>
                  <a:pt x="171751" y="180616"/>
                  <a:pt x="159562" y="180616"/>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a:off x="10940748" y="866631"/>
            <a:ext cx="314692" cy="315800"/>
          </a:xfrm>
          <a:custGeom>
            <a:avLst/>
            <a:gdLst>
              <a:gd name="connsiteX0" fmla="*/ 22161 w 314692"/>
              <a:gd name="connsiteY0" fmla="*/ 315801 h 315800"/>
              <a:gd name="connsiteX1" fmla="*/ 6648 w 314692"/>
              <a:gd name="connsiteY1" fmla="*/ 309152 h 315800"/>
              <a:gd name="connsiteX2" fmla="*/ 6648 w 314692"/>
              <a:gd name="connsiteY2" fmla="*/ 278126 h 315800"/>
              <a:gd name="connsiteX3" fmla="*/ 277018 w 314692"/>
              <a:gd name="connsiteY3" fmla="*/ 6648 h 315800"/>
              <a:gd name="connsiteX4" fmla="*/ 308044 w 314692"/>
              <a:gd name="connsiteY4" fmla="*/ 6648 h 315800"/>
              <a:gd name="connsiteX5" fmla="*/ 308044 w 314692"/>
              <a:gd name="connsiteY5" fmla="*/ 37674 h 315800"/>
              <a:gd name="connsiteX6" fmla="*/ 37674 w 314692"/>
              <a:gd name="connsiteY6" fmla="*/ 309152 h 315800"/>
              <a:gd name="connsiteX7" fmla="*/ 22161 w 314692"/>
              <a:gd name="connsiteY7" fmla="*/ 315801 h 31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92" h="315800">
                <a:moveTo>
                  <a:pt x="22161" y="315801"/>
                </a:moveTo>
                <a:cubicBezTo>
                  <a:pt x="16621" y="315801"/>
                  <a:pt x="11081" y="313584"/>
                  <a:pt x="6648" y="309152"/>
                </a:cubicBezTo>
                <a:cubicBezTo>
                  <a:pt x="-2216" y="300288"/>
                  <a:pt x="-2216" y="286991"/>
                  <a:pt x="6648" y="278126"/>
                </a:cubicBezTo>
                <a:lnTo>
                  <a:pt x="277018" y="6648"/>
                </a:lnTo>
                <a:cubicBezTo>
                  <a:pt x="285883" y="-2216"/>
                  <a:pt x="299180" y="-2216"/>
                  <a:pt x="308044" y="6648"/>
                </a:cubicBezTo>
                <a:cubicBezTo>
                  <a:pt x="316909" y="15513"/>
                  <a:pt x="316909" y="28810"/>
                  <a:pt x="308044" y="37674"/>
                </a:cubicBezTo>
                <a:lnTo>
                  <a:pt x="37674" y="309152"/>
                </a:lnTo>
                <a:cubicBezTo>
                  <a:pt x="33242" y="313584"/>
                  <a:pt x="27702" y="315801"/>
                  <a:pt x="22161" y="315801"/>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2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 五边形 2"/>
          <p:cNvSpPr/>
          <p:nvPr/>
        </p:nvSpPr>
        <p:spPr>
          <a:xfrm>
            <a:off x="265550" y="823184"/>
            <a:ext cx="5278723" cy="834379"/>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3013896"/>
            <a:ext cx="3426573"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2088" y="4191436"/>
            <a:ext cx="314096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5368976"/>
            <a:ext cx="291034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6238840" y="5240481"/>
            <a:ext cx="2555521" cy="384609"/>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箭头: 五边形 7"/>
          <p:cNvSpPr/>
          <p:nvPr/>
        </p:nvSpPr>
        <p:spPr>
          <a:xfrm>
            <a:off x="7831417" y="3771167"/>
            <a:ext cx="2555521" cy="384609"/>
          </a:xfrm>
          <a:prstGeom prst="homePlat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五边形 8"/>
          <p:cNvSpPr/>
          <p:nvPr/>
        </p:nvSpPr>
        <p:spPr>
          <a:xfrm>
            <a:off x="9444392" y="1845902"/>
            <a:ext cx="2555521" cy="384609"/>
          </a:xfrm>
          <a:prstGeom prst="homePlat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Oval 4"/>
          <p:cNvSpPr/>
          <p:nvPr/>
        </p:nvSpPr>
        <p:spPr>
          <a:xfrm>
            <a:off x="3398794" y="3828992"/>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TextBox 6"/>
          <p:cNvSpPr txBox="1"/>
          <p:nvPr/>
        </p:nvSpPr>
        <p:spPr>
          <a:xfrm>
            <a:off x="3915241" y="5088077"/>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Oval 10"/>
          <p:cNvSpPr/>
          <p:nvPr/>
        </p:nvSpPr>
        <p:spPr>
          <a:xfrm>
            <a:off x="5170011" y="2469502"/>
            <a:ext cx="2371719" cy="237171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TextBox 12"/>
          <p:cNvSpPr txBox="1"/>
          <p:nvPr/>
        </p:nvSpPr>
        <p:spPr>
          <a:xfrm>
            <a:off x="5686458" y="3606943"/>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大数据模型</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Oval 16"/>
          <p:cNvSpPr/>
          <p:nvPr/>
        </p:nvSpPr>
        <p:spPr>
          <a:xfrm>
            <a:off x="6941228" y="1041009"/>
            <a:ext cx="2371719" cy="2371719"/>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TextBox 18"/>
          <p:cNvSpPr txBox="1"/>
          <p:nvPr/>
        </p:nvSpPr>
        <p:spPr>
          <a:xfrm>
            <a:off x="7109646" y="2182177"/>
            <a:ext cx="20493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机器人辅助</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Oval 23"/>
          <p:cNvSpPr/>
          <p:nvPr/>
        </p:nvSpPr>
        <p:spPr>
          <a:xfrm>
            <a:off x="8529992" y="931502"/>
            <a:ext cx="914400" cy="9144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TextBox 24"/>
          <p:cNvSpPr txBox="1"/>
          <p:nvPr/>
        </p:nvSpPr>
        <p:spPr>
          <a:xfrm>
            <a:off x="8608723" y="1157870"/>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50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Oval 26"/>
          <p:cNvSpPr/>
          <p:nvPr/>
        </p:nvSpPr>
        <p:spPr>
          <a:xfrm>
            <a:off x="6762150" y="2457730"/>
            <a:ext cx="914400" cy="9144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TextBox 27"/>
          <p:cNvSpPr txBox="1"/>
          <p:nvPr/>
        </p:nvSpPr>
        <p:spPr>
          <a:xfrm>
            <a:off x="6840881" y="2684098"/>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70%</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Oval 29"/>
          <p:cNvSpPr/>
          <p:nvPr/>
        </p:nvSpPr>
        <p:spPr>
          <a:xfrm>
            <a:off x="5037062" y="3872819"/>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TextBox 30"/>
          <p:cNvSpPr txBox="1"/>
          <p:nvPr/>
        </p:nvSpPr>
        <p:spPr>
          <a:xfrm>
            <a:off x="5115793" y="4099187"/>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矩形 22"/>
          <p:cNvSpPr/>
          <p:nvPr/>
        </p:nvSpPr>
        <p:spPr>
          <a:xfrm>
            <a:off x="19518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74407" y="1728498"/>
            <a:ext cx="5462464" cy="10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提速、信用模型降损、现金流沙盘增利，全年合计贡献利润超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万元，财务部以量化价值登上集团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红榜</a:t>
            </a:r>
            <a:endPar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1015525" y="844246"/>
            <a:ext cx="4225992" cy="733919"/>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三大亮点让财务</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从后台账房升级为前线驾驶舱</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Oval 44"/>
          <p:cNvSpPr/>
          <p:nvPr/>
        </p:nvSpPr>
        <p:spPr>
          <a:xfrm>
            <a:off x="265550" y="3163925"/>
            <a:ext cx="560947" cy="560947"/>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AutoShape 139"/>
          <p:cNvSpPr/>
          <p:nvPr/>
        </p:nvSpPr>
        <p:spPr bwMode="auto">
          <a:xfrm>
            <a:off x="373175" y="3265236"/>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文本框 28"/>
          <p:cNvSpPr txBox="1"/>
          <p:nvPr/>
        </p:nvSpPr>
        <p:spPr>
          <a:xfrm>
            <a:off x="887291" y="3140335"/>
            <a:ext cx="2511503"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机器人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24h</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不加班，让税务岗窗口期提前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天，现金流预测下降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Oval 44"/>
          <p:cNvSpPr/>
          <p:nvPr/>
        </p:nvSpPr>
        <p:spPr>
          <a:xfrm>
            <a:off x="265550" y="4320181"/>
            <a:ext cx="560947" cy="560947"/>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AutoShape 139"/>
          <p:cNvSpPr/>
          <p:nvPr/>
        </p:nvSpPr>
        <p:spPr bwMode="auto">
          <a:xfrm>
            <a:off x="373175" y="4421492"/>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a:off x="887291" y="4296591"/>
            <a:ext cx="2137761"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财务用算法提前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天预警高风险客户，回款周期缩短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Oval 44"/>
          <p:cNvSpPr/>
          <p:nvPr/>
        </p:nvSpPr>
        <p:spPr>
          <a:xfrm>
            <a:off x="265550" y="5519932"/>
            <a:ext cx="560947" cy="56094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AutoShape 139"/>
          <p:cNvSpPr/>
          <p:nvPr/>
        </p:nvSpPr>
        <p:spPr bwMode="auto">
          <a:xfrm>
            <a:off x="373175" y="5621243"/>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5" name="文本框 34"/>
          <p:cNvSpPr txBox="1"/>
          <p:nvPr/>
        </p:nvSpPr>
        <p:spPr>
          <a:xfrm>
            <a:off x="887095" y="5496560"/>
            <a:ext cx="2138045" cy="60769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缺口提前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周可视化，财务费用率首次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9338668" y="2284594"/>
            <a:ext cx="26789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个月，把</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张进项发票的勾选、对账、申报耗时从</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小时，全年节约人工花费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481366" y="1854630"/>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RPA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税务月结机器人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7757772" y="4161592"/>
            <a:ext cx="4039736"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整合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万条应收记录</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征信</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API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AUC0.91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，把坏账计提率由</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降至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，当年少提减值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1,150</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万元，直接抬高净利润</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个百分点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7831418" y="3776983"/>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大数据客户信用模型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151752" y="5653160"/>
            <a:ext cx="4491783"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家银行银企直联，实时抓取</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亿元头寸；引入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滚动，未来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周偏差率≤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opportunistic</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理财收益同比多赚</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6269778" y="5249209"/>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动态现金流沙盘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pic>
        <p:nvPicPr>
          <p:cNvPr id="42" name="图形 4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55440" y="4411428"/>
            <a:ext cx="624884" cy="624884"/>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0393" y="3013896"/>
            <a:ext cx="502679" cy="502679"/>
          </a:xfrm>
          <a:prstGeom prst="rect">
            <a:avLst/>
          </a:prstGeom>
        </p:spPr>
      </p:pic>
      <p:pic>
        <p:nvPicPr>
          <p:cNvPr id="44" name="图形 4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6209" y="1603701"/>
            <a:ext cx="461756" cy="461756"/>
          </a:xfrm>
          <a:prstGeom prst="rect">
            <a:avLst/>
          </a:prstGeom>
        </p:spPr>
      </p:pic>
      <p:sp>
        <p:nvSpPr>
          <p:cNvPr id="45" name="椭圆 44"/>
          <p:cNvSpPr/>
          <p:nvPr/>
        </p:nvSpPr>
        <p:spPr>
          <a:xfrm>
            <a:off x="364843" y="919199"/>
            <a:ext cx="642349" cy="64234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图形 78"/>
          <p:cNvSpPr/>
          <p:nvPr/>
        </p:nvSpPr>
        <p:spPr>
          <a:xfrm>
            <a:off x="527139" y="1046408"/>
            <a:ext cx="317790" cy="329574"/>
          </a:xfrm>
          <a:custGeom>
            <a:avLst/>
            <a:gdLst>
              <a:gd name="connsiteX0" fmla="*/ 116529 w 317790"/>
              <a:gd name="connsiteY0" fmla="*/ 82757 h 329574"/>
              <a:gd name="connsiteX1" fmla="*/ 196576 w 317790"/>
              <a:gd name="connsiteY1" fmla="*/ 82757 h 329574"/>
              <a:gd name="connsiteX2" fmla="*/ 240362 w 317790"/>
              <a:gd name="connsiteY2" fmla="*/ 29417 h 329574"/>
              <a:gd name="connsiteX3" fmla="*/ 211184 w 317790"/>
              <a:gd name="connsiteY3" fmla="*/ 460 h 329574"/>
              <a:gd name="connsiteX4" fmla="*/ 157217 w 317790"/>
              <a:gd name="connsiteY4" fmla="*/ 19494 h 329574"/>
              <a:gd name="connsiteX5" fmla="*/ 101885 w 317790"/>
              <a:gd name="connsiteY5" fmla="*/ 460 h 329574"/>
              <a:gd name="connsiteX6" fmla="*/ 72706 w 317790"/>
              <a:gd name="connsiteY6" fmla="*/ 29417 h 329574"/>
              <a:gd name="connsiteX7" fmla="*/ 116492 w 317790"/>
              <a:gd name="connsiteY7" fmla="*/ 82757 h 329574"/>
              <a:gd name="connsiteX8" fmla="*/ 116529 w 317790"/>
              <a:gd name="connsiteY8" fmla="*/ 82757 h 329574"/>
              <a:gd name="connsiteX9" fmla="*/ 201040 w 317790"/>
              <a:gd name="connsiteY9" fmla="*/ 99319 h 329574"/>
              <a:gd name="connsiteX10" fmla="*/ 116566 w 317790"/>
              <a:gd name="connsiteY10" fmla="*/ 99319 h 329574"/>
              <a:gd name="connsiteX11" fmla="*/ 0 w 317790"/>
              <a:gd name="connsiteY11" fmla="*/ 281583 h 329574"/>
              <a:gd name="connsiteX12" fmla="*/ 43786 w 317790"/>
              <a:gd name="connsiteY12" fmla="*/ 329574 h 329574"/>
              <a:gd name="connsiteX13" fmla="*/ 274004 w 317790"/>
              <a:gd name="connsiteY13" fmla="*/ 329574 h 329574"/>
              <a:gd name="connsiteX14" fmla="*/ 317790 w 317790"/>
              <a:gd name="connsiteY14" fmla="*/ 281583 h 329574"/>
              <a:gd name="connsiteX15" fmla="*/ 201040 w 317790"/>
              <a:gd name="connsiteY15" fmla="*/ 99319 h 329574"/>
              <a:gd name="connsiteX16" fmla="*/ 210630 w 317790"/>
              <a:gd name="connsiteY16" fmla="*/ 239494 h 329574"/>
              <a:gd name="connsiteX17" fmla="*/ 220959 w 317790"/>
              <a:gd name="connsiteY17" fmla="*/ 249343 h 329574"/>
              <a:gd name="connsiteX18" fmla="*/ 211110 w 317790"/>
              <a:gd name="connsiteY18" fmla="*/ 259672 h 329574"/>
              <a:gd name="connsiteX19" fmla="*/ 169168 w 317790"/>
              <a:gd name="connsiteY19" fmla="*/ 259672 h 329574"/>
              <a:gd name="connsiteX20" fmla="*/ 169168 w 317790"/>
              <a:gd name="connsiteY20" fmla="*/ 286342 h 329574"/>
              <a:gd name="connsiteX21" fmla="*/ 158729 w 317790"/>
              <a:gd name="connsiteY21" fmla="*/ 296264 h 329574"/>
              <a:gd name="connsiteX22" fmla="*/ 148806 w 317790"/>
              <a:gd name="connsiteY22" fmla="*/ 286342 h 329574"/>
              <a:gd name="connsiteX23" fmla="*/ 148806 w 317790"/>
              <a:gd name="connsiteY23" fmla="*/ 259672 h 329574"/>
              <a:gd name="connsiteX24" fmla="*/ 107123 w 317790"/>
              <a:gd name="connsiteY24" fmla="*/ 259672 h 329574"/>
              <a:gd name="connsiteX25" fmla="*/ 96794 w 317790"/>
              <a:gd name="connsiteY25" fmla="*/ 249822 h 329574"/>
              <a:gd name="connsiteX26" fmla="*/ 106643 w 317790"/>
              <a:gd name="connsiteY26" fmla="*/ 239494 h 329574"/>
              <a:gd name="connsiteX27" fmla="*/ 148769 w 317790"/>
              <a:gd name="connsiteY27" fmla="*/ 239494 h 329574"/>
              <a:gd name="connsiteX28" fmla="*/ 148769 w 317790"/>
              <a:gd name="connsiteY28" fmla="*/ 226731 h 329574"/>
              <a:gd name="connsiteX29" fmla="*/ 107123 w 317790"/>
              <a:gd name="connsiteY29" fmla="*/ 226731 h 329574"/>
              <a:gd name="connsiteX30" fmla="*/ 96794 w 317790"/>
              <a:gd name="connsiteY30" fmla="*/ 216881 h 329574"/>
              <a:gd name="connsiteX31" fmla="*/ 106643 w 317790"/>
              <a:gd name="connsiteY31" fmla="*/ 206553 h 329574"/>
              <a:gd name="connsiteX32" fmla="*/ 135342 w 317790"/>
              <a:gd name="connsiteY32" fmla="*/ 206553 h 329574"/>
              <a:gd name="connsiteX33" fmla="*/ 106348 w 317790"/>
              <a:gd name="connsiteY33" fmla="*/ 155500 h 329574"/>
              <a:gd name="connsiteX34" fmla="*/ 110000 w 317790"/>
              <a:gd name="connsiteY34" fmla="*/ 141593 h 329574"/>
              <a:gd name="connsiteX35" fmla="*/ 124017 w 317790"/>
              <a:gd name="connsiteY35" fmla="*/ 145208 h 329574"/>
              <a:gd name="connsiteX36" fmla="*/ 158766 w 317790"/>
              <a:gd name="connsiteY36" fmla="*/ 206147 h 329574"/>
              <a:gd name="connsiteX37" fmla="*/ 160500 w 317790"/>
              <a:gd name="connsiteY37" fmla="*/ 206147 h 329574"/>
              <a:gd name="connsiteX38" fmla="*/ 195248 w 317790"/>
              <a:gd name="connsiteY38" fmla="*/ 145208 h 329574"/>
              <a:gd name="connsiteX39" fmla="*/ 209266 w 317790"/>
              <a:gd name="connsiteY39" fmla="*/ 141593 h 329574"/>
              <a:gd name="connsiteX40" fmla="*/ 212917 w 317790"/>
              <a:gd name="connsiteY40" fmla="*/ 155463 h 329574"/>
              <a:gd name="connsiteX41" fmla="*/ 212917 w 317790"/>
              <a:gd name="connsiteY41" fmla="*/ 155500 h 329574"/>
              <a:gd name="connsiteX42" fmla="*/ 184108 w 317790"/>
              <a:gd name="connsiteY42" fmla="*/ 206368 h 329574"/>
              <a:gd name="connsiteX43" fmla="*/ 210594 w 317790"/>
              <a:gd name="connsiteY43" fmla="*/ 206368 h 329574"/>
              <a:gd name="connsiteX44" fmla="*/ 220922 w 317790"/>
              <a:gd name="connsiteY44" fmla="*/ 216218 h 329574"/>
              <a:gd name="connsiteX45" fmla="*/ 211073 w 317790"/>
              <a:gd name="connsiteY45" fmla="*/ 226546 h 329574"/>
              <a:gd name="connsiteX46" fmla="*/ 169131 w 317790"/>
              <a:gd name="connsiteY46" fmla="*/ 226546 h 329574"/>
              <a:gd name="connsiteX47" fmla="*/ 169131 w 317790"/>
              <a:gd name="connsiteY47" fmla="*/ 239309 h 329574"/>
              <a:gd name="connsiteX48" fmla="*/ 210594 w 317790"/>
              <a:gd name="connsiteY48" fmla="*/ 239309 h 329574"/>
              <a:gd name="connsiteX49" fmla="*/ 210630 w 317790"/>
              <a:gd name="connsiteY49" fmla="*/ 239494 h 32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90" h="329574">
                <a:moveTo>
                  <a:pt x="116529" y="82757"/>
                </a:moveTo>
                <a:lnTo>
                  <a:pt x="196576" y="82757"/>
                </a:lnTo>
                <a:cubicBezTo>
                  <a:pt x="221365" y="82757"/>
                  <a:pt x="240362" y="29417"/>
                  <a:pt x="240362" y="29417"/>
                </a:cubicBezTo>
                <a:cubicBezTo>
                  <a:pt x="240362" y="13407"/>
                  <a:pt x="238813" y="1419"/>
                  <a:pt x="211184" y="460"/>
                </a:cubicBezTo>
                <a:cubicBezTo>
                  <a:pt x="183739" y="-499"/>
                  <a:pt x="176989" y="19494"/>
                  <a:pt x="157217" y="19494"/>
                </a:cubicBezTo>
                <a:cubicBezTo>
                  <a:pt x="136854" y="19494"/>
                  <a:pt x="126858" y="3890"/>
                  <a:pt x="101885" y="460"/>
                </a:cubicBezTo>
                <a:cubicBezTo>
                  <a:pt x="76911" y="-2971"/>
                  <a:pt x="72706" y="13407"/>
                  <a:pt x="72706" y="29417"/>
                </a:cubicBezTo>
                <a:cubicBezTo>
                  <a:pt x="72706" y="29417"/>
                  <a:pt x="91704" y="82757"/>
                  <a:pt x="116492" y="82757"/>
                </a:cubicBezTo>
                <a:lnTo>
                  <a:pt x="116529" y="82757"/>
                </a:lnTo>
                <a:close/>
                <a:moveTo>
                  <a:pt x="201040" y="99319"/>
                </a:moveTo>
                <a:lnTo>
                  <a:pt x="116566" y="99319"/>
                </a:lnTo>
                <a:cubicBezTo>
                  <a:pt x="23055" y="99319"/>
                  <a:pt x="0" y="281583"/>
                  <a:pt x="0" y="281583"/>
                </a:cubicBezTo>
                <a:cubicBezTo>
                  <a:pt x="0" y="305597"/>
                  <a:pt x="19588" y="329574"/>
                  <a:pt x="43786" y="329574"/>
                </a:cubicBezTo>
                <a:lnTo>
                  <a:pt x="274004" y="329574"/>
                </a:lnTo>
                <a:cubicBezTo>
                  <a:pt x="298203" y="329574"/>
                  <a:pt x="317790" y="305560"/>
                  <a:pt x="317790" y="281583"/>
                </a:cubicBezTo>
                <a:cubicBezTo>
                  <a:pt x="317569" y="281583"/>
                  <a:pt x="294551" y="99319"/>
                  <a:pt x="201040" y="99319"/>
                </a:cubicBezTo>
                <a:close/>
                <a:moveTo>
                  <a:pt x="210630" y="239494"/>
                </a:moveTo>
                <a:cubicBezTo>
                  <a:pt x="216201" y="239346"/>
                  <a:pt x="220848" y="243773"/>
                  <a:pt x="220959" y="249343"/>
                </a:cubicBezTo>
                <a:cubicBezTo>
                  <a:pt x="221107" y="254913"/>
                  <a:pt x="216680" y="259561"/>
                  <a:pt x="211110" y="259672"/>
                </a:cubicBezTo>
                <a:lnTo>
                  <a:pt x="169168" y="259672"/>
                </a:lnTo>
                <a:lnTo>
                  <a:pt x="169168" y="286342"/>
                </a:lnTo>
                <a:cubicBezTo>
                  <a:pt x="169021" y="291949"/>
                  <a:pt x="164373" y="296412"/>
                  <a:pt x="158729" y="296264"/>
                </a:cubicBezTo>
                <a:cubicBezTo>
                  <a:pt x="153306" y="296117"/>
                  <a:pt x="148917" y="291764"/>
                  <a:pt x="148806" y="286342"/>
                </a:cubicBezTo>
                <a:lnTo>
                  <a:pt x="148806" y="259672"/>
                </a:lnTo>
                <a:lnTo>
                  <a:pt x="107123" y="259672"/>
                </a:lnTo>
                <a:cubicBezTo>
                  <a:pt x="101553" y="259819"/>
                  <a:pt x="96905" y="255393"/>
                  <a:pt x="96794" y="249822"/>
                </a:cubicBezTo>
                <a:cubicBezTo>
                  <a:pt x="96647" y="244252"/>
                  <a:pt x="101073" y="239604"/>
                  <a:pt x="106643" y="239494"/>
                </a:cubicBezTo>
                <a:lnTo>
                  <a:pt x="148769" y="239494"/>
                </a:lnTo>
                <a:lnTo>
                  <a:pt x="148769" y="226731"/>
                </a:lnTo>
                <a:lnTo>
                  <a:pt x="107123" y="226731"/>
                </a:lnTo>
                <a:cubicBezTo>
                  <a:pt x="101553" y="226878"/>
                  <a:pt x="96905" y="222452"/>
                  <a:pt x="96794" y="216881"/>
                </a:cubicBezTo>
                <a:cubicBezTo>
                  <a:pt x="96647" y="211311"/>
                  <a:pt x="101073" y="206664"/>
                  <a:pt x="106643" y="206553"/>
                </a:cubicBezTo>
                <a:lnTo>
                  <a:pt x="135342" y="206553"/>
                </a:lnTo>
                <a:lnTo>
                  <a:pt x="106348" y="155500"/>
                </a:lnTo>
                <a:cubicBezTo>
                  <a:pt x="103545" y="150668"/>
                  <a:pt x="105168" y="144433"/>
                  <a:pt x="110000" y="141593"/>
                </a:cubicBezTo>
                <a:cubicBezTo>
                  <a:pt x="114869" y="138790"/>
                  <a:pt x="121103" y="140413"/>
                  <a:pt x="124017" y="145208"/>
                </a:cubicBezTo>
                <a:lnTo>
                  <a:pt x="158766" y="206147"/>
                </a:lnTo>
                <a:lnTo>
                  <a:pt x="160500" y="206147"/>
                </a:lnTo>
                <a:lnTo>
                  <a:pt x="195248" y="145208"/>
                </a:lnTo>
                <a:cubicBezTo>
                  <a:pt x="198162" y="140376"/>
                  <a:pt x="204396" y="138753"/>
                  <a:pt x="209266" y="141593"/>
                </a:cubicBezTo>
                <a:cubicBezTo>
                  <a:pt x="214098" y="144397"/>
                  <a:pt x="215758" y="150631"/>
                  <a:pt x="212917" y="155463"/>
                </a:cubicBezTo>
                <a:lnTo>
                  <a:pt x="212917" y="155500"/>
                </a:lnTo>
                <a:lnTo>
                  <a:pt x="184108" y="206368"/>
                </a:lnTo>
                <a:lnTo>
                  <a:pt x="210594" y="206368"/>
                </a:lnTo>
                <a:cubicBezTo>
                  <a:pt x="216164" y="206221"/>
                  <a:pt x="220812" y="210647"/>
                  <a:pt x="220922" y="216218"/>
                </a:cubicBezTo>
                <a:cubicBezTo>
                  <a:pt x="221070" y="221788"/>
                  <a:pt x="216643" y="226435"/>
                  <a:pt x="211073" y="226546"/>
                </a:cubicBezTo>
                <a:lnTo>
                  <a:pt x="169131" y="226546"/>
                </a:lnTo>
                <a:lnTo>
                  <a:pt x="169131" y="239309"/>
                </a:lnTo>
                <a:lnTo>
                  <a:pt x="210594" y="239309"/>
                </a:lnTo>
                <a:lnTo>
                  <a:pt x="210630" y="239494"/>
                </a:lnTo>
                <a:close/>
              </a:path>
            </a:pathLst>
          </a:custGeom>
          <a:solidFill>
            <a:schemeClr val="accent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箭头: V 形 46"/>
          <p:cNvSpPr/>
          <p:nvPr/>
        </p:nvSpPr>
        <p:spPr>
          <a:xfrm>
            <a:off x="5269216" y="821803"/>
            <a:ext cx="660913" cy="834379"/>
          </a:xfrm>
          <a:prstGeom prst="chevron">
            <a:avLst>
              <a:gd name="adj" fmla="val 647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任意多边形: 形状 104"/>
          <p:cNvSpPr/>
          <p:nvPr/>
        </p:nvSpPr>
        <p:spPr>
          <a:xfrm>
            <a:off x="6933235" y="4723428"/>
            <a:ext cx="4340507" cy="1179661"/>
          </a:xfrm>
          <a:custGeom>
            <a:avLst/>
            <a:gdLst>
              <a:gd name="connsiteX0" fmla="*/ 0 w 4340507"/>
              <a:gd name="connsiteY0" fmla="*/ 1169043 h 1169043"/>
              <a:gd name="connsiteX1" fmla="*/ 1458411 w 4340507"/>
              <a:gd name="connsiteY1" fmla="*/ 0 h 1169043"/>
              <a:gd name="connsiteX2" fmla="*/ 4340507 w 4340507"/>
              <a:gd name="connsiteY2" fmla="*/ 0 h 1169043"/>
            </a:gdLst>
            <a:ahLst/>
            <a:cxnLst>
              <a:cxn ang="0">
                <a:pos x="connsiteX0" y="connsiteY0"/>
              </a:cxn>
              <a:cxn ang="0">
                <a:pos x="connsiteX1" y="connsiteY1"/>
              </a:cxn>
              <a:cxn ang="0">
                <a:pos x="connsiteX2" y="connsiteY2"/>
              </a:cxn>
            </a:cxnLst>
            <a:rect l="l" t="t" r="r" b="b"/>
            <a:pathLst>
              <a:path w="4340507" h="1169043">
                <a:moveTo>
                  <a:pt x="0" y="1169043"/>
                </a:moveTo>
                <a:lnTo>
                  <a:pt x="1458411" y="0"/>
                </a:lnTo>
                <a:lnTo>
                  <a:pt x="4340507" y="0"/>
                </a:lnTo>
              </a:path>
            </a:pathLst>
          </a:custGeom>
          <a:noFill/>
          <a:ln w="3588" cap="flat">
            <a:solidFill>
              <a:schemeClr val="accent1">
                <a:lumMod val="50000"/>
              </a:schemeClr>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82" name="箭头: 五边形 81"/>
          <p:cNvSpPr/>
          <p:nvPr/>
        </p:nvSpPr>
        <p:spPr>
          <a:xfrm flipH="1">
            <a:off x="8860927" y="1347152"/>
            <a:ext cx="2403196" cy="550370"/>
          </a:xfrm>
          <a:prstGeom prst="homePlate">
            <a:avLst/>
          </a:pr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Line 1355"/>
          <p:cNvSpPr>
            <a:spLocks noChangeShapeType="1"/>
          </p:cNvSpPr>
          <p:nvPr>
            <p:custDataLst>
              <p:tags r:id="rId1"/>
            </p:custDataLst>
          </p:nvPr>
        </p:nvSpPr>
        <p:spPr bwMode="auto">
          <a:xfrm>
            <a:off x="870280" y="3889265"/>
            <a:ext cx="3127527" cy="0"/>
          </a:xfrm>
          <a:prstGeom prst="line">
            <a:avLst/>
          </a:prstGeom>
          <a:noFill/>
          <a:ln w="3588" cap="flat">
            <a:solidFill>
              <a:schemeClr val="accent2"/>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8" name="箭头: 五边形 67"/>
          <p:cNvSpPr/>
          <p:nvPr/>
        </p:nvSpPr>
        <p:spPr>
          <a:xfrm>
            <a:off x="893641" y="964716"/>
            <a:ext cx="2852726" cy="55037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05114" y="891445"/>
            <a:ext cx="649347" cy="64934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nvGrpSpPr>
          <p:cNvPr id="54" name="组合 53"/>
          <p:cNvGrpSpPr/>
          <p:nvPr/>
        </p:nvGrpSpPr>
        <p:grpSpPr>
          <a:xfrm>
            <a:off x="3901567" y="1521226"/>
            <a:ext cx="4388866" cy="4388866"/>
            <a:chOff x="8431970" y="2121662"/>
            <a:chExt cx="4388866" cy="4388866"/>
          </a:xfrm>
        </p:grpSpPr>
        <p:sp>
          <p:nvSpPr>
            <p:cNvPr id="8" name="Freeform 1347"/>
            <p:cNvSpPr>
              <a:spLocks noEditPoints="1"/>
            </p:cNvSpPr>
            <p:nvPr>
              <p:custDataLst>
                <p:tags r:id="rId2"/>
              </p:custDataLst>
            </p:nvPr>
          </p:nvSpPr>
          <p:spPr bwMode="auto">
            <a:xfrm>
              <a:off x="8825352" y="2515044"/>
              <a:ext cx="3602101" cy="3602101"/>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Freeform 1347"/>
            <p:cNvSpPr>
              <a:spLocks noEditPoints="1"/>
            </p:cNvSpPr>
            <p:nvPr>
              <p:custDataLst>
                <p:tags r:id="rId3"/>
              </p:custDataLst>
            </p:nvPr>
          </p:nvSpPr>
          <p:spPr bwMode="auto">
            <a:xfrm>
              <a:off x="8431970" y="2121662"/>
              <a:ext cx="4388866" cy="4388866"/>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 name="Freeform 1354"/>
          <p:cNvSpPr/>
          <p:nvPr>
            <p:custDataLst>
              <p:tags r:id="rId4"/>
            </p:custDataLst>
          </p:nvPr>
        </p:nvSpPr>
        <p:spPr bwMode="auto">
          <a:xfrm>
            <a:off x="8327921" y="1897522"/>
            <a:ext cx="2993447" cy="1153129"/>
          </a:xfrm>
          <a:custGeom>
            <a:avLst/>
            <a:gdLst>
              <a:gd name="T0" fmla="*/ 615 w 615"/>
              <a:gd name="T1" fmla="*/ 0 h 277"/>
              <a:gd name="T2" fmla="*/ 57 w 615"/>
              <a:gd name="T3" fmla="*/ 0 h 277"/>
              <a:gd name="T4" fmla="*/ 0 w 615"/>
              <a:gd name="T5" fmla="*/ 57 h 277"/>
              <a:gd name="T6" fmla="*/ 0 w 615"/>
              <a:gd name="T7" fmla="*/ 277 h 277"/>
            </a:gdLst>
            <a:ahLst/>
            <a:cxnLst>
              <a:cxn ang="0">
                <a:pos x="T0" y="T1"/>
              </a:cxn>
              <a:cxn ang="0">
                <a:pos x="T2" y="T3"/>
              </a:cxn>
              <a:cxn ang="0">
                <a:pos x="T4" y="T5"/>
              </a:cxn>
              <a:cxn ang="0">
                <a:pos x="T6" y="T7"/>
              </a:cxn>
            </a:cxnLst>
            <a:rect l="0" t="0" r="r" b="b"/>
            <a:pathLst>
              <a:path w="615" h="277">
                <a:moveTo>
                  <a:pt x="615" y="0"/>
                </a:moveTo>
                <a:cubicBezTo>
                  <a:pt x="57" y="0"/>
                  <a:pt x="57" y="0"/>
                  <a:pt x="57" y="0"/>
                </a:cubicBezTo>
                <a:cubicBezTo>
                  <a:pt x="26" y="0"/>
                  <a:pt x="0" y="26"/>
                  <a:pt x="0" y="57"/>
                </a:cubicBezTo>
                <a:cubicBezTo>
                  <a:pt x="0" y="277"/>
                  <a:pt x="0" y="277"/>
                  <a:pt x="0" y="277"/>
                </a:cubicBezTo>
              </a:path>
            </a:pathLst>
          </a:custGeom>
          <a:noFill/>
          <a:ln w="3588" cap="flat">
            <a:solidFill>
              <a:schemeClr val="accent3"/>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5" name="Line 1355"/>
          <p:cNvSpPr>
            <a:spLocks noChangeShapeType="1"/>
          </p:cNvSpPr>
          <p:nvPr>
            <p:custDataLst>
              <p:tags r:id="rId5"/>
            </p:custDataLst>
          </p:nvPr>
        </p:nvSpPr>
        <p:spPr bwMode="auto">
          <a:xfrm>
            <a:off x="870280" y="1505641"/>
            <a:ext cx="4576679" cy="0"/>
          </a:xfrm>
          <a:prstGeom prst="line">
            <a:avLst/>
          </a:prstGeom>
          <a:noFill/>
          <a:ln w="3588" cap="flat">
            <a:solidFill>
              <a:schemeClr val="accent1"/>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Freeform 1349"/>
          <p:cNvSpPr>
            <a:spLocks noEditPoints="1"/>
          </p:cNvSpPr>
          <p:nvPr>
            <p:custDataLst>
              <p:tags r:id="rId6"/>
            </p:custDataLst>
          </p:nvPr>
        </p:nvSpPr>
        <p:spPr bwMode="auto">
          <a:xfrm>
            <a:off x="4790401" y="2368057"/>
            <a:ext cx="2791270" cy="2791270"/>
          </a:xfrm>
          <a:custGeom>
            <a:avLst/>
            <a:gdLst>
              <a:gd name="T0" fmla="*/ 778 w 1556"/>
              <a:gd name="T1" fmla="*/ 1556 h 1556"/>
              <a:gd name="T2" fmla="*/ 0 w 1556"/>
              <a:gd name="T3" fmla="*/ 778 h 1556"/>
              <a:gd name="T4" fmla="*/ 778 w 1556"/>
              <a:gd name="T5" fmla="*/ 0 h 1556"/>
              <a:gd name="T6" fmla="*/ 1556 w 1556"/>
              <a:gd name="T7" fmla="*/ 778 h 1556"/>
              <a:gd name="T8" fmla="*/ 778 w 1556"/>
              <a:gd name="T9" fmla="*/ 1556 h 1556"/>
              <a:gd name="T10" fmla="*/ 114 w 1556"/>
              <a:gd name="T11" fmla="*/ 778 h 1556"/>
              <a:gd name="T12" fmla="*/ 778 w 1556"/>
              <a:gd name="T13" fmla="*/ 1442 h 1556"/>
              <a:gd name="T14" fmla="*/ 1442 w 1556"/>
              <a:gd name="T15" fmla="*/ 778 h 1556"/>
              <a:gd name="T16" fmla="*/ 778 w 1556"/>
              <a:gd name="T17" fmla="*/ 114 h 1556"/>
              <a:gd name="T18" fmla="*/ 114 w 1556"/>
              <a:gd name="T19" fmla="*/ 778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6" h="1556">
                <a:moveTo>
                  <a:pt x="778" y="1556"/>
                </a:moveTo>
                <a:lnTo>
                  <a:pt x="0" y="778"/>
                </a:lnTo>
                <a:lnTo>
                  <a:pt x="778" y="0"/>
                </a:lnTo>
                <a:lnTo>
                  <a:pt x="1556" y="778"/>
                </a:lnTo>
                <a:lnTo>
                  <a:pt x="778" y="1556"/>
                </a:lnTo>
                <a:close/>
                <a:moveTo>
                  <a:pt x="114" y="778"/>
                </a:moveTo>
                <a:lnTo>
                  <a:pt x="778" y="1442"/>
                </a:lnTo>
                <a:lnTo>
                  <a:pt x="1442" y="778"/>
                </a:lnTo>
                <a:lnTo>
                  <a:pt x="778" y="114"/>
                </a:lnTo>
                <a:lnTo>
                  <a:pt x="114" y="778"/>
                </a:lnTo>
                <a:close/>
              </a:path>
            </a:pathLst>
          </a:custGeom>
          <a:solidFill>
            <a:schemeClr val="bg1">
              <a:alpha val="10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TextBox 9"/>
          <p:cNvSpPr txBox="1"/>
          <p:nvPr>
            <p:custDataLst>
              <p:tags r:id="rId7"/>
            </p:custDataLst>
          </p:nvPr>
        </p:nvSpPr>
        <p:spPr>
          <a:xfrm>
            <a:off x="462519" y="1031452"/>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01</a:t>
            </a:r>
            <a:endPar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1" name="Freeform 1350"/>
          <p:cNvSpPr/>
          <p:nvPr>
            <p:custDataLst>
              <p:tags r:id="rId8"/>
            </p:custDataLst>
          </p:nvPr>
        </p:nvSpPr>
        <p:spPr bwMode="auto">
          <a:xfrm>
            <a:off x="5091773" y="1352725"/>
            <a:ext cx="2163413" cy="1783112"/>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Freeform 1351"/>
          <p:cNvSpPr/>
          <p:nvPr>
            <p:custDataLst>
              <p:tags r:id="rId9"/>
            </p:custDataLst>
          </p:nvPr>
        </p:nvSpPr>
        <p:spPr bwMode="auto">
          <a:xfrm>
            <a:off x="6817479" y="2669430"/>
            <a:ext cx="1779524" cy="2163413"/>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Freeform 1353"/>
          <p:cNvSpPr/>
          <p:nvPr>
            <p:custDataLst>
              <p:tags r:id="rId10"/>
            </p:custDataLst>
          </p:nvPr>
        </p:nvSpPr>
        <p:spPr bwMode="auto">
          <a:xfrm>
            <a:off x="3775068" y="2694545"/>
            <a:ext cx="1779524" cy="2163413"/>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Oval 1358"/>
          <p:cNvSpPr>
            <a:spLocks noChangeArrowheads="1"/>
          </p:cNvSpPr>
          <p:nvPr>
            <p:custDataLst>
              <p:tags r:id="rId11"/>
            </p:custDataLst>
          </p:nvPr>
        </p:nvSpPr>
        <p:spPr bwMode="auto">
          <a:xfrm>
            <a:off x="3746366" y="3892851"/>
            <a:ext cx="613505" cy="609918"/>
          </a:xfrm>
          <a:prstGeom prst="ellipse">
            <a:avLst/>
          </a:prstGeom>
          <a:solidFill>
            <a:schemeClr val="bg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Freeform 1359"/>
          <p:cNvSpPr>
            <a:spLocks noEditPoints="1"/>
          </p:cNvSpPr>
          <p:nvPr>
            <p:custDataLst>
              <p:tags r:id="rId12"/>
            </p:custDataLst>
          </p:nvPr>
        </p:nvSpPr>
        <p:spPr bwMode="auto">
          <a:xfrm>
            <a:off x="3732015" y="3878500"/>
            <a:ext cx="642207" cy="638619"/>
          </a:xfrm>
          <a:custGeom>
            <a:avLst/>
            <a:gdLst>
              <a:gd name="T0" fmla="*/ 89 w 179"/>
              <a:gd name="T1" fmla="*/ 178 h 178"/>
              <a:gd name="T2" fmla="*/ 0 w 179"/>
              <a:gd name="T3" fmla="*/ 89 h 178"/>
              <a:gd name="T4" fmla="*/ 89 w 179"/>
              <a:gd name="T5" fmla="*/ 0 h 178"/>
              <a:gd name="T6" fmla="*/ 179 w 179"/>
              <a:gd name="T7" fmla="*/ 89 h 178"/>
              <a:gd name="T8" fmla="*/ 89 w 179"/>
              <a:gd name="T9" fmla="*/ 178 h 178"/>
              <a:gd name="T10" fmla="*/ 89 w 179"/>
              <a:gd name="T11" fmla="*/ 8 h 178"/>
              <a:gd name="T12" fmla="*/ 8 w 179"/>
              <a:gd name="T13" fmla="*/ 89 h 178"/>
              <a:gd name="T14" fmla="*/ 89 w 179"/>
              <a:gd name="T15" fmla="*/ 170 h 178"/>
              <a:gd name="T16" fmla="*/ 171 w 179"/>
              <a:gd name="T17" fmla="*/ 89 h 178"/>
              <a:gd name="T18" fmla="*/ 89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89" y="178"/>
                </a:moveTo>
                <a:cubicBezTo>
                  <a:pt x="40" y="178"/>
                  <a:pt x="0" y="138"/>
                  <a:pt x="0" y="89"/>
                </a:cubicBezTo>
                <a:cubicBezTo>
                  <a:pt x="0" y="40"/>
                  <a:pt x="40" y="0"/>
                  <a:pt x="89" y="0"/>
                </a:cubicBezTo>
                <a:cubicBezTo>
                  <a:pt x="139" y="0"/>
                  <a:pt x="179" y="40"/>
                  <a:pt x="179" y="89"/>
                </a:cubicBezTo>
                <a:cubicBezTo>
                  <a:pt x="179" y="138"/>
                  <a:pt x="139" y="178"/>
                  <a:pt x="89" y="178"/>
                </a:cubicBezTo>
                <a:close/>
                <a:moveTo>
                  <a:pt x="89" y="8"/>
                </a:moveTo>
                <a:cubicBezTo>
                  <a:pt x="45" y="8"/>
                  <a:pt x="8" y="44"/>
                  <a:pt x="8" y="89"/>
                </a:cubicBezTo>
                <a:cubicBezTo>
                  <a:pt x="8" y="133"/>
                  <a:pt x="45" y="170"/>
                  <a:pt x="89" y="170"/>
                </a:cubicBezTo>
                <a:cubicBezTo>
                  <a:pt x="134" y="170"/>
                  <a:pt x="171" y="133"/>
                  <a:pt x="171" y="89"/>
                </a:cubicBezTo>
                <a:cubicBezTo>
                  <a:pt x="171" y="44"/>
                  <a:pt x="134" y="8"/>
                  <a:pt x="89" y="8"/>
                </a:cubicBez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Freeform 1360"/>
          <p:cNvSpPr>
            <a:spLocks noEditPoints="1"/>
          </p:cNvSpPr>
          <p:nvPr>
            <p:custDataLst>
              <p:tags r:id="rId13"/>
            </p:custDataLst>
          </p:nvPr>
        </p:nvSpPr>
        <p:spPr bwMode="auto">
          <a:xfrm>
            <a:off x="3918577" y="4011247"/>
            <a:ext cx="269081" cy="391065"/>
          </a:xfrm>
          <a:custGeom>
            <a:avLst/>
            <a:gdLst>
              <a:gd name="T0" fmla="*/ 22 w 75"/>
              <a:gd name="T1" fmla="*/ 95 h 109"/>
              <a:gd name="T2" fmla="*/ 22 w 75"/>
              <a:gd name="T3" fmla="*/ 100 h 109"/>
              <a:gd name="T4" fmla="*/ 28 w 75"/>
              <a:gd name="T5" fmla="*/ 103 h 109"/>
              <a:gd name="T6" fmla="*/ 28 w 75"/>
              <a:gd name="T7" fmla="*/ 107 h 109"/>
              <a:gd name="T8" fmla="*/ 37 w 75"/>
              <a:gd name="T9" fmla="*/ 109 h 109"/>
              <a:gd name="T10" fmla="*/ 47 w 75"/>
              <a:gd name="T11" fmla="*/ 107 h 109"/>
              <a:gd name="T12" fmla="*/ 47 w 75"/>
              <a:gd name="T13" fmla="*/ 103 h 109"/>
              <a:gd name="T14" fmla="*/ 52 w 75"/>
              <a:gd name="T15" fmla="*/ 100 h 109"/>
              <a:gd name="T16" fmla="*/ 53 w 75"/>
              <a:gd name="T17" fmla="*/ 95 h 109"/>
              <a:gd name="T18" fmla="*/ 37 w 75"/>
              <a:gd name="T19" fmla="*/ 97 h 109"/>
              <a:gd name="T20" fmla="*/ 22 w 75"/>
              <a:gd name="T21" fmla="*/ 95 h 109"/>
              <a:gd name="T22" fmla="*/ 20 w 75"/>
              <a:gd name="T23" fmla="*/ 84 h 109"/>
              <a:gd name="T24" fmla="*/ 21 w 75"/>
              <a:gd name="T25" fmla="*/ 90 h 109"/>
              <a:gd name="T26" fmla="*/ 37 w 75"/>
              <a:gd name="T27" fmla="*/ 93 h 109"/>
              <a:gd name="T28" fmla="*/ 54 w 75"/>
              <a:gd name="T29" fmla="*/ 90 h 109"/>
              <a:gd name="T30" fmla="*/ 55 w 75"/>
              <a:gd name="T31" fmla="*/ 84 h 109"/>
              <a:gd name="T32" fmla="*/ 37 w 75"/>
              <a:gd name="T33" fmla="*/ 87 h 109"/>
              <a:gd name="T34" fmla="*/ 20 w 75"/>
              <a:gd name="T35" fmla="*/ 84 h 109"/>
              <a:gd name="T36" fmla="*/ 37 w 75"/>
              <a:gd name="T37" fmla="*/ 0 h 109"/>
              <a:gd name="T38" fmla="*/ 0 w 75"/>
              <a:gd name="T39" fmla="*/ 38 h 109"/>
              <a:gd name="T40" fmla="*/ 18 w 75"/>
              <a:gd name="T41" fmla="*/ 70 h 109"/>
              <a:gd name="T42" fmla="*/ 19 w 75"/>
              <a:gd name="T43" fmla="*/ 79 h 109"/>
              <a:gd name="T44" fmla="*/ 37 w 75"/>
              <a:gd name="T45" fmla="*/ 83 h 109"/>
              <a:gd name="T46" fmla="*/ 56 w 75"/>
              <a:gd name="T47" fmla="*/ 79 h 109"/>
              <a:gd name="T48" fmla="*/ 57 w 75"/>
              <a:gd name="T49" fmla="*/ 70 h 109"/>
              <a:gd name="T50" fmla="*/ 75 w 75"/>
              <a:gd name="T51" fmla="*/ 38 h 109"/>
              <a:gd name="T52" fmla="*/ 37 w 75"/>
              <a:gd name="T53" fmla="*/ 0 h 109"/>
              <a:gd name="T54" fmla="*/ 51 w 75"/>
              <a:gd name="T55" fmla="*/ 65 h 109"/>
              <a:gd name="T56" fmla="*/ 50 w 75"/>
              <a:gd name="T57" fmla="*/ 74 h 109"/>
              <a:gd name="T58" fmla="*/ 37 w 75"/>
              <a:gd name="T59" fmla="*/ 76 h 109"/>
              <a:gd name="T60" fmla="*/ 25 w 75"/>
              <a:gd name="T61" fmla="*/ 74 h 109"/>
              <a:gd name="T62" fmla="*/ 24 w 75"/>
              <a:gd name="T63" fmla="*/ 65 h 109"/>
              <a:gd name="T64" fmla="*/ 7 w 75"/>
              <a:gd name="T65" fmla="*/ 38 h 109"/>
              <a:gd name="T66" fmla="*/ 37 w 75"/>
              <a:gd name="T67" fmla="*/ 7 h 109"/>
              <a:gd name="T68" fmla="*/ 68 w 75"/>
              <a:gd name="T69" fmla="*/ 38 h 109"/>
              <a:gd name="T70" fmla="*/ 51 w 75"/>
              <a:gd name="T71" fmla="*/ 65 h 109"/>
              <a:gd name="T72" fmla="*/ 37 w 75"/>
              <a:gd name="T73" fmla="*/ 15 h 109"/>
              <a:gd name="T74" fmla="*/ 39 w 75"/>
              <a:gd name="T75" fmla="*/ 14 h 109"/>
              <a:gd name="T76" fmla="*/ 37 w 75"/>
              <a:gd name="T77" fmla="*/ 12 h 109"/>
              <a:gd name="T78" fmla="*/ 11 w 75"/>
              <a:gd name="T79" fmla="*/ 38 h 109"/>
              <a:gd name="T80" fmla="*/ 13 w 75"/>
              <a:gd name="T81" fmla="*/ 40 h 109"/>
              <a:gd name="T82" fmla="*/ 15 w 75"/>
              <a:gd name="T83" fmla="*/ 38 h 109"/>
              <a:gd name="T84" fmla="*/ 37 w 75"/>
              <a:gd name="T85" fmla="*/ 15 h 109"/>
              <a:gd name="T86" fmla="*/ 46 w 75"/>
              <a:gd name="T87" fmla="*/ 51 h 109"/>
              <a:gd name="T88" fmla="*/ 37 w 75"/>
              <a:gd name="T89" fmla="*/ 36 h 109"/>
              <a:gd name="T90" fmla="*/ 29 w 75"/>
              <a:gd name="T91" fmla="*/ 51 h 109"/>
              <a:gd name="T92" fmla="*/ 26 w 75"/>
              <a:gd name="T93" fmla="*/ 44 h 109"/>
              <a:gd name="T94" fmla="*/ 20 w 75"/>
              <a:gd name="T95" fmla="*/ 47 h 109"/>
              <a:gd name="T96" fmla="*/ 29 w 75"/>
              <a:gd name="T97" fmla="*/ 64 h 109"/>
              <a:gd name="T98" fmla="*/ 37 w 75"/>
              <a:gd name="T99" fmla="*/ 49 h 109"/>
              <a:gd name="T100" fmla="*/ 46 w 75"/>
              <a:gd name="T101" fmla="*/ 64 h 109"/>
              <a:gd name="T102" fmla="*/ 55 w 75"/>
              <a:gd name="T103" fmla="*/ 47 h 109"/>
              <a:gd name="T104" fmla="*/ 49 w 75"/>
              <a:gd name="T105" fmla="*/ 44 h 109"/>
              <a:gd name="T106" fmla="*/ 46 w 75"/>
              <a:gd name="T107" fmla="*/ 5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 h="109">
                <a:moveTo>
                  <a:pt x="22" y="95"/>
                </a:moveTo>
                <a:cubicBezTo>
                  <a:pt x="22" y="100"/>
                  <a:pt x="22" y="100"/>
                  <a:pt x="22" y="100"/>
                </a:cubicBezTo>
                <a:cubicBezTo>
                  <a:pt x="22" y="100"/>
                  <a:pt x="24" y="102"/>
                  <a:pt x="28" y="103"/>
                </a:cubicBezTo>
                <a:cubicBezTo>
                  <a:pt x="28" y="107"/>
                  <a:pt x="28" y="107"/>
                  <a:pt x="28" y="107"/>
                </a:cubicBezTo>
                <a:cubicBezTo>
                  <a:pt x="28" y="107"/>
                  <a:pt x="30" y="109"/>
                  <a:pt x="37" y="109"/>
                </a:cubicBezTo>
                <a:cubicBezTo>
                  <a:pt x="45" y="109"/>
                  <a:pt x="47" y="107"/>
                  <a:pt x="47" y="107"/>
                </a:cubicBezTo>
                <a:cubicBezTo>
                  <a:pt x="47" y="103"/>
                  <a:pt x="47" y="103"/>
                  <a:pt x="47" y="103"/>
                </a:cubicBezTo>
                <a:cubicBezTo>
                  <a:pt x="51" y="102"/>
                  <a:pt x="52" y="100"/>
                  <a:pt x="52" y="100"/>
                </a:cubicBezTo>
                <a:cubicBezTo>
                  <a:pt x="53" y="95"/>
                  <a:pt x="53" y="95"/>
                  <a:pt x="53" y="95"/>
                </a:cubicBezTo>
                <a:cubicBezTo>
                  <a:pt x="48" y="96"/>
                  <a:pt x="43" y="97"/>
                  <a:pt x="37" y="97"/>
                </a:cubicBezTo>
                <a:cubicBezTo>
                  <a:pt x="32" y="97"/>
                  <a:pt x="26" y="96"/>
                  <a:pt x="22" y="95"/>
                </a:cubicBezTo>
                <a:close/>
                <a:moveTo>
                  <a:pt x="20" y="84"/>
                </a:moveTo>
                <a:cubicBezTo>
                  <a:pt x="21" y="90"/>
                  <a:pt x="21" y="90"/>
                  <a:pt x="21" y="90"/>
                </a:cubicBezTo>
                <a:cubicBezTo>
                  <a:pt x="26" y="92"/>
                  <a:pt x="31" y="93"/>
                  <a:pt x="37" y="93"/>
                </a:cubicBezTo>
                <a:cubicBezTo>
                  <a:pt x="43" y="93"/>
                  <a:pt x="49" y="92"/>
                  <a:pt x="54" y="90"/>
                </a:cubicBezTo>
                <a:cubicBezTo>
                  <a:pt x="55" y="84"/>
                  <a:pt x="55" y="84"/>
                  <a:pt x="55" y="84"/>
                </a:cubicBezTo>
                <a:cubicBezTo>
                  <a:pt x="50" y="86"/>
                  <a:pt x="44" y="87"/>
                  <a:pt x="37" y="87"/>
                </a:cubicBezTo>
                <a:cubicBezTo>
                  <a:pt x="31" y="87"/>
                  <a:pt x="25" y="86"/>
                  <a:pt x="20" y="84"/>
                </a:cubicBezTo>
                <a:close/>
                <a:moveTo>
                  <a:pt x="37" y="0"/>
                </a:moveTo>
                <a:cubicBezTo>
                  <a:pt x="17" y="0"/>
                  <a:pt x="0" y="17"/>
                  <a:pt x="0" y="38"/>
                </a:cubicBezTo>
                <a:cubicBezTo>
                  <a:pt x="0" y="51"/>
                  <a:pt x="7" y="63"/>
                  <a:pt x="18" y="70"/>
                </a:cubicBezTo>
                <a:cubicBezTo>
                  <a:pt x="19" y="79"/>
                  <a:pt x="19" y="79"/>
                  <a:pt x="19" y="79"/>
                </a:cubicBezTo>
                <a:cubicBezTo>
                  <a:pt x="25" y="81"/>
                  <a:pt x="31" y="83"/>
                  <a:pt x="37" y="83"/>
                </a:cubicBezTo>
                <a:cubicBezTo>
                  <a:pt x="44" y="83"/>
                  <a:pt x="50" y="81"/>
                  <a:pt x="56" y="79"/>
                </a:cubicBezTo>
                <a:cubicBezTo>
                  <a:pt x="57" y="70"/>
                  <a:pt x="57" y="70"/>
                  <a:pt x="57" y="70"/>
                </a:cubicBezTo>
                <a:cubicBezTo>
                  <a:pt x="68" y="63"/>
                  <a:pt x="75" y="51"/>
                  <a:pt x="75" y="38"/>
                </a:cubicBezTo>
                <a:cubicBezTo>
                  <a:pt x="75" y="17"/>
                  <a:pt x="58" y="0"/>
                  <a:pt x="37" y="0"/>
                </a:cubicBezTo>
                <a:close/>
                <a:moveTo>
                  <a:pt x="51" y="65"/>
                </a:moveTo>
                <a:cubicBezTo>
                  <a:pt x="50" y="74"/>
                  <a:pt x="50" y="74"/>
                  <a:pt x="50" y="74"/>
                </a:cubicBezTo>
                <a:cubicBezTo>
                  <a:pt x="50" y="74"/>
                  <a:pt x="47" y="76"/>
                  <a:pt x="37" y="76"/>
                </a:cubicBezTo>
                <a:cubicBezTo>
                  <a:pt x="28" y="76"/>
                  <a:pt x="25" y="74"/>
                  <a:pt x="25" y="74"/>
                </a:cubicBezTo>
                <a:cubicBezTo>
                  <a:pt x="24" y="65"/>
                  <a:pt x="24" y="65"/>
                  <a:pt x="24" y="65"/>
                </a:cubicBezTo>
                <a:cubicBezTo>
                  <a:pt x="14" y="60"/>
                  <a:pt x="7" y="50"/>
                  <a:pt x="7" y="38"/>
                </a:cubicBezTo>
                <a:cubicBezTo>
                  <a:pt x="7" y="21"/>
                  <a:pt x="20" y="7"/>
                  <a:pt x="37" y="7"/>
                </a:cubicBezTo>
                <a:cubicBezTo>
                  <a:pt x="54" y="7"/>
                  <a:pt x="68" y="21"/>
                  <a:pt x="68" y="38"/>
                </a:cubicBezTo>
                <a:cubicBezTo>
                  <a:pt x="68" y="50"/>
                  <a:pt x="61" y="60"/>
                  <a:pt x="51" y="65"/>
                </a:cubicBezTo>
                <a:close/>
                <a:moveTo>
                  <a:pt x="37" y="15"/>
                </a:moveTo>
                <a:cubicBezTo>
                  <a:pt x="39" y="15"/>
                  <a:pt x="39" y="15"/>
                  <a:pt x="39" y="14"/>
                </a:cubicBezTo>
                <a:cubicBezTo>
                  <a:pt x="39" y="12"/>
                  <a:pt x="39" y="12"/>
                  <a:pt x="37" y="12"/>
                </a:cubicBezTo>
                <a:cubicBezTo>
                  <a:pt x="23" y="12"/>
                  <a:pt x="11" y="23"/>
                  <a:pt x="11" y="38"/>
                </a:cubicBezTo>
                <a:cubicBezTo>
                  <a:pt x="11" y="39"/>
                  <a:pt x="12" y="40"/>
                  <a:pt x="13" y="40"/>
                </a:cubicBezTo>
                <a:cubicBezTo>
                  <a:pt x="14" y="40"/>
                  <a:pt x="15" y="39"/>
                  <a:pt x="15" y="38"/>
                </a:cubicBezTo>
                <a:cubicBezTo>
                  <a:pt x="15" y="25"/>
                  <a:pt x="25" y="15"/>
                  <a:pt x="37" y="15"/>
                </a:cubicBezTo>
                <a:close/>
                <a:moveTo>
                  <a:pt x="46" y="51"/>
                </a:moveTo>
                <a:cubicBezTo>
                  <a:pt x="37" y="36"/>
                  <a:pt x="37" y="36"/>
                  <a:pt x="37" y="36"/>
                </a:cubicBezTo>
                <a:cubicBezTo>
                  <a:pt x="29" y="51"/>
                  <a:pt x="29" y="51"/>
                  <a:pt x="29" y="51"/>
                </a:cubicBezTo>
                <a:cubicBezTo>
                  <a:pt x="26" y="44"/>
                  <a:pt x="26" y="44"/>
                  <a:pt x="26" y="44"/>
                </a:cubicBezTo>
                <a:cubicBezTo>
                  <a:pt x="20" y="47"/>
                  <a:pt x="20" y="47"/>
                  <a:pt x="20" y="47"/>
                </a:cubicBezTo>
                <a:cubicBezTo>
                  <a:pt x="29" y="64"/>
                  <a:pt x="29" y="64"/>
                  <a:pt x="29" y="64"/>
                </a:cubicBezTo>
                <a:cubicBezTo>
                  <a:pt x="37" y="49"/>
                  <a:pt x="37" y="49"/>
                  <a:pt x="37" y="49"/>
                </a:cubicBezTo>
                <a:cubicBezTo>
                  <a:pt x="46" y="64"/>
                  <a:pt x="46" y="64"/>
                  <a:pt x="46" y="64"/>
                </a:cubicBezTo>
                <a:cubicBezTo>
                  <a:pt x="55" y="47"/>
                  <a:pt x="55" y="47"/>
                  <a:pt x="55" y="47"/>
                </a:cubicBezTo>
                <a:cubicBezTo>
                  <a:pt x="49" y="44"/>
                  <a:pt x="49" y="44"/>
                  <a:pt x="49" y="44"/>
                </a:cubicBezTo>
                <a:lnTo>
                  <a:pt x="46" y="51"/>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5" name="Oval 1361"/>
          <p:cNvSpPr>
            <a:spLocks noChangeArrowheads="1"/>
          </p:cNvSpPr>
          <p:nvPr>
            <p:custDataLst>
              <p:tags r:id="rId14"/>
            </p:custDataLst>
          </p:nvPr>
        </p:nvSpPr>
        <p:spPr bwMode="auto">
          <a:xfrm>
            <a:off x="8012202" y="3024615"/>
            <a:ext cx="613505" cy="609918"/>
          </a:xfrm>
          <a:prstGeom prst="ellipse">
            <a:avLst/>
          </a:prstGeom>
          <a:solidFill>
            <a:schemeClr val="bg1"/>
          </a:solidFill>
          <a:ln>
            <a:solidFill>
              <a:schemeClr val="accent1">
                <a:lumMod val="75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Freeform 1362"/>
          <p:cNvSpPr>
            <a:spLocks noEditPoints="1"/>
          </p:cNvSpPr>
          <p:nvPr>
            <p:custDataLst>
              <p:tags r:id="rId15"/>
            </p:custDataLst>
          </p:nvPr>
        </p:nvSpPr>
        <p:spPr bwMode="auto">
          <a:xfrm>
            <a:off x="7997852" y="3010264"/>
            <a:ext cx="642207" cy="638619"/>
          </a:xfrm>
          <a:custGeom>
            <a:avLst/>
            <a:gdLst>
              <a:gd name="T0" fmla="*/ 90 w 179"/>
              <a:gd name="T1" fmla="*/ 178 h 178"/>
              <a:gd name="T2" fmla="*/ 0 w 179"/>
              <a:gd name="T3" fmla="*/ 89 h 178"/>
              <a:gd name="T4" fmla="*/ 90 w 179"/>
              <a:gd name="T5" fmla="*/ 0 h 178"/>
              <a:gd name="T6" fmla="*/ 179 w 179"/>
              <a:gd name="T7" fmla="*/ 89 h 178"/>
              <a:gd name="T8" fmla="*/ 90 w 179"/>
              <a:gd name="T9" fmla="*/ 178 h 178"/>
              <a:gd name="T10" fmla="*/ 90 w 179"/>
              <a:gd name="T11" fmla="*/ 8 h 178"/>
              <a:gd name="T12" fmla="*/ 8 w 179"/>
              <a:gd name="T13" fmla="*/ 89 h 178"/>
              <a:gd name="T14" fmla="*/ 90 w 179"/>
              <a:gd name="T15" fmla="*/ 170 h 178"/>
              <a:gd name="T16" fmla="*/ 171 w 179"/>
              <a:gd name="T17" fmla="*/ 89 h 178"/>
              <a:gd name="T18" fmla="*/ 90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90" y="178"/>
                </a:moveTo>
                <a:cubicBezTo>
                  <a:pt x="40" y="178"/>
                  <a:pt x="0" y="138"/>
                  <a:pt x="0" y="89"/>
                </a:cubicBezTo>
                <a:cubicBezTo>
                  <a:pt x="0" y="40"/>
                  <a:pt x="40" y="0"/>
                  <a:pt x="90" y="0"/>
                </a:cubicBezTo>
                <a:cubicBezTo>
                  <a:pt x="139" y="0"/>
                  <a:pt x="179" y="40"/>
                  <a:pt x="179" y="89"/>
                </a:cubicBezTo>
                <a:cubicBezTo>
                  <a:pt x="179" y="138"/>
                  <a:pt x="139" y="178"/>
                  <a:pt x="90" y="178"/>
                </a:cubicBezTo>
                <a:close/>
                <a:moveTo>
                  <a:pt x="90" y="8"/>
                </a:moveTo>
                <a:cubicBezTo>
                  <a:pt x="45" y="8"/>
                  <a:pt x="8" y="45"/>
                  <a:pt x="8" y="89"/>
                </a:cubicBezTo>
                <a:cubicBezTo>
                  <a:pt x="8" y="134"/>
                  <a:pt x="45" y="170"/>
                  <a:pt x="90" y="170"/>
                </a:cubicBezTo>
                <a:cubicBezTo>
                  <a:pt x="134" y="170"/>
                  <a:pt x="171" y="134"/>
                  <a:pt x="171" y="89"/>
                </a:cubicBezTo>
                <a:cubicBezTo>
                  <a:pt x="171" y="45"/>
                  <a:pt x="134" y="8"/>
                  <a:pt x="90" y="8"/>
                </a:cubicBez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Oval 1364"/>
          <p:cNvSpPr>
            <a:spLocks noChangeArrowheads="1"/>
          </p:cNvSpPr>
          <p:nvPr>
            <p:custDataLst>
              <p:tags r:id="rId16"/>
            </p:custDataLst>
          </p:nvPr>
        </p:nvSpPr>
        <p:spPr bwMode="auto">
          <a:xfrm>
            <a:off x="5446959" y="1324023"/>
            <a:ext cx="609918" cy="613505"/>
          </a:xfrm>
          <a:prstGeom prst="ellipse">
            <a:avLst/>
          </a:prstGeom>
          <a:solidFill>
            <a:schemeClr val="bg1"/>
          </a:solidFill>
          <a:ln>
            <a:solidFill>
              <a:schemeClr val="accent1"/>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Freeform 1365"/>
          <p:cNvSpPr>
            <a:spLocks noEditPoints="1"/>
          </p:cNvSpPr>
          <p:nvPr>
            <p:custDataLst>
              <p:tags r:id="rId17"/>
            </p:custDataLst>
          </p:nvPr>
        </p:nvSpPr>
        <p:spPr bwMode="auto">
          <a:xfrm>
            <a:off x="5432608" y="1309673"/>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4" name="Freeform 1366"/>
          <p:cNvSpPr>
            <a:spLocks noEditPoints="1"/>
          </p:cNvSpPr>
          <p:nvPr>
            <p:custDataLst>
              <p:tags r:id="rId18"/>
            </p:custDataLst>
          </p:nvPr>
        </p:nvSpPr>
        <p:spPr bwMode="auto">
          <a:xfrm>
            <a:off x="5561767" y="1463945"/>
            <a:ext cx="369538" cy="312134"/>
          </a:xfrm>
          <a:custGeom>
            <a:avLst/>
            <a:gdLst>
              <a:gd name="T0" fmla="*/ 5 w 103"/>
              <a:gd name="T1" fmla="*/ 83 h 87"/>
              <a:gd name="T2" fmla="*/ 9 w 103"/>
              <a:gd name="T3" fmla="*/ 87 h 87"/>
              <a:gd name="T4" fmla="*/ 28 w 103"/>
              <a:gd name="T5" fmla="*/ 87 h 87"/>
              <a:gd name="T6" fmla="*/ 28 w 103"/>
              <a:gd name="T7" fmla="*/ 48 h 87"/>
              <a:gd name="T8" fmla="*/ 5 w 103"/>
              <a:gd name="T9" fmla="*/ 70 h 87"/>
              <a:gd name="T10" fmla="*/ 5 w 103"/>
              <a:gd name="T11" fmla="*/ 83 h 87"/>
              <a:gd name="T12" fmla="*/ 37 w 103"/>
              <a:gd name="T13" fmla="*/ 57 h 87"/>
              <a:gd name="T14" fmla="*/ 37 w 103"/>
              <a:gd name="T15" fmla="*/ 87 h 87"/>
              <a:gd name="T16" fmla="*/ 59 w 103"/>
              <a:gd name="T17" fmla="*/ 87 h 87"/>
              <a:gd name="T18" fmla="*/ 59 w 103"/>
              <a:gd name="T19" fmla="*/ 60 h 87"/>
              <a:gd name="T20" fmla="*/ 50 w 103"/>
              <a:gd name="T21" fmla="*/ 70 h 87"/>
              <a:gd name="T22" fmla="*/ 37 w 103"/>
              <a:gd name="T23" fmla="*/ 57 h 87"/>
              <a:gd name="T24" fmla="*/ 82 w 103"/>
              <a:gd name="T25" fmla="*/ 2 h 87"/>
              <a:gd name="T26" fmla="*/ 79 w 103"/>
              <a:gd name="T27" fmla="*/ 7 h 87"/>
              <a:gd name="T28" fmla="*/ 83 w 103"/>
              <a:gd name="T29" fmla="*/ 10 h 87"/>
              <a:gd name="T30" fmla="*/ 87 w 103"/>
              <a:gd name="T31" fmla="*/ 10 h 87"/>
              <a:gd name="T32" fmla="*/ 50 w 103"/>
              <a:gd name="T33" fmla="*/ 48 h 87"/>
              <a:gd name="T34" fmla="*/ 28 w 103"/>
              <a:gd name="T35" fmla="*/ 26 h 87"/>
              <a:gd name="T36" fmla="*/ 2 w 103"/>
              <a:gd name="T37" fmla="*/ 51 h 87"/>
              <a:gd name="T38" fmla="*/ 2 w 103"/>
              <a:gd name="T39" fmla="*/ 57 h 87"/>
              <a:gd name="T40" fmla="*/ 8 w 103"/>
              <a:gd name="T41" fmla="*/ 57 h 87"/>
              <a:gd name="T42" fmla="*/ 28 w 103"/>
              <a:gd name="T43" fmla="*/ 37 h 87"/>
              <a:gd name="T44" fmla="*/ 50 w 103"/>
              <a:gd name="T45" fmla="*/ 59 h 87"/>
              <a:gd name="T46" fmla="*/ 93 w 103"/>
              <a:gd name="T47" fmla="*/ 16 h 87"/>
              <a:gd name="T48" fmla="*/ 93 w 103"/>
              <a:gd name="T49" fmla="*/ 20 h 87"/>
              <a:gd name="T50" fmla="*/ 96 w 103"/>
              <a:gd name="T51" fmla="*/ 25 h 87"/>
              <a:gd name="T52" fmla="*/ 97 w 103"/>
              <a:gd name="T53" fmla="*/ 25 h 87"/>
              <a:gd name="T54" fmla="*/ 101 w 103"/>
              <a:gd name="T55" fmla="*/ 21 h 87"/>
              <a:gd name="T56" fmla="*/ 103 w 103"/>
              <a:gd name="T57" fmla="*/ 0 h 87"/>
              <a:gd name="T58" fmla="*/ 82 w 103"/>
              <a:gd name="T59" fmla="*/ 2 h 87"/>
              <a:gd name="T60" fmla="*/ 69 w 103"/>
              <a:gd name="T61" fmla="*/ 51 h 87"/>
              <a:gd name="T62" fmla="*/ 69 w 103"/>
              <a:gd name="T63" fmla="*/ 87 h 87"/>
              <a:gd name="T64" fmla="*/ 88 w 103"/>
              <a:gd name="T65" fmla="*/ 87 h 87"/>
              <a:gd name="T66" fmla="*/ 91 w 103"/>
              <a:gd name="T67" fmla="*/ 83 h 87"/>
              <a:gd name="T68" fmla="*/ 91 w 103"/>
              <a:gd name="T69" fmla="*/ 28 h 87"/>
              <a:gd name="T70" fmla="*/ 72 w 103"/>
              <a:gd name="T71" fmla="*/ 48 h 87"/>
              <a:gd name="T72" fmla="*/ 69 w 103"/>
              <a:gd name="T7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3" h="87">
                <a:moveTo>
                  <a:pt x="5" y="83"/>
                </a:moveTo>
                <a:cubicBezTo>
                  <a:pt x="5" y="86"/>
                  <a:pt x="7" y="87"/>
                  <a:pt x="9" y="87"/>
                </a:cubicBezTo>
                <a:cubicBezTo>
                  <a:pt x="28" y="87"/>
                  <a:pt x="28" y="87"/>
                  <a:pt x="28" y="87"/>
                </a:cubicBezTo>
                <a:cubicBezTo>
                  <a:pt x="28" y="48"/>
                  <a:pt x="28" y="48"/>
                  <a:pt x="28" y="48"/>
                </a:cubicBezTo>
                <a:cubicBezTo>
                  <a:pt x="5" y="70"/>
                  <a:pt x="5" y="70"/>
                  <a:pt x="5" y="70"/>
                </a:cubicBezTo>
                <a:lnTo>
                  <a:pt x="5" y="83"/>
                </a:lnTo>
                <a:close/>
                <a:moveTo>
                  <a:pt x="37" y="57"/>
                </a:moveTo>
                <a:cubicBezTo>
                  <a:pt x="37" y="87"/>
                  <a:pt x="37" y="87"/>
                  <a:pt x="37" y="87"/>
                </a:cubicBezTo>
                <a:cubicBezTo>
                  <a:pt x="59" y="87"/>
                  <a:pt x="59" y="87"/>
                  <a:pt x="59" y="87"/>
                </a:cubicBezTo>
                <a:cubicBezTo>
                  <a:pt x="59" y="60"/>
                  <a:pt x="59" y="60"/>
                  <a:pt x="59" y="60"/>
                </a:cubicBezTo>
                <a:cubicBezTo>
                  <a:pt x="50" y="70"/>
                  <a:pt x="50" y="70"/>
                  <a:pt x="50" y="70"/>
                </a:cubicBezTo>
                <a:lnTo>
                  <a:pt x="37" y="57"/>
                </a:lnTo>
                <a:close/>
                <a:moveTo>
                  <a:pt x="82" y="2"/>
                </a:moveTo>
                <a:cubicBezTo>
                  <a:pt x="80" y="2"/>
                  <a:pt x="78" y="4"/>
                  <a:pt x="79" y="7"/>
                </a:cubicBezTo>
                <a:cubicBezTo>
                  <a:pt x="79" y="9"/>
                  <a:pt x="81" y="11"/>
                  <a:pt x="83" y="10"/>
                </a:cubicBezTo>
                <a:cubicBezTo>
                  <a:pt x="87" y="10"/>
                  <a:pt x="87" y="10"/>
                  <a:pt x="87" y="10"/>
                </a:cubicBezTo>
                <a:cubicBezTo>
                  <a:pt x="50" y="48"/>
                  <a:pt x="50" y="48"/>
                  <a:pt x="50" y="48"/>
                </a:cubicBezTo>
                <a:cubicBezTo>
                  <a:pt x="28" y="26"/>
                  <a:pt x="28" y="26"/>
                  <a:pt x="28" y="26"/>
                </a:cubicBezTo>
                <a:cubicBezTo>
                  <a:pt x="2" y="51"/>
                  <a:pt x="2" y="51"/>
                  <a:pt x="2" y="51"/>
                </a:cubicBezTo>
                <a:cubicBezTo>
                  <a:pt x="0" y="53"/>
                  <a:pt x="0" y="55"/>
                  <a:pt x="2" y="57"/>
                </a:cubicBezTo>
                <a:cubicBezTo>
                  <a:pt x="4" y="59"/>
                  <a:pt x="6" y="59"/>
                  <a:pt x="8" y="57"/>
                </a:cubicBezTo>
                <a:cubicBezTo>
                  <a:pt x="28" y="37"/>
                  <a:pt x="28" y="37"/>
                  <a:pt x="28" y="37"/>
                </a:cubicBezTo>
                <a:cubicBezTo>
                  <a:pt x="50" y="59"/>
                  <a:pt x="50" y="59"/>
                  <a:pt x="50" y="59"/>
                </a:cubicBezTo>
                <a:cubicBezTo>
                  <a:pt x="93" y="16"/>
                  <a:pt x="93" y="16"/>
                  <a:pt x="93" y="16"/>
                </a:cubicBezTo>
                <a:cubicBezTo>
                  <a:pt x="93" y="20"/>
                  <a:pt x="93" y="20"/>
                  <a:pt x="93" y="20"/>
                </a:cubicBezTo>
                <a:cubicBezTo>
                  <a:pt x="93" y="22"/>
                  <a:pt x="94" y="24"/>
                  <a:pt x="96" y="25"/>
                </a:cubicBezTo>
                <a:cubicBezTo>
                  <a:pt x="97" y="25"/>
                  <a:pt x="97" y="25"/>
                  <a:pt x="97" y="25"/>
                </a:cubicBezTo>
                <a:cubicBezTo>
                  <a:pt x="99" y="25"/>
                  <a:pt x="101" y="23"/>
                  <a:pt x="101" y="21"/>
                </a:cubicBezTo>
                <a:cubicBezTo>
                  <a:pt x="103" y="0"/>
                  <a:pt x="103" y="0"/>
                  <a:pt x="103" y="0"/>
                </a:cubicBezTo>
                <a:lnTo>
                  <a:pt x="82" y="2"/>
                </a:lnTo>
                <a:close/>
                <a:moveTo>
                  <a:pt x="69" y="51"/>
                </a:moveTo>
                <a:cubicBezTo>
                  <a:pt x="69" y="87"/>
                  <a:pt x="69" y="87"/>
                  <a:pt x="69" y="87"/>
                </a:cubicBezTo>
                <a:cubicBezTo>
                  <a:pt x="88" y="87"/>
                  <a:pt x="88" y="87"/>
                  <a:pt x="88" y="87"/>
                </a:cubicBezTo>
                <a:cubicBezTo>
                  <a:pt x="90" y="87"/>
                  <a:pt x="91" y="86"/>
                  <a:pt x="91" y="83"/>
                </a:cubicBezTo>
                <a:cubicBezTo>
                  <a:pt x="91" y="28"/>
                  <a:pt x="91" y="28"/>
                  <a:pt x="91" y="28"/>
                </a:cubicBezTo>
                <a:cubicBezTo>
                  <a:pt x="72" y="48"/>
                  <a:pt x="72" y="48"/>
                  <a:pt x="72" y="48"/>
                </a:cubicBezTo>
                <a:lnTo>
                  <a:pt x="69" y="51"/>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TextBox 23"/>
          <p:cNvSpPr txBox="1"/>
          <p:nvPr>
            <p:custDataLst>
              <p:tags r:id="rId19"/>
            </p:custDataLst>
          </p:nvPr>
        </p:nvSpPr>
        <p:spPr>
          <a:xfrm rot="18900000">
            <a:off x="3968429" y="3362831"/>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产品研发</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TextBox 26"/>
          <p:cNvSpPr txBox="1"/>
          <p:nvPr>
            <p:custDataLst>
              <p:tags r:id="rId20"/>
            </p:custDataLst>
          </p:nvPr>
        </p:nvSpPr>
        <p:spPr>
          <a:xfrm rot="18900000">
            <a:off x="6840963" y="3879467"/>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TextBox 27"/>
          <p:cNvSpPr txBox="1"/>
          <p:nvPr>
            <p:custDataLst>
              <p:tags r:id="rId21"/>
            </p:custDataLst>
          </p:nvPr>
        </p:nvSpPr>
        <p:spPr>
          <a:xfrm rot="2700000">
            <a:off x="5607663" y="2176022"/>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市场拓展</a:t>
            </a:r>
            <a:endPar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Freeform 1352"/>
          <p:cNvSpPr/>
          <p:nvPr>
            <p:custDataLst>
              <p:tags r:id="rId22"/>
            </p:custDataLst>
          </p:nvPr>
        </p:nvSpPr>
        <p:spPr bwMode="auto">
          <a:xfrm>
            <a:off x="5116887" y="4395136"/>
            <a:ext cx="2163413" cy="1779524"/>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Oval 1367"/>
          <p:cNvSpPr>
            <a:spLocks noChangeArrowheads="1"/>
          </p:cNvSpPr>
          <p:nvPr>
            <p:custDataLst>
              <p:tags r:id="rId23"/>
            </p:custDataLst>
          </p:nvPr>
        </p:nvSpPr>
        <p:spPr bwMode="auto">
          <a:xfrm>
            <a:off x="6308021" y="5593444"/>
            <a:ext cx="609918" cy="609918"/>
          </a:xfrm>
          <a:prstGeom prst="ellipse">
            <a:avLst/>
          </a:prstGeom>
          <a:solidFill>
            <a:schemeClr val="bg1"/>
          </a:solidFill>
          <a:ln>
            <a:solidFill>
              <a:schemeClr val="accent1">
                <a:lumMod val="50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Freeform 1369"/>
          <p:cNvSpPr>
            <a:spLocks noEditPoints="1"/>
          </p:cNvSpPr>
          <p:nvPr>
            <p:custDataLst>
              <p:tags r:id="rId24"/>
            </p:custDataLst>
          </p:nvPr>
        </p:nvSpPr>
        <p:spPr bwMode="auto">
          <a:xfrm>
            <a:off x="6455119" y="5733367"/>
            <a:ext cx="312134" cy="308547"/>
          </a:xfrm>
          <a:custGeom>
            <a:avLst/>
            <a:gdLst>
              <a:gd name="T0" fmla="*/ 31 w 87"/>
              <a:gd name="T1" fmla="*/ 52 h 86"/>
              <a:gd name="T2" fmla="*/ 57 w 87"/>
              <a:gd name="T3" fmla="*/ 52 h 86"/>
              <a:gd name="T4" fmla="*/ 63 w 87"/>
              <a:gd name="T5" fmla="*/ 48 h 86"/>
              <a:gd name="T6" fmla="*/ 25 w 87"/>
              <a:gd name="T7" fmla="*/ 48 h 86"/>
              <a:gd name="T8" fmla="*/ 31 w 87"/>
              <a:gd name="T9" fmla="*/ 52 h 86"/>
              <a:gd name="T10" fmla="*/ 43 w 87"/>
              <a:gd name="T11" fmla="*/ 60 h 86"/>
              <a:gd name="T12" fmla="*/ 44 w 87"/>
              <a:gd name="T13" fmla="*/ 60 h 86"/>
              <a:gd name="T14" fmla="*/ 50 w 87"/>
              <a:gd name="T15" fmla="*/ 56 h 86"/>
              <a:gd name="T16" fmla="*/ 37 w 87"/>
              <a:gd name="T17" fmla="*/ 56 h 86"/>
              <a:gd name="T18" fmla="*/ 43 w 87"/>
              <a:gd name="T19" fmla="*/ 60 h 86"/>
              <a:gd name="T20" fmla="*/ 18 w 87"/>
              <a:gd name="T21" fmla="*/ 43 h 86"/>
              <a:gd name="T22" fmla="*/ 19 w 87"/>
              <a:gd name="T23" fmla="*/ 44 h 86"/>
              <a:gd name="T24" fmla="*/ 69 w 87"/>
              <a:gd name="T25" fmla="*/ 44 h 86"/>
              <a:gd name="T26" fmla="*/ 70 w 87"/>
              <a:gd name="T27" fmla="*/ 43 h 86"/>
              <a:gd name="T28" fmla="*/ 70 w 87"/>
              <a:gd name="T29" fmla="*/ 39 h 86"/>
              <a:gd name="T30" fmla="*/ 18 w 87"/>
              <a:gd name="T31" fmla="*/ 39 h 86"/>
              <a:gd name="T32" fmla="*/ 18 w 87"/>
              <a:gd name="T33" fmla="*/ 43 h 86"/>
              <a:gd name="T34" fmla="*/ 85 w 87"/>
              <a:gd name="T35" fmla="*/ 27 h 86"/>
              <a:gd name="T36" fmla="*/ 47 w 87"/>
              <a:gd name="T37" fmla="*/ 2 h 86"/>
              <a:gd name="T38" fmla="*/ 41 w 87"/>
              <a:gd name="T39" fmla="*/ 2 h 86"/>
              <a:gd name="T40" fmla="*/ 3 w 87"/>
              <a:gd name="T41" fmla="*/ 27 h 86"/>
              <a:gd name="T42" fmla="*/ 0 w 87"/>
              <a:gd name="T43" fmla="*/ 32 h 86"/>
              <a:gd name="T44" fmla="*/ 0 w 87"/>
              <a:gd name="T45" fmla="*/ 81 h 86"/>
              <a:gd name="T46" fmla="*/ 6 w 87"/>
              <a:gd name="T47" fmla="*/ 86 h 86"/>
              <a:gd name="T48" fmla="*/ 82 w 87"/>
              <a:gd name="T49" fmla="*/ 86 h 86"/>
              <a:gd name="T50" fmla="*/ 87 w 87"/>
              <a:gd name="T51" fmla="*/ 81 h 86"/>
              <a:gd name="T52" fmla="*/ 87 w 87"/>
              <a:gd name="T53" fmla="*/ 32 h 86"/>
              <a:gd name="T54" fmla="*/ 85 w 87"/>
              <a:gd name="T55" fmla="*/ 27 h 86"/>
              <a:gd name="T56" fmla="*/ 82 w 87"/>
              <a:gd name="T57" fmla="*/ 39 h 86"/>
              <a:gd name="T58" fmla="*/ 44 w 87"/>
              <a:gd name="T59" fmla="*/ 65 h 86"/>
              <a:gd name="T60" fmla="*/ 6 w 87"/>
              <a:gd name="T61" fmla="*/ 39 h 86"/>
              <a:gd name="T62" fmla="*/ 6 w 87"/>
              <a:gd name="T63" fmla="*/ 34 h 86"/>
              <a:gd name="T64" fmla="*/ 9 w 87"/>
              <a:gd name="T65" fmla="*/ 32 h 86"/>
              <a:gd name="T66" fmla="*/ 79 w 87"/>
              <a:gd name="T67" fmla="*/ 32 h 86"/>
              <a:gd name="T68" fmla="*/ 82 w 87"/>
              <a:gd name="T69" fmla="*/ 34 h 86"/>
              <a:gd name="T70" fmla="*/ 82 w 87"/>
              <a:gd name="T7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7" h="86">
                <a:moveTo>
                  <a:pt x="31" y="52"/>
                </a:moveTo>
                <a:cubicBezTo>
                  <a:pt x="57" y="52"/>
                  <a:pt x="57" y="52"/>
                  <a:pt x="57" y="52"/>
                </a:cubicBezTo>
                <a:cubicBezTo>
                  <a:pt x="63" y="48"/>
                  <a:pt x="63" y="48"/>
                  <a:pt x="63" y="48"/>
                </a:cubicBezTo>
                <a:cubicBezTo>
                  <a:pt x="25" y="48"/>
                  <a:pt x="25" y="48"/>
                  <a:pt x="25" y="48"/>
                </a:cubicBezTo>
                <a:lnTo>
                  <a:pt x="31" y="52"/>
                </a:lnTo>
                <a:close/>
                <a:moveTo>
                  <a:pt x="43" y="60"/>
                </a:moveTo>
                <a:cubicBezTo>
                  <a:pt x="44" y="60"/>
                  <a:pt x="44" y="60"/>
                  <a:pt x="44" y="60"/>
                </a:cubicBezTo>
                <a:cubicBezTo>
                  <a:pt x="50" y="56"/>
                  <a:pt x="50" y="56"/>
                  <a:pt x="50" y="56"/>
                </a:cubicBezTo>
                <a:cubicBezTo>
                  <a:pt x="37" y="56"/>
                  <a:pt x="37" y="56"/>
                  <a:pt x="37" y="56"/>
                </a:cubicBezTo>
                <a:lnTo>
                  <a:pt x="43" y="60"/>
                </a:lnTo>
                <a:close/>
                <a:moveTo>
                  <a:pt x="18" y="43"/>
                </a:moveTo>
                <a:cubicBezTo>
                  <a:pt x="19" y="44"/>
                  <a:pt x="19" y="44"/>
                  <a:pt x="19" y="44"/>
                </a:cubicBezTo>
                <a:cubicBezTo>
                  <a:pt x="69" y="44"/>
                  <a:pt x="69" y="44"/>
                  <a:pt x="69" y="44"/>
                </a:cubicBezTo>
                <a:cubicBezTo>
                  <a:pt x="70" y="43"/>
                  <a:pt x="70" y="43"/>
                  <a:pt x="70" y="43"/>
                </a:cubicBezTo>
                <a:cubicBezTo>
                  <a:pt x="70" y="39"/>
                  <a:pt x="70" y="39"/>
                  <a:pt x="70" y="39"/>
                </a:cubicBezTo>
                <a:cubicBezTo>
                  <a:pt x="18" y="39"/>
                  <a:pt x="18" y="39"/>
                  <a:pt x="18" y="39"/>
                </a:cubicBezTo>
                <a:lnTo>
                  <a:pt x="18" y="43"/>
                </a:lnTo>
                <a:close/>
                <a:moveTo>
                  <a:pt x="85" y="27"/>
                </a:moveTo>
                <a:cubicBezTo>
                  <a:pt x="47" y="2"/>
                  <a:pt x="47" y="2"/>
                  <a:pt x="47" y="2"/>
                </a:cubicBezTo>
                <a:cubicBezTo>
                  <a:pt x="45" y="0"/>
                  <a:pt x="42" y="0"/>
                  <a:pt x="41" y="2"/>
                </a:cubicBezTo>
                <a:cubicBezTo>
                  <a:pt x="3" y="27"/>
                  <a:pt x="3" y="27"/>
                  <a:pt x="3" y="27"/>
                </a:cubicBezTo>
                <a:cubicBezTo>
                  <a:pt x="1" y="28"/>
                  <a:pt x="0" y="30"/>
                  <a:pt x="0" y="32"/>
                </a:cubicBezTo>
                <a:cubicBezTo>
                  <a:pt x="0" y="81"/>
                  <a:pt x="0" y="81"/>
                  <a:pt x="0" y="81"/>
                </a:cubicBezTo>
                <a:cubicBezTo>
                  <a:pt x="0" y="84"/>
                  <a:pt x="3" y="86"/>
                  <a:pt x="6" y="86"/>
                </a:cubicBezTo>
                <a:cubicBezTo>
                  <a:pt x="82" y="86"/>
                  <a:pt x="82" y="86"/>
                  <a:pt x="82" y="86"/>
                </a:cubicBezTo>
                <a:cubicBezTo>
                  <a:pt x="85" y="86"/>
                  <a:pt x="87" y="84"/>
                  <a:pt x="87" y="81"/>
                </a:cubicBezTo>
                <a:cubicBezTo>
                  <a:pt x="87" y="32"/>
                  <a:pt x="87" y="32"/>
                  <a:pt x="87" y="32"/>
                </a:cubicBezTo>
                <a:cubicBezTo>
                  <a:pt x="87" y="30"/>
                  <a:pt x="86" y="28"/>
                  <a:pt x="85" y="27"/>
                </a:cubicBezTo>
                <a:close/>
                <a:moveTo>
                  <a:pt x="82" y="39"/>
                </a:moveTo>
                <a:cubicBezTo>
                  <a:pt x="44" y="65"/>
                  <a:pt x="44" y="65"/>
                  <a:pt x="44" y="65"/>
                </a:cubicBezTo>
                <a:cubicBezTo>
                  <a:pt x="6" y="39"/>
                  <a:pt x="6" y="39"/>
                  <a:pt x="6" y="39"/>
                </a:cubicBezTo>
                <a:cubicBezTo>
                  <a:pt x="6" y="34"/>
                  <a:pt x="6" y="34"/>
                  <a:pt x="6" y="34"/>
                </a:cubicBezTo>
                <a:cubicBezTo>
                  <a:pt x="6" y="33"/>
                  <a:pt x="7" y="32"/>
                  <a:pt x="9" y="32"/>
                </a:cubicBezTo>
                <a:cubicBezTo>
                  <a:pt x="79" y="32"/>
                  <a:pt x="79" y="32"/>
                  <a:pt x="79" y="32"/>
                </a:cubicBezTo>
                <a:cubicBezTo>
                  <a:pt x="80" y="32"/>
                  <a:pt x="82" y="33"/>
                  <a:pt x="82" y="34"/>
                </a:cubicBezTo>
                <a:lnTo>
                  <a:pt x="82" y="39"/>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28"/>
          <p:cNvSpPr txBox="1"/>
          <p:nvPr>
            <p:custDataLst>
              <p:tags r:id="rId25"/>
            </p:custDataLst>
          </p:nvPr>
        </p:nvSpPr>
        <p:spPr>
          <a:xfrm rot="2700000">
            <a:off x="5162464" y="5046946"/>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花费控制</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Freeform 1365"/>
          <p:cNvSpPr>
            <a:spLocks noEditPoints="1"/>
          </p:cNvSpPr>
          <p:nvPr>
            <p:custDataLst>
              <p:tags r:id="rId26"/>
            </p:custDataLst>
          </p:nvPr>
        </p:nvSpPr>
        <p:spPr bwMode="auto">
          <a:xfrm>
            <a:off x="6293671" y="5577300"/>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202479"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961187" y="1604500"/>
            <a:ext cx="31635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成功开拓华南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个空白地级市市场，组建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支本地销售团队，第二季度实现销售额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万元，占区域总销售额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，为后续市场渗透奠定基础</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1104384" y="973288"/>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新区域开拓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箭头: 五边形 62"/>
          <p:cNvSpPr/>
          <p:nvPr/>
        </p:nvSpPr>
        <p:spPr>
          <a:xfrm>
            <a:off x="1015524" y="2724446"/>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1041685" y="2750007"/>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渠道合作提升至：</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52%</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箭头: 五边形 64"/>
          <p:cNvSpPr/>
          <p:nvPr/>
        </p:nvSpPr>
        <p:spPr>
          <a:xfrm>
            <a:off x="1015524" y="3199877"/>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1041685" y="3225438"/>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客户销售额占比：</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箭头: 五边形 68"/>
          <p:cNvSpPr/>
          <p:nvPr/>
        </p:nvSpPr>
        <p:spPr>
          <a:xfrm>
            <a:off x="893640" y="3886333"/>
            <a:ext cx="2488045" cy="55037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405114" y="3813062"/>
            <a:ext cx="649347" cy="649347"/>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TextBox 9"/>
          <p:cNvSpPr txBox="1"/>
          <p:nvPr>
            <p:custDataLst>
              <p:tags r:id="rId27"/>
            </p:custDataLst>
          </p:nvPr>
        </p:nvSpPr>
        <p:spPr>
          <a:xfrm>
            <a:off x="462519" y="395306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04</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73" name="文本框 72"/>
          <p:cNvSpPr txBox="1"/>
          <p:nvPr/>
        </p:nvSpPr>
        <p:spPr>
          <a:xfrm>
            <a:off x="1104384" y="3894905"/>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961187" y="4497417"/>
            <a:ext cx="2770143"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用户反馈，梳理出 “语音控制稳定性”“跨设备联动” 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项核心需求，形成产品优化报告提交研发部</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箭头: 五边形 75"/>
          <p:cNvSpPr/>
          <p:nvPr/>
        </p:nvSpPr>
        <p:spPr>
          <a:xfrm>
            <a:off x="1015524" y="561736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1041685" y="5642924"/>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用户满意度提升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箭头: 五边形 77"/>
          <p:cNvSpPr/>
          <p:nvPr/>
        </p:nvSpPr>
        <p:spPr>
          <a:xfrm>
            <a:off x="1015524" y="609279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1041685" y="6118355"/>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新品市场占有率：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椭圆 79"/>
          <p:cNvSpPr/>
          <p:nvPr/>
        </p:nvSpPr>
        <p:spPr>
          <a:xfrm>
            <a:off x="11080134" y="1292472"/>
            <a:ext cx="649347" cy="649347"/>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TextBox 9"/>
          <p:cNvSpPr txBox="1"/>
          <p:nvPr>
            <p:custDataLst>
              <p:tags r:id="rId28"/>
            </p:custDataLst>
          </p:nvPr>
        </p:nvSpPr>
        <p:spPr>
          <a:xfrm>
            <a:off x="11137539" y="143247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flipH="1">
            <a:off x="9607137" y="1355724"/>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人员招聘</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8454006" y="2023886"/>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完成区域销售团队扩招，招聘销售专员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名、技术支持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名，人员到岗率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，团队人员结构更完善</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箭头: 五边形 84"/>
          <p:cNvSpPr/>
          <p:nvPr/>
        </p:nvSpPr>
        <p:spPr>
          <a:xfrm flipH="1">
            <a:off x="8763168" y="285157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flipH="1">
            <a:off x="8785885" y="2877135"/>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团队培训覆盖率：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199%</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箭头: 五边形 86"/>
          <p:cNvSpPr/>
          <p:nvPr/>
        </p:nvSpPr>
        <p:spPr>
          <a:xfrm flipH="1">
            <a:off x="8763168" y="3327005"/>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8" name="文本框 87"/>
          <p:cNvSpPr txBox="1"/>
          <p:nvPr/>
        </p:nvSpPr>
        <p:spPr>
          <a:xfrm flipH="1">
            <a:off x="8930372" y="3352566"/>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员工离职率下降：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箭头: 五边形 89"/>
          <p:cNvSpPr/>
          <p:nvPr/>
        </p:nvSpPr>
        <p:spPr>
          <a:xfrm flipH="1">
            <a:off x="8416932" y="4175850"/>
            <a:ext cx="2847192" cy="550370"/>
          </a:xfrm>
          <a:prstGeom prst="homePlate">
            <a:avLst/>
          </a:pr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11080134" y="4121170"/>
            <a:ext cx="649347" cy="649347"/>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TextBox 9"/>
          <p:cNvSpPr txBox="1"/>
          <p:nvPr>
            <p:custDataLst>
              <p:tags r:id="rId29"/>
            </p:custDataLst>
          </p:nvPr>
        </p:nvSpPr>
        <p:spPr>
          <a:xfrm>
            <a:off x="11137539" y="4261177"/>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03</a:t>
            </a:r>
            <a:endParaRPr kumimoji="0" 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93" name="文本框 92"/>
          <p:cNvSpPr txBox="1"/>
          <p:nvPr/>
        </p:nvSpPr>
        <p:spPr>
          <a:xfrm flipH="1">
            <a:off x="9607137" y="4184422"/>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采买花费</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4" name="文本框 93"/>
          <p:cNvSpPr txBox="1"/>
          <p:nvPr/>
        </p:nvSpPr>
        <p:spPr>
          <a:xfrm>
            <a:off x="8454006" y="4852584"/>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家核心供应商重新谈判合作条款，实现关键零部件采买花费降低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，单季度节省采买费用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箭头: 五边形 94"/>
          <p:cNvSpPr/>
          <p:nvPr/>
        </p:nvSpPr>
        <p:spPr>
          <a:xfrm flipH="1">
            <a:off x="8763168" y="5680272"/>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6" name="文本框 95"/>
          <p:cNvSpPr txBox="1"/>
          <p:nvPr/>
        </p:nvSpPr>
        <p:spPr>
          <a:xfrm flipH="1">
            <a:off x="8785885" y="5705833"/>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销售额稳步增长：</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7" name="箭头: 五边形 96"/>
          <p:cNvSpPr/>
          <p:nvPr/>
        </p:nvSpPr>
        <p:spPr>
          <a:xfrm flipH="1">
            <a:off x="8763168" y="615570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文本框 97"/>
          <p:cNvSpPr txBox="1"/>
          <p:nvPr/>
        </p:nvSpPr>
        <p:spPr>
          <a:xfrm flipH="1">
            <a:off x="8930372" y="6181264"/>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运营效率提升 ：</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04" name="组合 103"/>
          <p:cNvGrpSpPr/>
          <p:nvPr/>
        </p:nvGrpSpPr>
        <p:grpSpPr>
          <a:xfrm>
            <a:off x="8125516" y="3157274"/>
            <a:ext cx="389943" cy="322617"/>
            <a:chOff x="7015100" y="5162478"/>
            <a:chExt cx="1905000" cy="1576089"/>
          </a:xfrm>
          <a:solidFill>
            <a:schemeClr val="accent2"/>
          </a:solidFill>
        </p:grpSpPr>
        <p:sp>
          <p:nvSpPr>
            <p:cNvPr id="102" name="任意多边形: 形状 101"/>
            <p:cNvSpPr/>
            <p:nvPr/>
          </p:nvSpPr>
          <p:spPr>
            <a:xfrm>
              <a:off x="7015100" y="5287494"/>
              <a:ext cx="1905000" cy="1235273"/>
            </a:xfrm>
            <a:custGeom>
              <a:avLst/>
              <a:gdLst>
                <a:gd name="connsiteX0" fmla="*/ 1583531 w 1905000"/>
                <a:gd name="connsiteY0" fmla="*/ 574477 h 1235273"/>
                <a:gd name="connsiteX1" fmla="*/ 1680270 w 1905000"/>
                <a:gd name="connsiteY1" fmla="*/ 343793 h 1235273"/>
                <a:gd name="connsiteX2" fmla="*/ 1306711 w 1905000"/>
                <a:gd name="connsiteY2" fmla="*/ 0 h 1235273"/>
                <a:gd name="connsiteX3" fmla="*/ 1288852 w 1905000"/>
                <a:gd name="connsiteY3" fmla="*/ 1488 h 1235273"/>
                <a:gd name="connsiteX4" fmla="*/ 1309688 w 1905000"/>
                <a:gd name="connsiteY4" fmla="*/ 28277 h 1235273"/>
                <a:gd name="connsiteX5" fmla="*/ 1375172 w 1905000"/>
                <a:gd name="connsiteY5" fmla="*/ 147340 h 1235273"/>
                <a:gd name="connsiteX6" fmla="*/ 1564184 w 1905000"/>
                <a:gd name="connsiteY6" fmla="*/ 342305 h 1235273"/>
                <a:gd name="connsiteX7" fmla="*/ 1433215 w 1905000"/>
                <a:gd name="connsiteY7" fmla="*/ 529828 h 1235273"/>
                <a:gd name="connsiteX8" fmla="*/ 1382613 w 1905000"/>
                <a:gd name="connsiteY8" fmla="*/ 593824 h 1235273"/>
                <a:gd name="connsiteX9" fmla="*/ 1436191 w 1905000"/>
                <a:gd name="connsiteY9" fmla="*/ 657820 h 1235273"/>
                <a:gd name="connsiteX10" fmla="*/ 1451074 w 1905000"/>
                <a:gd name="connsiteY10" fmla="*/ 660797 h 1235273"/>
                <a:gd name="connsiteX11" fmla="*/ 1788914 w 1905000"/>
                <a:gd name="connsiteY11" fmla="*/ 1059656 h 1235273"/>
                <a:gd name="connsiteX12" fmla="*/ 1788914 w 1905000"/>
                <a:gd name="connsiteY12" fmla="*/ 1113234 h 1235273"/>
                <a:gd name="connsiteX13" fmla="*/ 1681758 w 1905000"/>
                <a:gd name="connsiteY13" fmla="*/ 1113234 h 1235273"/>
                <a:gd name="connsiteX14" fmla="*/ 1696641 w 1905000"/>
                <a:gd name="connsiteY14" fmla="*/ 1235274 h 1235273"/>
                <a:gd name="connsiteX15" fmla="*/ 1830586 w 1905000"/>
                <a:gd name="connsiteY15" fmla="*/ 1235274 h 1235273"/>
                <a:gd name="connsiteX16" fmla="*/ 1905000 w 1905000"/>
                <a:gd name="connsiteY16" fmla="*/ 1166813 h 1235273"/>
                <a:gd name="connsiteX17" fmla="*/ 1905000 w 1905000"/>
                <a:gd name="connsiteY17" fmla="*/ 1061145 h 1235273"/>
                <a:gd name="connsiteX18" fmla="*/ 1583531 w 1905000"/>
                <a:gd name="connsiteY18" fmla="*/ 574477 h 1235273"/>
                <a:gd name="connsiteX19" fmla="*/ 467320 w 1905000"/>
                <a:gd name="connsiteY19" fmla="*/ 662285 h 1235273"/>
                <a:gd name="connsiteX20" fmla="*/ 482203 w 1905000"/>
                <a:gd name="connsiteY20" fmla="*/ 659309 h 1235273"/>
                <a:gd name="connsiteX21" fmla="*/ 535781 w 1905000"/>
                <a:gd name="connsiteY21" fmla="*/ 595313 h 1235273"/>
                <a:gd name="connsiteX22" fmla="*/ 485180 w 1905000"/>
                <a:gd name="connsiteY22" fmla="*/ 531316 h 1235273"/>
                <a:gd name="connsiteX23" fmla="*/ 354211 w 1905000"/>
                <a:gd name="connsiteY23" fmla="*/ 343793 h 1235273"/>
                <a:gd name="connsiteX24" fmla="*/ 529828 w 1905000"/>
                <a:gd name="connsiteY24" fmla="*/ 148828 h 1235273"/>
                <a:gd name="connsiteX25" fmla="*/ 596801 w 1905000"/>
                <a:gd name="connsiteY25" fmla="*/ 25301 h 1235273"/>
                <a:gd name="connsiteX26" fmla="*/ 616148 w 1905000"/>
                <a:gd name="connsiteY26" fmla="*/ 2977 h 1235273"/>
                <a:gd name="connsiteX27" fmla="*/ 598289 w 1905000"/>
                <a:gd name="connsiteY27" fmla="*/ 1488 h 1235273"/>
                <a:gd name="connsiteX28" fmla="*/ 224730 w 1905000"/>
                <a:gd name="connsiteY28" fmla="*/ 345281 h 1235273"/>
                <a:gd name="connsiteX29" fmla="*/ 321469 w 1905000"/>
                <a:gd name="connsiteY29" fmla="*/ 575965 h 1235273"/>
                <a:gd name="connsiteX30" fmla="*/ 0 w 1905000"/>
                <a:gd name="connsiteY30" fmla="*/ 1061145 h 1235273"/>
                <a:gd name="connsiteX31" fmla="*/ 0 w 1905000"/>
                <a:gd name="connsiteY31" fmla="*/ 1166813 h 1235273"/>
                <a:gd name="connsiteX32" fmla="*/ 74414 w 1905000"/>
                <a:gd name="connsiteY32" fmla="*/ 1235274 h 1235273"/>
                <a:gd name="connsiteX33" fmla="*/ 208359 w 1905000"/>
                <a:gd name="connsiteY33" fmla="*/ 1235274 h 1235273"/>
                <a:gd name="connsiteX34" fmla="*/ 223242 w 1905000"/>
                <a:gd name="connsiteY34" fmla="*/ 1113234 h 1235273"/>
                <a:gd name="connsiteX35" fmla="*/ 129480 w 1905000"/>
                <a:gd name="connsiteY35" fmla="*/ 1113234 h 1235273"/>
                <a:gd name="connsiteX36" fmla="*/ 129480 w 1905000"/>
                <a:gd name="connsiteY36" fmla="*/ 1059656 h 1235273"/>
                <a:gd name="connsiteX37" fmla="*/ 467320 w 1905000"/>
                <a:gd name="connsiteY37" fmla="*/ 662285 h 123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5000" h="1235273">
                  <a:moveTo>
                    <a:pt x="1583531" y="574477"/>
                  </a:moveTo>
                  <a:cubicBezTo>
                    <a:pt x="1644551" y="511969"/>
                    <a:pt x="1680270" y="431602"/>
                    <a:pt x="1680270" y="343793"/>
                  </a:cubicBezTo>
                  <a:cubicBezTo>
                    <a:pt x="1680270" y="154781"/>
                    <a:pt x="1512094" y="0"/>
                    <a:pt x="1306711" y="0"/>
                  </a:cubicBezTo>
                  <a:cubicBezTo>
                    <a:pt x="1300758" y="0"/>
                    <a:pt x="1294805" y="1488"/>
                    <a:pt x="1288852" y="1488"/>
                  </a:cubicBezTo>
                  <a:cubicBezTo>
                    <a:pt x="1294805" y="8930"/>
                    <a:pt x="1303734" y="19348"/>
                    <a:pt x="1309688" y="28277"/>
                  </a:cubicBezTo>
                  <a:cubicBezTo>
                    <a:pt x="1339453" y="65484"/>
                    <a:pt x="1360289" y="102691"/>
                    <a:pt x="1375172" y="147340"/>
                  </a:cubicBezTo>
                  <a:cubicBezTo>
                    <a:pt x="1464469" y="174129"/>
                    <a:pt x="1564184" y="251520"/>
                    <a:pt x="1564184" y="342305"/>
                  </a:cubicBezTo>
                  <a:cubicBezTo>
                    <a:pt x="1564184" y="422672"/>
                    <a:pt x="1512094" y="497086"/>
                    <a:pt x="1433215" y="529828"/>
                  </a:cubicBezTo>
                  <a:cubicBezTo>
                    <a:pt x="1403449" y="540246"/>
                    <a:pt x="1382613" y="564059"/>
                    <a:pt x="1382613" y="593824"/>
                  </a:cubicBezTo>
                  <a:cubicBezTo>
                    <a:pt x="1382613" y="623590"/>
                    <a:pt x="1404938" y="648891"/>
                    <a:pt x="1436191" y="657820"/>
                  </a:cubicBezTo>
                  <a:lnTo>
                    <a:pt x="1451074" y="660797"/>
                  </a:lnTo>
                  <a:cubicBezTo>
                    <a:pt x="1650504" y="706934"/>
                    <a:pt x="1788914" y="869156"/>
                    <a:pt x="1788914" y="1059656"/>
                  </a:cubicBezTo>
                  <a:lnTo>
                    <a:pt x="1788914" y="1113234"/>
                  </a:lnTo>
                  <a:lnTo>
                    <a:pt x="1681758" y="1113234"/>
                  </a:lnTo>
                  <a:cubicBezTo>
                    <a:pt x="1692176" y="1157883"/>
                    <a:pt x="1696641" y="1187648"/>
                    <a:pt x="1696641" y="1235274"/>
                  </a:cubicBezTo>
                  <a:lnTo>
                    <a:pt x="1830586" y="1235274"/>
                  </a:lnTo>
                  <a:cubicBezTo>
                    <a:pt x="1872258" y="1235274"/>
                    <a:pt x="1905000" y="1204020"/>
                    <a:pt x="1905000" y="1166813"/>
                  </a:cubicBezTo>
                  <a:lnTo>
                    <a:pt x="1905000" y="1061145"/>
                  </a:lnTo>
                  <a:cubicBezTo>
                    <a:pt x="1905000" y="851297"/>
                    <a:pt x="1778496" y="666750"/>
                    <a:pt x="1583531" y="574477"/>
                  </a:cubicBezTo>
                  <a:close/>
                  <a:moveTo>
                    <a:pt x="467320" y="662285"/>
                  </a:moveTo>
                  <a:lnTo>
                    <a:pt x="482203" y="659309"/>
                  </a:lnTo>
                  <a:cubicBezTo>
                    <a:pt x="513457" y="650379"/>
                    <a:pt x="535781" y="625078"/>
                    <a:pt x="535781" y="595313"/>
                  </a:cubicBezTo>
                  <a:cubicBezTo>
                    <a:pt x="535781" y="567035"/>
                    <a:pt x="514945" y="541734"/>
                    <a:pt x="485180" y="531316"/>
                  </a:cubicBezTo>
                  <a:cubicBezTo>
                    <a:pt x="404813" y="498574"/>
                    <a:pt x="354211" y="424160"/>
                    <a:pt x="354211" y="343793"/>
                  </a:cubicBezTo>
                  <a:cubicBezTo>
                    <a:pt x="354211" y="253008"/>
                    <a:pt x="440531" y="175617"/>
                    <a:pt x="529828" y="148828"/>
                  </a:cubicBezTo>
                  <a:cubicBezTo>
                    <a:pt x="546199" y="104180"/>
                    <a:pt x="565547" y="61020"/>
                    <a:pt x="596801" y="25301"/>
                  </a:cubicBezTo>
                  <a:cubicBezTo>
                    <a:pt x="602754" y="17859"/>
                    <a:pt x="611684" y="10418"/>
                    <a:pt x="616148" y="2977"/>
                  </a:cubicBezTo>
                  <a:cubicBezTo>
                    <a:pt x="610195" y="2977"/>
                    <a:pt x="604242" y="1488"/>
                    <a:pt x="598289" y="1488"/>
                  </a:cubicBezTo>
                  <a:cubicBezTo>
                    <a:pt x="392906" y="1488"/>
                    <a:pt x="224730" y="154781"/>
                    <a:pt x="224730" y="345281"/>
                  </a:cubicBezTo>
                  <a:cubicBezTo>
                    <a:pt x="224730" y="431602"/>
                    <a:pt x="260449" y="513457"/>
                    <a:pt x="321469" y="575965"/>
                  </a:cubicBezTo>
                  <a:cubicBezTo>
                    <a:pt x="126504" y="666750"/>
                    <a:pt x="0" y="851297"/>
                    <a:pt x="0" y="1061145"/>
                  </a:cubicBezTo>
                  <a:lnTo>
                    <a:pt x="0" y="1166813"/>
                  </a:lnTo>
                  <a:cubicBezTo>
                    <a:pt x="0" y="1205508"/>
                    <a:pt x="32742" y="1235274"/>
                    <a:pt x="74414" y="1235274"/>
                  </a:cubicBezTo>
                  <a:lnTo>
                    <a:pt x="208359" y="1235274"/>
                  </a:lnTo>
                  <a:cubicBezTo>
                    <a:pt x="208359" y="1187648"/>
                    <a:pt x="214313" y="1157883"/>
                    <a:pt x="223242" y="1113234"/>
                  </a:cubicBezTo>
                  <a:lnTo>
                    <a:pt x="129480" y="1113234"/>
                  </a:lnTo>
                  <a:lnTo>
                    <a:pt x="129480" y="1059656"/>
                  </a:lnTo>
                  <a:cubicBezTo>
                    <a:pt x="129480" y="872133"/>
                    <a:pt x="267891" y="708422"/>
                    <a:pt x="467320" y="662285"/>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7288943" y="5162478"/>
              <a:ext cx="1361777" cy="1576089"/>
            </a:xfrm>
            <a:custGeom>
              <a:avLst/>
              <a:gdLst>
                <a:gd name="connsiteX0" fmla="*/ 933152 w 1361777"/>
                <a:gd name="connsiteY0" fmla="*/ 735211 h 1576089"/>
                <a:gd name="connsiteX1" fmla="*/ 1089422 w 1361777"/>
                <a:gd name="connsiteY1" fmla="*/ 412254 h 1576089"/>
                <a:gd name="connsiteX2" fmla="*/ 681633 w 1361777"/>
                <a:gd name="connsiteY2" fmla="*/ 0 h 1576089"/>
                <a:gd name="connsiteX3" fmla="*/ 272356 w 1361777"/>
                <a:gd name="connsiteY3" fmla="*/ 410766 h 1576089"/>
                <a:gd name="connsiteX4" fmla="*/ 428625 w 1361777"/>
                <a:gd name="connsiteY4" fmla="*/ 733723 h 1576089"/>
                <a:gd name="connsiteX5" fmla="*/ 0 w 1361777"/>
                <a:gd name="connsiteY5" fmla="*/ 1370707 h 1576089"/>
                <a:gd name="connsiteX6" fmla="*/ 0 w 1361777"/>
                <a:gd name="connsiteY6" fmla="*/ 1507629 h 1576089"/>
                <a:gd name="connsiteX7" fmla="*/ 68461 w 1361777"/>
                <a:gd name="connsiteY7" fmla="*/ 1576090 h 1576089"/>
                <a:gd name="connsiteX8" fmla="*/ 1293317 w 1361777"/>
                <a:gd name="connsiteY8" fmla="*/ 1576090 h 1576089"/>
                <a:gd name="connsiteX9" fmla="*/ 1361777 w 1361777"/>
                <a:gd name="connsiteY9" fmla="*/ 1507629 h 1576089"/>
                <a:gd name="connsiteX10" fmla="*/ 1361777 w 1361777"/>
                <a:gd name="connsiteY10" fmla="*/ 1370707 h 1576089"/>
                <a:gd name="connsiteX11" fmla="*/ 933152 w 1361777"/>
                <a:gd name="connsiteY11" fmla="*/ 735211 h 1576089"/>
                <a:gd name="connsiteX12" fmla="*/ 410766 w 1361777"/>
                <a:gd name="connsiteY12" fmla="*/ 410766 h 1576089"/>
                <a:gd name="connsiteX13" fmla="*/ 681633 w 1361777"/>
                <a:gd name="connsiteY13" fmla="*/ 138410 h 1576089"/>
                <a:gd name="connsiteX14" fmla="*/ 952500 w 1361777"/>
                <a:gd name="connsiteY14" fmla="*/ 410766 h 1576089"/>
                <a:gd name="connsiteX15" fmla="*/ 681633 w 1361777"/>
                <a:gd name="connsiteY15" fmla="*/ 683121 h 1576089"/>
                <a:gd name="connsiteX16" fmla="*/ 410766 w 1361777"/>
                <a:gd name="connsiteY16" fmla="*/ 410766 h 1576089"/>
                <a:gd name="connsiteX17" fmla="*/ 1211461 w 1361777"/>
                <a:gd name="connsiteY17" fmla="*/ 1437680 h 1576089"/>
                <a:gd name="connsiteX18" fmla="*/ 150316 w 1361777"/>
                <a:gd name="connsiteY18" fmla="*/ 1437680 h 1576089"/>
                <a:gd name="connsiteX19" fmla="*/ 150316 w 1361777"/>
                <a:gd name="connsiteY19" fmla="*/ 1370707 h 1576089"/>
                <a:gd name="connsiteX20" fmla="*/ 681633 w 1361777"/>
                <a:gd name="connsiteY20" fmla="*/ 834926 h 1576089"/>
                <a:gd name="connsiteX21" fmla="*/ 1211461 w 1361777"/>
                <a:gd name="connsiteY21" fmla="*/ 1370707 h 1576089"/>
                <a:gd name="connsiteX22" fmla="*/ 1211461 w 1361777"/>
                <a:gd name="connsiteY22" fmla="*/ 1437680 h 157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1777" h="1576089">
                  <a:moveTo>
                    <a:pt x="933152" y="735211"/>
                  </a:moveTo>
                  <a:cubicBezTo>
                    <a:pt x="1028402" y="659309"/>
                    <a:pt x="1089422" y="543223"/>
                    <a:pt x="1089422" y="412254"/>
                  </a:cubicBezTo>
                  <a:cubicBezTo>
                    <a:pt x="1089422" y="184547"/>
                    <a:pt x="906363" y="0"/>
                    <a:pt x="681633" y="0"/>
                  </a:cubicBezTo>
                  <a:cubicBezTo>
                    <a:pt x="455414" y="0"/>
                    <a:pt x="272356" y="184547"/>
                    <a:pt x="272356" y="410766"/>
                  </a:cubicBezTo>
                  <a:cubicBezTo>
                    <a:pt x="272356" y="541734"/>
                    <a:pt x="333375" y="659309"/>
                    <a:pt x="428625" y="733723"/>
                  </a:cubicBezTo>
                  <a:cubicBezTo>
                    <a:pt x="177105" y="834926"/>
                    <a:pt x="0" y="1081980"/>
                    <a:pt x="0" y="1370707"/>
                  </a:cubicBezTo>
                  <a:lnTo>
                    <a:pt x="0" y="1507629"/>
                  </a:lnTo>
                  <a:cubicBezTo>
                    <a:pt x="0" y="1544836"/>
                    <a:pt x="29766" y="1576090"/>
                    <a:pt x="68461" y="1576090"/>
                  </a:cubicBezTo>
                  <a:lnTo>
                    <a:pt x="1293317" y="1576090"/>
                  </a:lnTo>
                  <a:cubicBezTo>
                    <a:pt x="1330524" y="1576090"/>
                    <a:pt x="1361777" y="1544836"/>
                    <a:pt x="1361777" y="1507629"/>
                  </a:cubicBezTo>
                  <a:lnTo>
                    <a:pt x="1361777" y="1370707"/>
                  </a:lnTo>
                  <a:cubicBezTo>
                    <a:pt x="1361777" y="1083469"/>
                    <a:pt x="1183184" y="836414"/>
                    <a:pt x="933152" y="735211"/>
                  </a:cubicBezTo>
                  <a:close/>
                  <a:moveTo>
                    <a:pt x="410766" y="410766"/>
                  </a:moveTo>
                  <a:cubicBezTo>
                    <a:pt x="410766" y="260449"/>
                    <a:pt x="532805" y="138410"/>
                    <a:pt x="681633" y="138410"/>
                  </a:cubicBezTo>
                  <a:cubicBezTo>
                    <a:pt x="830461" y="138410"/>
                    <a:pt x="952500" y="260449"/>
                    <a:pt x="952500" y="410766"/>
                  </a:cubicBezTo>
                  <a:cubicBezTo>
                    <a:pt x="952500" y="561082"/>
                    <a:pt x="830461" y="683121"/>
                    <a:pt x="681633" y="683121"/>
                  </a:cubicBezTo>
                  <a:cubicBezTo>
                    <a:pt x="531316" y="683121"/>
                    <a:pt x="410766" y="561082"/>
                    <a:pt x="410766" y="410766"/>
                  </a:cubicBezTo>
                  <a:close/>
                  <a:moveTo>
                    <a:pt x="1211461" y="1437680"/>
                  </a:moveTo>
                  <a:lnTo>
                    <a:pt x="150316" y="1437680"/>
                  </a:lnTo>
                  <a:lnTo>
                    <a:pt x="150316" y="1370707"/>
                  </a:lnTo>
                  <a:cubicBezTo>
                    <a:pt x="150316" y="1076027"/>
                    <a:pt x="388441" y="834926"/>
                    <a:pt x="681633" y="834926"/>
                  </a:cubicBezTo>
                  <a:cubicBezTo>
                    <a:pt x="974824" y="834926"/>
                    <a:pt x="1211461" y="1074539"/>
                    <a:pt x="1211461" y="1370707"/>
                  </a:cubicBezTo>
                  <a:lnTo>
                    <a:pt x="1211461" y="143768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3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58"/>
          <p:cNvSpPr/>
          <p:nvPr/>
        </p:nvSpPr>
        <p:spPr bwMode="auto">
          <a:xfrm>
            <a:off x="38099" y="3849909"/>
            <a:ext cx="9071177" cy="2314731"/>
          </a:xfrm>
          <a:custGeom>
            <a:avLst/>
            <a:gdLst>
              <a:gd name="T0" fmla="*/ 0 w 4324"/>
              <a:gd name="T1" fmla="*/ 1608 h 1608"/>
              <a:gd name="T2" fmla="*/ 2267 w 4324"/>
              <a:gd name="T3" fmla="*/ 1608 h 1608"/>
              <a:gd name="T4" fmla="*/ 4324 w 4324"/>
              <a:gd name="T5" fmla="*/ 0 h 1608"/>
              <a:gd name="T6" fmla="*/ 3937 w 4324"/>
              <a:gd name="T7" fmla="*/ 0 h 1608"/>
              <a:gd name="T8" fmla="*/ 0 w 4324"/>
              <a:gd name="T9" fmla="*/ 1608 h 1608"/>
            </a:gdLst>
            <a:ahLst/>
            <a:cxnLst>
              <a:cxn ang="0">
                <a:pos x="T0" y="T1"/>
              </a:cxn>
              <a:cxn ang="0">
                <a:pos x="T2" y="T3"/>
              </a:cxn>
              <a:cxn ang="0">
                <a:pos x="T4" y="T5"/>
              </a:cxn>
              <a:cxn ang="0">
                <a:pos x="T6" y="T7"/>
              </a:cxn>
              <a:cxn ang="0">
                <a:pos x="T8" y="T9"/>
              </a:cxn>
            </a:cxnLst>
            <a:rect l="0" t="0" r="r" b="b"/>
            <a:pathLst>
              <a:path w="4324" h="1608">
                <a:moveTo>
                  <a:pt x="0" y="1608"/>
                </a:moveTo>
                <a:lnTo>
                  <a:pt x="2267" y="1608"/>
                </a:lnTo>
                <a:lnTo>
                  <a:pt x="4324" y="0"/>
                </a:lnTo>
                <a:lnTo>
                  <a:pt x="3937" y="0"/>
                </a:lnTo>
                <a:lnTo>
                  <a:pt x="0" y="1608"/>
                </a:ln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9"/>
          <p:cNvSpPr/>
          <p:nvPr/>
        </p:nvSpPr>
        <p:spPr bwMode="auto">
          <a:xfrm>
            <a:off x="8293410" y="1868043"/>
            <a:ext cx="2022826" cy="1981867"/>
          </a:xfrm>
          <a:custGeom>
            <a:avLst/>
            <a:gdLst>
              <a:gd name="T0" fmla="*/ 953 w 953"/>
              <a:gd name="T1" fmla="*/ 230 h 1190"/>
              <a:gd name="T2" fmla="*/ 845 w 953"/>
              <a:gd name="T3" fmla="*/ 0 h 1190"/>
              <a:gd name="T4" fmla="*/ 511 w 953"/>
              <a:gd name="T5" fmla="*/ 230 h 1190"/>
              <a:gd name="T6" fmla="*/ 619 w 953"/>
              <a:gd name="T7" fmla="*/ 230 h 1190"/>
              <a:gd name="T8" fmla="*/ 0 w 953"/>
              <a:gd name="T9" fmla="*/ 1190 h 1190"/>
              <a:gd name="T10" fmla="*/ 387 w 953"/>
              <a:gd name="T11" fmla="*/ 1190 h 1190"/>
              <a:gd name="T12" fmla="*/ 845 w 953"/>
              <a:gd name="T13" fmla="*/ 230 h 1190"/>
              <a:gd name="T14" fmla="*/ 953 w 953"/>
              <a:gd name="T15" fmla="*/ 230 h 1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1190">
                <a:moveTo>
                  <a:pt x="953" y="230"/>
                </a:moveTo>
                <a:lnTo>
                  <a:pt x="845" y="0"/>
                </a:lnTo>
                <a:lnTo>
                  <a:pt x="511" y="230"/>
                </a:lnTo>
                <a:lnTo>
                  <a:pt x="619" y="230"/>
                </a:lnTo>
                <a:lnTo>
                  <a:pt x="0" y="1190"/>
                </a:lnTo>
                <a:lnTo>
                  <a:pt x="387" y="1190"/>
                </a:lnTo>
                <a:lnTo>
                  <a:pt x="845" y="230"/>
                </a:lnTo>
                <a:lnTo>
                  <a:pt x="953" y="230"/>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 name="Freeform 60"/>
          <p:cNvSpPr/>
          <p:nvPr/>
        </p:nvSpPr>
        <p:spPr bwMode="auto">
          <a:xfrm>
            <a:off x="8201337" y="3849908"/>
            <a:ext cx="3535392" cy="381731"/>
          </a:xfrm>
          <a:custGeom>
            <a:avLst/>
            <a:gdLst>
              <a:gd name="T0" fmla="*/ 1341 w 1341"/>
              <a:gd name="T1" fmla="*/ 536 h 536"/>
              <a:gd name="T2" fmla="*/ 298 w 1341"/>
              <a:gd name="T3" fmla="*/ 536 h 536"/>
              <a:gd name="T4" fmla="*/ 0 w 1341"/>
              <a:gd name="T5" fmla="*/ 0 h 536"/>
            </a:gdLst>
            <a:ahLst/>
            <a:cxnLst>
              <a:cxn ang="0">
                <a:pos x="T0" y="T1"/>
              </a:cxn>
              <a:cxn ang="0">
                <a:pos x="T2" y="T3"/>
              </a:cxn>
              <a:cxn ang="0">
                <a:pos x="T4" y="T5"/>
              </a:cxn>
            </a:cxnLst>
            <a:rect l="0" t="0" r="r" b="b"/>
            <a:pathLst>
              <a:path w="1341" h="536">
                <a:moveTo>
                  <a:pt x="1341" y="536"/>
                </a:moveTo>
                <a:lnTo>
                  <a:pt x="298" y="536"/>
                </a:lnTo>
                <a:lnTo>
                  <a:pt x="0" y="0"/>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Oval 64"/>
          <p:cNvSpPr>
            <a:spLocks noChangeArrowheads="1"/>
          </p:cNvSpPr>
          <p:nvPr/>
        </p:nvSpPr>
        <p:spPr bwMode="auto">
          <a:xfrm>
            <a:off x="3352756" y="5658717"/>
            <a:ext cx="1368425" cy="2730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Oval 65"/>
          <p:cNvSpPr>
            <a:spLocks noChangeArrowheads="1"/>
          </p:cNvSpPr>
          <p:nvPr/>
        </p:nvSpPr>
        <p:spPr bwMode="auto">
          <a:xfrm>
            <a:off x="3352756" y="4426818"/>
            <a:ext cx="1368425" cy="1368425"/>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Oval 67"/>
          <p:cNvSpPr>
            <a:spLocks noChangeArrowheads="1"/>
          </p:cNvSpPr>
          <p:nvPr/>
        </p:nvSpPr>
        <p:spPr bwMode="auto">
          <a:xfrm>
            <a:off x="5119687" y="5094510"/>
            <a:ext cx="1044575" cy="206375"/>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Oval 68"/>
          <p:cNvSpPr>
            <a:spLocks noChangeArrowheads="1"/>
          </p:cNvSpPr>
          <p:nvPr/>
        </p:nvSpPr>
        <p:spPr bwMode="auto">
          <a:xfrm>
            <a:off x="5119687" y="4154709"/>
            <a:ext cx="1044575" cy="10414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Oval 70"/>
          <p:cNvSpPr>
            <a:spLocks noChangeArrowheads="1"/>
          </p:cNvSpPr>
          <p:nvPr/>
        </p:nvSpPr>
        <p:spPr bwMode="auto">
          <a:xfrm>
            <a:off x="6595324" y="4561108"/>
            <a:ext cx="793750" cy="1587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Oval 73"/>
          <p:cNvSpPr>
            <a:spLocks noChangeArrowheads="1"/>
          </p:cNvSpPr>
          <p:nvPr/>
        </p:nvSpPr>
        <p:spPr bwMode="auto">
          <a:xfrm>
            <a:off x="7820136" y="4087913"/>
            <a:ext cx="539750" cy="1079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Oval 74"/>
          <p:cNvSpPr>
            <a:spLocks noChangeArrowheads="1"/>
          </p:cNvSpPr>
          <p:nvPr/>
        </p:nvSpPr>
        <p:spPr bwMode="auto">
          <a:xfrm>
            <a:off x="7820136" y="3602138"/>
            <a:ext cx="539750" cy="539750"/>
          </a:xfrm>
          <a:prstGeom prst="ellipse">
            <a:avLst/>
          </a:pr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cxnSp>
        <p:nvCxnSpPr>
          <p:cNvPr id="23" name="Straight Connector 26"/>
          <p:cNvCxnSpPr/>
          <p:nvPr/>
        </p:nvCxnSpPr>
        <p:spPr>
          <a:xfrm>
            <a:off x="435460" y="4225645"/>
            <a:ext cx="180000"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Box 27"/>
          <p:cNvSpPr txBox="1"/>
          <p:nvPr/>
        </p:nvSpPr>
        <p:spPr>
          <a:xfrm>
            <a:off x="431007" y="3900195"/>
            <a:ext cx="210868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调研与方案制定</a:t>
            </a:r>
            <a:endParaRPr kumimoji="0" 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6" name="Straight Connector 36"/>
          <p:cNvCxnSpPr/>
          <p:nvPr/>
        </p:nvCxnSpPr>
        <p:spPr>
          <a:xfrm>
            <a:off x="1429641" y="2209490"/>
            <a:ext cx="1800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37"/>
          <p:cNvSpPr txBox="1"/>
          <p:nvPr/>
        </p:nvSpPr>
        <p:spPr>
          <a:xfrm>
            <a:off x="1402195" y="1873420"/>
            <a:ext cx="20554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系统升级和精进</a:t>
            </a:r>
            <a:endParaRPr kumimoji="0" 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9" name="Straight Connector 40"/>
          <p:cNvCxnSpPr/>
          <p:nvPr/>
        </p:nvCxnSpPr>
        <p:spPr>
          <a:xfrm>
            <a:off x="5284240" y="2107892"/>
            <a:ext cx="180000" cy="0"/>
          </a:xfrm>
          <a:prstGeom prst="line">
            <a:avLst/>
          </a:prstGeom>
          <a:ln w="25400" cap="rnd">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41"/>
          <p:cNvSpPr txBox="1"/>
          <p:nvPr/>
        </p:nvSpPr>
        <p:spPr>
          <a:xfrm>
            <a:off x="5261380" y="1762897"/>
            <a:ext cx="17653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市场营销落地</a:t>
            </a:r>
            <a:endParaRPr kumimoji="0" 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2" name="Straight Connector 44"/>
          <p:cNvCxnSpPr/>
          <p:nvPr/>
        </p:nvCxnSpPr>
        <p:spPr>
          <a:xfrm>
            <a:off x="11556729" y="4246830"/>
            <a:ext cx="180000" cy="0"/>
          </a:xfrm>
          <a:prstGeom prst="line">
            <a:avLst/>
          </a:prstGeom>
          <a:ln w="2540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TextBox 48"/>
          <p:cNvSpPr txBox="1"/>
          <p:nvPr/>
        </p:nvSpPr>
        <p:spPr>
          <a:xfrm>
            <a:off x="9991240" y="1756201"/>
            <a:ext cx="1765300" cy="998030"/>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WE ARE</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THE BEST</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Rectangle 38"/>
          <p:cNvSpPr/>
          <p:nvPr/>
        </p:nvSpPr>
        <p:spPr>
          <a:xfrm>
            <a:off x="0" y="6164640"/>
            <a:ext cx="12192000" cy="69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工作亮点创新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Oval 71"/>
          <p:cNvSpPr>
            <a:spLocks noChangeArrowheads="1"/>
          </p:cNvSpPr>
          <p:nvPr/>
        </p:nvSpPr>
        <p:spPr bwMode="auto">
          <a:xfrm>
            <a:off x="6595324" y="3849909"/>
            <a:ext cx="793750" cy="790575"/>
          </a:xfrm>
          <a:prstGeom prst="ellipse">
            <a:avLst/>
          </a:pr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41"/>
          <p:cNvSpPr txBox="1"/>
          <p:nvPr/>
        </p:nvSpPr>
        <p:spPr>
          <a:xfrm>
            <a:off x="9991240" y="3857823"/>
            <a:ext cx="176530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花费优化专项</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331884" y="4297542"/>
            <a:ext cx="2851709" cy="127650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家门店，通过线上问卷（回收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线下访谈（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人），发现 “健康餐品”“快速取餐” 需求占比超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，为后续产品与服务优化提供数据支撑</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1313264" y="2292639"/>
            <a:ext cx="2766087"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推动区域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家门店上线点餐系统，支持扫码点餐，系统上线后，单店平均点餐时长从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分钟缩短至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分钟，高峰期翻台率提升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5193132" y="2207518"/>
            <a:ext cx="271018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为各门店搭建客户社圈，每周推送新品信息、专门券，</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个月内社圈总人数达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人，社圈引流到店消费占比提升至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3" name="文本框 42"/>
          <p:cNvSpPr txBox="1"/>
          <p:nvPr/>
        </p:nvSpPr>
        <p:spPr>
          <a:xfrm>
            <a:off x="8654144" y="4311108"/>
            <a:ext cx="3198034" cy="103643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为门店安装电表、水表，制定能耗考核标准，每月公示各门店能耗数据，</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个月内门店平均能耗下降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，单店月均节省能耗费用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TextBox 27"/>
          <p:cNvSpPr txBox="1"/>
          <p:nvPr/>
        </p:nvSpPr>
        <p:spPr>
          <a:xfrm>
            <a:off x="3352755" y="4854173"/>
            <a:ext cx="136842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65%</a:t>
            </a:r>
            <a:endParaRPr kumimoji="0" lang="en-US"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TextBox 27"/>
          <p:cNvSpPr txBox="1"/>
          <p:nvPr/>
        </p:nvSpPr>
        <p:spPr>
          <a:xfrm>
            <a:off x="4964997" y="4476705"/>
            <a:ext cx="136842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en-US"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TextBox 27"/>
          <p:cNvSpPr txBox="1"/>
          <p:nvPr/>
        </p:nvSpPr>
        <p:spPr>
          <a:xfrm>
            <a:off x="6576575" y="4099926"/>
            <a:ext cx="8374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25%</a:t>
            </a:r>
            <a:endParaRPr kumimoji="0" 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TextBox 27"/>
          <p:cNvSpPr txBox="1"/>
          <p:nvPr/>
        </p:nvSpPr>
        <p:spPr>
          <a:xfrm>
            <a:off x="7795504" y="3741214"/>
            <a:ext cx="58901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38099" y="6318383"/>
            <a:ext cx="12034360" cy="38587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我们在调研定方案、系统升级、多元营销、花费优化四个方面推动连锁餐饮门店增营收、降花费、升服务，都取得了不错的成果</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矩形: 圆角 48"/>
          <p:cNvSpPr/>
          <p:nvPr/>
        </p:nvSpPr>
        <p:spPr>
          <a:xfrm>
            <a:off x="431007" y="5658184"/>
            <a:ext cx="2149633" cy="313511"/>
          </a:xfrm>
          <a:prstGeom prst="roundRect">
            <a:avLst>
              <a:gd name="adj" fmla="val 9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TextBox 27"/>
          <p:cNvSpPr txBox="1"/>
          <p:nvPr/>
        </p:nvSpPr>
        <p:spPr>
          <a:xfrm>
            <a:off x="551634" y="572885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预计单店月均营收提升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402195" y="3324134"/>
            <a:ext cx="2149633" cy="313511"/>
          </a:xfrm>
          <a:prstGeom prst="roundRect">
            <a:avLst>
              <a:gd name="adj" fmla="val 9491"/>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TextBox 27"/>
          <p:cNvSpPr txBox="1"/>
          <p:nvPr/>
        </p:nvSpPr>
        <p:spPr>
          <a:xfrm>
            <a:off x="1522822" y="339480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客户投诉率下降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30%</a:t>
            </a:r>
            <a:endParaRPr kumimoji="0" 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圆角 52"/>
          <p:cNvSpPr/>
          <p:nvPr/>
        </p:nvSpPr>
        <p:spPr>
          <a:xfrm>
            <a:off x="5261380" y="3308679"/>
            <a:ext cx="2149633" cy="313511"/>
          </a:xfrm>
          <a:prstGeom prst="roundRect">
            <a:avLst>
              <a:gd name="adj" fmla="val 9491"/>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TextBox 27"/>
          <p:cNvSpPr txBox="1"/>
          <p:nvPr/>
        </p:nvSpPr>
        <p:spPr>
          <a:xfrm>
            <a:off x="5382007" y="3379346"/>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门店整体客流增长 </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圆角 54"/>
          <p:cNvSpPr/>
          <p:nvPr/>
        </p:nvSpPr>
        <p:spPr>
          <a:xfrm>
            <a:off x="9606907" y="5419031"/>
            <a:ext cx="2149633" cy="313511"/>
          </a:xfrm>
          <a:prstGeom prst="roundRect">
            <a:avLst>
              <a:gd name="adj" fmla="val 9491"/>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TextBox 27"/>
          <p:cNvSpPr txBox="1"/>
          <p:nvPr/>
        </p:nvSpPr>
        <p:spPr>
          <a:xfrm>
            <a:off x="9727534" y="5489698"/>
            <a:ext cx="1947726"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人力花费占比降至 </a:t>
            </a:r>
            <a:r>
              <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24%</a:t>
            </a:r>
            <a:endPar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任意多边形: 形状 57"/>
          <p:cNvSpPr/>
          <p:nvPr/>
        </p:nvSpPr>
        <p:spPr>
          <a:xfrm>
            <a:off x="426720" y="4231640"/>
            <a:ext cx="3281680" cy="335280"/>
          </a:xfrm>
          <a:custGeom>
            <a:avLst/>
            <a:gdLst>
              <a:gd name="connsiteX0" fmla="*/ 0 w 3281680"/>
              <a:gd name="connsiteY0" fmla="*/ 0 h 335280"/>
              <a:gd name="connsiteX1" fmla="*/ 2915920 w 3281680"/>
              <a:gd name="connsiteY1" fmla="*/ 0 h 335280"/>
              <a:gd name="connsiteX2" fmla="*/ 3281680 w 3281680"/>
              <a:gd name="connsiteY2" fmla="*/ 335280 h 335280"/>
            </a:gdLst>
            <a:ahLst/>
            <a:cxnLst>
              <a:cxn ang="0">
                <a:pos x="connsiteX0" y="connsiteY0"/>
              </a:cxn>
              <a:cxn ang="0">
                <a:pos x="connsiteX1" y="connsiteY1"/>
              </a:cxn>
              <a:cxn ang="0">
                <a:pos x="connsiteX2" y="connsiteY2"/>
              </a:cxn>
            </a:cxnLst>
            <a:rect l="l" t="t" r="r" b="b"/>
            <a:pathLst>
              <a:path w="3281680" h="335280">
                <a:moveTo>
                  <a:pt x="0" y="0"/>
                </a:moveTo>
                <a:lnTo>
                  <a:pt x="2915920" y="0"/>
                </a:lnTo>
                <a:lnTo>
                  <a:pt x="3281680" y="335280"/>
                </a:lnTo>
              </a:path>
            </a:pathLst>
          </a:custGeom>
          <a:noFill/>
          <a:ln w="3175" cap="flat">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564816" y="2204720"/>
            <a:ext cx="3682865" cy="2225040"/>
          </a:xfrm>
          <a:custGeom>
            <a:avLst/>
            <a:gdLst>
              <a:gd name="connsiteX0" fmla="*/ 0 w 4185920"/>
              <a:gd name="connsiteY0" fmla="*/ 0 h 2225040"/>
              <a:gd name="connsiteX1" fmla="*/ 2885440 w 4185920"/>
              <a:gd name="connsiteY1" fmla="*/ 0 h 2225040"/>
              <a:gd name="connsiteX2" fmla="*/ 2865120 w 4185920"/>
              <a:gd name="connsiteY2" fmla="*/ 802640 h 2225040"/>
              <a:gd name="connsiteX3" fmla="*/ 3261360 w 4185920"/>
              <a:gd name="connsiteY3" fmla="*/ 528320 h 2225040"/>
              <a:gd name="connsiteX4" fmla="*/ 3230880 w 4185920"/>
              <a:gd name="connsiteY4" fmla="*/ 1473200 h 2225040"/>
              <a:gd name="connsiteX5" fmla="*/ 3515360 w 4185920"/>
              <a:gd name="connsiteY5" fmla="*/ 1188720 h 2225040"/>
              <a:gd name="connsiteX6" fmla="*/ 4185920 w 4185920"/>
              <a:gd name="connsiteY6" fmla="*/ 222504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920" h="2225040">
                <a:moveTo>
                  <a:pt x="0" y="0"/>
                </a:moveTo>
                <a:lnTo>
                  <a:pt x="2885440" y="0"/>
                </a:lnTo>
                <a:lnTo>
                  <a:pt x="2865120" y="802640"/>
                </a:lnTo>
                <a:lnTo>
                  <a:pt x="3261360" y="528320"/>
                </a:lnTo>
                <a:lnTo>
                  <a:pt x="3230880" y="1473200"/>
                </a:lnTo>
                <a:lnTo>
                  <a:pt x="3515360" y="1188720"/>
                </a:lnTo>
                <a:lnTo>
                  <a:pt x="4185920" y="2225040"/>
                </a:lnTo>
              </a:path>
            </a:pathLst>
          </a:custGeom>
          <a:noFill/>
          <a:ln w="3175" cap="flat">
            <a:solidFill>
              <a:schemeClr val="accent2"/>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箭头: 虚尾 60"/>
          <p:cNvSpPr/>
          <p:nvPr/>
        </p:nvSpPr>
        <p:spPr>
          <a:xfrm>
            <a:off x="0" y="836549"/>
            <a:ext cx="11265692" cy="738334"/>
          </a:xfrm>
          <a:prstGeom prst="stripedRightArrow">
            <a:avLst>
              <a:gd name="adj1" fmla="val 76539"/>
              <a:gd name="adj2" fmla="val 617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218600" y="944052"/>
            <a:ext cx="10775972"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作为连锁餐饮区域运营经理，我将从调研方案、系统学习、市场营销、成本优化专项四个方面展开叙述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任意多边形: 形状 62"/>
          <p:cNvSpPr/>
          <p:nvPr/>
        </p:nvSpPr>
        <p:spPr>
          <a:xfrm>
            <a:off x="5279571" y="2100943"/>
            <a:ext cx="3537858" cy="1872343"/>
          </a:xfrm>
          <a:custGeom>
            <a:avLst/>
            <a:gdLst>
              <a:gd name="connsiteX0" fmla="*/ 0 w 3537858"/>
              <a:gd name="connsiteY0" fmla="*/ 0 h 1872343"/>
              <a:gd name="connsiteX1" fmla="*/ 3537858 w 3537858"/>
              <a:gd name="connsiteY1" fmla="*/ 0 h 1872343"/>
              <a:gd name="connsiteX2" fmla="*/ 2013858 w 3537858"/>
              <a:gd name="connsiteY2" fmla="*/ 1872343 h 1872343"/>
            </a:gdLst>
            <a:ahLst/>
            <a:cxnLst>
              <a:cxn ang="0">
                <a:pos x="connsiteX0" y="connsiteY0"/>
              </a:cxn>
              <a:cxn ang="0">
                <a:pos x="connsiteX1" y="connsiteY1"/>
              </a:cxn>
              <a:cxn ang="0">
                <a:pos x="connsiteX2" y="connsiteY2"/>
              </a:cxn>
            </a:cxnLst>
            <a:rect l="l" t="t" r="r" b="b"/>
            <a:pathLst>
              <a:path w="3537858" h="1872343">
                <a:moveTo>
                  <a:pt x="0" y="0"/>
                </a:moveTo>
                <a:lnTo>
                  <a:pt x="3537858" y="0"/>
                </a:lnTo>
                <a:lnTo>
                  <a:pt x="2013858" y="1872343"/>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任意多边形: 形状 1053"/>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9" name="任意多边形: 形状 1068"/>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待定事项三</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Page 5</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2" name="任意多边形: 形状 1051"/>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任意多边形: 形状 1067"/>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rot="5400000">
            <a:off x="3025975" y="2850580"/>
            <a:ext cx="4463650" cy="2468879"/>
          </a:xfrm>
          <a:custGeom>
            <a:avLst/>
            <a:gdLst>
              <a:gd name="connsiteX0" fmla="*/ 0 w 4463650"/>
              <a:gd name="connsiteY0" fmla="*/ 406400 h 2468879"/>
              <a:gd name="connsiteX1" fmla="*/ 916870 w 4463650"/>
              <a:gd name="connsiteY1" fmla="*/ 0 h 2468879"/>
              <a:gd name="connsiteX2" fmla="*/ 1833739 w 4463650"/>
              <a:gd name="connsiteY2" fmla="*/ 406400 h 2468879"/>
              <a:gd name="connsiteX3" fmla="*/ 1509456 w 4463650"/>
              <a:gd name="connsiteY3" fmla="*/ 550138 h 2468879"/>
              <a:gd name="connsiteX4" fmla="*/ 1513878 w 4463650"/>
              <a:gd name="connsiteY4" fmla="*/ 579112 h 2468879"/>
              <a:gd name="connsiteX5" fmla="*/ 2402845 w 4463650"/>
              <a:gd name="connsiteY5" fmla="*/ 1303641 h 2468879"/>
              <a:gd name="connsiteX6" fmla="*/ 3269452 w 4463650"/>
              <a:gd name="connsiteY6" fmla="*/ 666072 h 2468879"/>
              <a:gd name="connsiteX7" fmla="*/ 3285663 w 4463650"/>
              <a:gd name="connsiteY7" fmla="*/ 603024 h 2468879"/>
              <a:gd name="connsiteX8" fmla="*/ 3888821 w 4463650"/>
              <a:gd name="connsiteY8" fmla="*/ 870372 h 2468879"/>
              <a:gd name="connsiteX9" fmla="*/ 4463650 w 4463650"/>
              <a:gd name="connsiteY9" fmla="*/ 615580 h 2468879"/>
              <a:gd name="connsiteX10" fmla="*/ 4433376 w 4463650"/>
              <a:gd name="connsiteY10" fmla="*/ 813948 h 2468879"/>
              <a:gd name="connsiteX11" fmla="*/ 2402845 w 4463650"/>
              <a:gd name="connsiteY11" fmla="*/ 2468879 h 2468879"/>
              <a:gd name="connsiteX12" fmla="*/ 340906 w 4463650"/>
              <a:gd name="connsiteY12" fmla="*/ 608154 h 2468879"/>
              <a:gd name="connsiteX13" fmla="*/ 338290 w 4463650"/>
              <a:gd name="connsiteY13" fmla="*/ 556347 h 24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3650" h="2468879">
                <a:moveTo>
                  <a:pt x="0" y="406400"/>
                </a:moveTo>
                <a:lnTo>
                  <a:pt x="916870" y="0"/>
                </a:lnTo>
                <a:lnTo>
                  <a:pt x="1833739" y="406400"/>
                </a:lnTo>
                <a:lnTo>
                  <a:pt x="1509456" y="550138"/>
                </a:lnTo>
                <a:lnTo>
                  <a:pt x="1513878" y="579112"/>
                </a:lnTo>
                <a:cubicBezTo>
                  <a:pt x="1598490" y="992600"/>
                  <a:pt x="1964344" y="1303641"/>
                  <a:pt x="2402845" y="1303641"/>
                </a:cubicBezTo>
                <a:cubicBezTo>
                  <a:pt x="2810024" y="1303641"/>
                  <a:pt x="3154564" y="1035447"/>
                  <a:pt x="3269452" y="666072"/>
                </a:cubicBezTo>
                <a:lnTo>
                  <a:pt x="3285663" y="603024"/>
                </a:lnTo>
                <a:lnTo>
                  <a:pt x="3888821" y="870372"/>
                </a:lnTo>
                <a:lnTo>
                  <a:pt x="4463650" y="615580"/>
                </a:lnTo>
                <a:lnTo>
                  <a:pt x="4433376" y="813948"/>
                </a:lnTo>
                <a:cubicBezTo>
                  <a:pt x="4240110" y="1758415"/>
                  <a:pt x="3404446" y="2468879"/>
                  <a:pt x="2402845" y="2468879"/>
                </a:cubicBezTo>
                <a:cubicBezTo>
                  <a:pt x="1329701" y="2468879"/>
                  <a:pt x="447046" y="1653296"/>
                  <a:pt x="340906" y="608154"/>
                </a:cubicBezTo>
                <a:lnTo>
                  <a:pt x="338290" y="5563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rot="5400000">
            <a:off x="4700237" y="3196142"/>
            <a:ext cx="4467926" cy="2468882"/>
          </a:xfrm>
          <a:custGeom>
            <a:avLst/>
            <a:gdLst>
              <a:gd name="connsiteX0" fmla="*/ 0 w 4467926"/>
              <a:gd name="connsiteY0" fmla="*/ 1844218 h 2468882"/>
              <a:gd name="connsiteX1" fmla="*/ 28889 w 4467926"/>
              <a:gd name="connsiteY1" fmla="*/ 1654931 h 2468882"/>
              <a:gd name="connsiteX2" fmla="*/ 2059420 w 4467926"/>
              <a:gd name="connsiteY2" fmla="*/ 0 h 2468882"/>
              <a:gd name="connsiteX3" fmla="*/ 4121359 w 4467926"/>
              <a:gd name="connsiteY3" fmla="*/ 1860725 h 2468882"/>
              <a:gd name="connsiteX4" fmla="*/ 4123845 w 4467926"/>
              <a:gd name="connsiteY4" fmla="*/ 1909968 h 2468882"/>
              <a:gd name="connsiteX5" fmla="*/ 4467926 w 4467926"/>
              <a:gd name="connsiteY5" fmla="*/ 2062481 h 2468882"/>
              <a:gd name="connsiteX6" fmla="*/ 3551056 w 4467926"/>
              <a:gd name="connsiteY6" fmla="*/ 2468882 h 2468882"/>
              <a:gd name="connsiteX7" fmla="*/ 2634187 w 4467926"/>
              <a:gd name="connsiteY7" fmla="*/ 2062481 h 2468882"/>
              <a:gd name="connsiteX8" fmla="*/ 2953167 w 4467926"/>
              <a:gd name="connsiteY8" fmla="*/ 1921093 h 2468882"/>
              <a:gd name="connsiteX9" fmla="*/ 2948387 w 4467926"/>
              <a:gd name="connsiteY9" fmla="*/ 1889767 h 2468882"/>
              <a:gd name="connsiteX10" fmla="*/ 2059420 w 4467926"/>
              <a:gd name="connsiteY10" fmla="*/ 1165238 h 2468882"/>
              <a:gd name="connsiteX11" fmla="*/ 1192813 w 4467926"/>
              <a:gd name="connsiteY11" fmla="*/ 1802807 h 2468882"/>
              <a:gd name="connsiteX12" fmla="*/ 1178556 w 4467926"/>
              <a:gd name="connsiteY12" fmla="*/ 1858255 h 2468882"/>
              <a:gd name="connsiteX13" fmla="*/ 573444 w 4467926"/>
              <a:gd name="connsiteY13" fmla="*/ 1590040 h 246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7926" h="2468882">
                <a:moveTo>
                  <a:pt x="0" y="1844218"/>
                </a:moveTo>
                <a:lnTo>
                  <a:pt x="28889" y="1654931"/>
                </a:lnTo>
                <a:cubicBezTo>
                  <a:pt x="222155" y="710464"/>
                  <a:pt x="1057819" y="0"/>
                  <a:pt x="2059420" y="0"/>
                </a:cubicBezTo>
                <a:cubicBezTo>
                  <a:pt x="3132564" y="0"/>
                  <a:pt x="4015219" y="815583"/>
                  <a:pt x="4121359" y="1860725"/>
                </a:cubicBezTo>
                <a:lnTo>
                  <a:pt x="4123845" y="1909968"/>
                </a:lnTo>
                <a:lnTo>
                  <a:pt x="4467926" y="2062481"/>
                </a:lnTo>
                <a:lnTo>
                  <a:pt x="3551056" y="2468882"/>
                </a:lnTo>
                <a:lnTo>
                  <a:pt x="2634187" y="2062481"/>
                </a:lnTo>
                <a:lnTo>
                  <a:pt x="2953167" y="1921093"/>
                </a:lnTo>
                <a:lnTo>
                  <a:pt x="2948387" y="1889767"/>
                </a:lnTo>
                <a:cubicBezTo>
                  <a:pt x="2863775" y="1476279"/>
                  <a:pt x="2497921" y="1165238"/>
                  <a:pt x="2059420" y="1165238"/>
                </a:cubicBezTo>
                <a:cubicBezTo>
                  <a:pt x="1652240" y="1165238"/>
                  <a:pt x="1307700" y="1433432"/>
                  <a:pt x="1192813" y="1802807"/>
                </a:cubicBezTo>
                <a:lnTo>
                  <a:pt x="1178556" y="1858255"/>
                </a:lnTo>
                <a:lnTo>
                  <a:pt x="573444" y="159004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193692"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74762" y="1850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149713" y="2326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椭圆 51"/>
          <p:cNvSpPr/>
          <p:nvPr/>
        </p:nvSpPr>
        <p:spPr>
          <a:xfrm>
            <a:off x="265467"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193692"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文本框 1024"/>
          <p:cNvSpPr txBox="1"/>
          <p:nvPr/>
        </p:nvSpPr>
        <p:spPr>
          <a:xfrm>
            <a:off x="574762" y="3509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149713" y="3985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椭圆 1027"/>
          <p:cNvSpPr/>
          <p:nvPr/>
        </p:nvSpPr>
        <p:spPr>
          <a:xfrm>
            <a:off x="265467"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193692"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1" name="文本框 1030"/>
          <p:cNvSpPr txBox="1"/>
          <p:nvPr/>
        </p:nvSpPr>
        <p:spPr>
          <a:xfrm>
            <a:off x="574762" y="5168095"/>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2" name="文本框 1031"/>
          <p:cNvSpPr txBox="1"/>
          <p:nvPr/>
        </p:nvSpPr>
        <p:spPr>
          <a:xfrm>
            <a:off x="149713" y="5644475"/>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3" name="椭圆 1032"/>
          <p:cNvSpPr/>
          <p:nvPr/>
        </p:nvSpPr>
        <p:spPr>
          <a:xfrm>
            <a:off x="265467"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34" name="矩形: 圆角 1033"/>
          <p:cNvSpPr/>
          <p:nvPr/>
        </p:nvSpPr>
        <p:spPr>
          <a:xfrm>
            <a:off x="10216199"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5" name="文本框 1034"/>
          <p:cNvSpPr txBox="1"/>
          <p:nvPr/>
        </p:nvSpPr>
        <p:spPr>
          <a:xfrm>
            <a:off x="10350077" y="1850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6" name="文本框 1035"/>
          <p:cNvSpPr txBox="1"/>
          <p:nvPr/>
        </p:nvSpPr>
        <p:spPr>
          <a:xfrm>
            <a:off x="8371131" y="2326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7" name="椭圆 1036"/>
          <p:cNvSpPr/>
          <p:nvPr/>
        </p:nvSpPr>
        <p:spPr>
          <a:xfrm>
            <a:off x="11676371"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圆角 1037"/>
          <p:cNvSpPr/>
          <p:nvPr/>
        </p:nvSpPr>
        <p:spPr>
          <a:xfrm>
            <a:off x="10216199"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10350077" y="3509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文本框 1039"/>
          <p:cNvSpPr txBox="1"/>
          <p:nvPr/>
        </p:nvSpPr>
        <p:spPr>
          <a:xfrm>
            <a:off x="8371131" y="3985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1" name="椭圆 1040"/>
          <p:cNvSpPr/>
          <p:nvPr/>
        </p:nvSpPr>
        <p:spPr>
          <a:xfrm>
            <a:off x="11676371"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42" name="矩形: 圆角 1041"/>
          <p:cNvSpPr/>
          <p:nvPr/>
        </p:nvSpPr>
        <p:spPr>
          <a:xfrm>
            <a:off x="10216199"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3" name="文本框 1042"/>
          <p:cNvSpPr txBox="1"/>
          <p:nvPr/>
        </p:nvSpPr>
        <p:spPr>
          <a:xfrm>
            <a:off x="10350077" y="5168095"/>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4" name="文本框 1043"/>
          <p:cNvSpPr txBox="1"/>
          <p:nvPr/>
        </p:nvSpPr>
        <p:spPr>
          <a:xfrm>
            <a:off x="8371131" y="5644475"/>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5" name="椭圆 1044"/>
          <p:cNvSpPr/>
          <p:nvPr/>
        </p:nvSpPr>
        <p:spPr>
          <a:xfrm>
            <a:off x="11676371"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55" name="立方体 1054"/>
          <p:cNvSpPr/>
          <p:nvPr/>
        </p:nvSpPr>
        <p:spPr>
          <a:xfrm>
            <a:off x="2472450" y="930416"/>
            <a:ext cx="2203530" cy="758014"/>
          </a:xfrm>
          <a:prstGeom prst="cube">
            <a:avLst>
              <a:gd name="adj" fmla="val 1250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6" name="立方体 1055"/>
          <p:cNvSpPr/>
          <p:nvPr/>
        </p:nvSpPr>
        <p:spPr>
          <a:xfrm>
            <a:off x="4994235" y="930416"/>
            <a:ext cx="2203530" cy="758014"/>
          </a:xfrm>
          <a:prstGeom prst="cube">
            <a:avLst>
              <a:gd name="adj" fmla="val 1250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立方体 1056"/>
          <p:cNvSpPr/>
          <p:nvPr/>
        </p:nvSpPr>
        <p:spPr>
          <a:xfrm>
            <a:off x="7516020" y="930416"/>
            <a:ext cx="2203530" cy="758014"/>
          </a:xfrm>
          <a:prstGeom prst="cube">
            <a:avLst>
              <a:gd name="adj" fmla="val 125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rot="5400000">
            <a:off x="4551260" y="2789388"/>
            <a:ext cx="2880000" cy="288000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1" name="文本框 1060"/>
          <p:cNvSpPr txBox="1"/>
          <p:nvPr/>
        </p:nvSpPr>
        <p:spPr>
          <a:xfrm rot="5400000">
            <a:off x="4559162" y="2789388"/>
            <a:ext cx="2880000" cy="2880000"/>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2" name="椭圆 1061"/>
          <p:cNvSpPr/>
          <p:nvPr/>
        </p:nvSpPr>
        <p:spPr>
          <a:xfrm>
            <a:off x="5274710" y="2380316"/>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01</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3" name="椭圆 1062"/>
          <p:cNvSpPr/>
          <p:nvPr/>
        </p:nvSpPr>
        <p:spPr>
          <a:xfrm>
            <a:off x="6051694" y="5235048"/>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4" name="文本框 1063"/>
          <p:cNvSpPr txBox="1"/>
          <p:nvPr/>
        </p:nvSpPr>
        <p:spPr>
          <a:xfrm>
            <a:off x="2572321" y="1145713"/>
            <a:ext cx="19021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5" name="文本框 1064"/>
          <p:cNvSpPr txBox="1"/>
          <p:nvPr/>
        </p:nvSpPr>
        <p:spPr>
          <a:xfrm>
            <a:off x="5072220"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6" name="文本框 1065"/>
          <p:cNvSpPr txBox="1"/>
          <p:nvPr/>
        </p:nvSpPr>
        <p:spPr>
          <a:xfrm>
            <a:off x="7560536"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7" name="文本框 1066"/>
          <p:cNvSpPr txBox="1"/>
          <p:nvPr/>
        </p:nvSpPr>
        <p:spPr>
          <a:xfrm>
            <a:off x="5646390" y="3906171"/>
            <a:ext cx="899221"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rPr>
              <a:t>VS</a:t>
            </a:r>
            <a:endParaRPr kumimoji="0" lang="zh-CN" altLang="en-US"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 name="任意多边形: 形状 114"/>
          <p:cNvSpPr/>
          <p:nvPr/>
        </p:nvSpPr>
        <p:spPr>
          <a:xfrm rot="16200000" flipH="1">
            <a:off x="5379823" y="3322108"/>
            <a:ext cx="5887876" cy="786554"/>
          </a:xfrm>
          <a:custGeom>
            <a:avLst/>
            <a:gdLst>
              <a:gd name="connsiteX0" fmla="*/ 3820161 w 5887876"/>
              <a:gd name="connsiteY0" fmla="*/ 37409 h 786554"/>
              <a:gd name="connsiteX1" fmla="*/ 4023770 w 5887876"/>
              <a:gd name="connsiteY1" fmla="*/ 786554 h 786554"/>
              <a:gd name="connsiteX2" fmla="*/ 5887876 w 5887876"/>
              <a:gd name="connsiteY2" fmla="*/ 786554 h 786554"/>
              <a:gd name="connsiteX3" fmla="*/ 1972511 w 5887876"/>
              <a:gd name="connsiteY3" fmla="*/ 786553 h 786554"/>
              <a:gd name="connsiteX4" fmla="*/ 3928235 w 5887876"/>
              <a:gd name="connsiteY4" fmla="*/ 786553 h 786554"/>
              <a:gd name="connsiteX5" fmla="*/ 3714458 w 5887876"/>
              <a:gd name="connsiteY5" fmla="*/ 0 h 786554"/>
              <a:gd name="connsiteX6" fmla="*/ 2186287 w 5887876"/>
              <a:gd name="connsiteY6" fmla="*/ 0 h 786554"/>
              <a:gd name="connsiteX7" fmla="*/ 0 w 5887876"/>
              <a:gd name="connsiteY7" fmla="*/ 786553 h 786554"/>
              <a:gd name="connsiteX8" fmla="*/ 1876975 w 5887876"/>
              <a:gd name="connsiteY8" fmla="*/ 786553 h 786554"/>
              <a:gd name="connsiteX9" fmla="*/ 2081989 w 5887876"/>
              <a:gd name="connsiteY9" fmla="*/ 32236 h 78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6" h="786554">
                <a:moveTo>
                  <a:pt x="3820161" y="37409"/>
                </a:moveTo>
                <a:lnTo>
                  <a:pt x="4023770" y="786554"/>
                </a:lnTo>
                <a:lnTo>
                  <a:pt x="5887876" y="786554"/>
                </a:lnTo>
                <a:close/>
                <a:moveTo>
                  <a:pt x="1972511" y="786553"/>
                </a:moveTo>
                <a:lnTo>
                  <a:pt x="3928235" y="786553"/>
                </a:lnTo>
                <a:lnTo>
                  <a:pt x="3714458" y="0"/>
                </a:lnTo>
                <a:lnTo>
                  <a:pt x="2186287" y="0"/>
                </a:lnTo>
                <a:close/>
                <a:moveTo>
                  <a:pt x="0" y="786553"/>
                </a:moveTo>
                <a:lnTo>
                  <a:pt x="1876975" y="786553"/>
                </a:lnTo>
                <a:lnTo>
                  <a:pt x="2081989" y="32236"/>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rot="5400000">
            <a:off x="947287" y="3322107"/>
            <a:ext cx="5887877" cy="786553"/>
          </a:xfrm>
          <a:custGeom>
            <a:avLst/>
            <a:gdLst>
              <a:gd name="connsiteX0" fmla="*/ 3820162 w 5887877"/>
              <a:gd name="connsiteY0" fmla="*/ 37408 h 786553"/>
              <a:gd name="connsiteX1" fmla="*/ 5887877 w 5887877"/>
              <a:gd name="connsiteY1" fmla="*/ 786553 h 786553"/>
              <a:gd name="connsiteX2" fmla="*/ 4023771 w 5887877"/>
              <a:gd name="connsiteY2" fmla="*/ 786553 h 786553"/>
              <a:gd name="connsiteX3" fmla="*/ 1972511 w 5887877"/>
              <a:gd name="connsiteY3" fmla="*/ 786553 h 786553"/>
              <a:gd name="connsiteX4" fmla="*/ 2186287 w 5887877"/>
              <a:gd name="connsiteY4" fmla="*/ 0 h 786553"/>
              <a:gd name="connsiteX5" fmla="*/ 3714459 w 5887877"/>
              <a:gd name="connsiteY5" fmla="*/ 0 h 786553"/>
              <a:gd name="connsiteX6" fmla="*/ 3928235 w 5887877"/>
              <a:gd name="connsiteY6" fmla="*/ 786553 h 786553"/>
              <a:gd name="connsiteX7" fmla="*/ 0 w 5887877"/>
              <a:gd name="connsiteY7" fmla="*/ 786553 h 786553"/>
              <a:gd name="connsiteX8" fmla="*/ 2081990 w 5887877"/>
              <a:gd name="connsiteY8" fmla="*/ 32236 h 786553"/>
              <a:gd name="connsiteX9" fmla="*/ 1876976 w 5887877"/>
              <a:gd name="connsiteY9" fmla="*/ 786553 h 78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7" h="786553">
                <a:moveTo>
                  <a:pt x="3820162" y="37408"/>
                </a:moveTo>
                <a:lnTo>
                  <a:pt x="5887877" y="786553"/>
                </a:lnTo>
                <a:lnTo>
                  <a:pt x="4023771" y="786553"/>
                </a:lnTo>
                <a:close/>
                <a:moveTo>
                  <a:pt x="1972511" y="786553"/>
                </a:moveTo>
                <a:lnTo>
                  <a:pt x="2186287" y="0"/>
                </a:lnTo>
                <a:lnTo>
                  <a:pt x="3714459" y="0"/>
                </a:lnTo>
                <a:lnTo>
                  <a:pt x="3928235" y="786553"/>
                </a:lnTo>
                <a:close/>
                <a:moveTo>
                  <a:pt x="0" y="786553"/>
                </a:moveTo>
                <a:lnTo>
                  <a:pt x="2081990" y="32236"/>
                </a:lnTo>
                <a:lnTo>
                  <a:pt x="1876976" y="786553"/>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877444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103"/>
          <p:cNvSpPr/>
          <p:nvPr/>
        </p:nvSpPr>
        <p:spPr>
          <a:xfrm>
            <a:off x="877444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矩形 104"/>
          <p:cNvSpPr/>
          <p:nvPr/>
        </p:nvSpPr>
        <p:spPr>
          <a:xfrm>
            <a:off x="877444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1" name="矩形 100"/>
          <p:cNvSpPr/>
          <p:nvPr/>
        </p:nvSpPr>
        <p:spPr>
          <a:xfrm>
            <a:off x="19208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 name="矩形 101"/>
          <p:cNvSpPr/>
          <p:nvPr/>
        </p:nvSpPr>
        <p:spPr>
          <a:xfrm>
            <a:off x="19208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0" name="矩形 99"/>
          <p:cNvSpPr/>
          <p:nvPr/>
        </p:nvSpPr>
        <p:spPr>
          <a:xfrm>
            <a:off x="19208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rot="3162842">
            <a:off x="3713276" y="3259678"/>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rot="3162842">
            <a:off x="4031930" y="2645538"/>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rot="3162842">
            <a:off x="4537890" y="3548678"/>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rot="3162842" flipH="1" flipV="1">
            <a:off x="5819498" y="2954771"/>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rot="3162842" flipH="1" flipV="1">
            <a:off x="6572147" y="2676777"/>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rot="3162842" flipH="1" flipV="1">
            <a:off x="6303075" y="2616189"/>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63822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技术层面</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675417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应用层面</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任意多边形: 形状 91"/>
          <p:cNvSpPr/>
          <p:nvPr/>
        </p:nvSpPr>
        <p:spPr>
          <a:xfrm>
            <a:off x="5220697" y="1750307"/>
            <a:ext cx="1716934" cy="618577"/>
          </a:xfrm>
          <a:custGeom>
            <a:avLst/>
            <a:gdLst>
              <a:gd name="connsiteX0" fmla="*/ 20350 w 1716934"/>
              <a:gd name="connsiteY0" fmla="*/ 443858 h 618577"/>
              <a:gd name="connsiteX1" fmla="*/ 37722 w 1716934"/>
              <a:gd name="connsiteY1" fmla="*/ 452171 h 618577"/>
              <a:gd name="connsiteX2" fmla="*/ 182975 w 1716934"/>
              <a:gd name="connsiteY2" fmla="*/ 555405 h 618577"/>
              <a:gd name="connsiteX3" fmla="*/ 236249 w 1716934"/>
              <a:gd name="connsiteY3" fmla="*/ 594117 h 618577"/>
              <a:gd name="connsiteX4" fmla="*/ 249814 w 1716934"/>
              <a:gd name="connsiteY4" fmla="*/ 614303 h 618577"/>
              <a:gd name="connsiteX5" fmla="*/ 234262 w 1716934"/>
              <a:gd name="connsiteY5" fmla="*/ 618274 h 618577"/>
              <a:gd name="connsiteX6" fmla="*/ 0 w 1716934"/>
              <a:gd name="connsiteY6" fmla="*/ 454158 h 618577"/>
              <a:gd name="connsiteX7" fmla="*/ 20350 w 1716934"/>
              <a:gd name="connsiteY7" fmla="*/ 443858 h 618577"/>
              <a:gd name="connsiteX8" fmla="*/ 138638 w 1716934"/>
              <a:gd name="connsiteY8" fmla="*/ 293020 h 618577"/>
              <a:gd name="connsiteX9" fmla="*/ 345769 w 1716934"/>
              <a:gd name="connsiteY9" fmla="*/ 503128 h 618577"/>
              <a:gd name="connsiteX10" fmla="*/ 320622 w 1716934"/>
              <a:gd name="connsiteY10" fmla="*/ 526952 h 618577"/>
              <a:gd name="connsiteX11" fmla="*/ 105550 w 1716934"/>
              <a:gd name="connsiteY11" fmla="*/ 328425 h 618577"/>
              <a:gd name="connsiteX12" fmla="*/ 138638 w 1716934"/>
              <a:gd name="connsiteY12" fmla="*/ 293020 h 618577"/>
              <a:gd name="connsiteX13" fmla="*/ 287537 w 1716934"/>
              <a:gd name="connsiteY13" fmla="*/ 166622 h 618577"/>
              <a:gd name="connsiteX14" fmla="*/ 451323 w 1716934"/>
              <a:gd name="connsiteY14" fmla="*/ 413461 h 618577"/>
              <a:gd name="connsiteX15" fmla="*/ 428160 w 1716934"/>
              <a:gd name="connsiteY15" fmla="*/ 434307 h 618577"/>
              <a:gd name="connsiteX16" fmla="*/ 406324 w 1716934"/>
              <a:gd name="connsiteY16" fmla="*/ 445226 h 618577"/>
              <a:gd name="connsiteX17" fmla="*/ 224338 w 1716934"/>
              <a:gd name="connsiteY17" fmla="*/ 213609 h 618577"/>
              <a:gd name="connsiteX18" fmla="*/ 287537 w 1716934"/>
              <a:gd name="connsiteY18" fmla="*/ 166622 h 618577"/>
              <a:gd name="connsiteX19" fmla="*/ 692860 w 1716934"/>
              <a:gd name="connsiteY19" fmla="*/ 159674 h 618577"/>
              <a:gd name="connsiteX20" fmla="*/ 691536 w 1716934"/>
              <a:gd name="connsiteY20" fmla="*/ 182837 h 618577"/>
              <a:gd name="connsiteX21" fmla="*/ 692860 w 1716934"/>
              <a:gd name="connsiteY21" fmla="*/ 182837 h 618577"/>
              <a:gd name="connsiteX22" fmla="*/ 692860 w 1716934"/>
              <a:gd name="connsiteY22" fmla="*/ 159674 h 618577"/>
              <a:gd name="connsiteX23" fmla="*/ 459921 w 1716934"/>
              <a:gd name="connsiteY23" fmla="*/ 73314 h 618577"/>
              <a:gd name="connsiteX24" fmla="*/ 576721 w 1716934"/>
              <a:gd name="connsiteY24" fmla="*/ 348607 h 618577"/>
              <a:gd name="connsiteX25" fmla="*/ 510545 w 1716934"/>
              <a:gd name="connsiteY25" fmla="*/ 381696 h 618577"/>
              <a:gd name="connsiteX26" fmla="*/ 360657 w 1716934"/>
              <a:gd name="connsiteY26" fmla="*/ 128902 h 618577"/>
              <a:gd name="connsiteX27" fmla="*/ 459921 w 1716934"/>
              <a:gd name="connsiteY27" fmla="*/ 73314 h 618577"/>
              <a:gd name="connsiteX28" fmla="*/ 677990 w 1716934"/>
              <a:gd name="connsiteY28" fmla="*/ 52949 h 618577"/>
              <a:gd name="connsiteX29" fmla="*/ 684216 w 1716934"/>
              <a:gd name="connsiteY29" fmla="*/ 100449 h 618577"/>
              <a:gd name="connsiteX30" fmla="*/ 684259 w 1716934"/>
              <a:gd name="connsiteY30" fmla="*/ 100449 h 618577"/>
              <a:gd name="connsiteX31" fmla="*/ 873784 w 1716934"/>
              <a:gd name="connsiteY31" fmla="*/ 906 h 618577"/>
              <a:gd name="connsiteX32" fmla="*/ 1448923 w 1716934"/>
              <a:gd name="connsiteY32" fmla="*/ 214268 h 618577"/>
              <a:gd name="connsiteX33" fmla="*/ 1480024 w 1716934"/>
              <a:gd name="connsiteY33" fmla="*/ 183831 h 618577"/>
              <a:gd name="connsiteX34" fmla="*/ 1529988 w 1716934"/>
              <a:gd name="connsiteY34" fmla="*/ 117655 h 618577"/>
              <a:gd name="connsiteX35" fmla="*/ 1554805 w 1716934"/>
              <a:gd name="connsiteY35" fmla="*/ 139821 h 618577"/>
              <a:gd name="connsiteX36" fmla="*/ 1709657 w 1716934"/>
              <a:gd name="connsiteY36" fmla="*/ 575922 h 618577"/>
              <a:gd name="connsiteX37" fmla="*/ 1716934 w 1716934"/>
              <a:gd name="connsiteY37" fmla="*/ 612647 h 618577"/>
              <a:gd name="connsiteX38" fmla="*/ 1193814 w 1716934"/>
              <a:gd name="connsiteY38" fmla="*/ 585517 h 618577"/>
              <a:gd name="connsiteX39" fmla="*/ 1203408 w 1716934"/>
              <a:gd name="connsiteY39" fmla="*/ 555736 h 618577"/>
              <a:gd name="connsiteX40" fmla="*/ 1269584 w 1716934"/>
              <a:gd name="connsiteY40" fmla="*/ 461436 h 618577"/>
              <a:gd name="connsiteX41" fmla="*/ 953263 w 1716934"/>
              <a:gd name="connsiteY41" fmla="*/ 313202 h 618577"/>
              <a:gd name="connsiteX42" fmla="*/ 613118 w 1716934"/>
              <a:gd name="connsiteY42" fmla="*/ 335702 h 618577"/>
              <a:gd name="connsiteX43" fmla="*/ 596243 w 1716934"/>
              <a:gd name="connsiteY43" fmla="*/ 313866 h 618577"/>
              <a:gd name="connsiteX44" fmla="*/ 515508 w 1716934"/>
              <a:gd name="connsiteY44" fmla="*/ 75963 h 618577"/>
              <a:gd name="connsiteX45" fmla="*/ 515508 w 1716934"/>
              <a:gd name="connsiteY45" fmla="*/ 54123 h 618577"/>
              <a:gd name="connsiteX46" fmla="*/ 647860 w 1716934"/>
              <a:gd name="connsiteY46" fmla="*/ 17064 h 618577"/>
              <a:gd name="connsiteX47" fmla="*/ 677971 w 1716934"/>
              <a:gd name="connsiteY47" fmla="*/ 49794 h 618577"/>
              <a:gd name="connsiteX48" fmla="*/ 677971 w 1716934"/>
              <a:gd name="connsiteY48" fmla="*/ 52404 h 618577"/>
              <a:gd name="connsiteX49" fmla="*/ 674664 w 1716934"/>
              <a:gd name="connsiteY49" fmla="*/ 74969 h 618577"/>
              <a:gd name="connsiteX50" fmla="*/ 674681 w 1716934"/>
              <a:gd name="connsiteY50" fmla="*/ 75189 h 618577"/>
              <a:gd name="connsiteX51" fmla="*/ 677971 w 1716934"/>
              <a:gd name="connsiteY51" fmla="*/ 52762 h 618577"/>
              <a:gd name="connsiteX52" fmla="*/ 677971 w 1716934"/>
              <a:gd name="connsiteY52" fmla="*/ 52404 h 618577"/>
              <a:gd name="connsiteX53" fmla="*/ 678301 w 1716934"/>
              <a:gd name="connsiteY53" fmla="*/ 50152 h 618577"/>
              <a:gd name="connsiteX54" fmla="*/ 677971 w 1716934"/>
              <a:gd name="connsiteY54" fmla="*/ 49794 h 618577"/>
              <a:gd name="connsiteX55" fmla="*/ 677971 w 1716934"/>
              <a:gd name="connsiteY55" fmla="*/ 11440 h 618577"/>
              <a:gd name="connsiteX56" fmla="*/ 783731 w 1716934"/>
              <a:gd name="connsiteY56" fmla="*/ 1129 h 618577"/>
              <a:gd name="connsiteX57" fmla="*/ 873784 w 1716934"/>
              <a:gd name="connsiteY57" fmla="*/ 906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6934" h="618577">
                <a:moveTo>
                  <a:pt x="20350" y="443858"/>
                </a:moveTo>
                <a:cubicBezTo>
                  <a:pt x="26471" y="444479"/>
                  <a:pt x="32096" y="448201"/>
                  <a:pt x="37722" y="452171"/>
                </a:cubicBezTo>
                <a:lnTo>
                  <a:pt x="182975" y="555405"/>
                </a:lnTo>
                <a:cubicBezTo>
                  <a:pt x="200844" y="567980"/>
                  <a:pt x="219043" y="580552"/>
                  <a:pt x="236249" y="594117"/>
                </a:cubicBezTo>
                <a:cubicBezTo>
                  <a:pt x="241668" y="600207"/>
                  <a:pt x="246233" y="606991"/>
                  <a:pt x="249814" y="614303"/>
                </a:cubicBezTo>
                <a:cubicBezTo>
                  <a:pt x="241873" y="616287"/>
                  <a:pt x="236909" y="619597"/>
                  <a:pt x="234262" y="618274"/>
                </a:cubicBezTo>
                <a:cubicBezTo>
                  <a:pt x="152030" y="569731"/>
                  <a:pt x="73707" y="514873"/>
                  <a:pt x="0" y="454158"/>
                </a:cubicBezTo>
                <a:cubicBezTo>
                  <a:pt x="7611" y="445720"/>
                  <a:pt x="14228" y="443238"/>
                  <a:pt x="20350" y="443858"/>
                </a:cubicBezTo>
                <a:close/>
                <a:moveTo>
                  <a:pt x="138638" y="293020"/>
                </a:moveTo>
                <a:cubicBezTo>
                  <a:pt x="213567" y="357014"/>
                  <a:pt x="282866" y="427292"/>
                  <a:pt x="345769" y="503128"/>
                </a:cubicBezTo>
                <a:lnTo>
                  <a:pt x="320622" y="526952"/>
                </a:lnTo>
                <a:cubicBezTo>
                  <a:pt x="243338" y="467095"/>
                  <a:pt x="171378" y="400687"/>
                  <a:pt x="105550" y="328425"/>
                </a:cubicBezTo>
                <a:cubicBezTo>
                  <a:pt x="111709" y="312873"/>
                  <a:pt x="123530" y="300200"/>
                  <a:pt x="138638" y="293020"/>
                </a:cubicBezTo>
                <a:close/>
                <a:moveTo>
                  <a:pt x="287537" y="166622"/>
                </a:moveTo>
                <a:cubicBezTo>
                  <a:pt x="348672" y="244380"/>
                  <a:pt x="403444" y="326901"/>
                  <a:pt x="451323" y="413461"/>
                </a:cubicBezTo>
                <a:cubicBezTo>
                  <a:pt x="443987" y="420839"/>
                  <a:pt x="436254" y="427787"/>
                  <a:pt x="428160" y="434307"/>
                </a:cubicBezTo>
                <a:cubicBezTo>
                  <a:pt x="421261" y="438674"/>
                  <a:pt x="413945" y="442311"/>
                  <a:pt x="406324" y="445226"/>
                </a:cubicBezTo>
                <a:cubicBezTo>
                  <a:pt x="339633" y="372960"/>
                  <a:pt x="278779" y="295501"/>
                  <a:pt x="224338" y="213609"/>
                </a:cubicBezTo>
                <a:cubicBezTo>
                  <a:pt x="241835" y="193655"/>
                  <a:pt x="263380" y="177641"/>
                  <a:pt x="287537" y="166622"/>
                </a:cubicBezTo>
                <a:close/>
                <a:moveTo>
                  <a:pt x="692860" y="159674"/>
                </a:moveTo>
                <a:lnTo>
                  <a:pt x="691536" y="182837"/>
                </a:lnTo>
                <a:lnTo>
                  <a:pt x="692860" y="182837"/>
                </a:lnTo>
                <a:lnTo>
                  <a:pt x="692860" y="159674"/>
                </a:lnTo>
                <a:close/>
                <a:moveTo>
                  <a:pt x="459921" y="73314"/>
                </a:moveTo>
                <a:cubicBezTo>
                  <a:pt x="508999" y="160434"/>
                  <a:pt x="548180" y="252786"/>
                  <a:pt x="576721" y="348607"/>
                </a:cubicBezTo>
                <a:lnTo>
                  <a:pt x="510545" y="381696"/>
                </a:lnTo>
                <a:cubicBezTo>
                  <a:pt x="477457" y="348607"/>
                  <a:pt x="417898" y="249343"/>
                  <a:pt x="360657" y="128902"/>
                </a:cubicBezTo>
                <a:cubicBezTo>
                  <a:pt x="385474" y="95814"/>
                  <a:pt x="426833" y="89526"/>
                  <a:pt x="459921" y="73314"/>
                </a:cubicBezTo>
                <a:close/>
                <a:moveTo>
                  <a:pt x="677990" y="52949"/>
                </a:moveTo>
                <a:lnTo>
                  <a:pt x="684216" y="100449"/>
                </a:lnTo>
                <a:lnTo>
                  <a:pt x="684259" y="100449"/>
                </a:lnTo>
                <a:close/>
                <a:moveTo>
                  <a:pt x="873784" y="906"/>
                </a:moveTo>
                <a:cubicBezTo>
                  <a:pt x="1081296" y="9824"/>
                  <a:pt x="1270831" y="84311"/>
                  <a:pt x="1448923" y="214268"/>
                </a:cubicBezTo>
                <a:cubicBezTo>
                  <a:pt x="1459855" y="204709"/>
                  <a:pt x="1470242" y="194551"/>
                  <a:pt x="1480024" y="183831"/>
                </a:cubicBezTo>
                <a:cubicBezTo>
                  <a:pt x="1497893" y="161991"/>
                  <a:pt x="1514766" y="139161"/>
                  <a:pt x="1529988" y="117655"/>
                </a:cubicBezTo>
                <a:cubicBezTo>
                  <a:pt x="1550501" y="117655"/>
                  <a:pt x="1551494" y="131220"/>
                  <a:pt x="1554805" y="139821"/>
                </a:cubicBezTo>
                <a:cubicBezTo>
                  <a:pt x="1606860" y="284981"/>
                  <a:pt x="1658477" y="430335"/>
                  <a:pt x="1709657" y="575922"/>
                </a:cubicBezTo>
                <a:cubicBezTo>
                  <a:pt x="1712978" y="587966"/>
                  <a:pt x="1715409" y="600242"/>
                  <a:pt x="1716934" y="612647"/>
                </a:cubicBez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4"/>
                </a:cubicBezTo>
                <a:lnTo>
                  <a:pt x="677971" y="49794"/>
                </a:lnTo>
                <a:lnTo>
                  <a:pt x="677971" y="52404"/>
                </a:lnTo>
                <a:lnTo>
                  <a:pt x="674664" y="74969"/>
                </a:lnTo>
                <a:lnTo>
                  <a:pt x="674681" y="75189"/>
                </a:lnTo>
                <a:lnTo>
                  <a:pt x="677971" y="52762"/>
                </a:lnTo>
                <a:lnTo>
                  <a:pt x="677971" y="52404"/>
                </a:lnTo>
                <a:lnTo>
                  <a:pt x="678301" y="50152"/>
                </a:lnTo>
                <a:lnTo>
                  <a:pt x="677971" y="49794"/>
                </a:lnTo>
                <a:lnTo>
                  <a:pt x="677971" y="11440"/>
                </a:lnTo>
                <a:cubicBezTo>
                  <a:pt x="713747" y="6187"/>
                  <a:pt x="748991" y="2765"/>
                  <a:pt x="783731" y="1129"/>
                </a:cubicBezTo>
                <a:cubicBezTo>
                  <a:pt x="814128" y="-303"/>
                  <a:pt x="844139" y="-368"/>
                  <a:pt x="873784" y="906"/>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flipH="1" flipV="1">
            <a:off x="5220697" y="5047624"/>
            <a:ext cx="1716934" cy="618577"/>
          </a:xfrm>
          <a:custGeom>
            <a:avLst/>
            <a:gdLst>
              <a:gd name="connsiteX0" fmla="*/ 684259 w 1716934"/>
              <a:gd name="connsiteY0" fmla="*/ 100450 h 618577"/>
              <a:gd name="connsiteX1" fmla="*/ 678140 w 1716934"/>
              <a:gd name="connsiteY1" fmla="*/ 54081 h 618577"/>
              <a:gd name="connsiteX2" fmla="*/ 684217 w 1716934"/>
              <a:gd name="connsiteY2" fmla="*/ 100450 h 618577"/>
              <a:gd name="connsiteX3" fmla="*/ 692860 w 1716934"/>
              <a:gd name="connsiteY3" fmla="*/ 182838 h 618577"/>
              <a:gd name="connsiteX4" fmla="*/ 692860 w 1716934"/>
              <a:gd name="connsiteY4" fmla="*/ 159674 h 618577"/>
              <a:gd name="connsiteX5" fmla="*/ 692860 w 1716934"/>
              <a:gd name="connsiteY5" fmla="*/ 159674 h 618577"/>
              <a:gd name="connsiteX6" fmla="*/ 691536 w 1716934"/>
              <a:gd name="connsiteY6" fmla="*/ 182838 h 618577"/>
              <a:gd name="connsiteX7" fmla="*/ 510546 w 1716934"/>
              <a:gd name="connsiteY7" fmla="*/ 381696 h 618577"/>
              <a:gd name="connsiteX8" fmla="*/ 360658 w 1716934"/>
              <a:gd name="connsiteY8" fmla="*/ 128902 h 618577"/>
              <a:gd name="connsiteX9" fmla="*/ 459922 w 1716934"/>
              <a:gd name="connsiteY9" fmla="*/ 73314 h 618577"/>
              <a:gd name="connsiteX10" fmla="*/ 576722 w 1716934"/>
              <a:gd name="connsiteY10" fmla="*/ 348608 h 618577"/>
              <a:gd name="connsiteX11" fmla="*/ 406324 w 1716934"/>
              <a:gd name="connsiteY11" fmla="*/ 445226 h 618577"/>
              <a:gd name="connsiteX12" fmla="*/ 224338 w 1716934"/>
              <a:gd name="connsiteY12" fmla="*/ 213609 h 618577"/>
              <a:gd name="connsiteX13" fmla="*/ 287537 w 1716934"/>
              <a:gd name="connsiteY13" fmla="*/ 166622 h 618577"/>
              <a:gd name="connsiteX14" fmla="*/ 451323 w 1716934"/>
              <a:gd name="connsiteY14" fmla="*/ 413461 h 618577"/>
              <a:gd name="connsiteX15" fmla="*/ 428160 w 1716934"/>
              <a:gd name="connsiteY15" fmla="*/ 434308 h 618577"/>
              <a:gd name="connsiteX16" fmla="*/ 406324 w 1716934"/>
              <a:gd name="connsiteY16" fmla="*/ 445226 h 618577"/>
              <a:gd name="connsiteX17" fmla="*/ 320622 w 1716934"/>
              <a:gd name="connsiteY17" fmla="*/ 526952 h 618577"/>
              <a:gd name="connsiteX18" fmla="*/ 105550 w 1716934"/>
              <a:gd name="connsiteY18" fmla="*/ 328425 h 618577"/>
              <a:gd name="connsiteX19" fmla="*/ 138638 w 1716934"/>
              <a:gd name="connsiteY19" fmla="*/ 293020 h 618577"/>
              <a:gd name="connsiteX20" fmla="*/ 345769 w 1716934"/>
              <a:gd name="connsiteY20" fmla="*/ 503129 h 618577"/>
              <a:gd name="connsiteX21" fmla="*/ 1716934 w 1716934"/>
              <a:gd name="connsiteY21" fmla="*/ 612647 h 618577"/>
              <a:gd name="connsiteX22" fmla="*/ 1193814 w 1716934"/>
              <a:gd name="connsiteY22" fmla="*/ 585517 h 618577"/>
              <a:gd name="connsiteX23" fmla="*/ 1203408 w 1716934"/>
              <a:gd name="connsiteY23" fmla="*/ 555736 h 618577"/>
              <a:gd name="connsiteX24" fmla="*/ 1269584 w 1716934"/>
              <a:gd name="connsiteY24" fmla="*/ 461436 h 618577"/>
              <a:gd name="connsiteX25" fmla="*/ 953263 w 1716934"/>
              <a:gd name="connsiteY25" fmla="*/ 313202 h 618577"/>
              <a:gd name="connsiteX26" fmla="*/ 613118 w 1716934"/>
              <a:gd name="connsiteY26" fmla="*/ 335702 h 618577"/>
              <a:gd name="connsiteX27" fmla="*/ 596243 w 1716934"/>
              <a:gd name="connsiteY27" fmla="*/ 313866 h 618577"/>
              <a:gd name="connsiteX28" fmla="*/ 515508 w 1716934"/>
              <a:gd name="connsiteY28" fmla="*/ 75963 h 618577"/>
              <a:gd name="connsiteX29" fmla="*/ 515508 w 1716934"/>
              <a:gd name="connsiteY29" fmla="*/ 54123 h 618577"/>
              <a:gd name="connsiteX30" fmla="*/ 647860 w 1716934"/>
              <a:gd name="connsiteY30" fmla="*/ 17065 h 618577"/>
              <a:gd name="connsiteX31" fmla="*/ 677971 w 1716934"/>
              <a:gd name="connsiteY31" fmla="*/ 49794 h 618577"/>
              <a:gd name="connsiteX32" fmla="*/ 677971 w 1716934"/>
              <a:gd name="connsiteY32" fmla="*/ 52404 h 618577"/>
              <a:gd name="connsiteX33" fmla="*/ 674664 w 1716934"/>
              <a:gd name="connsiteY33" fmla="*/ 74969 h 618577"/>
              <a:gd name="connsiteX34" fmla="*/ 674681 w 1716934"/>
              <a:gd name="connsiteY34" fmla="*/ 75194 h 618577"/>
              <a:gd name="connsiteX35" fmla="*/ 677971 w 1716934"/>
              <a:gd name="connsiteY35" fmla="*/ 52769 h 618577"/>
              <a:gd name="connsiteX36" fmla="*/ 677971 w 1716934"/>
              <a:gd name="connsiteY36" fmla="*/ 52404 h 618577"/>
              <a:gd name="connsiteX37" fmla="*/ 678301 w 1716934"/>
              <a:gd name="connsiteY37" fmla="*/ 50152 h 618577"/>
              <a:gd name="connsiteX38" fmla="*/ 677971 w 1716934"/>
              <a:gd name="connsiteY38" fmla="*/ 49794 h 618577"/>
              <a:gd name="connsiteX39" fmla="*/ 677971 w 1716934"/>
              <a:gd name="connsiteY39" fmla="*/ 11440 h 618577"/>
              <a:gd name="connsiteX40" fmla="*/ 1448923 w 1716934"/>
              <a:gd name="connsiteY40" fmla="*/ 214269 h 618577"/>
              <a:gd name="connsiteX41" fmla="*/ 1480024 w 1716934"/>
              <a:gd name="connsiteY41" fmla="*/ 183831 h 618577"/>
              <a:gd name="connsiteX42" fmla="*/ 1529988 w 1716934"/>
              <a:gd name="connsiteY42" fmla="*/ 117655 h 618577"/>
              <a:gd name="connsiteX43" fmla="*/ 1554805 w 1716934"/>
              <a:gd name="connsiteY43" fmla="*/ 139822 h 618577"/>
              <a:gd name="connsiteX44" fmla="*/ 1709657 w 1716934"/>
              <a:gd name="connsiteY44" fmla="*/ 575922 h 618577"/>
              <a:gd name="connsiteX45" fmla="*/ 1716934 w 1716934"/>
              <a:gd name="connsiteY45" fmla="*/ 612647 h 618577"/>
              <a:gd name="connsiteX46" fmla="*/ 234262 w 1716934"/>
              <a:gd name="connsiteY46" fmla="*/ 618274 h 618577"/>
              <a:gd name="connsiteX47" fmla="*/ 0 w 1716934"/>
              <a:gd name="connsiteY47" fmla="*/ 454158 h 618577"/>
              <a:gd name="connsiteX48" fmla="*/ 37722 w 1716934"/>
              <a:gd name="connsiteY48" fmla="*/ 452171 h 618577"/>
              <a:gd name="connsiteX49" fmla="*/ 182975 w 1716934"/>
              <a:gd name="connsiteY49" fmla="*/ 555405 h 618577"/>
              <a:gd name="connsiteX50" fmla="*/ 236249 w 1716934"/>
              <a:gd name="connsiteY50" fmla="*/ 594117 h 618577"/>
              <a:gd name="connsiteX51" fmla="*/ 249814 w 1716934"/>
              <a:gd name="connsiteY51" fmla="*/ 614303 h 618577"/>
              <a:gd name="connsiteX52" fmla="*/ 234262 w 1716934"/>
              <a:gd name="connsiteY52" fmla="*/ 618274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16934" h="618577">
                <a:moveTo>
                  <a:pt x="684259" y="100450"/>
                </a:moveTo>
                <a:lnTo>
                  <a:pt x="678140" y="54081"/>
                </a:lnTo>
                <a:lnTo>
                  <a:pt x="684217" y="100450"/>
                </a:lnTo>
                <a:close/>
                <a:moveTo>
                  <a:pt x="692860" y="182838"/>
                </a:moveTo>
                <a:lnTo>
                  <a:pt x="692860" y="159674"/>
                </a:lnTo>
                <a:lnTo>
                  <a:pt x="692860" y="159674"/>
                </a:lnTo>
                <a:lnTo>
                  <a:pt x="691536" y="182838"/>
                </a:lnTo>
                <a:close/>
                <a:moveTo>
                  <a:pt x="510546" y="381696"/>
                </a:moveTo>
                <a:cubicBezTo>
                  <a:pt x="477458" y="348608"/>
                  <a:pt x="417899" y="249343"/>
                  <a:pt x="360658" y="128902"/>
                </a:cubicBezTo>
                <a:cubicBezTo>
                  <a:pt x="385475" y="95814"/>
                  <a:pt x="426834" y="89527"/>
                  <a:pt x="459922" y="73314"/>
                </a:cubicBezTo>
                <a:cubicBezTo>
                  <a:pt x="509000" y="160434"/>
                  <a:pt x="548181" y="252786"/>
                  <a:pt x="576722" y="348608"/>
                </a:cubicBezTo>
                <a:close/>
                <a:moveTo>
                  <a:pt x="406324" y="445226"/>
                </a:moveTo>
                <a:cubicBezTo>
                  <a:pt x="339633" y="372960"/>
                  <a:pt x="278779" y="295501"/>
                  <a:pt x="224338" y="213609"/>
                </a:cubicBezTo>
                <a:cubicBezTo>
                  <a:pt x="241835" y="193655"/>
                  <a:pt x="263380" y="177641"/>
                  <a:pt x="287537" y="166622"/>
                </a:cubicBezTo>
                <a:cubicBezTo>
                  <a:pt x="348672" y="244380"/>
                  <a:pt x="403444" y="326901"/>
                  <a:pt x="451323" y="413461"/>
                </a:cubicBezTo>
                <a:cubicBezTo>
                  <a:pt x="443987" y="420840"/>
                  <a:pt x="436254" y="427787"/>
                  <a:pt x="428160" y="434308"/>
                </a:cubicBezTo>
                <a:cubicBezTo>
                  <a:pt x="421261" y="438674"/>
                  <a:pt x="413945" y="442311"/>
                  <a:pt x="406324" y="445226"/>
                </a:cubicBezTo>
                <a:close/>
                <a:moveTo>
                  <a:pt x="320622" y="526952"/>
                </a:moveTo>
                <a:cubicBezTo>
                  <a:pt x="243338" y="467095"/>
                  <a:pt x="171378" y="400687"/>
                  <a:pt x="105550" y="328425"/>
                </a:cubicBezTo>
                <a:cubicBezTo>
                  <a:pt x="111709" y="312873"/>
                  <a:pt x="123530" y="300201"/>
                  <a:pt x="138638" y="293020"/>
                </a:cubicBezTo>
                <a:cubicBezTo>
                  <a:pt x="213567" y="357014"/>
                  <a:pt x="282866" y="427292"/>
                  <a:pt x="345769" y="503129"/>
                </a:cubicBezTo>
                <a:close/>
                <a:moveTo>
                  <a:pt x="1716934" y="612647"/>
                </a:move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5"/>
                </a:cubicBezTo>
                <a:lnTo>
                  <a:pt x="677971" y="49794"/>
                </a:lnTo>
                <a:lnTo>
                  <a:pt x="677971" y="52404"/>
                </a:lnTo>
                <a:lnTo>
                  <a:pt x="674664" y="74969"/>
                </a:lnTo>
                <a:lnTo>
                  <a:pt x="674681" y="75194"/>
                </a:lnTo>
                <a:lnTo>
                  <a:pt x="677971" y="52769"/>
                </a:lnTo>
                <a:lnTo>
                  <a:pt x="677971" y="52404"/>
                </a:lnTo>
                <a:lnTo>
                  <a:pt x="678301" y="50152"/>
                </a:lnTo>
                <a:lnTo>
                  <a:pt x="677971" y="49794"/>
                </a:lnTo>
                <a:lnTo>
                  <a:pt x="677971" y="11440"/>
                </a:lnTo>
                <a:cubicBezTo>
                  <a:pt x="964181" y="-30583"/>
                  <a:pt x="1216314" y="44528"/>
                  <a:pt x="1448923" y="214269"/>
                </a:cubicBezTo>
                <a:cubicBezTo>
                  <a:pt x="1459855" y="204709"/>
                  <a:pt x="1470242" y="194551"/>
                  <a:pt x="1480024" y="183831"/>
                </a:cubicBezTo>
                <a:cubicBezTo>
                  <a:pt x="1497893" y="161991"/>
                  <a:pt x="1514766" y="139162"/>
                  <a:pt x="1529988" y="117655"/>
                </a:cubicBezTo>
                <a:cubicBezTo>
                  <a:pt x="1550501" y="117655"/>
                  <a:pt x="1551494" y="131220"/>
                  <a:pt x="1554805" y="139822"/>
                </a:cubicBezTo>
                <a:cubicBezTo>
                  <a:pt x="1606860" y="284981"/>
                  <a:pt x="1658477" y="430335"/>
                  <a:pt x="1709657" y="575922"/>
                </a:cubicBezTo>
                <a:cubicBezTo>
                  <a:pt x="1712978" y="587966"/>
                  <a:pt x="1715409" y="600242"/>
                  <a:pt x="1716934" y="612647"/>
                </a:cubicBezTo>
                <a:close/>
                <a:moveTo>
                  <a:pt x="234262" y="618274"/>
                </a:moveTo>
                <a:cubicBezTo>
                  <a:pt x="152030" y="569731"/>
                  <a:pt x="73707" y="514873"/>
                  <a:pt x="0" y="454158"/>
                </a:cubicBezTo>
                <a:cubicBezTo>
                  <a:pt x="15222" y="437283"/>
                  <a:pt x="26470" y="444230"/>
                  <a:pt x="37722" y="452171"/>
                </a:cubicBezTo>
                <a:lnTo>
                  <a:pt x="182975" y="555405"/>
                </a:lnTo>
                <a:cubicBezTo>
                  <a:pt x="200844" y="567981"/>
                  <a:pt x="219043" y="580552"/>
                  <a:pt x="236249" y="594117"/>
                </a:cubicBezTo>
                <a:cubicBezTo>
                  <a:pt x="241668" y="600207"/>
                  <a:pt x="246233" y="606991"/>
                  <a:pt x="249814" y="614303"/>
                </a:cubicBezTo>
                <a:cubicBezTo>
                  <a:pt x="241873" y="616287"/>
                  <a:pt x="236909" y="619598"/>
                  <a:pt x="234262" y="618274"/>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5426586" y="1570841"/>
            <a:ext cx="1338828" cy="39882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技术研究与突破</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5426586" y="5584686"/>
            <a:ext cx="1338828" cy="39882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模型反馈与升级</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矩形: 圆角 31"/>
          <p:cNvSpPr/>
          <p:nvPr/>
        </p:nvSpPr>
        <p:spPr>
          <a:xfrm>
            <a:off x="284008" y="886051"/>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314356" y="917629"/>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317452" y="947443"/>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35837" y="916747"/>
            <a:ext cx="1620957"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数据依赖与质量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207108" y="1385168"/>
            <a:ext cx="32079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高质量语料的缺失、数据偏见与隐私保护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207108" y="1975677"/>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合成数据与数据监管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矩形: 圆角 41"/>
          <p:cNvSpPr/>
          <p:nvPr/>
        </p:nvSpPr>
        <p:spPr>
          <a:xfrm>
            <a:off x="270904"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30125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304348"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722733" y="2828456"/>
            <a:ext cx="2031325"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能源与计算效率瓶颈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183278" y="3286877"/>
            <a:ext cx="32542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算力成本压力、能源消耗巨大、计算资源受限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183278" y="3868924"/>
            <a:ext cx="3254227" cy="8161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硬件优化与专用芯片设计、分布式与异构计算、算法与训练策略优化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矩形: 圆角 51"/>
          <p:cNvSpPr/>
          <p:nvPr/>
        </p:nvSpPr>
        <p:spPr>
          <a:xfrm>
            <a:off x="284008" y="4912628"/>
            <a:ext cx="2747962"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314356"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317452"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735837" y="4943324"/>
            <a:ext cx="1415772"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算法优化挑战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179929" y="5492034"/>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收敛速度慢、训练效率低下、泛化能力受限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179930" y="6064800"/>
            <a:ext cx="3260610"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正规化与自我监督学习、迁移学习与增量学习</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flipH="1">
            <a:off x="9218359" y="938006"/>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flipH="1">
            <a:off x="11544840" y="969584"/>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flipH="1">
            <a:off x="11550985" y="999398"/>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flipH="1">
            <a:off x="10314853" y="968702"/>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行业精准性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flipH="1">
            <a:off x="8799549" y="1385168"/>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专业知识理解与整合</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flipH="1">
            <a:off x="8799549" y="19756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模型微调、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RAG</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、提示工程等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矩形: 圆角 71"/>
          <p:cNvSpPr/>
          <p:nvPr/>
        </p:nvSpPr>
        <p:spPr>
          <a:xfrm flipH="1">
            <a:off x="9188011"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73" name="椭圆 72"/>
          <p:cNvSpPr/>
          <p:nvPr/>
        </p:nvSpPr>
        <p:spPr>
          <a:xfrm flipH="1">
            <a:off x="1151449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4" name="文本框 73"/>
          <p:cNvSpPr txBox="1"/>
          <p:nvPr/>
        </p:nvSpPr>
        <p:spPr>
          <a:xfrm flipH="1">
            <a:off x="11520636"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flipH="1">
            <a:off x="10273556" y="2828456"/>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授入产出比</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flipH="1">
            <a:off x="8769201" y="32868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成本压力、产出效益不确定性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flipH="1">
            <a:off x="8880923" y="3868924"/>
            <a:ext cx="3097501" cy="81612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用户需求分析、根据业务场景的模型选择与评估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flipH="1">
            <a:off x="9021501" y="4912628"/>
            <a:ext cx="2944820"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3" name="椭圆 82"/>
          <p:cNvSpPr/>
          <p:nvPr/>
        </p:nvSpPr>
        <p:spPr>
          <a:xfrm flipH="1">
            <a:off x="11544840"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flipH="1">
            <a:off x="11550984"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flipH="1">
            <a:off x="9277982" y="4943324"/>
            <a:ext cx="2236510"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行业标出比产业化瓶颈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flipH="1">
            <a:off x="8799549" y="5492034"/>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模型应用评估标准缺失、商业落地挑战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1" name="文本框 90"/>
          <p:cNvSpPr txBox="1"/>
          <p:nvPr/>
        </p:nvSpPr>
        <p:spPr>
          <a:xfrm flipH="1">
            <a:off x="8799549" y="6064800"/>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统一行业标准与评测基准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矩形 95"/>
          <p:cNvSpPr/>
          <p:nvPr/>
        </p:nvSpPr>
        <p:spPr>
          <a:xfrm>
            <a:off x="196059"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问题发现与解决方案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3635"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工作不足与改进措施</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圆角 4"/>
          <p:cNvSpPr/>
          <p:nvPr/>
        </p:nvSpPr>
        <p:spPr>
          <a:xfrm>
            <a:off x="3349257" y="1494188"/>
            <a:ext cx="5493488" cy="3553426"/>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椭圆 5"/>
          <p:cNvSpPr/>
          <p:nvPr/>
        </p:nvSpPr>
        <p:spPr>
          <a:xfrm>
            <a:off x="4864220" y="2029977"/>
            <a:ext cx="2463560" cy="2463560"/>
          </a:xfrm>
          <a:prstGeom prst="ellipse">
            <a:avLst/>
          </a:prstGeom>
          <a:solidFill>
            <a:schemeClr val="accent1">
              <a:lumMod val="20000"/>
              <a:lumOff val="80000"/>
              <a:alpha val="52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3596640" y="2012077"/>
            <a:ext cx="2499360" cy="249936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6096000" y="2012077"/>
            <a:ext cx="2499360" cy="249936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5288280" y="2454037"/>
            <a:ext cx="1615440" cy="1615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弧形 9"/>
          <p:cNvSpPr/>
          <p:nvPr/>
        </p:nvSpPr>
        <p:spPr>
          <a:xfrm>
            <a:off x="4651248" y="1740805"/>
            <a:ext cx="2889504" cy="2889504"/>
          </a:xfrm>
          <a:prstGeom prst="arc">
            <a:avLst>
              <a:gd name="adj1" fmla="val 14157503"/>
              <a:gd name="adj2" fmla="val 18231972"/>
            </a:avLst>
          </a:prstGeom>
          <a:ln w="19050">
            <a:prstDash val="dash"/>
            <a:head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弧形 10"/>
          <p:cNvSpPr/>
          <p:nvPr/>
        </p:nvSpPr>
        <p:spPr>
          <a:xfrm flipV="1">
            <a:off x="4651248" y="1911493"/>
            <a:ext cx="2889504" cy="2889504"/>
          </a:xfrm>
          <a:prstGeom prst="arc">
            <a:avLst>
              <a:gd name="adj1" fmla="val 14157503"/>
              <a:gd name="adj2" fmla="val 18231972"/>
            </a:avLst>
          </a:prstGeom>
          <a:ln w="19050">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flipH="1">
            <a:off x="758745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椭圆 12"/>
          <p:cNvSpPr/>
          <p:nvPr/>
        </p:nvSpPr>
        <p:spPr>
          <a:xfrm flipH="1">
            <a:off x="758745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flipH="1">
            <a:off x="8703905"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424174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椭圆 15"/>
          <p:cNvSpPr/>
          <p:nvPr/>
        </p:nvSpPr>
        <p:spPr>
          <a:xfrm>
            <a:off x="424174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椭圆 16"/>
          <p:cNvSpPr/>
          <p:nvPr/>
        </p:nvSpPr>
        <p:spPr>
          <a:xfrm>
            <a:off x="3125287"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400735" y="3306896"/>
            <a:ext cx="13905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破局精进</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3878667"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957942"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改进措施</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flipH="1">
            <a:off x="8608445"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flipH="1">
            <a:off x="8724536"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全域洞察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flipH="1">
            <a:off x="8508282" y="1394549"/>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下季度把用户调研扩大到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个地级市，样本≥</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人，并引入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NLP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工单分析，确保需求命中率≥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nvSpPr>
        <p:spPr>
          <a:xfrm flipH="1">
            <a:off x="9294232"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flipH="1">
            <a:off x="9410323"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流程再造</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flipH="1">
            <a:off x="9194069" y="3200760"/>
            <a:ext cx="2934343"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上线“一站式需求看板”，减少审批点，文档自动留痕；目标是把跨部门交付周期从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圆角 26"/>
          <p:cNvSpPr/>
          <p:nvPr/>
        </p:nvSpPr>
        <p:spPr>
          <a:xfrm flipH="1">
            <a:off x="8608445"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flipH="1">
            <a:off x="8724536"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flipH="1">
            <a:off x="8508282" y="4920535"/>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两周内补齐支付、退货、客服三大埋点，建立实时异常预警，全年预计挽回</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300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2038164"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154255"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需求失真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07299" y="1394549"/>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季度用户调研样本仅覆盖核心城市，二三线需求被低估，导致新功能在三四线市场使用率仅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矩形: 圆角 32"/>
          <p:cNvSpPr/>
          <p:nvPr/>
        </p:nvSpPr>
        <p:spPr>
          <a:xfrm>
            <a:off x="1352377"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468468"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121512" y="3200760"/>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跨部门项目平均等待审批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天，需求文档版本混乱，造成一次上线回滚，直接损失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180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2038164"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2154255"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07299" y="4920535"/>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仅监测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等表层指标，缺少业务链路埋点，无法定位支付转化骤降至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的根因</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图形 50"/>
          <p:cNvSpPr/>
          <p:nvPr/>
        </p:nvSpPr>
        <p:spPr>
          <a:xfrm>
            <a:off x="4287114" y="2579283"/>
            <a:ext cx="628747" cy="628747"/>
          </a:xfrm>
          <a:custGeom>
            <a:avLst/>
            <a:gdLst>
              <a:gd name="connsiteX0" fmla="*/ 314374 w 628747"/>
              <a:gd name="connsiteY0" fmla="*/ 0 h 628747"/>
              <a:gd name="connsiteX1" fmla="*/ 0 w 628747"/>
              <a:gd name="connsiteY1" fmla="*/ 314374 h 628747"/>
              <a:gd name="connsiteX2" fmla="*/ 314374 w 628747"/>
              <a:gd name="connsiteY2" fmla="*/ 628747 h 628747"/>
              <a:gd name="connsiteX3" fmla="*/ 628747 w 628747"/>
              <a:gd name="connsiteY3" fmla="*/ 314374 h 628747"/>
              <a:gd name="connsiteX4" fmla="*/ 314374 w 628747"/>
              <a:gd name="connsiteY4" fmla="*/ 0 h 628747"/>
              <a:gd name="connsiteX5" fmla="*/ 369743 w 628747"/>
              <a:gd name="connsiteY5" fmla="*/ 113253 h 628747"/>
              <a:gd name="connsiteX6" fmla="*/ 340624 w 628747"/>
              <a:gd name="connsiteY6" fmla="*/ 363652 h 628747"/>
              <a:gd name="connsiteX7" fmla="*/ 288123 w 628747"/>
              <a:gd name="connsiteY7" fmla="*/ 363652 h 628747"/>
              <a:gd name="connsiteX8" fmla="*/ 259044 w 628747"/>
              <a:gd name="connsiteY8" fmla="*/ 113253 h 628747"/>
              <a:gd name="connsiteX9" fmla="*/ 369743 w 628747"/>
              <a:gd name="connsiteY9" fmla="*/ 113253 h 628747"/>
              <a:gd name="connsiteX10" fmla="*/ 313981 w 628747"/>
              <a:gd name="connsiteY10" fmla="*/ 525790 h 628747"/>
              <a:gd name="connsiteX11" fmla="*/ 257865 w 628747"/>
              <a:gd name="connsiteY11" fmla="*/ 469635 h 628747"/>
              <a:gd name="connsiteX12" fmla="*/ 314766 w 628747"/>
              <a:gd name="connsiteY12" fmla="*/ 412772 h 628747"/>
              <a:gd name="connsiteX13" fmla="*/ 370882 w 628747"/>
              <a:gd name="connsiteY13" fmla="*/ 469635 h 628747"/>
              <a:gd name="connsiteX14" fmla="*/ 313981 w 628747"/>
              <a:gd name="connsiteY14" fmla="*/ 525829 h 62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747" h="628747">
                <a:moveTo>
                  <a:pt x="314374" y="0"/>
                </a:moveTo>
                <a:cubicBezTo>
                  <a:pt x="140750" y="0"/>
                  <a:pt x="0" y="140750"/>
                  <a:pt x="0" y="314374"/>
                </a:cubicBezTo>
                <a:cubicBezTo>
                  <a:pt x="0" y="487997"/>
                  <a:pt x="140750" y="628747"/>
                  <a:pt x="314374" y="628747"/>
                </a:cubicBezTo>
                <a:cubicBezTo>
                  <a:pt x="487997" y="628747"/>
                  <a:pt x="628747" y="487997"/>
                  <a:pt x="628747" y="314374"/>
                </a:cubicBezTo>
                <a:cubicBezTo>
                  <a:pt x="628747" y="140750"/>
                  <a:pt x="487997" y="0"/>
                  <a:pt x="314374" y="0"/>
                </a:cubicBezTo>
                <a:close/>
                <a:moveTo>
                  <a:pt x="369743" y="113253"/>
                </a:moveTo>
                <a:lnTo>
                  <a:pt x="340624" y="363652"/>
                </a:lnTo>
                <a:lnTo>
                  <a:pt x="288123" y="363652"/>
                </a:lnTo>
                <a:lnTo>
                  <a:pt x="259044" y="113253"/>
                </a:lnTo>
                <a:lnTo>
                  <a:pt x="369743" y="113253"/>
                </a:lnTo>
                <a:close/>
                <a:moveTo>
                  <a:pt x="313981" y="525790"/>
                </a:moveTo>
                <a:cubicBezTo>
                  <a:pt x="278614" y="525790"/>
                  <a:pt x="257865" y="500247"/>
                  <a:pt x="257865" y="469635"/>
                </a:cubicBezTo>
                <a:cubicBezTo>
                  <a:pt x="257865" y="436822"/>
                  <a:pt x="281679" y="412772"/>
                  <a:pt x="314766" y="412772"/>
                </a:cubicBezTo>
                <a:cubicBezTo>
                  <a:pt x="348562" y="412772"/>
                  <a:pt x="370882" y="436822"/>
                  <a:pt x="370882" y="469635"/>
                </a:cubicBezTo>
                <a:cubicBezTo>
                  <a:pt x="370882" y="501740"/>
                  <a:pt x="348601" y="525829"/>
                  <a:pt x="313981" y="525829"/>
                </a:cubicBezTo>
                <a:close/>
              </a:path>
            </a:pathLst>
          </a:custGeom>
          <a:solidFill>
            <a:schemeClr val="bg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图形 52"/>
          <p:cNvSpPr/>
          <p:nvPr/>
        </p:nvSpPr>
        <p:spPr>
          <a:xfrm>
            <a:off x="5874392" y="2720789"/>
            <a:ext cx="441338" cy="485521"/>
          </a:xfrm>
          <a:custGeom>
            <a:avLst/>
            <a:gdLst>
              <a:gd name="connsiteX0" fmla="*/ 82377 w 441338"/>
              <a:gd name="connsiteY0" fmla="*/ 384471 h 485521"/>
              <a:gd name="connsiteX1" fmla="*/ 358257 w 441338"/>
              <a:gd name="connsiteY1" fmla="*/ 384471 h 485521"/>
              <a:gd name="connsiteX2" fmla="*/ 374817 w 441338"/>
              <a:gd name="connsiteY2" fmla="*/ 401031 h 485521"/>
              <a:gd name="connsiteX3" fmla="*/ 358257 w 441338"/>
              <a:gd name="connsiteY3" fmla="*/ 417591 h 485521"/>
              <a:gd name="connsiteX4" fmla="*/ 82377 w 441338"/>
              <a:gd name="connsiteY4" fmla="*/ 417591 h 485521"/>
              <a:gd name="connsiteX5" fmla="*/ 65817 w 441338"/>
              <a:gd name="connsiteY5" fmla="*/ 401031 h 485521"/>
              <a:gd name="connsiteX6" fmla="*/ 82377 w 441338"/>
              <a:gd name="connsiteY6" fmla="*/ 384471 h 485521"/>
              <a:gd name="connsiteX7" fmla="*/ 397155 w 441338"/>
              <a:gd name="connsiteY7" fmla="*/ 0 h 485521"/>
              <a:gd name="connsiteX8" fmla="*/ 386092 w 441338"/>
              <a:gd name="connsiteY8" fmla="*/ 0 h 485521"/>
              <a:gd name="connsiteX9" fmla="*/ 397155 w 441338"/>
              <a:gd name="connsiteY9" fmla="*/ 0 h 485521"/>
              <a:gd name="connsiteX10" fmla="*/ 88437 w 441338"/>
              <a:gd name="connsiteY10" fmla="*/ 452402 h 485521"/>
              <a:gd name="connsiteX11" fmla="*/ 386162 w 441338"/>
              <a:gd name="connsiteY11" fmla="*/ 452402 h 485521"/>
              <a:gd name="connsiteX12" fmla="*/ 408219 w 441338"/>
              <a:gd name="connsiteY12" fmla="*/ 430346 h 485521"/>
              <a:gd name="connsiteX13" fmla="*/ 408219 w 441338"/>
              <a:gd name="connsiteY13" fmla="*/ 81883 h 485521"/>
              <a:gd name="connsiteX14" fmla="*/ 424779 w 441338"/>
              <a:gd name="connsiteY14" fmla="*/ 65323 h 485521"/>
              <a:gd name="connsiteX15" fmla="*/ 441338 w 441338"/>
              <a:gd name="connsiteY15" fmla="*/ 81883 h 485521"/>
              <a:gd name="connsiteX16" fmla="*/ 441338 w 441338"/>
              <a:gd name="connsiteY16" fmla="*/ 441409 h 485521"/>
              <a:gd name="connsiteX17" fmla="*/ 397226 w 441338"/>
              <a:gd name="connsiteY17" fmla="*/ 485522 h 485521"/>
              <a:gd name="connsiteX18" fmla="*/ 44113 w 441338"/>
              <a:gd name="connsiteY18" fmla="*/ 485522 h 485521"/>
              <a:gd name="connsiteX19" fmla="*/ 0 w 441338"/>
              <a:gd name="connsiteY19" fmla="*/ 441409 h 485521"/>
              <a:gd name="connsiteX20" fmla="*/ 0 w 441338"/>
              <a:gd name="connsiteY20" fmla="*/ 44113 h 485521"/>
              <a:gd name="connsiteX21" fmla="*/ 44113 w 441338"/>
              <a:gd name="connsiteY21" fmla="*/ 0 h 485521"/>
              <a:gd name="connsiteX22" fmla="*/ 331057 w 441338"/>
              <a:gd name="connsiteY22" fmla="*/ 0 h 485521"/>
              <a:gd name="connsiteX23" fmla="*/ 375169 w 441338"/>
              <a:gd name="connsiteY23" fmla="*/ 44113 h 485521"/>
              <a:gd name="connsiteX24" fmla="*/ 375169 w 441338"/>
              <a:gd name="connsiteY24" fmla="*/ 307168 h 485521"/>
              <a:gd name="connsiteX25" fmla="*/ 331057 w 441338"/>
              <a:gd name="connsiteY25" fmla="*/ 351281 h 485521"/>
              <a:gd name="connsiteX26" fmla="*/ 55035 w 441338"/>
              <a:gd name="connsiteY26" fmla="*/ 351281 h 485521"/>
              <a:gd name="connsiteX27" fmla="*/ 32979 w 441338"/>
              <a:gd name="connsiteY27" fmla="*/ 373337 h 485521"/>
              <a:gd name="connsiteX28" fmla="*/ 32979 w 441338"/>
              <a:gd name="connsiteY28" fmla="*/ 430275 h 485521"/>
              <a:gd name="connsiteX29" fmla="*/ 55035 w 441338"/>
              <a:gd name="connsiteY29" fmla="*/ 452331 h 485521"/>
              <a:gd name="connsiteX30" fmla="*/ 88437 w 441338"/>
              <a:gd name="connsiteY30" fmla="*/ 452331 h 48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1338" h="485521">
                <a:moveTo>
                  <a:pt x="82377" y="384471"/>
                </a:moveTo>
                <a:lnTo>
                  <a:pt x="358257" y="384471"/>
                </a:lnTo>
                <a:cubicBezTo>
                  <a:pt x="367418" y="384471"/>
                  <a:pt x="374817" y="391870"/>
                  <a:pt x="374817" y="401031"/>
                </a:cubicBezTo>
                <a:cubicBezTo>
                  <a:pt x="374817" y="410192"/>
                  <a:pt x="367418" y="417591"/>
                  <a:pt x="358257" y="417591"/>
                </a:cubicBezTo>
                <a:lnTo>
                  <a:pt x="82377" y="417591"/>
                </a:lnTo>
                <a:cubicBezTo>
                  <a:pt x="73216" y="417591"/>
                  <a:pt x="65817" y="410192"/>
                  <a:pt x="65817" y="401031"/>
                </a:cubicBezTo>
                <a:cubicBezTo>
                  <a:pt x="65817" y="391870"/>
                  <a:pt x="73216" y="384471"/>
                  <a:pt x="82377" y="384471"/>
                </a:cubicBezTo>
                <a:close/>
                <a:moveTo>
                  <a:pt x="397155" y="0"/>
                </a:moveTo>
                <a:lnTo>
                  <a:pt x="386092" y="0"/>
                </a:lnTo>
                <a:lnTo>
                  <a:pt x="397155" y="0"/>
                </a:lnTo>
                <a:close/>
                <a:moveTo>
                  <a:pt x="88437" y="452402"/>
                </a:moveTo>
                <a:lnTo>
                  <a:pt x="386162" y="452402"/>
                </a:lnTo>
                <a:cubicBezTo>
                  <a:pt x="398353" y="452402"/>
                  <a:pt x="408219" y="442536"/>
                  <a:pt x="408219" y="430346"/>
                </a:cubicBezTo>
                <a:lnTo>
                  <a:pt x="408219" y="81883"/>
                </a:lnTo>
                <a:cubicBezTo>
                  <a:pt x="408219" y="72723"/>
                  <a:pt x="415618" y="65323"/>
                  <a:pt x="424779" y="65323"/>
                </a:cubicBezTo>
                <a:cubicBezTo>
                  <a:pt x="433939" y="65323"/>
                  <a:pt x="441338" y="72723"/>
                  <a:pt x="441338" y="81883"/>
                </a:cubicBezTo>
                <a:lnTo>
                  <a:pt x="441338" y="441409"/>
                </a:lnTo>
                <a:cubicBezTo>
                  <a:pt x="441338" y="465791"/>
                  <a:pt x="421608" y="485522"/>
                  <a:pt x="397226" y="485522"/>
                </a:cubicBezTo>
                <a:lnTo>
                  <a:pt x="44113" y="485522"/>
                </a:lnTo>
                <a:cubicBezTo>
                  <a:pt x="19731" y="485522"/>
                  <a:pt x="0" y="465791"/>
                  <a:pt x="0" y="441409"/>
                </a:cubicBezTo>
                <a:lnTo>
                  <a:pt x="0" y="44113"/>
                </a:lnTo>
                <a:cubicBezTo>
                  <a:pt x="0" y="19731"/>
                  <a:pt x="19731" y="0"/>
                  <a:pt x="44113" y="0"/>
                </a:cubicBezTo>
                <a:lnTo>
                  <a:pt x="331057" y="0"/>
                </a:lnTo>
                <a:cubicBezTo>
                  <a:pt x="355438" y="0"/>
                  <a:pt x="375169" y="19731"/>
                  <a:pt x="375169" y="44113"/>
                </a:cubicBezTo>
                <a:lnTo>
                  <a:pt x="375169" y="307168"/>
                </a:lnTo>
                <a:cubicBezTo>
                  <a:pt x="375169" y="331550"/>
                  <a:pt x="355438" y="351281"/>
                  <a:pt x="331057" y="351281"/>
                </a:cubicBezTo>
                <a:lnTo>
                  <a:pt x="55035" y="351281"/>
                </a:lnTo>
                <a:cubicBezTo>
                  <a:pt x="42844" y="351281"/>
                  <a:pt x="32979" y="361146"/>
                  <a:pt x="32979" y="373337"/>
                </a:cubicBezTo>
                <a:lnTo>
                  <a:pt x="32979" y="430275"/>
                </a:lnTo>
                <a:cubicBezTo>
                  <a:pt x="32979" y="442466"/>
                  <a:pt x="42844" y="452331"/>
                  <a:pt x="55035" y="452331"/>
                </a:cubicBezTo>
                <a:lnTo>
                  <a:pt x="88437" y="452331"/>
                </a:lnTo>
                <a:close/>
              </a:path>
            </a:pathLst>
          </a:custGeom>
          <a:solidFill>
            <a:schemeClr val="bg1"/>
          </a:solidFill>
          <a:ln w="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a:off x="7327781" y="2579942"/>
            <a:ext cx="643028" cy="643028"/>
          </a:xfrm>
          <a:custGeom>
            <a:avLst/>
            <a:gdLst>
              <a:gd name="connsiteX0" fmla="*/ 153449 w 643028"/>
              <a:gd name="connsiteY0" fmla="*/ 306900 h 643028"/>
              <a:gd name="connsiteX1" fmla="*/ 131528 w 643028"/>
              <a:gd name="connsiteY1" fmla="*/ 328822 h 643028"/>
              <a:gd name="connsiteX2" fmla="*/ 153449 w 643028"/>
              <a:gd name="connsiteY2" fmla="*/ 350743 h 643028"/>
              <a:gd name="connsiteX3" fmla="*/ 226521 w 643028"/>
              <a:gd name="connsiteY3" fmla="*/ 350743 h 643028"/>
              <a:gd name="connsiteX4" fmla="*/ 248442 w 643028"/>
              <a:gd name="connsiteY4" fmla="*/ 328822 h 643028"/>
              <a:gd name="connsiteX5" fmla="*/ 226521 w 643028"/>
              <a:gd name="connsiteY5" fmla="*/ 306900 h 643028"/>
              <a:gd name="connsiteX6" fmla="*/ 389031 w 643028"/>
              <a:gd name="connsiteY6" fmla="*/ 232864 h 643028"/>
              <a:gd name="connsiteX7" fmla="*/ 389031 w 643028"/>
              <a:gd name="connsiteY7" fmla="*/ 232879 h 643028"/>
              <a:gd name="connsiteX8" fmla="*/ 253528 w 643028"/>
              <a:gd name="connsiteY8" fmla="*/ 426372 h 643028"/>
              <a:gd name="connsiteX9" fmla="*/ 248720 w 643028"/>
              <a:gd name="connsiteY9" fmla="*/ 448395 h 643028"/>
              <a:gd name="connsiteX10" fmla="*/ 258833 w 643028"/>
              <a:gd name="connsiteY10" fmla="*/ 503813 h 643028"/>
              <a:gd name="connsiteX11" fmla="*/ 259271 w 643028"/>
              <a:gd name="connsiteY11" fmla="*/ 505596 h 643028"/>
              <a:gd name="connsiteX12" fmla="*/ 275829 w 643028"/>
              <a:gd name="connsiteY12" fmla="*/ 515563 h 643028"/>
              <a:gd name="connsiteX13" fmla="*/ 330487 w 643028"/>
              <a:gd name="connsiteY13" fmla="*/ 505596 h 643028"/>
              <a:gd name="connsiteX14" fmla="*/ 349178 w 643028"/>
              <a:gd name="connsiteY14" fmla="*/ 493612 h 643028"/>
              <a:gd name="connsiteX15" fmla="*/ 484799 w 643028"/>
              <a:gd name="connsiteY15" fmla="*/ 299929 h 643028"/>
              <a:gd name="connsiteX16" fmla="*/ 153449 w 643028"/>
              <a:gd name="connsiteY16" fmla="*/ 219214 h 643028"/>
              <a:gd name="connsiteX17" fmla="*/ 131528 w 643028"/>
              <a:gd name="connsiteY17" fmla="*/ 241136 h 643028"/>
              <a:gd name="connsiteX18" fmla="*/ 153449 w 643028"/>
              <a:gd name="connsiteY18" fmla="*/ 263057 h 643028"/>
              <a:gd name="connsiteX19" fmla="*/ 284978 w 643028"/>
              <a:gd name="connsiteY19" fmla="*/ 263057 h 643028"/>
              <a:gd name="connsiteX20" fmla="*/ 306899 w 643028"/>
              <a:gd name="connsiteY20" fmla="*/ 241136 h 643028"/>
              <a:gd name="connsiteX21" fmla="*/ 284978 w 643028"/>
              <a:gd name="connsiteY21" fmla="*/ 219214 h 643028"/>
              <a:gd name="connsiteX22" fmla="*/ 451899 w 643028"/>
              <a:gd name="connsiteY22" fmla="*/ 172912 h 643028"/>
              <a:gd name="connsiteX23" fmla="*/ 414168 w 643028"/>
              <a:gd name="connsiteY23" fmla="*/ 196957 h 643028"/>
              <a:gd name="connsiteX24" fmla="*/ 405794 w 643028"/>
              <a:gd name="connsiteY24" fmla="*/ 208911 h 643028"/>
              <a:gd name="connsiteX25" fmla="*/ 501561 w 643028"/>
              <a:gd name="connsiteY25" fmla="*/ 275991 h 643028"/>
              <a:gd name="connsiteX26" fmla="*/ 509950 w 643028"/>
              <a:gd name="connsiteY26" fmla="*/ 264007 h 643028"/>
              <a:gd name="connsiteX27" fmla="*/ 509952 w 643028"/>
              <a:gd name="connsiteY27" fmla="*/ 264004 h 643028"/>
              <a:gd name="connsiteX28" fmla="*/ 495584 w 643028"/>
              <a:gd name="connsiteY28" fmla="*/ 182591 h 643028"/>
              <a:gd name="connsiteX29" fmla="*/ 495581 w 643028"/>
              <a:gd name="connsiteY29" fmla="*/ 182589 h 643028"/>
              <a:gd name="connsiteX30" fmla="*/ 451899 w 643028"/>
              <a:gd name="connsiteY30" fmla="*/ 172912 h 643028"/>
              <a:gd name="connsiteX31" fmla="*/ 321514 w 643028"/>
              <a:gd name="connsiteY31" fmla="*/ 0 h 643028"/>
              <a:gd name="connsiteX32" fmla="*/ 643028 w 643028"/>
              <a:gd name="connsiteY32" fmla="*/ 321514 h 643028"/>
              <a:gd name="connsiteX33" fmla="*/ 321514 w 643028"/>
              <a:gd name="connsiteY33" fmla="*/ 643028 h 643028"/>
              <a:gd name="connsiteX34" fmla="*/ 0 w 643028"/>
              <a:gd name="connsiteY34" fmla="*/ 321514 h 643028"/>
              <a:gd name="connsiteX35" fmla="*/ 321514 w 643028"/>
              <a:gd name="connsiteY35" fmla="*/ 0 h 64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3028" h="643028">
                <a:moveTo>
                  <a:pt x="153449" y="306900"/>
                </a:moveTo>
                <a:cubicBezTo>
                  <a:pt x="141343" y="306900"/>
                  <a:pt x="131528" y="316715"/>
                  <a:pt x="131528" y="328822"/>
                </a:cubicBezTo>
                <a:cubicBezTo>
                  <a:pt x="131528" y="340928"/>
                  <a:pt x="141343" y="350743"/>
                  <a:pt x="153449" y="350743"/>
                </a:cubicBezTo>
                <a:lnTo>
                  <a:pt x="226521" y="350743"/>
                </a:lnTo>
                <a:cubicBezTo>
                  <a:pt x="238628" y="350743"/>
                  <a:pt x="248442" y="340928"/>
                  <a:pt x="248442" y="328822"/>
                </a:cubicBezTo>
                <a:cubicBezTo>
                  <a:pt x="248442" y="316715"/>
                  <a:pt x="238628" y="306900"/>
                  <a:pt x="226521" y="306900"/>
                </a:cubicBezTo>
                <a:close/>
                <a:moveTo>
                  <a:pt x="389031" y="232864"/>
                </a:moveTo>
                <a:lnTo>
                  <a:pt x="389031" y="232879"/>
                </a:lnTo>
                <a:lnTo>
                  <a:pt x="253528" y="426372"/>
                </a:lnTo>
                <a:cubicBezTo>
                  <a:pt x="249045" y="432775"/>
                  <a:pt x="247313" y="440707"/>
                  <a:pt x="248720" y="448395"/>
                </a:cubicBezTo>
                <a:lnTo>
                  <a:pt x="258833" y="503813"/>
                </a:lnTo>
                <a:lnTo>
                  <a:pt x="259271" y="505596"/>
                </a:lnTo>
                <a:cubicBezTo>
                  <a:pt x="261493" y="512614"/>
                  <a:pt x="268587" y="516885"/>
                  <a:pt x="275829" y="515563"/>
                </a:cubicBezTo>
                <a:lnTo>
                  <a:pt x="330487" y="505596"/>
                </a:lnTo>
                <a:cubicBezTo>
                  <a:pt x="338051" y="504215"/>
                  <a:pt x="344767" y="499910"/>
                  <a:pt x="349178" y="493612"/>
                </a:cubicBezTo>
                <a:lnTo>
                  <a:pt x="484799" y="299929"/>
                </a:lnTo>
                <a:close/>
                <a:moveTo>
                  <a:pt x="153449" y="219214"/>
                </a:moveTo>
                <a:cubicBezTo>
                  <a:pt x="141343" y="219214"/>
                  <a:pt x="131528" y="229029"/>
                  <a:pt x="131528" y="241136"/>
                </a:cubicBezTo>
                <a:cubicBezTo>
                  <a:pt x="131528" y="253243"/>
                  <a:pt x="141343" y="263057"/>
                  <a:pt x="153449" y="263057"/>
                </a:cubicBezTo>
                <a:lnTo>
                  <a:pt x="284978" y="263057"/>
                </a:lnTo>
                <a:cubicBezTo>
                  <a:pt x="297085" y="263057"/>
                  <a:pt x="306899" y="253243"/>
                  <a:pt x="306899" y="241136"/>
                </a:cubicBezTo>
                <a:cubicBezTo>
                  <a:pt x="306899" y="229029"/>
                  <a:pt x="297085" y="219214"/>
                  <a:pt x="284978" y="219214"/>
                </a:cubicBezTo>
                <a:close/>
                <a:moveTo>
                  <a:pt x="451899" y="172912"/>
                </a:moveTo>
                <a:cubicBezTo>
                  <a:pt x="437166" y="175512"/>
                  <a:pt x="423425" y="183733"/>
                  <a:pt x="414168" y="196957"/>
                </a:cubicBezTo>
                <a:lnTo>
                  <a:pt x="405794" y="208911"/>
                </a:lnTo>
                <a:lnTo>
                  <a:pt x="501561" y="275991"/>
                </a:lnTo>
                <a:lnTo>
                  <a:pt x="509950" y="264007"/>
                </a:lnTo>
                <a:cubicBezTo>
                  <a:pt x="509951" y="264006"/>
                  <a:pt x="509952" y="264005"/>
                  <a:pt x="509952" y="264004"/>
                </a:cubicBezTo>
                <a:cubicBezTo>
                  <a:pt x="528466" y="237555"/>
                  <a:pt x="522033" y="201105"/>
                  <a:pt x="495584" y="182591"/>
                </a:cubicBezTo>
                <a:cubicBezTo>
                  <a:pt x="495583" y="182590"/>
                  <a:pt x="495582" y="182589"/>
                  <a:pt x="495581" y="182589"/>
                </a:cubicBezTo>
                <a:cubicBezTo>
                  <a:pt x="482356" y="173332"/>
                  <a:pt x="466631" y="170312"/>
                  <a:pt x="451899" y="172912"/>
                </a:cubicBezTo>
                <a:close/>
                <a:moveTo>
                  <a:pt x="321514" y="0"/>
                </a:moveTo>
                <a:cubicBezTo>
                  <a:pt x="499081" y="0"/>
                  <a:pt x="643028" y="143947"/>
                  <a:pt x="643028" y="321514"/>
                </a:cubicBezTo>
                <a:cubicBezTo>
                  <a:pt x="643028" y="499081"/>
                  <a:pt x="499081" y="643028"/>
                  <a:pt x="321514" y="643028"/>
                </a:cubicBezTo>
                <a:cubicBezTo>
                  <a:pt x="143947" y="643028"/>
                  <a:pt x="0" y="499081"/>
                  <a:pt x="0" y="321514"/>
                </a:cubicBezTo>
                <a:cubicBezTo>
                  <a:pt x="0" y="143947"/>
                  <a:pt x="143947" y="0"/>
                  <a:pt x="321514" y="0"/>
                </a:cubicBezTo>
                <a:close/>
              </a:path>
            </a:pathLst>
          </a:custGeom>
          <a:solidFill>
            <a:schemeClr val="bg1"/>
          </a:solidFill>
          <a:ln w="679" cap="flat">
            <a:solidFill>
              <a:schemeClr val="bg1"/>
            </a:solid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a:off x="192089" y="6251427"/>
            <a:ext cx="11807824" cy="444595"/>
          </a:xfrm>
          <a:custGeom>
            <a:avLst/>
            <a:gdLst>
              <a:gd name="connsiteX0" fmla="*/ 8896896 w 11632556"/>
              <a:gd name="connsiteY0" fmla="*/ 0 h 450309"/>
              <a:gd name="connsiteX1" fmla="*/ 11632556 w 11632556"/>
              <a:gd name="connsiteY1" fmla="*/ 0 h 450309"/>
              <a:gd name="connsiteX2" fmla="*/ 11632556 w 11632556"/>
              <a:gd name="connsiteY2" fmla="*/ 450309 h 450309"/>
              <a:gd name="connsiteX3" fmla="*/ 8896896 w 11632556"/>
              <a:gd name="connsiteY3" fmla="*/ 450309 h 450309"/>
              <a:gd name="connsiteX4" fmla="*/ 5889886 w 11632556"/>
              <a:gd name="connsiteY4" fmla="*/ 0 h 450309"/>
              <a:gd name="connsiteX5" fmla="*/ 8717593 w 11632556"/>
              <a:gd name="connsiteY5" fmla="*/ 0 h 450309"/>
              <a:gd name="connsiteX6" fmla="*/ 8717593 w 11632556"/>
              <a:gd name="connsiteY6" fmla="*/ 450309 h 450309"/>
              <a:gd name="connsiteX7" fmla="*/ 5889886 w 11632556"/>
              <a:gd name="connsiteY7" fmla="*/ 450309 h 450309"/>
              <a:gd name="connsiteX8" fmla="*/ 3109273 w 11632556"/>
              <a:gd name="connsiteY8" fmla="*/ 0 h 450309"/>
              <a:gd name="connsiteX9" fmla="*/ 5742671 w 11632556"/>
              <a:gd name="connsiteY9" fmla="*/ 0 h 450309"/>
              <a:gd name="connsiteX10" fmla="*/ 5742671 w 11632556"/>
              <a:gd name="connsiteY10" fmla="*/ 450309 h 450309"/>
              <a:gd name="connsiteX11" fmla="*/ 3109273 w 11632556"/>
              <a:gd name="connsiteY11" fmla="*/ 450309 h 450309"/>
              <a:gd name="connsiteX12" fmla="*/ 0 w 11632556"/>
              <a:gd name="connsiteY12" fmla="*/ 0 h 450309"/>
              <a:gd name="connsiteX13" fmla="*/ 2930837 w 11632556"/>
              <a:gd name="connsiteY13" fmla="*/ 0 h 450309"/>
              <a:gd name="connsiteX14" fmla="*/ 2930837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896896" y="0"/>
                </a:moveTo>
                <a:lnTo>
                  <a:pt x="11632556" y="0"/>
                </a:lnTo>
                <a:lnTo>
                  <a:pt x="11632556" y="450309"/>
                </a:lnTo>
                <a:lnTo>
                  <a:pt x="8896896" y="450309"/>
                </a:lnTo>
                <a:close/>
                <a:moveTo>
                  <a:pt x="5889886" y="0"/>
                </a:moveTo>
                <a:lnTo>
                  <a:pt x="8717593" y="0"/>
                </a:lnTo>
                <a:lnTo>
                  <a:pt x="8717593" y="450309"/>
                </a:lnTo>
                <a:lnTo>
                  <a:pt x="5889886" y="450309"/>
                </a:lnTo>
                <a:close/>
                <a:moveTo>
                  <a:pt x="3109273" y="0"/>
                </a:moveTo>
                <a:lnTo>
                  <a:pt x="5742671" y="0"/>
                </a:lnTo>
                <a:lnTo>
                  <a:pt x="5742671" y="450309"/>
                </a:lnTo>
                <a:lnTo>
                  <a:pt x="3109273" y="450309"/>
                </a:lnTo>
                <a:close/>
                <a:moveTo>
                  <a:pt x="0" y="0"/>
                </a:moveTo>
                <a:lnTo>
                  <a:pt x="2930837" y="0"/>
                </a:lnTo>
                <a:lnTo>
                  <a:pt x="2930837" y="450309"/>
                </a:lnTo>
                <a:lnTo>
                  <a:pt x="0" y="4503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任意多边形: 形状 42"/>
          <p:cNvSpPr/>
          <p:nvPr/>
        </p:nvSpPr>
        <p:spPr>
          <a:xfrm>
            <a:off x="192089" y="5806832"/>
            <a:ext cx="11807824" cy="444595"/>
          </a:xfrm>
          <a:custGeom>
            <a:avLst/>
            <a:gdLst>
              <a:gd name="connsiteX0" fmla="*/ 8570612 w 11632556"/>
              <a:gd name="connsiteY0" fmla="*/ 0 h 450309"/>
              <a:gd name="connsiteX1" fmla="*/ 10510724 w 11632556"/>
              <a:gd name="connsiteY1" fmla="*/ 0 h 450309"/>
              <a:gd name="connsiteX2" fmla="*/ 11632556 w 11632556"/>
              <a:gd name="connsiteY2" fmla="*/ 450309 h 450309"/>
              <a:gd name="connsiteX3" fmla="*/ 8894290 w 11632556"/>
              <a:gd name="connsiteY3" fmla="*/ 450309 h 450309"/>
              <a:gd name="connsiteX4" fmla="*/ 5888278 w 11632556"/>
              <a:gd name="connsiteY4" fmla="*/ 0 h 450309"/>
              <a:gd name="connsiteX5" fmla="*/ 8393272 w 11632556"/>
              <a:gd name="connsiteY5" fmla="*/ 0 h 450309"/>
              <a:gd name="connsiteX6" fmla="*/ 8716949 w 11632556"/>
              <a:gd name="connsiteY6" fmla="*/ 450309 h 450309"/>
              <a:gd name="connsiteX7" fmla="*/ 5888278 w 11632556"/>
              <a:gd name="connsiteY7" fmla="*/ 450309 h 450309"/>
              <a:gd name="connsiteX8" fmla="*/ 3431598 w 11632556"/>
              <a:gd name="connsiteY8" fmla="*/ 0 h 450309"/>
              <a:gd name="connsiteX9" fmla="*/ 5744278 w 11632556"/>
              <a:gd name="connsiteY9" fmla="*/ 0 h 450309"/>
              <a:gd name="connsiteX10" fmla="*/ 5744278 w 11632556"/>
              <a:gd name="connsiteY10" fmla="*/ 450309 h 450309"/>
              <a:gd name="connsiteX11" fmla="*/ 3107920 w 11632556"/>
              <a:gd name="connsiteY11" fmla="*/ 450309 h 450309"/>
              <a:gd name="connsiteX12" fmla="*/ 1121832 w 11632556"/>
              <a:gd name="connsiteY12" fmla="*/ 0 h 450309"/>
              <a:gd name="connsiteX13" fmla="*/ 3254259 w 11632556"/>
              <a:gd name="connsiteY13" fmla="*/ 0 h 450309"/>
              <a:gd name="connsiteX14" fmla="*/ 2930581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570612" y="0"/>
                </a:moveTo>
                <a:lnTo>
                  <a:pt x="10510724" y="0"/>
                </a:lnTo>
                <a:lnTo>
                  <a:pt x="11632556" y="450309"/>
                </a:lnTo>
                <a:lnTo>
                  <a:pt x="8894290" y="450309"/>
                </a:lnTo>
                <a:close/>
                <a:moveTo>
                  <a:pt x="5888278" y="0"/>
                </a:moveTo>
                <a:lnTo>
                  <a:pt x="8393272" y="0"/>
                </a:lnTo>
                <a:lnTo>
                  <a:pt x="8716949" y="450309"/>
                </a:lnTo>
                <a:lnTo>
                  <a:pt x="5888278" y="450309"/>
                </a:lnTo>
                <a:close/>
                <a:moveTo>
                  <a:pt x="3431598" y="0"/>
                </a:moveTo>
                <a:lnTo>
                  <a:pt x="5744278" y="0"/>
                </a:lnTo>
                <a:lnTo>
                  <a:pt x="5744278" y="450309"/>
                </a:lnTo>
                <a:lnTo>
                  <a:pt x="3107920" y="450309"/>
                </a:lnTo>
                <a:close/>
                <a:moveTo>
                  <a:pt x="1121832" y="0"/>
                </a:moveTo>
                <a:lnTo>
                  <a:pt x="3254259" y="0"/>
                </a:lnTo>
                <a:lnTo>
                  <a:pt x="2930581" y="450309"/>
                </a:lnTo>
                <a:lnTo>
                  <a:pt x="0" y="450309"/>
                </a:lnTo>
                <a:close/>
              </a:path>
            </a:pathLst>
          </a:custGeom>
          <a:gradFill>
            <a:gsLst>
              <a:gs pos="0">
                <a:schemeClr val="bg1">
                  <a:alpha val="23000"/>
                </a:schemeClr>
              </a:gs>
              <a:gs pos="100000">
                <a:schemeClr val="accent2">
                  <a:lumMod val="75000"/>
                  <a:alpha val="4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45410"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需求沙盘推演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866418"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协同看板运营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6802621"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数据预警拦截</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9893863"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复盘飞轮迭代</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765175"/>
            <a:ext cx="11807825" cy="5620385"/>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圆角 1"/>
          <p:cNvSpPr/>
          <p:nvPr/>
        </p:nvSpPr>
        <p:spPr>
          <a:xfrm>
            <a:off x="151102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409854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68606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圆角 4"/>
          <p:cNvSpPr/>
          <p:nvPr/>
        </p:nvSpPr>
        <p:spPr>
          <a:xfrm>
            <a:off x="9273587"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a:off x="696067" y="1145337"/>
            <a:ext cx="647847" cy="2151180"/>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696067" y="3743294"/>
            <a:ext cx="647847" cy="2151180"/>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文本框 7"/>
          <p:cNvSpPr txBox="1"/>
          <p:nvPr/>
        </p:nvSpPr>
        <p:spPr>
          <a:xfrm>
            <a:off x="777158" y="1512717"/>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777156" y="4130835"/>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解决方法</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矩形: 圆角 9"/>
          <p:cNvSpPr/>
          <p:nvPr/>
        </p:nvSpPr>
        <p:spPr>
          <a:xfrm>
            <a:off x="151102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216723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口径不一</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58376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各个部门独立建设信息系统，由此产生的方式各异，出 现“同名异义”或“同义异名”的情况</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409854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472589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重复建设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417128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不同部门可能基于相似甚至相同的业务需求产生重复的指标计算工作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6" name="矩形: 圆角 15"/>
          <p:cNvSpPr/>
          <p:nvPr/>
        </p:nvSpPr>
        <p:spPr>
          <a:xfrm>
            <a:off x="668606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731341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频繁出错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675880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基础数据可能存在缺失、 错误或延迟等问题，从而引发指标结果的失真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927358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992979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权责不明</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934632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随着业务发展和组织规模扩大，指标的开发、维护及使用的各个环节可能出现责任分离问 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grpSp>
        <p:nvGrpSpPr>
          <p:cNvPr id="22" name="组合 21"/>
          <p:cNvGrpSpPr/>
          <p:nvPr/>
        </p:nvGrpSpPr>
        <p:grpSpPr>
          <a:xfrm flipV="1">
            <a:off x="2491191"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3" name="任意多边形: 形状 22"/>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5" name="任意多边形: 形状 24"/>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26" name="组合 25"/>
          <p:cNvGrpSpPr/>
          <p:nvPr/>
        </p:nvGrpSpPr>
        <p:grpSpPr>
          <a:xfrm flipV="1">
            <a:off x="5078710"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7" name="任意多边形: 形状 26"/>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8" name="任意多边形: 形状 27"/>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0" name="组合 29"/>
          <p:cNvGrpSpPr/>
          <p:nvPr/>
        </p:nvGrpSpPr>
        <p:grpSpPr>
          <a:xfrm flipV="1">
            <a:off x="7666229"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1" name="任意多边形: 形状 30"/>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任意多边形: 形状 31"/>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4" name="组合 33"/>
          <p:cNvGrpSpPr/>
          <p:nvPr/>
        </p:nvGrpSpPr>
        <p:grpSpPr>
          <a:xfrm flipV="1">
            <a:off x="10253748"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5" name="任意多边形: 形状 34"/>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任意多边形: 形状 35"/>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7" name="任意多边形: 形状 36"/>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8" name="文本框 37"/>
          <p:cNvSpPr txBox="1"/>
          <p:nvPr/>
        </p:nvSpPr>
        <p:spPr>
          <a:xfrm>
            <a:off x="158376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企业需要建立统一的数据管理平台，负责整合各个部门的数据资源，实现数据的集中存储和管理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417128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企业应该制定一套明确的指标管理规范，包括指标的创建、修改、使用和废弃等流程</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75880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优化数据采集和存储流程，确保数据的及时更新和准确记录。采用先进数据库管理系统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9346328" y="453012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通过文化建设，培养员工的数据意识和责任感，鼓励他们积极参与管理工作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6385560"/>
            <a:ext cx="12192000" cy="4724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梯形 42"/>
          <p:cNvSpPr/>
          <p:nvPr/>
        </p:nvSpPr>
        <p:spPr>
          <a:xfrm>
            <a:off x="0" y="6042052"/>
            <a:ext cx="12192000" cy="346634"/>
          </a:xfrm>
          <a:prstGeom prst="trapezoid">
            <a:avLst>
              <a:gd name="adj" fmla="val 225350"/>
            </a:avLst>
          </a:prstGeom>
          <a:gradFill>
            <a:gsLst>
              <a:gs pos="0">
                <a:schemeClr val="accent1"/>
              </a:gs>
              <a:gs pos="83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1649191"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2167232"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建立平台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a:off x="4238217"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4756258"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制定规范</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27243"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345284"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优化流程</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9416269"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9934310"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加强培训</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405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存在问题与解决办法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矩形 2207"/>
          <p:cNvSpPr/>
          <p:nvPr/>
        </p:nvSpPr>
        <p:spPr>
          <a:xfrm>
            <a:off x="7508613" y="4160713"/>
            <a:ext cx="2405618" cy="1336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82" name="直接连接符 2181"/>
          <p:cNvCxnSpPr/>
          <p:nvPr/>
        </p:nvCxnSpPr>
        <p:spPr>
          <a:xfrm>
            <a:off x="2597705" y="132800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58" name="直角三角形 2157"/>
          <p:cNvSpPr/>
          <p:nvPr/>
        </p:nvSpPr>
        <p:spPr>
          <a:xfrm flipH="1">
            <a:off x="9438856" y="2231120"/>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1" name="直角三角形 2150"/>
          <p:cNvSpPr/>
          <p:nvPr/>
        </p:nvSpPr>
        <p:spPr>
          <a:xfrm flipH="1">
            <a:off x="2219700" y="38627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3" name="直角三角形 2152"/>
          <p:cNvSpPr/>
          <p:nvPr/>
        </p:nvSpPr>
        <p:spPr>
          <a:xfrm flipH="1">
            <a:off x="4625318" y="34111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5" name="直角三角形 2154"/>
          <p:cNvSpPr/>
          <p:nvPr/>
        </p:nvSpPr>
        <p:spPr>
          <a:xfrm flipH="1">
            <a:off x="7030936" y="2667084"/>
            <a:ext cx="378006" cy="92932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2479" y="63770"/>
            <a:ext cx="362233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项目开展流程</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49" name="矩形 2148"/>
          <p:cNvSpPr/>
          <p:nvPr/>
        </p:nvSpPr>
        <p:spPr>
          <a:xfrm>
            <a:off x="192088" y="4182177"/>
            <a:ext cx="2405618" cy="1212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0" name="矩形 2149"/>
          <p:cNvSpPr/>
          <p:nvPr/>
        </p:nvSpPr>
        <p:spPr>
          <a:xfrm>
            <a:off x="2597706" y="3862756"/>
            <a:ext cx="2405618" cy="12127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2" name="矩形 2151"/>
          <p:cNvSpPr/>
          <p:nvPr/>
        </p:nvSpPr>
        <p:spPr>
          <a:xfrm>
            <a:off x="5003324" y="3411156"/>
            <a:ext cx="2405618" cy="12127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4" name="矩形 2153"/>
          <p:cNvSpPr/>
          <p:nvPr/>
        </p:nvSpPr>
        <p:spPr>
          <a:xfrm>
            <a:off x="7408942" y="2737934"/>
            <a:ext cx="2405618" cy="12127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69" name="箭头: 五边形 2168"/>
          <p:cNvSpPr/>
          <p:nvPr/>
        </p:nvSpPr>
        <p:spPr>
          <a:xfrm>
            <a:off x="9801622" y="2231120"/>
            <a:ext cx="2390378" cy="1211179"/>
          </a:xfrm>
          <a:prstGeom prst="homePlate">
            <a:avLst>
              <a:gd name="adj" fmla="val 3867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0" name="矩形 2169"/>
          <p:cNvSpPr/>
          <p:nvPr/>
        </p:nvSpPr>
        <p:spPr>
          <a:xfrm>
            <a:off x="192088" y="5637116"/>
            <a:ext cx="11807825" cy="1068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72" name="直接连接符 2171"/>
          <p:cNvCxnSpPr/>
          <p:nvPr/>
        </p:nvCxnSpPr>
        <p:spPr>
          <a:xfrm>
            <a:off x="192087" y="155823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73" name="等腰三角形 2172"/>
          <p:cNvSpPr/>
          <p:nvPr/>
        </p:nvSpPr>
        <p:spPr>
          <a:xfrm rot="5400000">
            <a:off x="174689" y="157563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5" name="文本框 2174"/>
          <p:cNvSpPr txBox="1"/>
          <p:nvPr/>
        </p:nvSpPr>
        <p:spPr>
          <a:xfrm>
            <a:off x="329452" y="4340392"/>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项目开展立项</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7" name="文本框 2176"/>
          <p:cNvSpPr txBox="1"/>
          <p:nvPr/>
        </p:nvSpPr>
        <p:spPr>
          <a:xfrm>
            <a:off x="329452" y="220231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由运营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牵头，成立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PMO</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日完成章程签字</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78" name="文本框 2177"/>
          <p:cNvSpPr txBox="1"/>
          <p:nvPr/>
        </p:nvSpPr>
        <p:spPr>
          <a:xfrm>
            <a:off x="329452" y="178378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9" name="文本框 2178"/>
          <p:cNvSpPr txBox="1"/>
          <p:nvPr/>
        </p:nvSpPr>
        <p:spPr>
          <a:xfrm>
            <a:off x="329452" y="4724169"/>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目标在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个月内将华东基地</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提升至</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0" name="文本框 2179"/>
          <p:cNvSpPr txBox="1"/>
          <p:nvPr/>
        </p:nvSpPr>
        <p:spPr>
          <a:xfrm>
            <a:off x="329452" y="312999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同步设立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，停机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，项目延期罚金</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3" name="等腰三角形 2182"/>
          <p:cNvSpPr/>
          <p:nvPr/>
        </p:nvSpPr>
        <p:spPr>
          <a:xfrm rot="5400000">
            <a:off x="2580307" y="134540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84" name="文本框 2183"/>
          <p:cNvSpPr txBox="1"/>
          <p:nvPr/>
        </p:nvSpPr>
        <p:spPr>
          <a:xfrm>
            <a:off x="2735070" y="197208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跨部门小组采集</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台设备数据，发现质检、待料三大瓶颈</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5" name="文本框 2184"/>
          <p:cNvSpPr txBox="1"/>
          <p:nvPr/>
        </p:nvSpPr>
        <p:spPr>
          <a:xfrm>
            <a:off x="2735070" y="155355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6" name="文本框 2185"/>
          <p:cNvSpPr txBox="1"/>
          <p:nvPr/>
        </p:nvSpPr>
        <p:spPr>
          <a:xfrm>
            <a:off x="2735070" y="289976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输出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瓶颈热力图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并获生产、质量、设备三方签字确认</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7" name="文本框 2186"/>
          <p:cNvSpPr txBox="1"/>
          <p:nvPr/>
        </p:nvSpPr>
        <p:spPr>
          <a:xfrm>
            <a:off x="2705401" y="402449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项目行动诊断</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8" name="文本框 2187"/>
          <p:cNvSpPr txBox="1"/>
          <p:nvPr/>
        </p:nvSpPr>
        <p:spPr>
          <a:xfrm>
            <a:off x="2705401" y="440827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使用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Fluke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振动仪</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Tracker</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小时采完</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万条数据</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189" name="直接连接符 2188"/>
          <p:cNvCxnSpPr/>
          <p:nvPr/>
        </p:nvCxnSpPr>
        <p:spPr>
          <a:xfrm>
            <a:off x="4994251" y="1350648"/>
            <a:ext cx="0" cy="27683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90" name="等腰三角形 2189"/>
          <p:cNvSpPr/>
          <p:nvPr/>
        </p:nvSpPr>
        <p:spPr>
          <a:xfrm rot="5400000">
            <a:off x="4976853" y="1179702"/>
            <a:ext cx="252284" cy="21748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1" name="文本框 2190"/>
          <p:cNvSpPr txBox="1"/>
          <p:nvPr/>
        </p:nvSpPr>
        <p:spPr>
          <a:xfrm>
            <a:off x="5131616" y="1806381"/>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完成数字孪生蓝图：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建模、边缘网关、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排产算法，预计换模时间由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2" name="文本框 2191"/>
          <p:cNvSpPr txBox="1"/>
          <p:nvPr/>
        </p:nvSpPr>
        <p:spPr>
          <a:xfrm>
            <a:off x="5131616" y="1387850"/>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194" name="直接连接符 2193"/>
          <p:cNvCxnSpPr/>
          <p:nvPr/>
        </p:nvCxnSpPr>
        <p:spPr>
          <a:xfrm>
            <a:off x="7399869" y="869801"/>
            <a:ext cx="0" cy="27683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95" name="等腰三角形 2194"/>
          <p:cNvSpPr/>
          <p:nvPr/>
        </p:nvSpPr>
        <p:spPr>
          <a:xfrm rot="5400000">
            <a:off x="7382471" y="887200"/>
            <a:ext cx="252284" cy="217486"/>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6" name="文本框 2195"/>
          <p:cNvSpPr txBox="1"/>
          <p:nvPr/>
        </p:nvSpPr>
        <p:spPr>
          <a:xfrm>
            <a:off x="7537234" y="1513879"/>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日第三方审计：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86.4%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，不良率下降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个月回收，提前两周结项</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7" name="文本框 2196"/>
          <p:cNvSpPr txBox="1"/>
          <p:nvPr/>
        </p:nvSpPr>
        <p:spPr>
          <a:xfrm>
            <a:off x="7537234" y="10953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99" name="文本框 2198"/>
          <p:cNvSpPr txBox="1"/>
          <p:nvPr/>
        </p:nvSpPr>
        <p:spPr>
          <a:xfrm>
            <a:off x="5152470" y="35395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项目设计施工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0" name="文本框 2199"/>
          <p:cNvSpPr txBox="1"/>
          <p:nvPr/>
        </p:nvSpPr>
        <p:spPr>
          <a:xfrm>
            <a:off x="5152470" y="392332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与西门子合作，</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日冻结数字孪生</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3D</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模型精度</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0.5 mm</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1" name="文本框 2200"/>
          <p:cNvSpPr txBox="1"/>
          <p:nvPr/>
        </p:nvSpPr>
        <p:spPr>
          <a:xfrm>
            <a:off x="7528161" y="2895863"/>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项目成果验收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2" name="文本框 2201"/>
          <p:cNvSpPr txBox="1"/>
          <p:nvPr/>
        </p:nvSpPr>
        <p:spPr>
          <a:xfrm>
            <a:off x="7528161" y="3279640"/>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SGS</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第三方功能</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安全双认证，出具蓝标报告</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3" name="文本框 2202"/>
          <p:cNvSpPr txBox="1"/>
          <p:nvPr/>
        </p:nvSpPr>
        <p:spPr>
          <a:xfrm>
            <a:off x="9794816" y="2362829"/>
            <a:ext cx="2119108" cy="94776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4" name="文本框 2203"/>
          <p:cNvSpPr txBox="1"/>
          <p:nvPr/>
        </p:nvSpPr>
        <p:spPr>
          <a:xfrm>
            <a:off x="10417710" y="1219084"/>
            <a:ext cx="95891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90%</a:t>
            </a:r>
            <a:endParaRPr kumimoji="0" lang="zh-CN" altLang="en-US"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05" name="椭圆 2204"/>
          <p:cNvSpPr/>
          <p:nvPr/>
        </p:nvSpPr>
        <p:spPr>
          <a:xfrm>
            <a:off x="10284501" y="874074"/>
            <a:ext cx="1225336" cy="1225336"/>
          </a:xfrm>
          <a:prstGeom prst="ellipse">
            <a:avLst/>
          </a:prstGeom>
          <a:noFill/>
          <a:ln w="76200" cap="flat" cmpd="sng" algn="ctr">
            <a:solidFill>
              <a:schemeClr val="bg1">
                <a:lumMod val="95000"/>
                <a:alpha val="96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6" name="弧形 2205"/>
          <p:cNvSpPr/>
          <p:nvPr/>
        </p:nvSpPr>
        <p:spPr>
          <a:xfrm>
            <a:off x="10284501" y="874074"/>
            <a:ext cx="1225336" cy="1225336"/>
          </a:xfrm>
          <a:prstGeom prst="arc">
            <a:avLst>
              <a:gd name="adj1" fmla="val 16200000"/>
              <a:gd name="adj2" fmla="val 14040000"/>
            </a:avLst>
          </a:prstGeom>
          <a:ln w="152400" cap="rnd">
            <a:solidFill>
              <a:schemeClr val="accent1">
                <a:alpha val="96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7627971" y="3501225"/>
            <a:ext cx="3248097" cy="1857170"/>
          </a:xfrm>
          <a:custGeom>
            <a:avLst/>
            <a:gdLst>
              <a:gd name="connsiteX0" fmla="*/ 3248097 w 3248097"/>
              <a:gd name="connsiteY0" fmla="*/ 0 h 1857170"/>
              <a:gd name="connsiteX1" fmla="*/ 2405618 w 3248097"/>
              <a:gd name="connsiteY1" fmla="*/ 1210936 h 1857170"/>
              <a:gd name="connsiteX2" fmla="*/ 2405618 w 3248097"/>
              <a:gd name="connsiteY2" fmla="*/ 1857170 h 1857170"/>
              <a:gd name="connsiteX3" fmla="*/ 0 w 3248097"/>
              <a:gd name="connsiteY3" fmla="*/ 1857170 h 1857170"/>
              <a:gd name="connsiteX4" fmla="*/ 0 w 3248097"/>
              <a:gd name="connsiteY4" fmla="*/ 520341 h 1857170"/>
              <a:gd name="connsiteX5" fmla="*/ 2405618 w 3248097"/>
              <a:gd name="connsiteY5" fmla="*/ 520341 h 1857170"/>
              <a:gd name="connsiteX6" fmla="*/ 2405618 w 3248097"/>
              <a:gd name="connsiteY6" fmla="*/ 885074 h 185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97" h="1857170">
                <a:moveTo>
                  <a:pt x="3248097" y="0"/>
                </a:moveTo>
                <a:lnTo>
                  <a:pt x="2405618" y="1210936"/>
                </a:lnTo>
                <a:lnTo>
                  <a:pt x="2405618" y="1857170"/>
                </a:lnTo>
                <a:lnTo>
                  <a:pt x="0" y="1857170"/>
                </a:lnTo>
                <a:lnTo>
                  <a:pt x="0" y="520341"/>
                </a:lnTo>
                <a:lnTo>
                  <a:pt x="2405618" y="520341"/>
                </a:lnTo>
                <a:lnTo>
                  <a:pt x="2405618" y="885074"/>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1" name="文本框 2210"/>
          <p:cNvSpPr txBox="1"/>
          <p:nvPr/>
        </p:nvSpPr>
        <p:spPr>
          <a:xfrm>
            <a:off x="7719807" y="4105806"/>
            <a:ext cx="2185352"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“云跃制造”数字孪生产线项目以“立项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验收”五环闭环成功推进</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12" name="矩形 2211"/>
          <p:cNvSpPr/>
          <p:nvPr/>
        </p:nvSpPr>
        <p:spPr>
          <a:xfrm>
            <a:off x="2219700" y="5697496"/>
            <a:ext cx="9717374" cy="94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3" name="文本框 2212"/>
          <p:cNvSpPr txBox="1"/>
          <p:nvPr/>
        </p:nvSpPr>
        <p:spPr>
          <a:xfrm>
            <a:off x="329452" y="5768747"/>
            <a:ext cx="1691259" cy="8052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项目规划</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展示蓝图</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4" name="文本框 2213"/>
          <p:cNvSpPr txBox="1"/>
          <p:nvPr/>
        </p:nvSpPr>
        <p:spPr>
          <a:xfrm>
            <a:off x="2988262"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开展立项</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5" name="文本框 2214"/>
          <p:cNvSpPr txBox="1"/>
          <p:nvPr/>
        </p:nvSpPr>
        <p:spPr>
          <a:xfrm>
            <a:off x="2988262"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定锚定方向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17" name="直接连接符 2216"/>
          <p:cNvCxnSpPr/>
          <p:nvPr/>
        </p:nvCxnSpPr>
        <p:spPr>
          <a:xfrm>
            <a:off x="4301515"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9" name="文本框 2228"/>
          <p:cNvSpPr txBox="1"/>
          <p:nvPr/>
        </p:nvSpPr>
        <p:spPr>
          <a:xfrm>
            <a:off x="5439373"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项目诊断</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5439373"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透视全局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1" name="直接连接符 2230"/>
          <p:cNvCxnSpPr/>
          <p:nvPr/>
        </p:nvCxnSpPr>
        <p:spPr>
          <a:xfrm>
            <a:off x="6752626"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3" name="文本框 2232"/>
          <p:cNvSpPr txBox="1"/>
          <p:nvPr/>
        </p:nvSpPr>
        <p:spPr>
          <a:xfrm>
            <a:off x="789048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设计实施</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4" name="文本框 2233"/>
          <p:cNvSpPr txBox="1"/>
          <p:nvPr/>
        </p:nvSpPr>
        <p:spPr>
          <a:xfrm>
            <a:off x="789048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筑模定形</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5" name="直接连接符 2234"/>
          <p:cNvCxnSpPr/>
          <p:nvPr/>
        </p:nvCxnSpPr>
        <p:spPr>
          <a:xfrm>
            <a:off x="920373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7" name="文本框 2236"/>
          <p:cNvSpPr txBox="1"/>
          <p:nvPr/>
        </p:nvSpPr>
        <p:spPr>
          <a:xfrm>
            <a:off x="1034159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成果验收</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8" name="文本框 2237"/>
          <p:cNvSpPr txBox="1"/>
          <p:nvPr/>
        </p:nvSpPr>
        <p:spPr>
          <a:xfrm>
            <a:off x="1034159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承诺兑现</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9" name="直接连接符 2238"/>
          <p:cNvCxnSpPr/>
          <p:nvPr/>
        </p:nvCxnSpPr>
        <p:spPr>
          <a:xfrm>
            <a:off x="1165484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53" name="任意多边形: 形状 2252"/>
          <p:cNvSpPr/>
          <p:nvPr/>
        </p:nvSpPr>
        <p:spPr>
          <a:xfrm>
            <a:off x="7441369" y="5923766"/>
            <a:ext cx="393961" cy="393961"/>
          </a:xfrm>
          <a:custGeom>
            <a:avLst/>
            <a:gdLst>
              <a:gd name="connsiteX0" fmla="*/ 590700 w 605439"/>
              <a:gd name="connsiteY0" fmla="*/ 208994 h 605439"/>
              <a:gd name="connsiteX1" fmla="*/ 589566 w 605439"/>
              <a:gd name="connsiteY1" fmla="*/ 208994 h 605439"/>
              <a:gd name="connsiteX2" fmla="*/ 498864 w 605439"/>
              <a:gd name="connsiteY2" fmla="*/ 114512 h 605439"/>
              <a:gd name="connsiteX3" fmla="*/ 508312 w 605439"/>
              <a:gd name="connsiteY3" fmla="*/ 72940 h 605439"/>
              <a:gd name="connsiteX4" fmla="*/ 383218 w 605439"/>
              <a:gd name="connsiteY4" fmla="*/ 0 h 605439"/>
              <a:gd name="connsiteX5" fmla="*/ 302342 w 605439"/>
              <a:gd name="connsiteY5" fmla="*/ 51398 h 605439"/>
              <a:gd name="connsiteX6" fmla="*/ 221465 w 605439"/>
              <a:gd name="connsiteY6" fmla="*/ 0 h 605439"/>
              <a:gd name="connsiteX7" fmla="*/ 96371 w 605439"/>
              <a:gd name="connsiteY7" fmla="*/ 72940 h 605439"/>
              <a:gd name="connsiteX8" fmla="*/ 105820 w 605439"/>
              <a:gd name="connsiteY8" fmla="*/ 114512 h 605439"/>
              <a:gd name="connsiteX9" fmla="*/ 15117 w 605439"/>
              <a:gd name="connsiteY9" fmla="*/ 208994 h 605439"/>
              <a:gd name="connsiteX10" fmla="*/ 13983 w 605439"/>
              <a:gd name="connsiteY10" fmla="*/ 208994 h 605439"/>
              <a:gd name="connsiteX11" fmla="*/ 0 w 605439"/>
              <a:gd name="connsiteY11" fmla="*/ 303476 h 605439"/>
              <a:gd name="connsiteX12" fmla="*/ 6047 w 605439"/>
              <a:gd name="connsiteY12" fmla="*/ 366967 h 605439"/>
              <a:gd name="connsiteX13" fmla="*/ 15117 w 605439"/>
              <a:gd name="connsiteY13" fmla="*/ 366589 h 605439"/>
              <a:gd name="connsiteX14" fmla="*/ 105820 w 605439"/>
              <a:gd name="connsiteY14" fmla="*/ 461071 h 605439"/>
              <a:gd name="connsiteX15" fmla="*/ 84656 w 605439"/>
              <a:gd name="connsiteY15" fmla="*/ 521918 h 605439"/>
              <a:gd name="connsiteX16" fmla="*/ 216174 w 605439"/>
              <a:gd name="connsiteY16" fmla="*/ 605439 h 605439"/>
              <a:gd name="connsiteX17" fmla="*/ 302720 w 605439"/>
              <a:gd name="connsiteY17" fmla="*/ 539680 h 605439"/>
              <a:gd name="connsiteX18" fmla="*/ 389265 w 605439"/>
              <a:gd name="connsiteY18" fmla="*/ 605439 h 605439"/>
              <a:gd name="connsiteX19" fmla="*/ 520784 w 605439"/>
              <a:gd name="connsiteY19" fmla="*/ 521918 h 605439"/>
              <a:gd name="connsiteX20" fmla="*/ 499620 w 605439"/>
              <a:gd name="connsiteY20" fmla="*/ 461071 h 605439"/>
              <a:gd name="connsiteX21" fmla="*/ 590322 w 605439"/>
              <a:gd name="connsiteY21" fmla="*/ 366589 h 605439"/>
              <a:gd name="connsiteX22" fmla="*/ 599393 w 605439"/>
              <a:gd name="connsiteY22" fmla="*/ 366967 h 605439"/>
              <a:gd name="connsiteX23" fmla="*/ 605439 w 605439"/>
              <a:gd name="connsiteY23" fmla="*/ 303476 h 605439"/>
              <a:gd name="connsiteX24" fmla="*/ 591456 w 605439"/>
              <a:gd name="connsiteY24" fmla="*/ 208994 h 605439"/>
              <a:gd name="connsiteX25" fmla="*/ 369235 w 605439"/>
              <a:gd name="connsiteY25" fmla="*/ 369613 h 605439"/>
              <a:gd name="connsiteX26" fmla="*/ 302342 w 605439"/>
              <a:gd name="connsiteY26" fmla="*/ 397202 h 605439"/>
              <a:gd name="connsiteX27" fmla="*/ 235449 w 605439"/>
              <a:gd name="connsiteY27" fmla="*/ 369613 h 605439"/>
              <a:gd name="connsiteX28" fmla="*/ 207860 w 605439"/>
              <a:gd name="connsiteY28" fmla="*/ 302720 h 605439"/>
              <a:gd name="connsiteX29" fmla="*/ 235449 w 605439"/>
              <a:gd name="connsiteY29" fmla="*/ 235827 h 605439"/>
              <a:gd name="connsiteX30" fmla="*/ 302342 w 605439"/>
              <a:gd name="connsiteY30" fmla="*/ 208238 h 605439"/>
              <a:gd name="connsiteX31" fmla="*/ 369235 w 605439"/>
              <a:gd name="connsiteY31" fmla="*/ 235827 h 605439"/>
              <a:gd name="connsiteX32" fmla="*/ 396824 w 605439"/>
              <a:gd name="connsiteY32" fmla="*/ 302720 h 605439"/>
              <a:gd name="connsiteX33" fmla="*/ 369235 w 605439"/>
              <a:gd name="connsiteY33" fmla="*/ 369613 h 60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5439" h="605439">
                <a:moveTo>
                  <a:pt x="590700" y="208994"/>
                </a:moveTo>
                <a:lnTo>
                  <a:pt x="589566" y="208994"/>
                </a:lnTo>
                <a:cubicBezTo>
                  <a:pt x="539302" y="208994"/>
                  <a:pt x="498864" y="166666"/>
                  <a:pt x="498864" y="114512"/>
                </a:cubicBezTo>
                <a:cubicBezTo>
                  <a:pt x="498864" y="99395"/>
                  <a:pt x="502265" y="85412"/>
                  <a:pt x="508312" y="72940"/>
                </a:cubicBezTo>
                <a:cubicBezTo>
                  <a:pt x="473077" y="38933"/>
                  <a:pt x="430169" y="13914"/>
                  <a:pt x="383218" y="0"/>
                </a:cubicBezTo>
                <a:cubicBezTo>
                  <a:pt x="368101" y="30612"/>
                  <a:pt x="337489" y="51398"/>
                  <a:pt x="302342" y="51398"/>
                </a:cubicBezTo>
                <a:cubicBezTo>
                  <a:pt x="267195" y="51398"/>
                  <a:pt x="236582" y="30612"/>
                  <a:pt x="221465" y="0"/>
                </a:cubicBezTo>
                <a:cubicBezTo>
                  <a:pt x="174422" y="13700"/>
                  <a:pt x="131465" y="38747"/>
                  <a:pt x="96371" y="72940"/>
                </a:cubicBezTo>
                <a:cubicBezTo>
                  <a:pt x="102418" y="85412"/>
                  <a:pt x="105820" y="99773"/>
                  <a:pt x="105820" y="114512"/>
                </a:cubicBezTo>
                <a:cubicBezTo>
                  <a:pt x="105820" y="166666"/>
                  <a:pt x="65381" y="208994"/>
                  <a:pt x="15117" y="208994"/>
                </a:cubicBezTo>
                <a:lnTo>
                  <a:pt x="13983" y="208994"/>
                </a:lnTo>
                <a:cubicBezTo>
                  <a:pt x="4913" y="238850"/>
                  <a:pt x="0" y="270596"/>
                  <a:pt x="0" y="303476"/>
                </a:cubicBezTo>
                <a:cubicBezTo>
                  <a:pt x="0" y="325017"/>
                  <a:pt x="2268" y="346559"/>
                  <a:pt x="6047" y="366967"/>
                </a:cubicBezTo>
                <a:cubicBezTo>
                  <a:pt x="9070" y="366967"/>
                  <a:pt x="12094" y="366589"/>
                  <a:pt x="15117" y="366589"/>
                </a:cubicBezTo>
                <a:cubicBezTo>
                  <a:pt x="65381" y="366589"/>
                  <a:pt x="105820" y="408917"/>
                  <a:pt x="105820" y="461071"/>
                </a:cubicBezTo>
                <a:cubicBezTo>
                  <a:pt x="105820" y="484125"/>
                  <a:pt x="97883" y="505289"/>
                  <a:pt x="84656" y="521918"/>
                </a:cubicBezTo>
                <a:cubicBezTo>
                  <a:pt x="120438" y="560779"/>
                  <a:pt x="165786" y="589577"/>
                  <a:pt x="216174" y="605439"/>
                </a:cubicBezTo>
                <a:cubicBezTo>
                  <a:pt x="227890" y="567269"/>
                  <a:pt x="262282" y="539680"/>
                  <a:pt x="302720" y="539680"/>
                </a:cubicBezTo>
                <a:cubicBezTo>
                  <a:pt x="343158" y="539680"/>
                  <a:pt x="377549" y="567269"/>
                  <a:pt x="389265" y="605439"/>
                </a:cubicBezTo>
                <a:cubicBezTo>
                  <a:pt x="439611" y="589486"/>
                  <a:pt x="484937" y="560702"/>
                  <a:pt x="520784" y="521918"/>
                </a:cubicBezTo>
                <a:cubicBezTo>
                  <a:pt x="507556" y="505667"/>
                  <a:pt x="499620" y="484125"/>
                  <a:pt x="499620" y="461071"/>
                </a:cubicBezTo>
                <a:cubicBezTo>
                  <a:pt x="499620" y="408917"/>
                  <a:pt x="540058" y="366589"/>
                  <a:pt x="590322" y="366589"/>
                </a:cubicBezTo>
                <a:cubicBezTo>
                  <a:pt x="593346" y="366589"/>
                  <a:pt x="596369" y="366589"/>
                  <a:pt x="599393" y="366967"/>
                </a:cubicBezTo>
                <a:cubicBezTo>
                  <a:pt x="603550" y="346559"/>
                  <a:pt x="605439" y="325395"/>
                  <a:pt x="605439" y="303476"/>
                </a:cubicBezTo>
                <a:cubicBezTo>
                  <a:pt x="605439" y="270596"/>
                  <a:pt x="600526" y="238850"/>
                  <a:pt x="591456" y="208994"/>
                </a:cubicBezTo>
                <a:close/>
                <a:moveTo>
                  <a:pt x="369235" y="369613"/>
                </a:moveTo>
                <a:cubicBezTo>
                  <a:pt x="350716" y="388131"/>
                  <a:pt x="328419" y="397202"/>
                  <a:pt x="302342" y="397202"/>
                </a:cubicBezTo>
                <a:cubicBezTo>
                  <a:pt x="276265" y="397202"/>
                  <a:pt x="253967" y="388131"/>
                  <a:pt x="235449" y="369613"/>
                </a:cubicBezTo>
                <a:cubicBezTo>
                  <a:pt x="216930" y="351094"/>
                  <a:pt x="207860" y="328797"/>
                  <a:pt x="207860" y="302720"/>
                </a:cubicBezTo>
                <a:cubicBezTo>
                  <a:pt x="207860" y="276643"/>
                  <a:pt x="216930" y="254345"/>
                  <a:pt x="235449" y="235827"/>
                </a:cubicBezTo>
                <a:cubicBezTo>
                  <a:pt x="253967" y="217308"/>
                  <a:pt x="276265" y="208238"/>
                  <a:pt x="302342" y="208238"/>
                </a:cubicBezTo>
                <a:cubicBezTo>
                  <a:pt x="328419" y="208238"/>
                  <a:pt x="350716" y="217308"/>
                  <a:pt x="369235" y="235827"/>
                </a:cubicBezTo>
                <a:cubicBezTo>
                  <a:pt x="387753" y="254345"/>
                  <a:pt x="396824" y="276643"/>
                  <a:pt x="396824" y="302720"/>
                </a:cubicBezTo>
                <a:cubicBezTo>
                  <a:pt x="396824" y="328797"/>
                  <a:pt x="387753" y="351094"/>
                  <a:pt x="369235" y="369613"/>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nvGrpSpPr>
          <p:cNvPr id="2262" name="组合 2261"/>
          <p:cNvGrpSpPr/>
          <p:nvPr/>
        </p:nvGrpSpPr>
        <p:grpSpPr>
          <a:xfrm>
            <a:off x="2496407" y="5942107"/>
            <a:ext cx="436702" cy="327526"/>
            <a:chOff x="2643633" y="7391250"/>
            <a:chExt cx="604683" cy="453512"/>
          </a:xfrm>
          <a:solidFill>
            <a:schemeClr val="accent3"/>
          </a:solidFill>
        </p:grpSpPr>
        <p:sp>
          <p:nvSpPr>
            <p:cNvPr id="2256" name="任意多边形: 形状 2255"/>
            <p:cNvSpPr/>
            <p:nvPr/>
          </p:nvSpPr>
          <p:spPr>
            <a:xfrm>
              <a:off x="2643633" y="7391250"/>
              <a:ext cx="604683" cy="187694"/>
            </a:xfrm>
            <a:custGeom>
              <a:avLst/>
              <a:gdLst>
                <a:gd name="connsiteX0" fmla="*/ 566891 w 604683"/>
                <a:gd name="connsiteY0" fmla="*/ 0 h 187694"/>
                <a:gd name="connsiteX1" fmla="*/ 37793 w 604683"/>
                <a:gd name="connsiteY1" fmla="*/ 0 h 187694"/>
                <a:gd name="connsiteX2" fmla="*/ 0 w 604683"/>
                <a:gd name="connsiteY2" fmla="*/ 37793 h 187694"/>
                <a:gd name="connsiteX3" fmla="*/ 0 w 604683"/>
                <a:gd name="connsiteY3" fmla="*/ 44595 h 187694"/>
                <a:gd name="connsiteX4" fmla="*/ 263415 w 604683"/>
                <a:gd name="connsiteY4" fmla="*/ 180649 h 187694"/>
                <a:gd name="connsiteX5" fmla="*/ 317081 w 604683"/>
                <a:gd name="connsiteY5" fmla="*/ 181405 h 187694"/>
                <a:gd name="connsiteX6" fmla="*/ 604684 w 604683"/>
                <a:gd name="connsiteY6" fmla="*/ 44217 h 187694"/>
                <a:gd name="connsiteX7" fmla="*/ 604684 w 604683"/>
                <a:gd name="connsiteY7" fmla="*/ 37793 h 187694"/>
                <a:gd name="connsiteX8" fmla="*/ 566891 w 604683"/>
                <a:gd name="connsiteY8" fmla="*/ 0 h 18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683" h="187694">
                  <a:moveTo>
                    <a:pt x="566891" y="0"/>
                  </a:moveTo>
                  <a:lnTo>
                    <a:pt x="37793" y="0"/>
                  </a:lnTo>
                  <a:cubicBezTo>
                    <a:pt x="17007" y="0"/>
                    <a:pt x="0" y="17007"/>
                    <a:pt x="0" y="37793"/>
                  </a:cubicBezTo>
                  <a:lnTo>
                    <a:pt x="0" y="44595"/>
                  </a:lnTo>
                  <a:lnTo>
                    <a:pt x="263415" y="180649"/>
                  </a:lnTo>
                  <a:cubicBezTo>
                    <a:pt x="281178" y="189719"/>
                    <a:pt x="298940" y="190097"/>
                    <a:pt x="317081" y="181405"/>
                  </a:cubicBezTo>
                  <a:lnTo>
                    <a:pt x="604684" y="44217"/>
                  </a:lnTo>
                  <a:lnTo>
                    <a:pt x="604684" y="37793"/>
                  </a:lnTo>
                  <a:cubicBezTo>
                    <a:pt x="604684" y="17007"/>
                    <a:pt x="587677" y="0"/>
                    <a:pt x="566891" y="0"/>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57" name="任意多边形: 形状 2256"/>
            <p:cNvSpPr/>
            <p:nvPr/>
          </p:nvSpPr>
          <p:spPr>
            <a:xfrm>
              <a:off x="2643633" y="7479307"/>
              <a:ext cx="604683" cy="365455"/>
            </a:xfrm>
            <a:custGeom>
              <a:avLst/>
              <a:gdLst>
                <a:gd name="connsiteX0" fmla="*/ 289492 w 604683"/>
                <a:gd name="connsiteY0" fmla="*/ 138699 h 365455"/>
                <a:gd name="connsiteX1" fmla="*/ 244897 w 604683"/>
                <a:gd name="connsiteY1" fmla="*/ 127361 h 365455"/>
                <a:gd name="connsiteX2" fmla="*/ 0 w 604683"/>
                <a:gd name="connsiteY2" fmla="*/ 1134 h 365455"/>
                <a:gd name="connsiteX3" fmla="*/ 0 w 604683"/>
                <a:gd name="connsiteY3" fmla="*/ 327663 h 365455"/>
                <a:gd name="connsiteX4" fmla="*/ 37793 w 604683"/>
                <a:gd name="connsiteY4" fmla="*/ 365456 h 365455"/>
                <a:gd name="connsiteX5" fmla="*/ 566891 w 604683"/>
                <a:gd name="connsiteY5" fmla="*/ 365456 h 365455"/>
                <a:gd name="connsiteX6" fmla="*/ 604684 w 604683"/>
                <a:gd name="connsiteY6" fmla="*/ 327663 h 365455"/>
                <a:gd name="connsiteX7" fmla="*/ 604684 w 604683"/>
                <a:gd name="connsiteY7" fmla="*/ 0 h 365455"/>
                <a:gd name="connsiteX8" fmla="*/ 334466 w 604683"/>
                <a:gd name="connsiteY8" fmla="*/ 128873 h 365455"/>
                <a:gd name="connsiteX9" fmla="*/ 289492 w 604683"/>
                <a:gd name="connsiteY9" fmla="*/ 138699 h 365455"/>
                <a:gd name="connsiteX10" fmla="*/ 415720 w 604683"/>
                <a:gd name="connsiteY10" fmla="*/ 157596 h 365455"/>
                <a:gd name="connsiteX11" fmla="*/ 428947 w 604683"/>
                <a:gd name="connsiteY11" fmla="*/ 163265 h 365455"/>
                <a:gd name="connsiteX12" fmla="*/ 485637 w 604683"/>
                <a:gd name="connsiteY12" fmla="*/ 219954 h 365455"/>
                <a:gd name="connsiteX13" fmla="*/ 485637 w 604683"/>
                <a:gd name="connsiteY13" fmla="*/ 246786 h 365455"/>
                <a:gd name="connsiteX14" fmla="*/ 428947 w 604683"/>
                <a:gd name="connsiteY14" fmla="*/ 303476 h 365455"/>
                <a:gd name="connsiteX15" fmla="*/ 402493 w 604683"/>
                <a:gd name="connsiteY15" fmla="*/ 303743 h 365455"/>
                <a:gd name="connsiteX16" fmla="*/ 402225 w 604683"/>
                <a:gd name="connsiteY16" fmla="*/ 277288 h 365455"/>
                <a:gd name="connsiteX17" fmla="*/ 402493 w 604683"/>
                <a:gd name="connsiteY17" fmla="*/ 277021 h 365455"/>
                <a:gd name="connsiteX18" fmla="*/ 427058 w 604683"/>
                <a:gd name="connsiteY18" fmla="*/ 252455 h 365455"/>
                <a:gd name="connsiteX19" fmla="*/ 283823 w 604683"/>
                <a:gd name="connsiteY19" fmla="*/ 252455 h 365455"/>
                <a:gd name="connsiteX20" fmla="*/ 264927 w 604683"/>
                <a:gd name="connsiteY20" fmla="*/ 233559 h 365455"/>
                <a:gd name="connsiteX21" fmla="*/ 283823 w 604683"/>
                <a:gd name="connsiteY21" fmla="*/ 214663 h 365455"/>
                <a:gd name="connsiteX22" fmla="*/ 427058 w 604683"/>
                <a:gd name="connsiteY22" fmla="*/ 214663 h 365455"/>
                <a:gd name="connsiteX23" fmla="*/ 402493 w 604683"/>
                <a:gd name="connsiteY23" fmla="*/ 190097 h 365455"/>
                <a:gd name="connsiteX24" fmla="*/ 402111 w 604683"/>
                <a:gd name="connsiteY24" fmla="*/ 163644 h 365455"/>
                <a:gd name="connsiteX25" fmla="*/ 415720 w 604683"/>
                <a:gd name="connsiteY25" fmla="*/ 157974 h 36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4683" h="365455">
                  <a:moveTo>
                    <a:pt x="289492" y="138699"/>
                  </a:moveTo>
                  <a:cubicBezTo>
                    <a:pt x="273619" y="138699"/>
                    <a:pt x="258880" y="134542"/>
                    <a:pt x="244897" y="127361"/>
                  </a:cubicBezTo>
                  <a:lnTo>
                    <a:pt x="0" y="1134"/>
                  </a:lnTo>
                  <a:lnTo>
                    <a:pt x="0" y="327663"/>
                  </a:lnTo>
                  <a:cubicBezTo>
                    <a:pt x="0" y="348449"/>
                    <a:pt x="17007" y="365456"/>
                    <a:pt x="37793" y="365456"/>
                  </a:cubicBezTo>
                  <a:lnTo>
                    <a:pt x="566891" y="365456"/>
                  </a:lnTo>
                  <a:cubicBezTo>
                    <a:pt x="587677" y="365456"/>
                    <a:pt x="604684" y="348449"/>
                    <a:pt x="604684" y="327663"/>
                  </a:cubicBezTo>
                  <a:lnTo>
                    <a:pt x="604684" y="0"/>
                  </a:lnTo>
                  <a:lnTo>
                    <a:pt x="334466" y="128873"/>
                  </a:lnTo>
                  <a:cubicBezTo>
                    <a:pt x="320104" y="135676"/>
                    <a:pt x="305365" y="139077"/>
                    <a:pt x="289492" y="138699"/>
                  </a:cubicBezTo>
                  <a:close/>
                  <a:moveTo>
                    <a:pt x="415720" y="157596"/>
                  </a:moveTo>
                  <a:cubicBezTo>
                    <a:pt x="420633" y="157596"/>
                    <a:pt x="425546" y="159485"/>
                    <a:pt x="428947" y="163265"/>
                  </a:cubicBezTo>
                  <a:lnTo>
                    <a:pt x="485637" y="219954"/>
                  </a:lnTo>
                  <a:cubicBezTo>
                    <a:pt x="493195" y="227512"/>
                    <a:pt x="493195" y="239228"/>
                    <a:pt x="485637" y="246786"/>
                  </a:cubicBezTo>
                  <a:lnTo>
                    <a:pt x="428947" y="303476"/>
                  </a:lnTo>
                  <a:cubicBezTo>
                    <a:pt x="421716" y="310855"/>
                    <a:pt x="409872" y="310974"/>
                    <a:pt x="402493" y="303743"/>
                  </a:cubicBezTo>
                  <a:cubicBezTo>
                    <a:pt x="395113" y="296511"/>
                    <a:pt x="394994" y="284667"/>
                    <a:pt x="402225" y="277288"/>
                  </a:cubicBezTo>
                  <a:cubicBezTo>
                    <a:pt x="402313" y="277198"/>
                    <a:pt x="402403" y="277109"/>
                    <a:pt x="402493" y="277021"/>
                  </a:cubicBezTo>
                  <a:lnTo>
                    <a:pt x="427058" y="252455"/>
                  </a:lnTo>
                  <a:lnTo>
                    <a:pt x="283823" y="252455"/>
                  </a:lnTo>
                  <a:cubicBezTo>
                    <a:pt x="273241" y="252455"/>
                    <a:pt x="264927" y="244141"/>
                    <a:pt x="264927" y="233559"/>
                  </a:cubicBezTo>
                  <a:cubicBezTo>
                    <a:pt x="264927" y="222977"/>
                    <a:pt x="273241" y="214663"/>
                    <a:pt x="283823" y="214663"/>
                  </a:cubicBezTo>
                  <a:lnTo>
                    <a:pt x="427058" y="214663"/>
                  </a:lnTo>
                  <a:lnTo>
                    <a:pt x="402493" y="190097"/>
                  </a:lnTo>
                  <a:cubicBezTo>
                    <a:pt x="395082" y="182898"/>
                    <a:pt x="394912" y="171054"/>
                    <a:pt x="402111" y="163644"/>
                  </a:cubicBezTo>
                  <a:cubicBezTo>
                    <a:pt x="405680" y="159971"/>
                    <a:pt x="410599" y="157921"/>
                    <a:pt x="415720" y="157974"/>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258" name="图形 2248"/>
          <p:cNvSpPr/>
          <p:nvPr/>
        </p:nvSpPr>
        <p:spPr>
          <a:xfrm>
            <a:off x="4947932" y="5934245"/>
            <a:ext cx="419612" cy="376094"/>
          </a:xfrm>
          <a:custGeom>
            <a:avLst/>
            <a:gdLst>
              <a:gd name="connsiteX0" fmla="*/ 605926 w 610569"/>
              <a:gd name="connsiteY0" fmla="*/ 490937 h 547247"/>
              <a:gd name="connsiteX1" fmla="*/ 338353 w 610569"/>
              <a:gd name="connsiteY1" fmla="*/ 19283 h 547247"/>
              <a:gd name="connsiteX2" fmla="*/ 287071 w 610569"/>
              <a:gd name="connsiteY2" fmla="*/ 4806 h 547247"/>
              <a:gd name="connsiteX3" fmla="*/ 272594 w 610569"/>
              <a:gd name="connsiteY3" fmla="*/ 19283 h 547247"/>
              <a:gd name="connsiteX4" fmla="*/ 5022 w 610569"/>
              <a:gd name="connsiteY4" fmla="*/ 490937 h 547247"/>
              <a:gd name="connsiteX5" fmla="*/ 37901 w 610569"/>
              <a:gd name="connsiteY5" fmla="*/ 547248 h 547247"/>
              <a:gd name="connsiteX6" fmla="*/ 572668 w 610569"/>
              <a:gd name="connsiteY6" fmla="*/ 547248 h 547247"/>
              <a:gd name="connsiteX7" fmla="*/ 605548 w 610569"/>
              <a:gd name="connsiteY7" fmla="*/ 490937 h 547247"/>
              <a:gd name="connsiteX8" fmla="*/ 380681 w 610569"/>
              <a:gd name="connsiteY8" fmla="*/ 456545 h 547247"/>
              <a:gd name="connsiteX9" fmla="*/ 370855 w 610569"/>
              <a:gd name="connsiteY9" fmla="*/ 467127 h 547247"/>
              <a:gd name="connsiteX10" fmla="*/ 341755 w 610569"/>
              <a:gd name="connsiteY10" fmla="*/ 462214 h 547247"/>
              <a:gd name="connsiteX11" fmla="*/ 353093 w 610569"/>
              <a:gd name="connsiteY11" fmla="*/ 397211 h 547247"/>
              <a:gd name="connsiteX12" fmla="*/ 345534 w 610569"/>
              <a:gd name="connsiteY12" fmla="*/ 386251 h 547247"/>
              <a:gd name="connsiteX13" fmla="*/ 334574 w 610569"/>
              <a:gd name="connsiteY13" fmla="*/ 393809 h 547247"/>
              <a:gd name="connsiteX14" fmla="*/ 323236 w 610569"/>
              <a:gd name="connsiteY14" fmla="*/ 458813 h 547247"/>
              <a:gd name="connsiteX15" fmla="*/ 286199 w 610569"/>
              <a:gd name="connsiteY15" fmla="*/ 452388 h 547247"/>
              <a:gd name="connsiteX16" fmla="*/ 297537 w 610569"/>
              <a:gd name="connsiteY16" fmla="*/ 387384 h 547247"/>
              <a:gd name="connsiteX17" fmla="*/ 296026 w 610569"/>
              <a:gd name="connsiteY17" fmla="*/ 380204 h 547247"/>
              <a:gd name="connsiteX18" fmla="*/ 289979 w 610569"/>
              <a:gd name="connsiteY18" fmla="*/ 376425 h 547247"/>
              <a:gd name="connsiteX19" fmla="*/ 282798 w 610569"/>
              <a:gd name="connsiteY19" fmla="*/ 377936 h 547247"/>
              <a:gd name="connsiteX20" fmla="*/ 279019 w 610569"/>
              <a:gd name="connsiteY20" fmla="*/ 383983 h 547247"/>
              <a:gd name="connsiteX21" fmla="*/ 267681 w 610569"/>
              <a:gd name="connsiteY21" fmla="*/ 448987 h 547247"/>
              <a:gd name="connsiteX22" fmla="*/ 230644 w 610569"/>
              <a:gd name="connsiteY22" fmla="*/ 442562 h 547247"/>
              <a:gd name="connsiteX23" fmla="*/ 241982 w 610569"/>
              <a:gd name="connsiteY23" fmla="*/ 377558 h 547247"/>
              <a:gd name="connsiteX24" fmla="*/ 234423 w 610569"/>
              <a:gd name="connsiteY24" fmla="*/ 366598 h 547247"/>
              <a:gd name="connsiteX25" fmla="*/ 223464 w 610569"/>
              <a:gd name="connsiteY25" fmla="*/ 374157 h 547247"/>
              <a:gd name="connsiteX26" fmla="*/ 212126 w 610569"/>
              <a:gd name="connsiteY26" fmla="*/ 439161 h 547247"/>
              <a:gd name="connsiteX27" fmla="*/ 183025 w 610569"/>
              <a:gd name="connsiteY27" fmla="*/ 433870 h 547247"/>
              <a:gd name="connsiteX28" fmla="*/ 176601 w 610569"/>
              <a:gd name="connsiteY28" fmla="*/ 422532 h 547247"/>
              <a:gd name="connsiteX29" fmla="*/ 215905 w 610569"/>
              <a:gd name="connsiteY29" fmla="*/ 298194 h 547247"/>
              <a:gd name="connsiteX30" fmla="*/ 231778 w 610569"/>
              <a:gd name="connsiteY30" fmla="*/ 285344 h 547247"/>
              <a:gd name="connsiteX31" fmla="*/ 276751 w 610569"/>
              <a:gd name="connsiteY31" fmla="*/ 280431 h 547247"/>
              <a:gd name="connsiteX32" fmla="*/ 294136 w 610569"/>
              <a:gd name="connsiteY32" fmla="*/ 181414 h 547247"/>
              <a:gd name="connsiteX33" fmla="*/ 305474 w 610569"/>
              <a:gd name="connsiteY33" fmla="*/ 159494 h 547247"/>
              <a:gd name="connsiteX34" fmla="*/ 328149 w 610569"/>
              <a:gd name="connsiteY34" fmla="*/ 152692 h 547247"/>
              <a:gd name="connsiteX35" fmla="*/ 352715 w 610569"/>
              <a:gd name="connsiteY35" fmla="*/ 191240 h 547247"/>
              <a:gd name="connsiteX36" fmla="*/ 335330 w 610569"/>
              <a:gd name="connsiteY36" fmla="*/ 290635 h 547247"/>
              <a:gd name="connsiteX37" fmla="*/ 376146 w 610569"/>
              <a:gd name="connsiteY37" fmla="*/ 311043 h 547247"/>
              <a:gd name="connsiteX38" fmla="*/ 386728 w 610569"/>
              <a:gd name="connsiteY38" fmla="*/ 328806 h 547247"/>
              <a:gd name="connsiteX39" fmla="*/ 381059 w 610569"/>
              <a:gd name="connsiteY39" fmla="*/ 456545 h 54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0569" h="547247">
                <a:moveTo>
                  <a:pt x="605926" y="490937"/>
                </a:moveTo>
                <a:lnTo>
                  <a:pt x="338353" y="19283"/>
                </a:lnTo>
                <a:cubicBezTo>
                  <a:pt x="328190" y="1124"/>
                  <a:pt x="305230" y="-5357"/>
                  <a:pt x="287071" y="4806"/>
                </a:cubicBezTo>
                <a:cubicBezTo>
                  <a:pt x="281002" y="8203"/>
                  <a:pt x="275991" y="13214"/>
                  <a:pt x="272594" y="19283"/>
                </a:cubicBezTo>
                <a:lnTo>
                  <a:pt x="5022" y="490937"/>
                </a:lnTo>
                <a:cubicBezTo>
                  <a:pt x="-9340" y="516258"/>
                  <a:pt x="8801" y="547248"/>
                  <a:pt x="37901" y="547248"/>
                </a:cubicBezTo>
                <a:lnTo>
                  <a:pt x="572668" y="547248"/>
                </a:lnTo>
                <a:cubicBezTo>
                  <a:pt x="601769" y="547248"/>
                  <a:pt x="619909" y="515880"/>
                  <a:pt x="605548" y="490937"/>
                </a:cubicBezTo>
                <a:close/>
                <a:moveTo>
                  <a:pt x="380681" y="456545"/>
                </a:moveTo>
                <a:cubicBezTo>
                  <a:pt x="381437" y="462592"/>
                  <a:pt x="376524" y="468261"/>
                  <a:pt x="370855" y="467127"/>
                </a:cubicBezTo>
                <a:lnTo>
                  <a:pt x="341755" y="462214"/>
                </a:lnTo>
                <a:lnTo>
                  <a:pt x="353093" y="397211"/>
                </a:lnTo>
                <a:cubicBezTo>
                  <a:pt x="353848" y="391920"/>
                  <a:pt x="350447" y="387007"/>
                  <a:pt x="345534" y="386251"/>
                </a:cubicBezTo>
                <a:cubicBezTo>
                  <a:pt x="340243" y="385495"/>
                  <a:pt x="335330" y="388896"/>
                  <a:pt x="334574" y="393809"/>
                </a:cubicBezTo>
                <a:lnTo>
                  <a:pt x="323236" y="458813"/>
                </a:lnTo>
                <a:lnTo>
                  <a:pt x="286199" y="452388"/>
                </a:lnTo>
                <a:lnTo>
                  <a:pt x="297537" y="387384"/>
                </a:lnTo>
                <a:cubicBezTo>
                  <a:pt x="297915" y="384739"/>
                  <a:pt x="297537" y="382471"/>
                  <a:pt x="296026" y="380204"/>
                </a:cubicBezTo>
                <a:cubicBezTo>
                  <a:pt x="294514" y="377936"/>
                  <a:pt x="292246" y="376803"/>
                  <a:pt x="289979" y="376425"/>
                </a:cubicBezTo>
                <a:cubicBezTo>
                  <a:pt x="287333" y="376047"/>
                  <a:pt x="285066" y="376425"/>
                  <a:pt x="282798" y="377936"/>
                </a:cubicBezTo>
                <a:cubicBezTo>
                  <a:pt x="280908" y="379448"/>
                  <a:pt x="279397" y="381716"/>
                  <a:pt x="279019" y="383983"/>
                </a:cubicBezTo>
                <a:lnTo>
                  <a:pt x="267681" y="448987"/>
                </a:lnTo>
                <a:lnTo>
                  <a:pt x="230644" y="442562"/>
                </a:lnTo>
                <a:lnTo>
                  <a:pt x="241982" y="377558"/>
                </a:lnTo>
                <a:cubicBezTo>
                  <a:pt x="242738" y="372267"/>
                  <a:pt x="239336" y="367354"/>
                  <a:pt x="234423" y="366598"/>
                </a:cubicBezTo>
                <a:cubicBezTo>
                  <a:pt x="229132" y="365843"/>
                  <a:pt x="224219" y="369244"/>
                  <a:pt x="223464" y="374157"/>
                </a:cubicBezTo>
                <a:lnTo>
                  <a:pt x="212126" y="439161"/>
                </a:lnTo>
                <a:lnTo>
                  <a:pt x="183025" y="433870"/>
                </a:lnTo>
                <a:cubicBezTo>
                  <a:pt x="178112" y="433114"/>
                  <a:pt x="175089" y="427823"/>
                  <a:pt x="176601" y="422532"/>
                </a:cubicBezTo>
                <a:cubicBezTo>
                  <a:pt x="182647" y="400612"/>
                  <a:pt x="195875" y="359040"/>
                  <a:pt x="215905" y="298194"/>
                </a:cubicBezTo>
                <a:cubicBezTo>
                  <a:pt x="218173" y="291013"/>
                  <a:pt x="224219" y="286100"/>
                  <a:pt x="231778" y="285344"/>
                </a:cubicBezTo>
                <a:lnTo>
                  <a:pt x="276751" y="280431"/>
                </a:lnTo>
                <a:lnTo>
                  <a:pt x="294136" y="181414"/>
                </a:lnTo>
                <a:cubicBezTo>
                  <a:pt x="295648" y="172722"/>
                  <a:pt x="299805" y="164785"/>
                  <a:pt x="305474" y="159494"/>
                </a:cubicBezTo>
                <a:cubicBezTo>
                  <a:pt x="311898" y="153825"/>
                  <a:pt x="319835" y="151180"/>
                  <a:pt x="328149" y="152692"/>
                </a:cubicBezTo>
                <a:cubicBezTo>
                  <a:pt x="345156" y="155715"/>
                  <a:pt x="356116" y="172722"/>
                  <a:pt x="352715" y="191240"/>
                </a:cubicBezTo>
                <a:lnTo>
                  <a:pt x="335330" y="290635"/>
                </a:lnTo>
                <a:lnTo>
                  <a:pt x="376146" y="311043"/>
                </a:lnTo>
                <a:cubicBezTo>
                  <a:pt x="382949" y="314445"/>
                  <a:pt x="386728" y="321247"/>
                  <a:pt x="386728" y="328806"/>
                </a:cubicBezTo>
                <a:cubicBezTo>
                  <a:pt x="383705" y="405147"/>
                  <a:pt x="381815" y="447475"/>
                  <a:pt x="381059" y="456545"/>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61" name="任意多边形: 形状 2260"/>
          <p:cNvSpPr/>
          <p:nvPr/>
        </p:nvSpPr>
        <p:spPr>
          <a:xfrm>
            <a:off x="9894729" y="5916565"/>
            <a:ext cx="391712" cy="391712"/>
          </a:xfrm>
          <a:custGeom>
            <a:avLst/>
            <a:gdLst>
              <a:gd name="connsiteX0" fmla="*/ 491305 w 529098"/>
              <a:gd name="connsiteY0" fmla="*/ 0 h 529098"/>
              <a:gd name="connsiteX1" fmla="*/ 37793 w 529098"/>
              <a:gd name="connsiteY1" fmla="*/ 0 h 529098"/>
              <a:gd name="connsiteX2" fmla="*/ 0 w 529098"/>
              <a:gd name="connsiteY2" fmla="*/ 37793 h 529098"/>
              <a:gd name="connsiteX3" fmla="*/ 0 w 529098"/>
              <a:gd name="connsiteY3" fmla="*/ 491305 h 529098"/>
              <a:gd name="connsiteX4" fmla="*/ 37793 w 529098"/>
              <a:gd name="connsiteY4" fmla="*/ 529098 h 529098"/>
              <a:gd name="connsiteX5" fmla="*/ 491305 w 529098"/>
              <a:gd name="connsiteY5" fmla="*/ 529098 h 529098"/>
              <a:gd name="connsiteX6" fmla="*/ 529098 w 529098"/>
              <a:gd name="connsiteY6" fmla="*/ 491305 h 529098"/>
              <a:gd name="connsiteX7" fmla="*/ 529098 w 529098"/>
              <a:gd name="connsiteY7" fmla="*/ 37793 h 529098"/>
              <a:gd name="connsiteX8" fmla="*/ 491305 w 529098"/>
              <a:gd name="connsiteY8" fmla="*/ 0 h 529098"/>
              <a:gd name="connsiteX9" fmla="*/ 321238 w 529098"/>
              <a:gd name="connsiteY9" fmla="*/ 434616 h 529098"/>
              <a:gd name="connsiteX10" fmla="*/ 151171 w 529098"/>
              <a:gd name="connsiteY10" fmla="*/ 434616 h 529098"/>
              <a:gd name="connsiteX11" fmla="*/ 132275 w 529098"/>
              <a:gd name="connsiteY11" fmla="*/ 415720 h 529098"/>
              <a:gd name="connsiteX12" fmla="*/ 151171 w 529098"/>
              <a:gd name="connsiteY12" fmla="*/ 396824 h 529098"/>
              <a:gd name="connsiteX13" fmla="*/ 321238 w 529098"/>
              <a:gd name="connsiteY13" fmla="*/ 396824 h 529098"/>
              <a:gd name="connsiteX14" fmla="*/ 340135 w 529098"/>
              <a:gd name="connsiteY14" fmla="*/ 415720 h 529098"/>
              <a:gd name="connsiteX15" fmla="*/ 321238 w 529098"/>
              <a:gd name="connsiteY15" fmla="*/ 434616 h 529098"/>
              <a:gd name="connsiteX16" fmla="*/ 397202 w 529098"/>
              <a:gd name="connsiteY16" fmla="*/ 178004 h 529098"/>
              <a:gd name="connsiteX17" fmla="*/ 243763 w 529098"/>
              <a:gd name="connsiteY17" fmla="*/ 331442 h 529098"/>
              <a:gd name="connsiteX18" fmla="*/ 231291 w 529098"/>
              <a:gd name="connsiteY18" fmla="*/ 337111 h 529098"/>
              <a:gd name="connsiteX19" fmla="*/ 177626 w 529098"/>
              <a:gd name="connsiteY19" fmla="*/ 339379 h 529098"/>
              <a:gd name="connsiteX20" fmla="*/ 176114 w 529098"/>
              <a:gd name="connsiteY20" fmla="*/ 339379 h 529098"/>
              <a:gd name="connsiteX21" fmla="*/ 157960 w 529098"/>
              <a:gd name="connsiteY21" fmla="*/ 320060 h 529098"/>
              <a:gd name="connsiteX22" fmla="*/ 157974 w 529098"/>
              <a:gd name="connsiteY22" fmla="*/ 319726 h 529098"/>
              <a:gd name="connsiteX23" fmla="*/ 160241 w 529098"/>
              <a:gd name="connsiteY23" fmla="*/ 266061 h 529098"/>
              <a:gd name="connsiteX24" fmla="*/ 165910 w 529098"/>
              <a:gd name="connsiteY24" fmla="*/ 253589 h 529098"/>
              <a:gd name="connsiteX25" fmla="*/ 319349 w 529098"/>
              <a:gd name="connsiteY25" fmla="*/ 100151 h 529098"/>
              <a:gd name="connsiteX26" fmla="*/ 346181 w 529098"/>
              <a:gd name="connsiteY26" fmla="*/ 100151 h 529098"/>
              <a:gd name="connsiteX27" fmla="*/ 397579 w 529098"/>
              <a:gd name="connsiteY27" fmla="*/ 151549 h 529098"/>
              <a:gd name="connsiteX28" fmla="*/ 397579 w 529098"/>
              <a:gd name="connsiteY28" fmla="*/ 178382 h 5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9098" h="529098">
                <a:moveTo>
                  <a:pt x="491305" y="0"/>
                </a:moveTo>
                <a:lnTo>
                  <a:pt x="37793" y="0"/>
                </a:lnTo>
                <a:cubicBezTo>
                  <a:pt x="17007" y="0"/>
                  <a:pt x="0" y="17007"/>
                  <a:pt x="0" y="37793"/>
                </a:cubicBezTo>
                <a:lnTo>
                  <a:pt x="0" y="491305"/>
                </a:lnTo>
                <a:cubicBezTo>
                  <a:pt x="0" y="512091"/>
                  <a:pt x="17007" y="529098"/>
                  <a:pt x="37793" y="529098"/>
                </a:cubicBezTo>
                <a:lnTo>
                  <a:pt x="491305" y="529098"/>
                </a:lnTo>
                <a:cubicBezTo>
                  <a:pt x="512091" y="529098"/>
                  <a:pt x="529098" y="512091"/>
                  <a:pt x="529098" y="491305"/>
                </a:cubicBezTo>
                <a:lnTo>
                  <a:pt x="529098" y="37793"/>
                </a:lnTo>
                <a:cubicBezTo>
                  <a:pt x="529098" y="17007"/>
                  <a:pt x="512091" y="0"/>
                  <a:pt x="491305" y="0"/>
                </a:cubicBezTo>
                <a:close/>
                <a:moveTo>
                  <a:pt x="321238" y="434616"/>
                </a:moveTo>
                <a:lnTo>
                  <a:pt x="151171" y="434616"/>
                </a:lnTo>
                <a:cubicBezTo>
                  <a:pt x="140589" y="434616"/>
                  <a:pt x="132275" y="426302"/>
                  <a:pt x="132275" y="415720"/>
                </a:cubicBezTo>
                <a:cubicBezTo>
                  <a:pt x="132275" y="405138"/>
                  <a:pt x="140589" y="396824"/>
                  <a:pt x="151171" y="396824"/>
                </a:cubicBezTo>
                <a:lnTo>
                  <a:pt x="321238" y="396824"/>
                </a:lnTo>
                <a:cubicBezTo>
                  <a:pt x="331820" y="396824"/>
                  <a:pt x="340135" y="405138"/>
                  <a:pt x="340135" y="415720"/>
                </a:cubicBezTo>
                <a:cubicBezTo>
                  <a:pt x="340135" y="426302"/>
                  <a:pt x="331820" y="434616"/>
                  <a:pt x="321238" y="434616"/>
                </a:cubicBezTo>
                <a:close/>
                <a:moveTo>
                  <a:pt x="397202" y="178004"/>
                </a:moveTo>
                <a:lnTo>
                  <a:pt x="243763" y="331442"/>
                </a:lnTo>
                <a:cubicBezTo>
                  <a:pt x="240401" y="334739"/>
                  <a:pt x="235986" y="336746"/>
                  <a:pt x="231291" y="337111"/>
                </a:cubicBezTo>
                <a:lnTo>
                  <a:pt x="177626" y="339379"/>
                </a:lnTo>
                <a:lnTo>
                  <a:pt x="176114" y="339379"/>
                </a:lnTo>
                <a:cubicBezTo>
                  <a:pt x="165766" y="339057"/>
                  <a:pt x="157639" y="330408"/>
                  <a:pt x="157960" y="320060"/>
                </a:cubicBezTo>
                <a:cubicBezTo>
                  <a:pt x="157964" y="319949"/>
                  <a:pt x="157968" y="319838"/>
                  <a:pt x="157974" y="319726"/>
                </a:cubicBezTo>
                <a:lnTo>
                  <a:pt x="160241" y="266061"/>
                </a:lnTo>
                <a:cubicBezTo>
                  <a:pt x="160241" y="261148"/>
                  <a:pt x="162509" y="256991"/>
                  <a:pt x="165910" y="253589"/>
                </a:cubicBezTo>
                <a:lnTo>
                  <a:pt x="319349" y="100151"/>
                </a:lnTo>
                <a:cubicBezTo>
                  <a:pt x="326907" y="92592"/>
                  <a:pt x="338623" y="92592"/>
                  <a:pt x="346181" y="100151"/>
                </a:cubicBezTo>
                <a:lnTo>
                  <a:pt x="397579" y="151549"/>
                </a:lnTo>
                <a:cubicBezTo>
                  <a:pt x="405138" y="159107"/>
                  <a:pt x="405138" y="170823"/>
                  <a:pt x="397579" y="178382"/>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21"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192088" y="925974"/>
            <a:ext cx="2161309" cy="735305"/>
          </a:xfrm>
          <a:prstGeom prst="homePlat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箭头: V 形 5"/>
          <p:cNvSpPr/>
          <p:nvPr/>
        </p:nvSpPr>
        <p:spPr>
          <a:xfrm>
            <a:off x="2016976" y="925974"/>
            <a:ext cx="2249427" cy="735305"/>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 name="箭头: V 形 6"/>
          <p:cNvSpPr/>
          <p:nvPr/>
        </p:nvSpPr>
        <p:spPr>
          <a:xfrm>
            <a:off x="3950354" y="925974"/>
            <a:ext cx="2249427" cy="735305"/>
          </a:xfrm>
          <a:prstGeom prst="chevron">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 name="箭头: V 形 7"/>
          <p:cNvSpPr/>
          <p:nvPr/>
        </p:nvSpPr>
        <p:spPr>
          <a:xfrm>
            <a:off x="5883731" y="925974"/>
            <a:ext cx="2249427" cy="735305"/>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V 形 8"/>
          <p:cNvSpPr/>
          <p:nvPr/>
        </p:nvSpPr>
        <p:spPr>
          <a:xfrm>
            <a:off x="7817108" y="925974"/>
            <a:ext cx="2249427" cy="73530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箭头: V 形 9"/>
          <p:cNvSpPr/>
          <p:nvPr/>
        </p:nvSpPr>
        <p:spPr>
          <a:xfrm>
            <a:off x="9750486" y="925974"/>
            <a:ext cx="2249427" cy="735305"/>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95068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420019"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301083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规划排期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椭圆 17"/>
          <p:cNvSpPr/>
          <p:nvPr/>
        </p:nvSpPr>
        <p:spPr>
          <a:xfrm>
            <a:off x="2514898"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492384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执行实施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椭圆 19"/>
          <p:cNvSpPr/>
          <p:nvPr/>
        </p:nvSpPr>
        <p:spPr>
          <a:xfrm>
            <a:off x="4427904"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836848"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进度把控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椭圆 21"/>
          <p:cNvSpPr/>
          <p:nvPr/>
        </p:nvSpPr>
        <p:spPr>
          <a:xfrm>
            <a:off x="6340910"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874985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成果交付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椭圆 23"/>
          <p:cNvSpPr/>
          <p:nvPr/>
        </p:nvSpPr>
        <p:spPr>
          <a:xfrm>
            <a:off x="8253916"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10662859"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复盘改进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椭圆 25"/>
          <p:cNvSpPr/>
          <p:nvPr/>
        </p:nvSpPr>
        <p:spPr>
          <a:xfrm>
            <a:off x="10166922"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26"/>
          <p:cNvSpPr/>
          <p:nvPr/>
        </p:nvSpPr>
        <p:spPr>
          <a:xfrm>
            <a:off x="192088" y="234429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nvSpPr>
        <p:spPr>
          <a:xfrm>
            <a:off x="192088" y="283043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92088" y="3319461"/>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31"/>
          <p:cNvSpPr/>
          <p:nvPr/>
        </p:nvSpPr>
        <p:spPr>
          <a:xfrm>
            <a:off x="192088" y="3805598"/>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33"/>
          <p:cNvSpPr/>
          <p:nvPr/>
        </p:nvSpPr>
        <p:spPr>
          <a:xfrm>
            <a:off x="192088" y="429173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192088" y="477787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192088" y="5264008"/>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192088" y="5750145"/>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38"/>
          <p:cNvSpPr/>
          <p:nvPr/>
        </p:nvSpPr>
        <p:spPr>
          <a:xfrm>
            <a:off x="192088" y="6236282"/>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875100" y="1853590"/>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272426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3573426"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442258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527175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a:off x="6120914"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6970077"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7819240"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a:off x="866840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517565"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36672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1121589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012073"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61236"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3710399"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559562"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5408725"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6257888"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07051"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7956214"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8805377"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594428"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10</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10443591"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1292754"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210592" y="239442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识别需求与分析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210592" y="2880561"/>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组建团队明确分工</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210592" y="336669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时间与成本规划</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210592" y="3852833"/>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风险规划提前避坑</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文本框 68"/>
          <p:cNvSpPr txBox="1"/>
          <p:nvPr/>
        </p:nvSpPr>
        <p:spPr>
          <a:xfrm>
            <a:off x="210592" y="4338969"/>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任务分配与启动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0" name="文本框 69"/>
          <p:cNvSpPr txBox="1"/>
          <p:nvPr/>
        </p:nvSpPr>
        <p:spPr>
          <a:xfrm>
            <a:off x="210592" y="482510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资源协调与支持</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a:off x="210592" y="5311241"/>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质量与进度监控</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210592" y="579737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成果交付与验收</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3" name="文本框 72"/>
          <p:cNvSpPr txBox="1"/>
          <p:nvPr/>
        </p:nvSpPr>
        <p:spPr>
          <a:xfrm>
            <a:off x="210592" y="6283513"/>
            <a:ext cx="1082348"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复盘与改进</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矩形: 圆角 73"/>
          <p:cNvSpPr/>
          <p:nvPr/>
        </p:nvSpPr>
        <p:spPr>
          <a:xfrm>
            <a:off x="1875101" y="2481458"/>
            <a:ext cx="1908230"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文本框 74"/>
          <p:cNvSpPr txBox="1"/>
          <p:nvPr/>
        </p:nvSpPr>
        <p:spPr>
          <a:xfrm>
            <a:off x="3848418" y="2412538"/>
            <a:ext cx="744114"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1.3-3.1</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矩形: 圆角 75"/>
          <p:cNvSpPr/>
          <p:nvPr/>
        </p:nvSpPr>
        <p:spPr>
          <a:xfrm>
            <a:off x="2997781" y="2967595"/>
            <a:ext cx="995099"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4034705" y="2898675"/>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2.10-3.15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8" name="矩形: 圆角 77"/>
          <p:cNvSpPr/>
          <p:nvPr/>
        </p:nvSpPr>
        <p:spPr>
          <a:xfrm>
            <a:off x="3992880" y="3453732"/>
            <a:ext cx="1645920"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663762" y="3384812"/>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3.17-5.12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矩形: 圆角 79"/>
          <p:cNvSpPr/>
          <p:nvPr/>
        </p:nvSpPr>
        <p:spPr>
          <a:xfrm>
            <a:off x="4154194" y="3940977"/>
            <a:ext cx="2186715"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6391887" y="3872057"/>
            <a:ext cx="843501"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3.20-6.8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6371232" y="4427113"/>
            <a:ext cx="2589888"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a:off x="9060414" y="435819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6.10-9.13</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矩形: 圆角 83"/>
          <p:cNvSpPr/>
          <p:nvPr/>
        </p:nvSpPr>
        <p:spPr>
          <a:xfrm>
            <a:off x="7363460" y="4913249"/>
            <a:ext cx="1841500"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文本框 84"/>
          <p:cNvSpPr txBox="1"/>
          <p:nvPr/>
        </p:nvSpPr>
        <p:spPr>
          <a:xfrm>
            <a:off x="9315453" y="484432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7.15-8.15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5061334" y="5409073"/>
            <a:ext cx="4689152" cy="211808"/>
          </a:xfrm>
          <a:prstGeom prst="roundRect">
            <a:avLst>
              <a:gd name="adj" fmla="val 50000"/>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9830144" y="534015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4.20-10.8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8" name="矩形: 圆角 87"/>
          <p:cNvSpPr/>
          <p:nvPr/>
        </p:nvSpPr>
        <p:spPr>
          <a:xfrm>
            <a:off x="9452426" y="5879409"/>
            <a:ext cx="1136011" cy="21180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0639415" y="581048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9.20-11.2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0" name="矩形: 圆角 89"/>
          <p:cNvSpPr/>
          <p:nvPr/>
        </p:nvSpPr>
        <p:spPr>
          <a:xfrm>
            <a:off x="9775831" y="6365546"/>
            <a:ext cx="1136011" cy="21180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962820" y="6296626"/>
            <a:ext cx="1042273"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10.9-11.20</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118" name="图形 91"/>
          <p:cNvGrpSpPr/>
          <p:nvPr/>
        </p:nvGrpSpPr>
        <p:grpSpPr>
          <a:xfrm>
            <a:off x="8370552" y="1148715"/>
            <a:ext cx="301434" cy="301434"/>
            <a:chOff x="8415365" y="1193528"/>
            <a:chExt cx="211808" cy="211808"/>
          </a:xfrm>
          <a:solidFill>
            <a:schemeClr val="accent1"/>
          </a:solidFill>
        </p:grpSpPr>
        <p:sp>
          <p:nvSpPr>
            <p:cNvPr id="119" name="任意多边形: 形状 118"/>
            <p:cNvSpPr/>
            <p:nvPr/>
          </p:nvSpPr>
          <p:spPr>
            <a:xfrm>
              <a:off x="8415365" y="1372241"/>
              <a:ext cx="162165" cy="33095"/>
            </a:xfrm>
            <a:custGeom>
              <a:avLst/>
              <a:gdLst>
                <a:gd name="connsiteX0" fmla="*/ 0 w 162165"/>
                <a:gd name="connsiteY0" fmla="*/ 16548 h 33095"/>
                <a:gd name="connsiteX1" fmla="*/ 16548 w 162165"/>
                <a:gd name="connsiteY1" fmla="*/ 33095 h 33095"/>
                <a:gd name="connsiteX2" fmla="*/ 155960 w 162165"/>
                <a:gd name="connsiteY2" fmla="*/ 33095 h 33095"/>
                <a:gd name="connsiteX3" fmla="*/ 162166 w 162165"/>
                <a:gd name="connsiteY3" fmla="*/ 26890 h 33095"/>
                <a:gd name="connsiteX4" fmla="*/ 162166 w 162165"/>
                <a:gd name="connsiteY4" fmla="*/ 0 h 33095"/>
                <a:gd name="connsiteX5" fmla="*/ 16548 w 162165"/>
                <a:gd name="connsiteY5" fmla="*/ 0 h 33095"/>
                <a:gd name="connsiteX6" fmla="*/ 0 w 162165"/>
                <a:gd name="connsiteY6" fmla="*/ 16548 h 3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5" h="33095">
                  <a:moveTo>
                    <a:pt x="0" y="16548"/>
                  </a:moveTo>
                  <a:cubicBezTo>
                    <a:pt x="0" y="25686"/>
                    <a:pt x="7409" y="33095"/>
                    <a:pt x="16548" y="33095"/>
                  </a:cubicBezTo>
                  <a:lnTo>
                    <a:pt x="155960" y="33095"/>
                  </a:lnTo>
                  <a:cubicBezTo>
                    <a:pt x="159387" y="33095"/>
                    <a:pt x="162166" y="30317"/>
                    <a:pt x="162166" y="26890"/>
                  </a:cubicBezTo>
                  <a:lnTo>
                    <a:pt x="162166" y="0"/>
                  </a:lnTo>
                  <a:lnTo>
                    <a:pt x="16548" y="0"/>
                  </a:lnTo>
                  <a:cubicBezTo>
                    <a:pt x="7409" y="0"/>
                    <a:pt x="0" y="7409"/>
                    <a:pt x="0" y="16548"/>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0" name="任意多边形: 形状 119"/>
            <p:cNvSpPr/>
            <p:nvPr/>
          </p:nvSpPr>
          <p:spPr>
            <a:xfrm>
              <a:off x="8527060" y="1255581"/>
              <a:ext cx="100112" cy="20684"/>
            </a:xfrm>
            <a:custGeom>
              <a:avLst/>
              <a:gdLst>
                <a:gd name="connsiteX0" fmla="*/ 93907 w 100112"/>
                <a:gd name="connsiteY0" fmla="*/ 0 h 20684"/>
                <a:gd name="connsiteX1" fmla="*/ 0 w 100112"/>
                <a:gd name="connsiteY1" fmla="*/ 0 h 20684"/>
                <a:gd name="connsiteX2" fmla="*/ 0 w 100112"/>
                <a:gd name="connsiteY2" fmla="*/ 20684 h 20684"/>
                <a:gd name="connsiteX3" fmla="*/ 93907 w 100112"/>
                <a:gd name="connsiteY3" fmla="*/ 20684 h 20684"/>
                <a:gd name="connsiteX4" fmla="*/ 100112 w 100112"/>
                <a:gd name="connsiteY4" fmla="*/ 14479 h 20684"/>
                <a:gd name="connsiteX5" fmla="*/ 100112 w 100112"/>
                <a:gd name="connsiteY5" fmla="*/ 6205 h 20684"/>
                <a:gd name="connsiteX6" fmla="*/ 93907 w 100112"/>
                <a:gd name="connsiteY6" fmla="*/ 0 h 2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12" h="20684">
                  <a:moveTo>
                    <a:pt x="93907" y="0"/>
                  </a:moveTo>
                  <a:lnTo>
                    <a:pt x="0" y="0"/>
                  </a:lnTo>
                  <a:lnTo>
                    <a:pt x="0" y="20684"/>
                  </a:lnTo>
                  <a:lnTo>
                    <a:pt x="93907" y="20684"/>
                  </a:lnTo>
                  <a:cubicBezTo>
                    <a:pt x="97334" y="20684"/>
                    <a:pt x="100112" y="17906"/>
                    <a:pt x="100112" y="14479"/>
                  </a:cubicBezTo>
                  <a:lnTo>
                    <a:pt x="100112" y="6205"/>
                  </a:lnTo>
                  <a:cubicBezTo>
                    <a:pt x="100112" y="2778"/>
                    <a:pt x="97334" y="0"/>
                    <a:pt x="93907"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1" name="任意多边形: 形状 120"/>
            <p:cNvSpPr/>
            <p:nvPr/>
          </p:nvSpPr>
          <p:spPr>
            <a:xfrm>
              <a:off x="8485691" y="1230759"/>
              <a:ext cx="28958" cy="70326"/>
            </a:xfrm>
            <a:custGeom>
              <a:avLst/>
              <a:gdLst>
                <a:gd name="connsiteX0" fmla="*/ 0 w 28958"/>
                <a:gd name="connsiteY0" fmla="*/ 0 h 70326"/>
                <a:gd name="connsiteX1" fmla="*/ 28958 w 28958"/>
                <a:gd name="connsiteY1" fmla="*/ 0 h 70326"/>
                <a:gd name="connsiteX2" fmla="*/ 28958 w 28958"/>
                <a:gd name="connsiteY2" fmla="*/ 70327 h 70326"/>
                <a:gd name="connsiteX3" fmla="*/ 0 w 28958"/>
                <a:gd name="connsiteY3" fmla="*/ 70327 h 70326"/>
              </a:gdLst>
              <a:ahLst/>
              <a:cxnLst>
                <a:cxn ang="0">
                  <a:pos x="connsiteX0" y="connsiteY0"/>
                </a:cxn>
                <a:cxn ang="0">
                  <a:pos x="connsiteX1" y="connsiteY1"/>
                </a:cxn>
                <a:cxn ang="0">
                  <a:pos x="connsiteX2" y="connsiteY2"/>
                </a:cxn>
                <a:cxn ang="0">
                  <a:pos x="connsiteX3" y="connsiteY3"/>
                </a:cxn>
              </a:cxnLst>
              <a:rect l="l" t="t" r="r" b="b"/>
              <a:pathLst>
                <a:path w="28958" h="70326">
                  <a:moveTo>
                    <a:pt x="0" y="0"/>
                  </a:moveTo>
                  <a:lnTo>
                    <a:pt x="28958" y="0"/>
                  </a:lnTo>
                  <a:lnTo>
                    <a:pt x="28958" y="70327"/>
                  </a:lnTo>
                  <a:lnTo>
                    <a:pt x="0" y="70327"/>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 name="任意多边形: 形状 121"/>
            <p:cNvSpPr/>
            <p:nvPr/>
          </p:nvSpPr>
          <p:spPr>
            <a:xfrm>
              <a:off x="8415365" y="1193528"/>
              <a:ext cx="24821" cy="171516"/>
            </a:xfrm>
            <a:custGeom>
              <a:avLst/>
              <a:gdLst>
                <a:gd name="connsiteX0" fmla="*/ 24821 w 24821"/>
                <a:gd name="connsiteY0" fmla="*/ 166302 h 171516"/>
                <a:gd name="connsiteX1" fmla="*/ 24821 w 24821"/>
                <a:gd name="connsiteY1" fmla="*/ 0 h 171516"/>
                <a:gd name="connsiteX2" fmla="*/ 16548 w 24821"/>
                <a:gd name="connsiteY2" fmla="*/ 0 h 171516"/>
                <a:gd name="connsiteX3" fmla="*/ 0 w 24821"/>
                <a:gd name="connsiteY3" fmla="*/ 16548 h 171516"/>
                <a:gd name="connsiteX4" fmla="*/ 0 w 24821"/>
                <a:gd name="connsiteY4" fmla="*/ 171517 h 171516"/>
                <a:gd name="connsiteX5" fmla="*/ 16548 w 24821"/>
                <a:gd name="connsiteY5" fmla="*/ 166302 h 17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71516">
                  <a:moveTo>
                    <a:pt x="24821" y="166302"/>
                  </a:moveTo>
                  <a:lnTo>
                    <a:pt x="24821" y="0"/>
                  </a:lnTo>
                  <a:lnTo>
                    <a:pt x="16548" y="0"/>
                  </a:lnTo>
                  <a:cubicBezTo>
                    <a:pt x="7409" y="0"/>
                    <a:pt x="0" y="7409"/>
                    <a:pt x="0" y="16548"/>
                  </a:cubicBezTo>
                  <a:lnTo>
                    <a:pt x="0" y="171517"/>
                  </a:lnTo>
                  <a:cubicBezTo>
                    <a:pt x="4695" y="168235"/>
                    <a:pt x="10398" y="166302"/>
                    <a:pt x="16548" y="166302"/>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 name="任意多边形: 形状 122"/>
            <p:cNvSpPr/>
            <p:nvPr/>
          </p:nvSpPr>
          <p:spPr>
            <a:xfrm>
              <a:off x="8452596" y="1193528"/>
              <a:ext cx="124933" cy="166302"/>
            </a:xfrm>
            <a:custGeom>
              <a:avLst/>
              <a:gdLst>
                <a:gd name="connsiteX0" fmla="*/ 74464 w 124933"/>
                <a:gd name="connsiteY0" fmla="*/ 107559 h 166302"/>
                <a:gd name="connsiteX1" fmla="*/ 76532 w 124933"/>
                <a:gd name="connsiteY1" fmla="*/ 107559 h 166302"/>
                <a:gd name="connsiteX2" fmla="*/ 82738 w 124933"/>
                <a:gd name="connsiteY2" fmla="*/ 113764 h 166302"/>
                <a:gd name="connsiteX3" fmla="*/ 76532 w 124933"/>
                <a:gd name="connsiteY3" fmla="*/ 119969 h 166302"/>
                <a:gd name="connsiteX4" fmla="*/ 18616 w 124933"/>
                <a:gd name="connsiteY4" fmla="*/ 119969 h 166302"/>
                <a:gd name="connsiteX5" fmla="*/ 12411 w 124933"/>
                <a:gd name="connsiteY5" fmla="*/ 113764 h 166302"/>
                <a:gd name="connsiteX6" fmla="*/ 18616 w 124933"/>
                <a:gd name="connsiteY6" fmla="*/ 107559 h 166302"/>
                <a:gd name="connsiteX7" fmla="*/ 20684 w 124933"/>
                <a:gd name="connsiteY7" fmla="*/ 107559 h 166302"/>
                <a:gd name="connsiteX8" fmla="*/ 20684 w 124933"/>
                <a:gd name="connsiteY8" fmla="*/ 37232 h 166302"/>
                <a:gd name="connsiteX9" fmla="*/ 18616 w 124933"/>
                <a:gd name="connsiteY9" fmla="*/ 37232 h 166302"/>
                <a:gd name="connsiteX10" fmla="*/ 12411 w 124933"/>
                <a:gd name="connsiteY10" fmla="*/ 31027 h 166302"/>
                <a:gd name="connsiteX11" fmla="*/ 18616 w 124933"/>
                <a:gd name="connsiteY11" fmla="*/ 24821 h 166302"/>
                <a:gd name="connsiteX12" fmla="*/ 76532 w 124933"/>
                <a:gd name="connsiteY12" fmla="*/ 24821 h 166302"/>
                <a:gd name="connsiteX13" fmla="*/ 82738 w 124933"/>
                <a:gd name="connsiteY13" fmla="*/ 31027 h 166302"/>
                <a:gd name="connsiteX14" fmla="*/ 76532 w 124933"/>
                <a:gd name="connsiteY14" fmla="*/ 37232 h 166302"/>
                <a:gd name="connsiteX15" fmla="*/ 74464 w 124933"/>
                <a:gd name="connsiteY15" fmla="*/ 37232 h 166302"/>
                <a:gd name="connsiteX16" fmla="*/ 74464 w 124933"/>
                <a:gd name="connsiteY16" fmla="*/ 49643 h 166302"/>
                <a:gd name="connsiteX17" fmla="*/ 124934 w 124933"/>
                <a:gd name="connsiteY17" fmla="*/ 49643 h 166302"/>
                <a:gd name="connsiteX18" fmla="*/ 124934 w 124933"/>
                <a:gd name="connsiteY18" fmla="*/ 6205 h 166302"/>
                <a:gd name="connsiteX19" fmla="*/ 118728 w 124933"/>
                <a:gd name="connsiteY19" fmla="*/ 0 h 166302"/>
                <a:gd name="connsiteX20" fmla="*/ 0 w 124933"/>
                <a:gd name="connsiteY20" fmla="*/ 0 h 166302"/>
                <a:gd name="connsiteX21" fmla="*/ 0 w 124933"/>
                <a:gd name="connsiteY21" fmla="*/ 166302 h 166302"/>
                <a:gd name="connsiteX22" fmla="*/ 124934 w 124933"/>
                <a:gd name="connsiteY22" fmla="*/ 166302 h 166302"/>
                <a:gd name="connsiteX23" fmla="*/ 124934 w 124933"/>
                <a:gd name="connsiteY23" fmla="*/ 95148 h 166302"/>
                <a:gd name="connsiteX24" fmla="*/ 74464 w 124933"/>
                <a:gd name="connsiteY24" fmla="*/ 95148 h 16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933" h="166302">
                  <a:moveTo>
                    <a:pt x="74464" y="107559"/>
                  </a:moveTo>
                  <a:lnTo>
                    <a:pt x="76532" y="107559"/>
                  </a:lnTo>
                  <a:cubicBezTo>
                    <a:pt x="79959" y="107559"/>
                    <a:pt x="82738" y="110337"/>
                    <a:pt x="82738" y="113764"/>
                  </a:cubicBezTo>
                  <a:cubicBezTo>
                    <a:pt x="82738" y="117191"/>
                    <a:pt x="79959" y="119969"/>
                    <a:pt x="76532" y="119969"/>
                  </a:cubicBezTo>
                  <a:lnTo>
                    <a:pt x="18616" y="119969"/>
                  </a:lnTo>
                  <a:cubicBezTo>
                    <a:pt x="15189" y="119969"/>
                    <a:pt x="12411" y="117191"/>
                    <a:pt x="12411" y="113764"/>
                  </a:cubicBezTo>
                  <a:cubicBezTo>
                    <a:pt x="12411" y="110337"/>
                    <a:pt x="15189" y="107559"/>
                    <a:pt x="18616" y="107559"/>
                  </a:cubicBezTo>
                  <a:lnTo>
                    <a:pt x="20684" y="107559"/>
                  </a:lnTo>
                  <a:lnTo>
                    <a:pt x="20684" y="37232"/>
                  </a:lnTo>
                  <a:lnTo>
                    <a:pt x="18616" y="37232"/>
                  </a:lnTo>
                  <a:cubicBezTo>
                    <a:pt x="15189" y="37232"/>
                    <a:pt x="12411" y="34454"/>
                    <a:pt x="12411" y="31027"/>
                  </a:cubicBezTo>
                  <a:cubicBezTo>
                    <a:pt x="12411" y="27600"/>
                    <a:pt x="15189" y="24821"/>
                    <a:pt x="18616" y="24821"/>
                  </a:cubicBezTo>
                  <a:lnTo>
                    <a:pt x="76532" y="24821"/>
                  </a:lnTo>
                  <a:cubicBezTo>
                    <a:pt x="79959" y="24821"/>
                    <a:pt x="82738" y="27600"/>
                    <a:pt x="82738" y="31027"/>
                  </a:cubicBezTo>
                  <a:cubicBezTo>
                    <a:pt x="82738" y="34454"/>
                    <a:pt x="79959" y="37232"/>
                    <a:pt x="76532" y="37232"/>
                  </a:cubicBezTo>
                  <a:lnTo>
                    <a:pt x="74464" y="37232"/>
                  </a:lnTo>
                  <a:lnTo>
                    <a:pt x="74464" y="49643"/>
                  </a:lnTo>
                  <a:lnTo>
                    <a:pt x="124934" y="49643"/>
                  </a:lnTo>
                  <a:lnTo>
                    <a:pt x="124934" y="6205"/>
                  </a:lnTo>
                  <a:cubicBezTo>
                    <a:pt x="124934" y="2778"/>
                    <a:pt x="122155" y="0"/>
                    <a:pt x="118728" y="0"/>
                  </a:cubicBezTo>
                  <a:lnTo>
                    <a:pt x="0" y="0"/>
                  </a:lnTo>
                  <a:lnTo>
                    <a:pt x="0" y="166302"/>
                  </a:lnTo>
                  <a:lnTo>
                    <a:pt x="124934" y="166302"/>
                  </a:lnTo>
                  <a:lnTo>
                    <a:pt x="124934" y="95148"/>
                  </a:lnTo>
                  <a:lnTo>
                    <a:pt x="74464" y="95148"/>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8589941" y="1306778"/>
              <a:ext cx="24821" cy="34121"/>
            </a:xfrm>
            <a:custGeom>
              <a:avLst/>
              <a:gdLst>
                <a:gd name="connsiteX0" fmla="*/ 20160 w 24821"/>
                <a:gd name="connsiteY0" fmla="*/ 0 h 34121"/>
                <a:gd name="connsiteX1" fmla="*/ 0 w 24821"/>
                <a:gd name="connsiteY1" fmla="*/ 0 h 34121"/>
                <a:gd name="connsiteX2" fmla="*/ 0 w 24821"/>
                <a:gd name="connsiteY2" fmla="*/ 34121 h 34121"/>
                <a:gd name="connsiteX3" fmla="*/ 20160 w 24821"/>
                <a:gd name="connsiteY3" fmla="*/ 34121 h 34121"/>
                <a:gd name="connsiteX4" fmla="*/ 23882 w 24821"/>
                <a:gd name="connsiteY4" fmla="*/ 26677 h 34121"/>
                <a:gd name="connsiteX5" fmla="*/ 16670 w 24821"/>
                <a:gd name="connsiteY5" fmla="*/ 17061 h 34121"/>
                <a:gd name="connsiteX6" fmla="*/ 23882 w 24821"/>
                <a:gd name="connsiteY6" fmla="*/ 7445 h 34121"/>
                <a:gd name="connsiteX7" fmla="*/ 20160 w 24821"/>
                <a:gd name="connsiteY7" fmla="*/ 0 h 34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1" h="34121">
                  <a:moveTo>
                    <a:pt x="20160" y="0"/>
                  </a:moveTo>
                  <a:lnTo>
                    <a:pt x="0" y="0"/>
                  </a:lnTo>
                  <a:lnTo>
                    <a:pt x="0" y="34121"/>
                  </a:lnTo>
                  <a:lnTo>
                    <a:pt x="20160" y="34121"/>
                  </a:lnTo>
                  <a:cubicBezTo>
                    <a:pt x="23994" y="34121"/>
                    <a:pt x="26183" y="29744"/>
                    <a:pt x="23882" y="26677"/>
                  </a:cubicBezTo>
                  <a:lnTo>
                    <a:pt x="16670" y="17061"/>
                  </a:lnTo>
                  <a:lnTo>
                    <a:pt x="23882" y="7445"/>
                  </a:lnTo>
                  <a:cubicBezTo>
                    <a:pt x="26183" y="4378"/>
                    <a:pt x="23994" y="0"/>
                    <a:pt x="20160"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98" name="图形 92"/>
          <p:cNvGrpSpPr/>
          <p:nvPr/>
        </p:nvGrpSpPr>
        <p:grpSpPr>
          <a:xfrm>
            <a:off x="511523" y="1136038"/>
            <a:ext cx="311436" cy="311436"/>
            <a:chOff x="511523" y="1136038"/>
            <a:chExt cx="311436" cy="311436"/>
          </a:xfrm>
          <a:solidFill>
            <a:schemeClr val="accent1">
              <a:lumMod val="75000"/>
            </a:schemeClr>
          </a:solidFill>
        </p:grpSpPr>
        <p:sp>
          <p:nvSpPr>
            <p:cNvPr id="99" name="任意多边形: 形状 98"/>
            <p:cNvSpPr/>
            <p:nvPr/>
          </p:nvSpPr>
          <p:spPr>
            <a:xfrm>
              <a:off x="511523" y="1136038"/>
              <a:ext cx="237226" cy="245536"/>
            </a:xfrm>
            <a:custGeom>
              <a:avLst/>
              <a:gdLst>
                <a:gd name="connsiteX0" fmla="*/ 206813 w 237226"/>
                <a:gd name="connsiteY0" fmla="*/ 0 h 245536"/>
                <a:gd name="connsiteX1" fmla="*/ 30414 w 237226"/>
                <a:gd name="connsiteY1" fmla="*/ 0 h 245536"/>
                <a:gd name="connsiteX2" fmla="*/ 0 w 237226"/>
                <a:gd name="connsiteY2" fmla="*/ 30414 h 245536"/>
                <a:gd name="connsiteX3" fmla="*/ 0 w 237226"/>
                <a:gd name="connsiteY3" fmla="*/ 236394 h 245536"/>
                <a:gd name="connsiteX4" fmla="*/ 16009 w 237226"/>
                <a:gd name="connsiteY4" fmla="*/ 242381 h 245536"/>
                <a:gd name="connsiteX5" fmla="*/ 57517 w 237226"/>
                <a:gd name="connsiteY5" fmla="*/ 194648 h 245536"/>
                <a:gd name="connsiteX6" fmla="*/ 122871 w 237226"/>
                <a:gd name="connsiteY6" fmla="*/ 194648 h 245536"/>
                <a:gd name="connsiteX7" fmla="*/ 122871 w 237226"/>
                <a:gd name="connsiteY7" fmla="*/ 161192 h 245536"/>
                <a:gd name="connsiteX8" fmla="*/ 42579 w 237226"/>
                <a:gd name="connsiteY8" fmla="*/ 161192 h 245536"/>
                <a:gd name="connsiteX9" fmla="*/ 33455 w 237226"/>
                <a:gd name="connsiteY9" fmla="*/ 152068 h 245536"/>
                <a:gd name="connsiteX10" fmla="*/ 42579 w 237226"/>
                <a:gd name="connsiteY10" fmla="*/ 142944 h 245536"/>
                <a:gd name="connsiteX11" fmla="*/ 123771 w 237226"/>
                <a:gd name="connsiteY11" fmla="*/ 142944 h 245536"/>
                <a:gd name="connsiteX12" fmla="*/ 131441 w 237226"/>
                <a:gd name="connsiteY12" fmla="*/ 124696 h 245536"/>
                <a:gd name="connsiteX13" fmla="*/ 42579 w 237226"/>
                <a:gd name="connsiteY13" fmla="*/ 124696 h 245536"/>
                <a:gd name="connsiteX14" fmla="*/ 33455 w 237226"/>
                <a:gd name="connsiteY14" fmla="*/ 115572 h 245536"/>
                <a:gd name="connsiteX15" fmla="*/ 42579 w 237226"/>
                <a:gd name="connsiteY15" fmla="*/ 106448 h 245536"/>
                <a:gd name="connsiteX16" fmla="*/ 237227 w 237226"/>
                <a:gd name="connsiteY16" fmla="*/ 106448 h 245536"/>
                <a:gd name="connsiteX17" fmla="*/ 237227 w 237226"/>
                <a:gd name="connsiteY17" fmla="*/ 30414 h 245536"/>
                <a:gd name="connsiteX18" fmla="*/ 206813 w 237226"/>
                <a:gd name="connsiteY18" fmla="*/ 0 h 245536"/>
                <a:gd name="connsiteX19" fmla="*/ 194648 w 237226"/>
                <a:gd name="connsiteY19" fmla="*/ 88200 h 245536"/>
                <a:gd name="connsiteX20" fmla="*/ 42579 w 237226"/>
                <a:gd name="connsiteY20" fmla="*/ 88200 h 245536"/>
                <a:gd name="connsiteX21" fmla="*/ 33455 w 237226"/>
                <a:gd name="connsiteY21" fmla="*/ 79076 h 245536"/>
                <a:gd name="connsiteX22" fmla="*/ 42579 w 237226"/>
                <a:gd name="connsiteY22" fmla="*/ 69951 h 245536"/>
                <a:gd name="connsiteX23" fmla="*/ 194648 w 237226"/>
                <a:gd name="connsiteY23" fmla="*/ 69951 h 245536"/>
                <a:gd name="connsiteX24" fmla="*/ 203772 w 237226"/>
                <a:gd name="connsiteY24" fmla="*/ 79076 h 245536"/>
                <a:gd name="connsiteX25" fmla="*/ 194648 w 237226"/>
                <a:gd name="connsiteY25" fmla="*/ 88200 h 245536"/>
                <a:gd name="connsiteX26" fmla="*/ 194648 w 237226"/>
                <a:gd name="connsiteY26" fmla="*/ 51703 h 245536"/>
                <a:gd name="connsiteX27" fmla="*/ 42579 w 237226"/>
                <a:gd name="connsiteY27" fmla="*/ 51703 h 245536"/>
                <a:gd name="connsiteX28" fmla="*/ 33455 w 237226"/>
                <a:gd name="connsiteY28" fmla="*/ 42579 h 245536"/>
                <a:gd name="connsiteX29" fmla="*/ 42579 w 237226"/>
                <a:gd name="connsiteY29" fmla="*/ 33455 h 245536"/>
                <a:gd name="connsiteX30" fmla="*/ 194648 w 237226"/>
                <a:gd name="connsiteY30" fmla="*/ 33455 h 245536"/>
                <a:gd name="connsiteX31" fmla="*/ 203772 w 237226"/>
                <a:gd name="connsiteY31" fmla="*/ 42579 h 245536"/>
                <a:gd name="connsiteX32" fmla="*/ 194648 w 237226"/>
                <a:gd name="connsiteY32" fmla="*/ 51703 h 24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226" h="245536">
                  <a:moveTo>
                    <a:pt x="206813" y="0"/>
                  </a:moveTo>
                  <a:lnTo>
                    <a:pt x="30414" y="0"/>
                  </a:lnTo>
                  <a:cubicBezTo>
                    <a:pt x="13617" y="0"/>
                    <a:pt x="0" y="13617"/>
                    <a:pt x="0" y="30414"/>
                  </a:cubicBezTo>
                  <a:lnTo>
                    <a:pt x="0" y="236394"/>
                  </a:lnTo>
                  <a:cubicBezTo>
                    <a:pt x="0" y="244832"/>
                    <a:pt x="10472" y="248749"/>
                    <a:pt x="16009" y="242381"/>
                  </a:cubicBezTo>
                  <a:lnTo>
                    <a:pt x="57517" y="194648"/>
                  </a:lnTo>
                  <a:lnTo>
                    <a:pt x="122871" y="194648"/>
                  </a:lnTo>
                  <a:lnTo>
                    <a:pt x="122871" y="161192"/>
                  </a:lnTo>
                  <a:lnTo>
                    <a:pt x="42579" y="161192"/>
                  </a:lnTo>
                  <a:cubicBezTo>
                    <a:pt x="37540" y="161192"/>
                    <a:pt x="33455" y="157107"/>
                    <a:pt x="33455" y="152068"/>
                  </a:cubicBezTo>
                  <a:cubicBezTo>
                    <a:pt x="33455" y="147029"/>
                    <a:pt x="37540" y="142944"/>
                    <a:pt x="42579" y="142944"/>
                  </a:cubicBezTo>
                  <a:lnTo>
                    <a:pt x="123771" y="142944"/>
                  </a:lnTo>
                  <a:cubicBezTo>
                    <a:pt x="125065" y="136278"/>
                    <a:pt x="127721" y="130096"/>
                    <a:pt x="131441" y="124696"/>
                  </a:cubicBezTo>
                  <a:lnTo>
                    <a:pt x="42579" y="124696"/>
                  </a:lnTo>
                  <a:cubicBezTo>
                    <a:pt x="37540" y="124696"/>
                    <a:pt x="33455" y="120611"/>
                    <a:pt x="33455" y="115572"/>
                  </a:cubicBezTo>
                  <a:cubicBezTo>
                    <a:pt x="33455" y="110533"/>
                    <a:pt x="37540" y="106448"/>
                    <a:pt x="42579" y="106448"/>
                  </a:cubicBezTo>
                  <a:lnTo>
                    <a:pt x="237227" y="106448"/>
                  </a:lnTo>
                  <a:lnTo>
                    <a:pt x="237227" y="30414"/>
                  </a:lnTo>
                  <a:cubicBezTo>
                    <a:pt x="237227" y="13617"/>
                    <a:pt x="223610" y="0"/>
                    <a:pt x="206813" y="0"/>
                  </a:cubicBezTo>
                  <a:close/>
                  <a:moveTo>
                    <a:pt x="194648" y="88200"/>
                  </a:moveTo>
                  <a:lnTo>
                    <a:pt x="42579" y="88200"/>
                  </a:lnTo>
                  <a:cubicBezTo>
                    <a:pt x="37540" y="88200"/>
                    <a:pt x="33455" y="84114"/>
                    <a:pt x="33455" y="79076"/>
                  </a:cubicBezTo>
                  <a:cubicBezTo>
                    <a:pt x="33455" y="74037"/>
                    <a:pt x="37540" y="69951"/>
                    <a:pt x="42579" y="69951"/>
                  </a:cubicBezTo>
                  <a:lnTo>
                    <a:pt x="194648" y="69951"/>
                  </a:lnTo>
                  <a:cubicBezTo>
                    <a:pt x="199686" y="69951"/>
                    <a:pt x="203772" y="74037"/>
                    <a:pt x="203772" y="79076"/>
                  </a:cubicBezTo>
                  <a:cubicBezTo>
                    <a:pt x="203772" y="84114"/>
                    <a:pt x="199686" y="88200"/>
                    <a:pt x="194648" y="88200"/>
                  </a:cubicBezTo>
                  <a:close/>
                  <a:moveTo>
                    <a:pt x="194648" y="51703"/>
                  </a:moveTo>
                  <a:lnTo>
                    <a:pt x="42579" y="51703"/>
                  </a:lnTo>
                  <a:cubicBezTo>
                    <a:pt x="37540" y="51703"/>
                    <a:pt x="33455" y="47618"/>
                    <a:pt x="33455" y="42579"/>
                  </a:cubicBezTo>
                  <a:cubicBezTo>
                    <a:pt x="33455" y="37540"/>
                    <a:pt x="37540" y="33455"/>
                    <a:pt x="42579" y="33455"/>
                  </a:cubicBezTo>
                  <a:lnTo>
                    <a:pt x="194648" y="33455"/>
                  </a:lnTo>
                  <a:cubicBezTo>
                    <a:pt x="199686" y="33455"/>
                    <a:pt x="203772" y="37540"/>
                    <a:pt x="203772" y="42579"/>
                  </a:cubicBezTo>
                  <a:cubicBezTo>
                    <a:pt x="203772" y="47618"/>
                    <a:pt x="199686" y="51703"/>
                    <a:pt x="194648" y="51703"/>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652642" y="1260734"/>
              <a:ext cx="170316" cy="186739"/>
            </a:xfrm>
            <a:custGeom>
              <a:avLst/>
              <a:gdLst>
                <a:gd name="connsiteX0" fmla="*/ 139903 w 170316"/>
                <a:gd name="connsiteY0" fmla="*/ 0 h 186739"/>
                <a:gd name="connsiteX1" fmla="*/ 30414 w 170316"/>
                <a:gd name="connsiteY1" fmla="*/ 0 h 186739"/>
                <a:gd name="connsiteX2" fmla="*/ 0 w 170316"/>
                <a:gd name="connsiteY2" fmla="*/ 30414 h 186739"/>
                <a:gd name="connsiteX3" fmla="*/ 0 w 170316"/>
                <a:gd name="connsiteY3" fmla="*/ 115572 h 186739"/>
                <a:gd name="connsiteX4" fmla="*/ 30414 w 170316"/>
                <a:gd name="connsiteY4" fmla="*/ 145986 h 186739"/>
                <a:gd name="connsiteX5" fmla="*/ 127004 w 170316"/>
                <a:gd name="connsiteY5" fmla="*/ 145986 h 186739"/>
                <a:gd name="connsiteX6" fmla="*/ 154127 w 170316"/>
                <a:gd name="connsiteY6" fmla="*/ 183054 h 186739"/>
                <a:gd name="connsiteX7" fmla="*/ 170317 w 170316"/>
                <a:gd name="connsiteY7" fmla="*/ 177763 h 186739"/>
                <a:gd name="connsiteX8" fmla="*/ 170317 w 170316"/>
                <a:gd name="connsiteY8" fmla="*/ 30414 h 186739"/>
                <a:gd name="connsiteX9" fmla="*/ 139903 w 170316"/>
                <a:gd name="connsiteY9" fmla="*/ 0 h 186739"/>
                <a:gd name="connsiteX10" fmla="*/ 65804 w 170316"/>
                <a:gd name="connsiteY10" fmla="*/ 105251 h 186739"/>
                <a:gd name="connsiteX11" fmla="*/ 39996 w 170316"/>
                <a:gd name="connsiteY11" fmla="*/ 79444 h 186739"/>
                <a:gd name="connsiteX12" fmla="*/ 39996 w 170316"/>
                <a:gd name="connsiteY12" fmla="*/ 66541 h 186739"/>
                <a:gd name="connsiteX13" fmla="*/ 52900 w 170316"/>
                <a:gd name="connsiteY13" fmla="*/ 66541 h 186739"/>
                <a:gd name="connsiteX14" fmla="*/ 72255 w 170316"/>
                <a:gd name="connsiteY14" fmla="*/ 85896 h 186739"/>
                <a:gd name="connsiteX15" fmla="*/ 117417 w 170316"/>
                <a:gd name="connsiteY15" fmla="*/ 40734 h 186739"/>
                <a:gd name="connsiteX16" fmla="*/ 130320 w 170316"/>
                <a:gd name="connsiteY16" fmla="*/ 40734 h 186739"/>
                <a:gd name="connsiteX17" fmla="*/ 130320 w 170316"/>
                <a:gd name="connsiteY17" fmla="*/ 53637 h 186739"/>
                <a:gd name="connsiteX18" fmla="*/ 78706 w 170316"/>
                <a:gd name="connsiteY18" fmla="*/ 105251 h 186739"/>
                <a:gd name="connsiteX19" fmla="*/ 65804 w 170316"/>
                <a:gd name="connsiteY19" fmla="*/ 105251 h 1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0316" h="186739">
                  <a:moveTo>
                    <a:pt x="139903" y="0"/>
                  </a:moveTo>
                  <a:lnTo>
                    <a:pt x="30414" y="0"/>
                  </a:lnTo>
                  <a:cubicBezTo>
                    <a:pt x="13617" y="0"/>
                    <a:pt x="0" y="13617"/>
                    <a:pt x="0" y="30414"/>
                  </a:cubicBezTo>
                  <a:lnTo>
                    <a:pt x="0" y="115572"/>
                  </a:lnTo>
                  <a:cubicBezTo>
                    <a:pt x="0" y="132369"/>
                    <a:pt x="13617" y="145986"/>
                    <a:pt x="30414" y="145986"/>
                  </a:cubicBezTo>
                  <a:lnTo>
                    <a:pt x="127004" y="145986"/>
                  </a:lnTo>
                  <a:lnTo>
                    <a:pt x="154127" y="183054"/>
                  </a:lnTo>
                  <a:cubicBezTo>
                    <a:pt x="159243" y="190046"/>
                    <a:pt x="170317" y="186427"/>
                    <a:pt x="170317" y="177763"/>
                  </a:cubicBezTo>
                  <a:lnTo>
                    <a:pt x="170317" y="30414"/>
                  </a:lnTo>
                  <a:cubicBezTo>
                    <a:pt x="170317" y="13617"/>
                    <a:pt x="156700" y="0"/>
                    <a:pt x="139903" y="0"/>
                  </a:cubicBezTo>
                  <a:close/>
                  <a:moveTo>
                    <a:pt x="65804" y="105251"/>
                  </a:moveTo>
                  <a:lnTo>
                    <a:pt x="39996" y="79444"/>
                  </a:lnTo>
                  <a:cubicBezTo>
                    <a:pt x="36433" y="75881"/>
                    <a:pt x="36433" y="70104"/>
                    <a:pt x="39996" y="66541"/>
                  </a:cubicBezTo>
                  <a:cubicBezTo>
                    <a:pt x="43560" y="62978"/>
                    <a:pt x="49336" y="62978"/>
                    <a:pt x="52900" y="66541"/>
                  </a:cubicBezTo>
                  <a:lnTo>
                    <a:pt x="72255" y="85896"/>
                  </a:lnTo>
                  <a:lnTo>
                    <a:pt x="117417" y="40734"/>
                  </a:lnTo>
                  <a:cubicBezTo>
                    <a:pt x="120980" y="37170"/>
                    <a:pt x="126757" y="37170"/>
                    <a:pt x="130320" y="40734"/>
                  </a:cubicBezTo>
                  <a:cubicBezTo>
                    <a:pt x="133883" y="44297"/>
                    <a:pt x="133883" y="50074"/>
                    <a:pt x="130320" y="53637"/>
                  </a:cubicBezTo>
                  <a:lnTo>
                    <a:pt x="78706" y="105251"/>
                  </a:lnTo>
                  <a:cubicBezTo>
                    <a:pt x="75144" y="108815"/>
                    <a:pt x="69366" y="108815"/>
                    <a:pt x="65804" y="105251"/>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14" name="图形 93"/>
          <p:cNvGrpSpPr/>
          <p:nvPr/>
        </p:nvGrpSpPr>
        <p:grpSpPr>
          <a:xfrm>
            <a:off x="6440547" y="1119732"/>
            <a:ext cx="308742" cy="308742"/>
            <a:chOff x="6489014" y="1168199"/>
            <a:chExt cx="211808" cy="211808"/>
          </a:xfrm>
          <a:solidFill>
            <a:schemeClr val="accent1">
              <a:lumMod val="75000"/>
            </a:schemeClr>
          </a:solidFill>
        </p:grpSpPr>
        <p:sp>
          <p:nvSpPr>
            <p:cNvPr id="115" name="任意多边形: 形状 114"/>
            <p:cNvSpPr/>
            <p:nvPr/>
          </p:nvSpPr>
          <p:spPr>
            <a:xfrm>
              <a:off x="6526376" y="1242938"/>
              <a:ext cx="137084" cy="62329"/>
            </a:xfrm>
            <a:custGeom>
              <a:avLst/>
              <a:gdLst>
                <a:gd name="connsiteX0" fmla="*/ 105912 w 137084"/>
                <a:gd name="connsiteY0" fmla="*/ 0 h 62329"/>
                <a:gd name="connsiteX1" fmla="*/ 31173 w 137084"/>
                <a:gd name="connsiteY1" fmla="*/ 0 h 62329"/>
                <a:gd name="connsiteX2" fmla="*/ 25623 w 137084"/>
                <a:gd name="connsiteY2" fmla="*/ 3430 h 62329"/>
                <a:gd name="connsiteX3" fmla="*/ 663 w 137084"/>
                <a:gd name="connsiteY3" fmla="*/ 53349 h 62329"/>
                <a:gd name="connsiteX4" fmla="*/ 6213 w 137084"/>
                <a:gd name="connsiteY4" fmla="*/ 62329 h 62329"/>
                <a:gd name="connsiteX5" fmla="*/ 130871 w 137084"/>
                <a:gd name="connsiteY5" fmla="*/ 62329 h 62329"/>
                <a:gd name="connsiteX6" fmla="*/ 136421 w 137084"/>
                <a:gd name="connsiteY6" fmla="*/ 53349 h 62329"/>
                <a:gd name="connsiteX7" fmla="*/ 111462 w 137084"/>
                <a:gd name="connsiteY7" fmla="*/ 3430 h 62329"/>
                <a:gd name="connsiteX8" fmla="*/ 105912 w 137084"/>
                <a:gd name="connsiteY8" fmla="*/ 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084" h="62329">
                  <a:moveTo>
                    <a:pt x="105912" y="0"/>
                  </a:moveTo>
                  <a:lnTo>
                    <a:pt x="31173" y="0"/>
                  </a:lnTo>
                  <a:cubicBezTo>
                    <a:pt x="28822" y="0"/>
                    <a:pt x="26673" y="1328"/>
                    <a:pt x="25623" y="3430"/>
                  </a:cubicBezTo>
                  <a:lnTo>
                    <a:pt x="663" y="53349"/>
                  </a:lnTo>
                  <a:cubicBezTo>
                    <a:pt x="-1400" y="57475"/>
                    <a:pt x="1601" y="62329"/>
                    <a:pt x="6213" y="62329"/>
                  </a:cubicBezTo>
                  <a:lnTo>
                    <a:pt x="130871" y="62329"/>
                  </a:lnTo>
                  <a:cubicBezTo>
                    <a:pt x="135484" y="62329"/>
                    <a:pt x="138484" y="57474"/>
                    <a:pt x="136421" y="53349"/>
                  </a:cubicBezTo>
                  <a:lnTo>
                    <a:pt x="111462" y="3430"/>
                  </a:lnTo>
                  <a:cubicBezTo>
                    <a:pt x="110411" y="1328"/>
                    <a:pt x="108262" y="0"/>
                    <a:pt x="105912"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a:off x="6563746" y="1168199"/>
              <a:ext cx="62344" cy="62329"/>
            </a:xfrm>
            <a:custGeom>
              <a:avLst/>
              <a:gdLst>
                <a:gd name="connsiteX0" fmla="*/ 25623 w 62344"/>
                <a:gd name="connsiteY0" fmla="*/ 3430 h 62329"/>
                <a:gd name="connsiteX1" fmla="*/ 663 w 62344"/>
                <a:gd name="connsiteY1" fmla="*/ 53349 h 62329"/>
                <a:gd name="connsiteX2" fmla="*/ 6213 w 62344"/>
                <a:gd name="connsiteY2" fmla="*/ 62329 h 62329"/>
                <a:gd name="connsiteX3" fmla="*/ 56132 w 62344"/>
                <a:gd name="connsiteY3" fmla="*/ 62329 h 62329"/>
                <a:gd name="connsiteX4" fmla="*/ 61682 w 62344"/>
                <a:gd name="connsiteY4" fmla="*/ 53349 h 62329"/>
                <a:gd name="connsiteX5" fmla="*/ 36723 w 62344"/>
                <a:gd name="connsiteY5" fmla="*/ 3430 h 62329"/>
                <a:gd name="connsiteX6" fmla="*/ 25623 w 62344"/>
                <a:gd name="connsiteY6" fmla="*/ 343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44" h="62329">
                  <a:moveTo>
                    <a:pt x="25623" y="3430"/>
                  </a:moveTo>
                  <a:lnTo>
                    <a:pt x="663" y="53349"/>
                  </a:lnTo>
                  <a:cubicBezTo>
                    <a:pt x="-1400" y="57475"/>
                    <a:pt x="1601" y="62329"/>
                    <a:pt x="6213" y="62329"/>
                  </a:cubicBezTo>
                  <a:lnTo>
                    <a:pt x="56132" y="62329"/>
                  </a:lnTo>
                  <a:cubicBezTo>
                    <a:pt x="60745" y="62329"/>
                    <a:pt x="63745" y="57474"/>
                    <a:pt x="61682" y="53349"/>
                  </a:cubicBezTo>
                  <a:lnTo>
                    <a:pt x="36723" y="3430"/>
                  </a:lnTo>
                  <a:cubicBezTo>
                    <a:pt x="34436" y="-1143"/>
                    <a:pt x="27909" y="-1143"/>
                    <a:pt x="25623" y="343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7" name="任意多边形: 形状 116"/>
            <p:cNvSpPr/>
            <p:nvPr/>
          </p:nvSpPr>
          <p:spPr>
            <a:xfrm>
              <a:off x="6489014" y="1317678"/>
              <a:ext cx="211808" cy="62328"/>
            </a:xfrm>
            <a:custGeom>
              <a:avLst/>
              <a:gdLst>
                <a:gd name="connsiteX0" fmla="*/ 180644 w 211808"/>
                <a:gd name="connsiteY0" fmla="*/ 0 h 62328"/>
                <a:gd name="connsiteX1" fmla="*/ 31165 w 211808"/>
                <a:gd name="connsiteY1" fmla="*/ 0 h 62328"/>
                <a:gd name="connsiteX2" fmla="*/ 25615 w 211808"/>
                <a:gd name="connsiteY2" fmla="*/ 3430 h 62328"/>
                <a:gd name="connsiteX3" fmla="*/ 664 w 211808"/>
                <a:gd name="connsiteY3" fmla="*/ 53330 h 62328"/>
                <a:gd name="connsiteX4" fmla="*/ 6226 w 211808"/>
                <a:gd name="connsiteY4" fmla="*/ 62329 h 62328"/>
                <a:gd name="connsiteX5" fmla="*/ 205582 w 211808"/>
                <a:gd name="connsiteY5" fmla="*/ 62329 h 62328"/>
                <a:gd name="connsiteX6" fmla="*/ 211144 w 211808"/>
                <a:gd name="connsiteY6" fmla="*/ 53330 h 62328"/>
                <a:gd name="connsiteX7" fmla="*/ 186194 w 211808"/>
                <a:gd name="connsiteY7" fmla="*/ 3430 h 62328"/>
                <a:gd name="connsiteX8" fmla="*/ 180644 w 211808"/>
                <a:gd name="connsiteY8" fmla="*/ 0 h 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08" h="62328">
                  <a:moveTo>
                    <a:pt x="180644" y="0"/>
                  </a:moveTo>
                  <a:lnTo>
                    <a:pt x="31165" y="0"/>
                  </a:lnTo>
                  <a:cubicBezTo>
                    <a:pt x="28814" y="0"/>
                    <a:pt x="26666" y="1328"/>
                    <a:pt x="25615" y="3430"/>
                  </a:cubicBezTo>
                  <a:lnTo>
                    <a:pt x="664" y="53330"/>
                  </a:lnTo>
                  <a:cubicBezTo>
                    <a:pt x="-1403" y="57464"/>
                    <a:pt x="1604" y="62329"/>
                    <a:pt x="6226" y="62329"/>
                  </a:cubicBezTo>
                  <a:lnTo>
                    <a:pt x="205582" y="62329"/>
                  </a:lnTo>
                  <a:cubicBezTo>
                    <a:pt x="210205" y="62329"/>
                    <a:pt x="213211" y="57464"/>
                    <a:pt x="211144" y="53330"/>
                  </a:cubicBezTo>
                  <a:lnTo>
                    <a:pt x="186194" y="3430"/>
                  </a:lnTo>
                  <a:cubicBezTo>
                    <a:pt x="185143" y="1328"/>
                    <a:pt x="182994" y="0"/>
                    <a:pt x="180644"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1" name="图形 94"/>
          <p:cNvGrpSpPr/>
          <p:nvPr/>
        </p:nvGrpSpPr>
        <p:grpSpPr>
          <a:xfrm>
            <a:off x="2605954" y="1143000"/>
            <a:ext cx="321466" cy="321466"/>
            <a:chOff x="2605954" y="1143000"/>
            <a:chExt cx="321466" cy="321466"/>
          </a:xfrm>
          <a:solidFill>
            <a:schemeClr val="accent1"/>
          </a:solidFill>
        </p:grpSpPr>
        <p:sp>
          <p:nvSpPr>
            <p:cNvPr id="102" name="任意多边形: 形状 101"/>
            <p:cNvSpPr/>
            <p:nvPr/>
          </p:nvSpPr>
          <p:spPr>
            <a:xfrm>
              <a:off x="2605954" y="1196368"/>
              <a:ext cx="75971" cy="37671"/>
            </a:xfrm>
            <a:custGeom>
              <a:avLst/>
              <a:gdLst>
                <a:gd name="connsiteX0" fmla="*/ 9418 w 75971"/>
                <a:gd name="connsiteY0" fmla="*/ 28254 h 37671"/>
                <a:gd name="connsiteX1" fmla="*/ 30780 w 75971"/>
                <a:gd name="connsiteY1" fmla="*/ 28254 h 37671"/>
                <a:gd name="connsiteX2" fmla="*/ 47090 w 75971"/>
                <a:gd name="connsiteY2" fmla="*/ 37672 h 37671"/>
                <a:gd name="connsiteX3" fmla="*/ 63400 w 75971"/>
                <a:gd name="connsiteY3" fmla="*/ 28254 h 37671"/>
                <a:gd name="connsiteX4" fmla="*/ 75971 w 75971"/>
                <a:gd name="connsiteY4" fmla="*/ 28254 h 37671"/>
                <a:gd name="connsiteX5" fmla="*/ 75971 w 75971"/>
                <a:gd name="connsiteY5" fmla="*/ 9418 h 37671"/>
                <a:gd name="connsiteX6" fmla="*/ 63400 w 75971"/>
                <a:gd name="connsiteY6" fmla="*/ 9418 h 37671"/>
                <a:gd name="connsiteX7" fmla="*/ 47090 w 75971"/>
                <a:gd name="connsiteY7" fmla="*/ 0 h 37671"/>
                <a:gd name="connsiteX8" fmla="*/ 30780 w 75971"/>
                <a:gd name="connsiteY8" fmla="*/ 9418 h 37671"/>
                <a:gd name="connsiteX9" fmla="*/ 9418 w 75971"/>
                <a:gd name="connsiteY9" fmla="*/ 9418 h 37671"/>
                <a:gd name="connsiteX10" fmla="*/ 0 w 75971"/>
                <a:gd name="connsiteY10" fmla="*/ 18836 h 37671"/>
                <a:gd name="connsiteX11" fmla="*/ 9418 w 75971"/>
                <a:gd name="connsiteY11" fmla="*/ 28254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71" h="37671">
                  <a:moveTo>
                    <a:pt x="9418" y="28254"/>
                  </a:moveTo>
                  <a:lnTo>
                    <a:pt x="30780" y="28254"/>
                  </a:lnTo>
                  <a:cubicBezTo>
                    <a:pt x="34037" y="33882"/>
                    <a:pt x="40119" y="37672"/>
                    <a:pt x="47090" y="37672"/>
                  </a:cubicBezTo>
                  <a:cubicBezTo>
                    <a:pt x="54061" y="37672"/>
                    <a:pt x="60142" y="33882"/>
                    <a:pt x="63400" y="28254"/>
                  </a:cubicBezTo>
                  <a:lnTo>
                    <a:pt x="75971" y="28254"/>
                  </a:lnTo>
                  <a:lnTo>
                    <a:pt x="75971" y="9418"/>
                  </a:lnTo>
                  <a:lnTo>
                    <a:pt x="63400" y="9418"/>
                  </a:lnTo>
                  <a:cubicBezTo>
                    <a:pt x="60142" y="3790"/>
                    <a:pt x="54060" y="0"/>
                    <a:pt x="47090" y="0"/>
                  </a:cubicBezTo>
                  <a:cubicBezTo>
                    <a:pt x="40119" y="0"/>
                    <a:pt x="34037" y="3790"/>
                    <a:pt x="30780" y="9418"/>
                  </a:cubicBezTo>
                  <a:lnTo>
                    <a:pt x="9418" y="9418"/>
                  </a:lnTo>
                  <a:cubicBezTo>
                    <a:pt x="4217" y="9418"/>
                    <a:pt x="0" y="13635"/>
                    <a:pt x="0" y="18836"/>
                  </a:cubicBezTo>
                  <a:cubicBezTo>
                    <a:pt x="0" y="24037"/>
                    <a:pt x="4217" y="28254"/>
                    <a:pt x="9418" y="28254"/>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2713318" y="1331358"/>
              <a:ext cx="106736" cy="133107"/>
            </a:xfrm>
            <a:custGeom>
              <a:avLst/>
              <a:gdLst>
                <a:gd name="connsiteX0" fmla="*/ 97319 w 106736"/>
                <a:gd name="connsiteY0" fmla="*/ 0 h 133107"/>
                <a:gd name="connsiteX1" fmla="*/ 9418 w 106736"/>
                <a:gd name="connsiteY1" fmla="*/ 0 h 133107"/>
                <a:gd name="connsiteX2" fmla="*/ 0 w 106736"/>
                <a:gd name="connsiteY2" fmla="*/ 9418 h 133107"/>
                <a:gd name="connsiteX3" fmla="*/ 0 w 106736"/>
                <a:gd name="connsiteY3" fmla="*/ 123689 h 133107"/>
                <a:gd name="connsiteX4" fmla="*/ 9418 w 106736"/>
                <a:gd name="connsiteY4" fmla="*/ 133107 h 133107"/>
                <a:gd name="connsiteX5" fmla="*/ 97319 w 106736"/>
                <a:gd name="connsiteY5" fmla="*/ 133107 h 133107"/>
                <a:gd name="connsiteX6" fmla="*/ 106737 w 106736"/>
                <a:gd name="connsiteY6" fmla="*/ 123689 h 133107"/>
                <a:gd name="connsiteX7" fmla="*/ 106737 w 106736"/>
                <a:gd name="connsiteY7" fmla="*/ 9418 h 133107"/>
                <a:gd name="connsiteX8" fmla="*/ 97319 w 106736"/>
                <a:gd name="connsiteY8" fmla="*/ 0 h 13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36" h="133107">
                  <a:moveTo>
                    <a:pt x="97319" y="0"/>
                  </a:moveTo>
                  <a:lnTo>
                    <a:pt x="9418" y="0"/>
                  </a:lnTo>
                  <a:cubicBezTo>
                    <a:pt x="4217" y="0"/>
                    <a:pt x="0" y="4217"/>
                    <a:pt x="0" y="9418"/>
                  </a:cubicBezTo>
                  <a:lnTo>
                    <a:pt x="0" y="123689"/>
                  </a:lnTo>
                  <a:cubicBezTo>
                    <a:pt x="0" y="128890"/>
                    <a:pt x="4217" y="133107"/>
                    <a:pt x="9418" y="133107"/>
                  </a:cubicBezTo>
                  <a:lnTo>
                    <a:pt x="97319" y="133107"/>
                  </a:lnTo>
                  <a:cubicBezTo>
                    <a:pt x="102520" y="133107"/>
                    <a:pt x="106737" y="128890"/>
                    <a:pt x="106737" y="123689"/>
                  </a:cubicBezTo>
                  <a:lnTo>
                    <a:pt x="106737" y="9418"/>
                  </a:lnTo>
                  <a:cubicBezTo>
                    <a:pt x="106737" y="4217"/>
                    <a:pt x="102520" y="0"/>
                    <a:pt x="97319" y="0"/>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a:off x="2855027" y="1196368"/>
              <a:ext cx="72392" cy="37671"/>
            </a:xfrm>
            <a:custGeom>
              <a:avLst/>
              <a:gdLst>
                <a:gd name="connsiteX0" fmla="*/ 2700 w 72392"/>
                <a:gd name="connsiteY0" fmla="*/ 25115 h 37671"/>
                <a:gd name="connsiteX1" fmla="*/ 2700 w 72392"/>
                <a:gd name="connsiteY1" fmla="*/ 28254 h 37671"/>
                <a:gd name="connsiteX2" fmla="*/ 8993 w 72392"/>
                <a:gd name="connsiteY2" fmla="*/ 28254 h 37671"/>
                <a:gd name="connsiteX3" fmla="*/ 25303 w 72392"/>
                <a:gd name="connsiteY3" fmla="*/ 37672 h 37671"/>
                <a:gd name="connsiteX4" fmla="*/ 41613 w 72392"/>
                <a:gd name="connsiteY4" fmla="*/ 28254 h 37671"/>
                <a:gd name="connsiteX5" fmla="*/ 62975 w 72392"/>
                <a:gd name="connsiteY5" fmla="*/ 28254 h 37671"/>
                <a:gd name="connsiteX6" fmla="*/ 72393 w 72392"/>
                <a:gd name="connsiteY6" fmla="*/ 18836 h 37671"/>
                <a:gd name="connsiteX7" fmla="*/ 62975 w 72392"/>
                <a:gd name="connsiteY7" fmla="*/ 9418 h 37671"/>
                <a:gd name="connsiteX8" fmla="*/ 41613 w 72392"/>
                <a:gd name="connsiteY8" fmla="*/ 9418 h 37671"/>
                <a:gd name="connsiteX9" fmla="*/ 25303 w 72392"/>
                <a:gd name="connsiteY9" fmla="*/ 0 h 37671"/>
                <a:gd name="connsiteX10" fmla="*/ 8993 w 72392"/>
                <a:gd name="connsiteY10" fmla="*/ 9418 h 37671"/>
                <a:gd name="connsiteX11" fmla="*/ 0 w 72392"/>
                <a:gd name="connsiteY11" fmla="*/ 9418 h 37671"/>
                <a:gd name="connsiteX12" fmla="*/ 2700 w 72392"/>
                <a:gd name="connsiteY12" fmla="*/ 25115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92" h="37671">
                  <a:moveTo>
                    <a:pt x="2700" y="25115"/>
                  </a:moveTo>
                  <a:lnTo>
                    <a:pt x="2700" y="28254"/>
                  </a:lnTo>
                  <a:lnTo>
                    <a:pt x="8993" y="28254"/>
                  </a:lnTo>
                  <a:cubicBezTo>
                    <a:pt x="12250" y="33882"/>
                    <a:pt x="18332" y="37672"/>
                    <a:pt x="25303" y="37672"/>
                  </a:cubicBezTo>
                  <a:cubicBezTo>
                    <a:pt x="32274" y="37672"/>
                    <a:pt x="38356" y="33882"/>
                    <a:pt x="41613" y="28254"/>
                  </a:cubicBezTo>
                  <a:lnTo>
                    <a:pt x="62975" y="28254"/>
                  </a:lnTo>
                  <a:cubicBezTo>
                    <a:pt x="68176" y="28254"/>
                    <a:pt x="72393" y="24037"/>
                    <a:pt x="72393" y="18836"/>
                  </a:cubicBezTo>
                  <a:cubicBezTo>
                    <a:pt x="72393" y="13635"/>
                    <a:pt x="68176" y="9418"/>
                    <a:pt x="62975" y="9418"/>
                  </a:cubicBezTo>
                  <a:lnTo>
                    <a:pt x="41613" y="9418"/>
                  </a:lnTo>
                  <a:cubicBezTo>
                    <a:pt x="38356" y="3790"/>
                    <a:pt x="32274" y="0"/>
                    <a:pt x="25303" y="0"/>
                  </a:cubicBezTo>
                  <a:cubicBezTo>
                    <a:pt x="18332" y="0"/>
                    <a:pt x="12250" y="3790"/>
                    <a:pt x="8993" y="9418"/>
                  </a:cubicBezTo>
                  <a:lnTo>
                    <a:pt x="0" y="9418"/>
                  </a:lnTo>
                  <a:cubicBezTo>
                    <a:pt x="1742" y="14331"/>
                    <a:pt x="2700" y="19612"/>
                    <a:pt x="2700" y="25115"/>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a:off x="2700761" y="1193229"/>
              <a:ext cx="138129" cy="119294"/>
            </a:xfrm>
            <a:custGeom>
              <a:avLst/>
              <a:gdLst>
                <a:gd name="connsiteX0" fmla="*/ 138130 w 138129"/>
                <a:gd name="connsiteY0" fmla="*/ 28254 h 119294"/>
                <a:gd name="connsiteX1" fmla="*/ 109876 w 138129"/>
                <a:gd name="connsiteY1" fmla="*/ 0 h 119294"/>
                <a:gd name="connsiteX2" fmla="*/ 56508 w 138129"/>
                <a:gd name="connsiteY2" fmla="*/ 0 h 119294"/>
                <a:gd name="connsiteX3" fmla="*/ 43950 w 138129"/>
                <a:gd name="connsiteY3" fmla="*/ 12557 h 119294"/>
                <a:gd name="connsiteX4" fmla="*/ 69065 w 138129"/>
                <a:gd name="connsiteY4" fmla="*/ 37672 h 119294"/>
                <a:gd name="connsiteX5" fmla="*/ 84762 w 138129"/>
                <a:gd name="connsiteY5" fmla="*/ 37672 h 119294"/>
                <a:gd name="connsiteX6" fmla="*/ 94179 w 138129"/>
                <a:gd name="connsiteY6" fmla="*/ 47090 h 119294"/>
                <a:gd name="connsiteX7" fmla="*/ 84762 w 138129"/>
                <a:gd name="connsiteY7" fmla="*/ 56508 h 119294"/>
                <a:gd name="connsiteX8" fmla="*/ 69065 w 138129"/>
                <a:gd name="connsiteY8" fmla="*/ 56508 h 119294"/>
                <a:gd name="connsiteX9" fmla="*/ 29364 w 138129"/>
                <a:gd name="connsiteY9" fmla="*/ 31393 h 119294"/>
                <a:gd name="connsiteX10" fmla="*/ 25115 w 138129"/>
                <a:gd name="connsiteY10" fmla="*/ 31393 h 119294"/>
                <a:gd name="connsiteX11" fmla="*/ 0 w 138129"/>
                <a:gd name="connsiteY11" fmla="*/ 23480 h 119294"/>
                <a:gd name="connsiteX12" fmla="*/ 0 w 138129"/>
                <a:gd name="connsiteY12" fmla="*/ 55845 h 119294"/>
                <a:gd name="connsiteX13" fmla="*/ 18836 w 138129"/>
                <a:gd name="connsiteY13" fmla="*/ 95767 h 119294"/>
                <a:gd name="connsiteX14" fmla="*/ 18836 w 138129"/>
                <a:gd name="connsiteY14" fmla="*/ 119294 h 119294"/>
                <a:gd name="connsiteX15" fmla="*/ 113015 w 138129"/>
                <a:gd name="connsiteY15" fmla="*/ 119294 h 119294"/>
                <a:gd name="connsiteX16" fmla="*/ 113015 w 138129"/>
                <a:gd name="connsiteY16" fmla="*/ 95749 h 119294"/>
                <a:gd name="connsiteX17" fmla="*/ 124317 w 138129"/>
                <a:gd name="connsiteY17" fmla="*/ 87273 h 119294"/>
                <a:gd name="connsiteX18" fmla="*/ 138130 w 138129"/>
                <a:gd name="connsiteY18" fmla="*/ 59647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29" h="119294">
                  <a:moveTo>
                    <a:pt x="138130" y="28254"/>
                  </a:moveTo>
                  <a:cubicBezTo>
                    <a:pt x="138130" y="12675"/>
                    <a:pt x="125455" y="0"/>
                    <a:pt x="109876" y="0"/>
                  </a:cubicBezTo>
                  <a:lnTo>
                    <a:pt x="56508" y="0"/>
                  </a:lnTo>
                  <a:cubicBezTo>
                    <a:pt x="49572" y="0"/>
                    <a:pt x="43950" y="5622"/>
                    <a:pt x="43950" y="12557"/>
                  </a:cubicBezTo>
                  <a:cubicBezTo>
                    <a:pt x="43950" y="26427"/>
                    <a:pt x="55195" y="37672"/>
                    <a:pt x="69065" y="37672"/>
                  </a:cubicBezTo>
                  <a:lnTo>
                    <a:pt x="84762" y="37672"/>
                  </a:lnTo>
                  <a:cubicBezTo>
                    <a:pt x="89963" y="37672"/>
                    <a:pt x="94179" y="41889"/>
                    <a:pt x="94179" y="47090"/>
                  </a:cubicBezTo>
                  <a:cubicBezTo>
                    <a:pt x="94179" y="52291"/>
                    <a:pt x="89963" y="56508"/>
                    <a:pt x="84762" y="56508"/>
                  </a:cubicBezTo>
                  <a:lnTo>
                    <a:pt x="69065" y="56508"/>
                  </a:lnTo>
                  <a:cubicBezTo>
                    <a:pt x="51568" y="56508"/>
                    <a:pt x="36431" y="46228"/>
                    <a:pt x="29364" y="31393"/>
                  </a:cubicBezTo>
                  <a:lnTo>
                    <a:pt x="25115" y="31393"/>
                  </a:lnTo>
                  <a:cubicBezTo>
                    <a:pt x="15781" y="31393"/>
                    <a:pt x="7125" y="28460"/>
                    <a:pt x="0" y="23480"/>
                  </a:cubicBezTo>
                  <a:lnTo>
                    <a:pt x="0" y="55845"/>
                  </a:lnTo>
                  <a:cubicBezTo>
                    <a:pt x="0" y="71424"/>
                    <a:pt x="6956" y="85997"/>
                    <a:pt x="18836" y="95767"/>
                  </a:cubicBezTo>
                  <a:lnTo>
                    <a:pt x="18836" y="119294"/>
                  </a:lnTo>
                  <a:lnTo>
                    <a:pt x="113015" y="119294"/>
                  </a:lnTo>
                  <a:lnTo>
                    <a:pt x="113015" y="95749"/>
                  </a:lnTo>
                  <a:lnTo>
                    <a:pt x="124317" y="87273"/>
                  </a:lnTo>
                  <a:cubicBezTo>
                    <a:pt x="132966" y="80786"/>
                    <a:pt x="138130" y="70459"/>
                    <a:pt x="138130" y="59647"/>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a:off x="2700761" y="1143000"/>
              <a:ext cx="119294" cy="62786"/>
            </a:xfrm>
            <a:custGeom>
              <a:avLst/>
              <a:gdLst>
                <a:gd name="connsiteX0" fmla="*/ 25115 w 119294"/>
                <a:gd name="connsiteY0" fmla="*/ 62786 h 62786"/>
                <a:gd name="connsiteX1" fmla="*/ 56508 w 119294"/>
                <a:gd name="connsiteY1" fmla="*/ 31393 h 62786"/>
                <a:gd name="connsiteX2" fmla="*/ 109876 w 119294"/>
                <a:gd name="connsiteY2" fmla="*/ 31393 h 62786"/>
                <a:gd name="connsiteX3" fmla="*/ 119294 w 119294"/>
                <a:gd name="connsiteY3" fmla="*/ 32341 h 62786"/>
                <a:gd name="connsiteX4" fmla="*/ 119294 w 119294"/>
                <a:gd name="connsiteY4" fmla="*/ 28254 h 62786"/>
                <a:gd name="connsiteX5" fmla="*/ 91040 w 119294"/>
                <a:gd name="connsiteY5" fmla="*/ 0 h 62786"/>
                <a:gd name="connsiteX6" fmla="*/ 28254 w 119294"/>
                <a:gd name="connsiteY6" fmla="*/ 0 h 62786"/>
                <a:gd name="connsiteX7" fmla="*/ 0 w 119294"/>
                <a:gd name="connsiteY7" fmla="*/ 28254 h 62786"/>
                <a:gd name="connsiteX8" fmla="*/ 0 w 119294"/>
                <a:gd name="connsiteY8" fmla="*/ 37672 h 62786"/>
                <a:gd name="connsiteX9" fmla="*/ 25115 w 119294"/>
                <a:gd name="connsiteY9" fmla="*/ 62786 h 6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294" h="62786">
                  <a:moveTo>
                    <a:pt x="25115" y="62786"/>
                  </a:moveTo>
                  <a:cubicBezTo>
                    <a:pt x="25115" y="45476"/>
                    <a:pt x="39198" y="31393"/>
                    <a:pt x="56508" y="31393"/>
                  </a:cubicBezTo>
                  <a:lnTo>
                    <a:pt x="109876" y="31393"/>
                  </a:lnTo>
                  <a:cubicBezTo>
                    <a:pt x="113101" y="31393"/>
                    <a:pt x="116250" y="31720"/>
                    <a:pt x="119294" y="32341"/>
                  </a:cubicBezTo>
                  <a:lnTo>
                    <a:pt x="119294" y="28254"/>
                  </a:lnTo>
                  <a:cubicBezTo>
                    <a:pt x="119294" y="12650"/>
                    <a:pt x="106644" y="0"/>
                    <a:pt x="91040" y="0"/>
                  </a:cubicBezTo>
                  <a:lnTo>
                    <a:pt x="28254" y="0"/>
                  </a:lnTo>
                  <a:cubicBezTo>
                    <a:pt x="12650" y="0"/>
                    <a:pt x="0" y="12650"/>
                    <a:pt x="0" y="28254"/>
                  </a:cubicBezTo>
                  <a:lnTo>
                    <a:pt x="0" y="37672"/>
                  </a:lnTo>
                  <a:cubicBezTo>
                    <a:pt x="0" y="51542"/>
                    <a:pt x="11244" y="62786"/>
                    <a:pt x="25115" y="62786"/>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a:off x="2833240"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5"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8" name="任意多边形: 形状 107"/>
            <p:cNvSpPr/>
            <p:nvPr/>
          </p:nvSpPr>
          <p:spPr>
            <a:xfrm>
              <a:off x="2605954"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4"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9" name="图形 95"/>
          <p:cNvGrpSpPr/>
          <p:nvPr/>
        </p:nvGrpSpPr>
        <p:grpSpPr>
          <a:xfrm>
            <a:off x="4525898" y="1119732"/>
            <a:ext cx="309856" cy="309856"/>
            <a:chOff x="4574922" y="1168756"/>
            <a:chExt cx="211808" cy="211808"/>
          </a:xfrm>
          <a:solidFill>
            <a:schemeClr val="accent1">
              <a:lumMod val="75000"/>
              <a:alpha val="80000"/>
            </a:schemeClr>
          </a:solidFill>
        </p:grpSpPr>
        <p:sp>
          <p:nvSpPr>
            <p:cNvPr id="110" name="任意多边形: 形状 109"/>
            <p:cNvSpPr/>
            <p:nvPr/>
          </p:nvSpPr>
          <p:spPr>
            <a:xfrm>
              <a:off x="4697787" y="1168756"/>
              <a:ext cx="66190" cy="66190"/>
            </a:xfrm>
            <a:custGeom>
              <a:avLst/>
              <a:gdLst>
                <a:gd name="connsiteX0" fmla="*/ 66190 w 66190"/>
                <a:gd name="connsiteY0" fmla="*/ 33095 h 66190"/>
                <a:gd name="connsiteX1" fmla="*/ 33095 w 66190"/>
                <a:gd name="connsiteY1" fmla="*/ 66190 h 66190"/>
                <a:gd name="connsiteX2" fmla="*/ 0 w 66190"/>
                <a:gd name="connsiteY2" fmla="*/ 33095 h 66190"/>
                <a:gd name="connsiteX3" fmla="*/ 33095 w 66190"/>
                <a:gd name="connsiteY3" fmla="*/ 0 h 66190"/>
                <a:gd name="connsiteX4" fmla="*/ 66190 w 66190"/>
                <a:gd name="connsiteY4" fmla="*/ 33095 h 66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90" h="66190">
                  <a:moveTo>
                    <a:pt x="66190" y="33095"/>
                  </a:moveTo>
                  <a:cubicBezTo>
                    <a:pt x="66190" y="51373"/>
                    <a:pt x="51373" y="66190"/>
                    <a:pt x="33095" y="66190"/>
                  </a:cubicBezTo>
                  <a:cubicBezTo>
                    <a:pt x="14817" y="66190"/>
                    <a:pt x="0" y="51373"/>
                    <a:pt x="0" y="33095"/>
                  </a:cubicBezTo>
                  <a:cubicBezTo>
                    <a:pt x="0" y="14817"/>
                    <a:pt x="14817" y="0"/>
                    <a:pt x="33095" y="0"/>
                  </a:cubicBezTo>
                  <a:cubicBezTo>
                    <a:pt x="51373" y="0"/>
                    <a:pt x="66190" y="14817"/>
                    <a:pt x="66190" y="33095"/>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 name="任意多边形: 形状 110"/>
            <p:cNvSpPr/>
            <p:nvPr/>
          </p:nvSpPr>
          <p:spPr>
            <a:xfrm>
              <a:off x="4641939" y="1252320"/>
              <a:ext cx="144790" cy="128243"/>
            </a:xfrm>
            <a:custGeom>
              <a:avLst/>
              <a:gdLst>
                <a:gd name="connsiteX0" fmla="*/ 130829 w 144790"/>
                <a:gd name="connsiteY0" fmla="*/ 44471 h 128243"/>
                <a:gd name="connsiteX1" fmla="*/ 122555 w 144790"/>
                <a:gd name="connsiteY1" fmla="*/ 44471 h 128243"/>
                <a:gd name="connsiteX2" fmla="*/ 136517 w 144790"/>
                <a:gd name="connsiteY2" fmla="*/ 30509 h 128243"/>
                <a:gd name="connsiteX3" fmla="*/ 122555 w 144790"/>
                <a:gd name="connsiteY3" fmla="*/ 16548 h 128243"/>
                <a:gd name="connsiteX4" fmla="*/ 77481 w 144790"/>
                <a:gd name="connsiteY4" fmla="*/ 16548 h 128243"/>
                <a:gd name="connsiteX5" fmla="*/ 64122 w 144790"/>
                <a:gd name="connsiteY5" fmla="*/ 16548 h 128243"/>
                <a:gd name="connsiteX6" fmla="*/ 64122 w 144790"/>
                <a:gd name="connsiteY6" fmla="*/ 0 h 128243"/>
                <a:gd name="connsiteX7" fmla="*/ 64000 w 144790"/>
                <a:gd name="connsiteY7" fmla="*/ 0 h 128243"/>
                <a:gd name="connsiteX8" fmla="*/ 24509 w 144790"/>
                <a:gd name="connsiteY8" fmla="*/ 16358 h 128243"/>
                <a:gd name="connsiteX9" fmla="*/ 16046 w 144790"/>
                <a:gd name="connsiteY9" fmla="*/ 24821 h 128243"/>
                <a:gd name="connsiteX10" fmla="*/ 0 w 144790"/>
                <a:gd name="connsiteY10" fmla="*/ 24821 h 128243"/>
                <a:gd name="connsiteX11" fmla="*/ 0 w 144790"/>
                <a:gd name="connsiteY11" fmla="*/ 111696 h 128243"/>
                <a:gd name="connsiteX12" fmla="*/ 16737 w 144790"/>
                <a:gd name="connsiteY12" fmla="*/ 111696 h 128243"/>
                <a:gd name="connsiteX13" fmla="*/ 27489 w 144790"/>
                <a:gd name="connsiteY13" fmla="*/ 118864 h 128243"/>
                <a:gd name="connsiteX14" fmla="*/ 58468 w 144790"/>
                <a:gd name="connsiteY14" fmla="*/ 128243 h 128243"/>
                <a:gd name="connsiteX15" fmla="*/ 114281 w 144790"/>
                <a:gd name="connsiteY15" fmla="*/ 128243 h 128243"/>
                <a:gd name="connsiteX16" fmla="*/ 128243 w 144790"/>
                <a:gd name="connsiteY16" fmla="*/ 114281 h 128243"/>
                <a:gd name="connsiteX17" fmla="*/ 114281 w 144790"/>
                <a:gd name="connsiteY17" fmla="*/ 100319 h 128243"/>
                <a:gd name="connsiteX18" fmla="*/ 122555 w 144790"/>
                <a:gd name="connsiteY18" fmla="*/ 100319 h 128243"/>
                <a:gd name="connsiteX19" fmla="*/ 136517 w 144790"/>
                <a:gd name="connsiteY19" fmla="*/ 86357 h 128243"/>
                <a:gd name="connsiteX20" fmla="*/ 122555 w 144790"/>
                <a:gd name="connsiteY20" fmla="*/ 72395 h 128243"/>
                <a:gd name="connsiteX21" fmla="*/ 130829 w 144790"/>
                <a:gd name="connsiteY21" fmla="*/ 72395 h 128243"/>
                <a:gd name="connsiteX22" fmla="*/ 144791 w 144790"/>
                <a:gd name="connsiteY22" fmla="*/ 58433 h 128243"/>
                <a:gd name="connsiteX23" fmla="*/ 130829 w 144790"/>
                <a:gd name="connsiteY23" fmla="*/ 44471 h 12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790" h="128243">
                  <a:moveTo>
                    <a:pt x="130829" y="44471"/>
                  </a:moveTo>
                  <a:lnTo>
                    <a:pt x="122555" y="44471"/>
                  </a:lnTo>
                  <a:cubicBezTo>
                    <a:pt x="130266" y="44471"/>
                    <a:pt x="136517" y="38221"/>
                    <a:pt x="136517" y="30509"/>
                  </a:cubicBezTo>
                  <a:cubicBezTo>
                    <a:pt x="136517" y="22798"/>
                    <a:pt x="130266" y="16548"/>
                    <a:pt x="122555" y="16548"/>
                  </a:cubicBezTo>
                  <a:lnTo>
                    <a:pt x="77481" y="16548"/>
                  </a:lnTo>
                  <a:lnTo>
                    <a:pt x="64122" y="16548"/>
                  </a:lnTo>
                  <a:lnTo>
                    <a:pt x="64122" y="0"/>
                  </a:lnTo>
                  <a:lnTo>
                    <a:pt x="64000" y="0"/>
                  </a:lnTo>
                  <a:cubicBezTo>
                    <a:pt x="49082" y="0"/>
                    <a:pt x="35058" y="5809"/>
                    <a:pt x="24509" y="16358"/>
                  </a:cubicBezTo>
                  <a:lnTo>
                    <a:pt x="16046" y="24821"/>
                  </a:lnTo>
                  <a:lnTo>
                    <a:pt x="0" y="24821"/>
                  </a:lnTo>
                  <a:lnTo>
                    <a:pt x="0" y="111696"/>
                  </a:lnTo>
                  <a:lnTo>
                    <a:pt x="16737" y="111696"/>
                  </a:lnTo>
                  <a:lnTo>
                    <a:pt x="27489" y="118864"/>
                  </a:lnTo>
                  <a:cubicBezTo>
                    <a:pt x="36693" y="125000"/>
                    <a:pt x="47406" y="128243"/>
                    <a:pt x="58468" y="128243"/>
                  </a:cubicBezTo>
                  <a:lnTo>
                    <a:pt x="114281" y="128243"/>
                  </a:lnTo>
                  <a:cubicBezTo>
                    <a:pt x="121992" y="128243"/>
                    <a:pt x="128243" y="121992"/>
                    <a:pt x="128243" y="114281"/>
                  </a:cubicBezTo>
                  <a:cubicBezTo>
                    <a:pt x="128243" y="106570"/>
                    <a:pt x="121992" y="100319"/>
                    <a:pt x="114281" y="100319"/>
                  </a:cubicBezTo>
                  <a:lnTo>
                    <a:pt x="122555" y="100319"/>
                  </a:lnTo>
                  <a:cubicBezTo>
                    <a:pt x="130266" y="100319"/>
                    <a:pt x="136517" y="94068"/>
                    <a:pt x="136517" y="86357"/>
                  </a:cubicBezTo>
                  <a:cubicBezTo>
                    <a:pt x="136517" y="78646"/>
                    <a:pt x="130266" y="72395"/>
                    <a:pt x="122555" y="72395"/>
                  </a:cubicBezTo>
                  <a:lnTo>
                    <a:pt x="130829" y="72395"/>
                  </a:lnTo>
                  <a:cubicBezTo>
                    <a:pt x="138540" y="72395"/>
                    <a:pt x="144791" y="66145"/>
                    <a:pt x="144791" y="58433"/>
                  </a:cubicBezTo>
                  <a:cubicBezTo>
                    <a:pt x="144791" y="50722"/>
                    <a:pt x="138540" y="44471"/>
                    <a:pt x="130829" y="44471"/>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任意多边形: 形状 111"/>
            <p:cNvSpPr/>
            <p:nvPr/>
          </p:nvSpPr>
          <p:spPr>
            <a:xfrm>
              <a:off x="4574922" y="1260594"/>
              <a:ext cx="54606" cy="115832"/>
            </a:xfrm>
            <a:custGeom>
              <a:avLst/>
              <a:gdLst>
                <a:gd name="connsiteX0" fmla="*/ 48401 w 54606"/>
                <a:gd name="connsiteY0" fmla="*/ 0 h 115832"/>
                <a:gd name="connsiteX1" fmla="*/ 6205 w 54606"/>
                <a:gd name="connsiteY1" fmla="*/ 0 h 115832"/>
                <a:gd name="connsiteX2" fmla="*/ 0 w 54606"/>
                <a:gd name="connsiteY2" fmla="*/ 6205 h 115832"/>
                <a:gd name="connsiteX3" fmla="*/ 0 w 54606"/>
                <a:gd name="connsiteY3" fmla="*/ 109627 h 115832"/>
                <a:gd name="connsiteX4" fmla="*/ 6205 w 54606"/>
                <a:gd name="connsiteY4" fmla="*/ 115833 h 115832"/>
                <a:gd name="connsiteX5" fmla="*/ 48401 w 54606"/>
                <a:gd name="connsiteY5" fmla="*/ 115833 h 115832"/>
                <a:gd name="connsiteX6" fmla="*/ 54607 w 54606"/>
                <a:gd name="connsiteY6" fmla="*/ 109627 h 115832"/>
                <a:gd name="connsiteX7" fmla="*/ 54607 w 54606"/>
                <a:gd name="connsiteY7" fmla="*/ 6205 h 115832"/>
                <a:gd name="connsiteX8" fmla="*/ 48401 w 54606"/>
                <a:gd name="connsiteY8" fmla="*/ 0 h 115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06" h="115832">
                  <a:moveTo>
                    <a:pt x="48401" y="0"/>
                  </a:moveTo>
                  <a:lnTo>
                    <a:pt x="6205" y="0"/>
                  </a:lnTo>
                  <a:cubicBezTo>
                    <a:pt x="2778" y="0"/>
                    <a:pt x="0" y="2778"/>
                    <a:pt x="0" y="6205"/>
                  </a:cubicBezTo>
                  <a:lnTo>
                    <a:pt x="0" y="109627"/>
                  </a:lnTo>
                  <a:cubicBezTo>
                    <a:pt x="0" y="113054"/>
                    <a:pt x="2778" y="115833"/>
                    <a:pt x="6205" y="115833"/>
                  </a:cubicBezTo>
                  <a:lnTo>
                    <a:pt x="48401" y="115833"/>
                  </a:lnTo>
                  <a:cubicBezTo>
                    <a:pt x="51828" y="115833"/>
                    <a:pt x="54607" y="113054"/>
                    <a:pt x="54607" y="109627"/>
                  </a:cubicBezTo>
                  <a:lnTo>
                    <a:pt x="54607" y="6205"/>
                  </a:lnTo>
                  <a:cubicBezTo>
                    <a:pt x="54607" y="2778"/>
                    <a:pt x="51828" y="0"/>
                    <a:pt x="48401"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任意多边形: 形状 112"/>
            <p:cNvSpPr/>
            <p:nvPr/>
          </p:nvSpPr>
          <p:spPr>
            <a:xfrm>
              <a:off x="4718471" y="1245636"/>
              <a:ext cx="24821" cy="10821"/>
            </a:xfrm>
            <a:custGeom>
              <a:avLst/>
              <a:gdLst>
                <a:gd name="connsiteX0" fmla="*/ 0 w 24821"/>
                <a:gd name="connsiteY0" fmla="*/ 0 h 10821"/>
                <a:gd name="connsiteX1" fmla="*/ 0 w 24821"/>
                <a:gd name="connsiteY1" fmla="*/ 10822 h 10821"/>
                <a:gd name="connsiteX2" fmla="*/ 24821 w 24821"/>
                <a:gd name="connsiteY2" fmla="*/ 10822 h 10821"/>
                <a:gd name="connsiteX3" fmla="*/ 24821 w 24821"/>
                <a:gd name="connsiteY3" fmla="*/ 0 h 10821"/>
                <a:gd name="connsiteX4" fmla="*/ 12411 w 24821"/>
                <a:gd name="connsiteY4" fmla="*/ 1721 h 10821"/>
                <a:gd name="connsiteX5" fmla="*/ 0 w 24821"/>
                <a:gd name="connsiteY5" fmla="*/ 0 h 10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0821">
                  <a:moveTo>
                    <a:pt x="0" y="0"/>
                  </a:moveTo>
                  <a:lnTo>
                    <a:pt x="0" y="10822"/>
                  </a:lnTo>
                  <a:lnTo>
                    <a:pt x="24821" y="10822"/>
                  </a:lnTo>
                  <a:lnTo>
                    <a:pt x="24821" y="0"/>
                  </a:lnTo>
                  <a:cubicBezTo>
                    <a:pt x="20875" y="1120"/>
                    <a:pt x="16711" y="1721"/>
                    <a:pt x="12411" y="1721"/>
                  </a:cubicBezTo>
                  <a:cubicBezTo>
                    <a:pt x="8110" y="1721"/>
                    <a:pt x="3947" y="1120"/>
                    <a:pt x="0"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25" name="图形 96"/>
          <p:cNvGrpSpPr/>
          <p:nvPr/>
        </p:nvGrpSpPr>
        <p:grpSpPr>
          <a:xfrm>
            <a:off x="10266484" y="1125057"/>
            <a:ext cx="296812" cy="323338"/>
            <a:chOff x="10317674" y="1175497"/>
            <a:chExt cx="194432" cy="211808"/>
          </a:xfrm>
          <a:solidFill>
            <a:schemeClr val="accent1">
              <a:lumMod val="75000"/>
              <a:alpha val="80000"/>
            </a:schemeClr>
          </a:solidFill>
        </p:grpSpPr>
        <p:sp>
          <p:nvSpPr>
            <p:cNvPr id="126" name="任意多边形: 形状 125"/>
            <p:cNvSpPr/>
            <p:nvPr/>
          </p:nvSpPr>
          <p:spPr>
            <a:xfrm>
              <a:off x="10396274" y="1250843"/>
              <a:ext cx="37231" cy="37231"/>
            </a:xfrm>
            <a:custGeom>
              <a:avLst/>
              <a:gdLst>
                <a:gd name="connsiteX0" fmla="*/ 14228 w 37231"/>
                <a:gd name="connsiteY0" fmla="*/ 23004 h 37231"/>
                <a:gd name="connsiteX1" fmla="*/ 1819 w 37231"/>
                <a:gd name="connsiteY1" fmla="*/ 10595 h 37231"/>
                <a:gd name="connsiteX2" fmla="*/ 0 w 37231"/>
                <a:gd name="connsiteY2" fmla="*/ 18616 h 37231"/>
                <a:gd name="connsiteX3" fmla="*/ 18616 w 37231"/>
                <a:gd name="connsiteY3" fmla="*/ 37232 h 37231"/>
                <a:gd name="connsiteX4" fmla="*/ 37232 w 37231"/>
                <a:gd name="connsiteY4" fmla="*/ 18616 h 37231"/>
                <a:gd name="connsiteX5" fmla="*/ 18616 w 37231"/>
                <a:gd name="connsiteY5" fmla="*/ 0 h 37231"/>
                <a:gd name="connsiteX6" fmla="*/ 10595 w 37231"/>
                <a:gd name="connsiteY6" fmla="*/ 1819 h 37231"/>
                <a:gd name="connsiteX7" fmla="*/ 23004 w 37231"/>
                <a:gd name="connsiteY7" fmla="*/ 14228 h 37231"/>
                <a:gd name="connsiteX8" fmla="*/ 23004 w 37231"/>
                <a:gd name="connsiteY8" fmla="*/ 23004 h 37231"/>
                <a:gd name="connsiteX9" fmla="*/ 14228 w 37231"/>
                <a:gd name="connsiteY9" fmla="*/ 23004 h 3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1" h="37231">
                  <a:moveTo>
                    <a:pt x="14228" y="23004"/>
                  </a:moveTo>
                  <a:lnTo>
                    <a:pt x="1819" y="10595"/>
                  </a:lnTo>
                  <a:cubicBezTo>
                    <a:pt x="654" y="13025"/>
                    <a:pt x="0" y="15746"/>
                    <a:pt x="0" y="18616"/>
                  </a:cubicBezTo>
                  <a:cubicBezTo>
                    <a:pt x="0" y="28881"/>
                    <a:pt x="8351" y="37232"/>
                    <a:pt x="18616" y="37232"/>
                  </a:cubicBezTo>
                  <a:cubicBezTo>
                    <a:pt x="28881" y="37232"/>
                    <a:pt x="37232" y="28881"/>
                    <a:pt x="37232" y="18616"/>
                  </a:cubicBezTo>
                  <a:cubicBezTo>
                    <a:pt x="37232" y="8351"/>
                    <a:pt x="28881" y="0"/>
                    <a:pt x="18616" y="0"/>
                  </a:cubicBezTo>
                  <a:cubicBezTo>
                    <a:pt x="15745" y="0"/>
                    <a:pt x="13025" y="654"/>
                    <a:pt x="10595" y="1819"/>
                  </a:cubicBezTo>
                  <a:lnTo>
                    <a:pt x="23004" y="14228"/>
                  </a:lnTo>
                  <a:cubicBezTo>
                    <a:pt x="25427" y="16652"/>
                    <a:pt x="25427" y="20581"/>
                    <a:pt x="23004" y="23004"/>
                  </a:cubicBezTo>
                  <a:cubicBezTo>
                    <a:pt x="20581" y="25427"/>
                    <a:pt x="16652" y="25427"/>
                    <a:pt x="14228" y="2300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7" name="任意多边形: 形状 126"/>
            <p:cNvSpPr/>
            <p:nvPr/>
          </p:nvSpPr>
          <p:spPr>
            <a:xfrm>
              <a:off x="10365248" y="1219817"/>
              <a:ext cx="99285" cy="99284"/>
            </a:xfrm>
            <a:custGeom>
              <a:avLst/>
              <a:gdLst>
                <a:gd name="connsiteX0" fmla="*/ 10443 w 99285"/>
                <a:gd name="connsiteY0" fmla="*/ 19219 h 99284"/>
                <a:gd name="connsiteX1" fmla="*/ 0 w 99285"/>
                <a:gd name="connsiteY1" fmla="*/ 49643 h 99284"/>
                <a:gd name="connsiteX2" fmla="*/ 49643 w 99285"/>
                <a:gd name="connsiteY2" fmla="*/ 99285 h 99284"/>
                <a:gd name="connsiteX3" fmla="*/ 99285 w 99285"/>
                <a:gd name="connsiteY3" fmla="*/ 49643 h 99284"/>
                <a:gd name="connsiteX4" fmla="*/ 49643 w 99285"/>
                <a:gd name="connsiteY4" fmla="*/ 0 h 99284"/>
                <a:gd name="connsiteX5" fmla="*/ 19219 w 99285"/>
                <a:gd name="connsiteY5" fmla="*/ 10443 h 99284"/>
                <a:gd name="connsiteX6" fmla="*/ 32545 w 99285"/>
                <a:gd name="connsiteY6" fmla="*/ 23769 h 99284"/>
                <a:gd name="connsiteX7" fmla="*/ 49642 w 99285"/>
                <a:gd name="connsiteY7" fmla="*/ 18616 h 99284"/>
                <a:gd name="connsiteX8" fmla="*/ 80669 w 99285"/>
                <a:gd name="connsiteY8" fmla="*/ 49642 h 99284"/>
                <a:gd name="connsiteX9" fmla="*/ 49642 w 99285"/>
                <a:gd name="connsiteY9" fmla="*/ 80669 h 99284"/>
                <a:gd name="connsiteX10" fmla="*/ 18616 w 99285"/>
                <a:gd name="connsiteY10" fmla="*/ 49642 h 99284"/>
                <a:gd name="connsiteX11" fmla="*/ 23769 w 99285"/>
                <a:gd name="connsiteY11" fmla="*/ 32544 h 9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285" h="99284">
                  <a:moveTo>
                    <a:pt x="10443" y="19219"/>
                  </a:moveTo>
                  <a:cubicBezTo>
                    <a:pt x="3901" y="27629"/>
                    <a:pt x="0" y="38188"/>
                    <a:pt x="0" y="49643"/>
                  </a:cubicBezTo>
                  <a:cubicBezTo>
                    <a:pt x="0" y="77015"/>
                    <a:pt x="22270" y="99285"/>
                    <a:pt x="49643" y="99285"/>
                  </a:cubicBezTo>
                  <a:cubicBezTo>
                    <a:pt x="77015" y="99285"/>
                    <a:pt x="99285" y="77015"/>
                    <a:pt x="99285" y="49643"/>
                  </a:cubicBezTo>
                  <a:cubicBezTo>
                    <a:pt x="99285" y="22270"/>
                    <a:pt x="77015" y="0"/>
                    <a:pt x="49643" y="0"/>
                  </a:cubicBezTo>
                  <a:cubicBezTo>
                    <a:pt x="38188" y="0"/>
                    <a:pt x="27628" y="3901"/>
                    <a:pt x="19219" y="10443"/>
                  </a:cubicBezTo>
                  <a:lnTo>
                    <a:pt x="32545" y="23769"/>
                  </a:lnTo>
                  <a:cubicBezTo>
                    <a:pt x="37451" y="20516"/>
                    <a:pt x="43328" y="18616"/>
                    <a:pt x="49642" y="18616"/>
                  </a:cubicBezTo>
                  <a:cubicBezTo>
                    <a:pt x="66750" y="18616"/>
                    <a:pt x="80669" y="32534"/>
                    <a:pt x="80669" y="49642"/>
                  </a:cubicBezTo>
                  <a:cubicBezTo>
                    <a:pt x="80669" y="66750"/>
                    <a:pt x="66750" y="80669"/>
                    <a:pt x="49642" y="80669"/>
                  </a:cubicBezTo>
                  <a:cubicBezTo>
                    <a:pt x="32534" y="80669"/>
                    <a:pt x="18616" y="66750"/>
                    <a:pt x="18616" y="49642"/>
                  </a:cubicBezTo>
                  <a:cubicBezTo>
                    <a:pt x="18616" y="43328"/>
                    <a:pt x="20516" y="37451"/>
                    <a:pt x="23769" y="3254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10334221" y="1188790"/>
              <a:ext cx="161338" cy="161338"/>
            </a:xfrm>
            <a:custGeom>
              <a:avLst/>
              <a:gdLst>
                <a:gd name="connsiteX0" fmla="*/ 161338 w 161338"/>
                <a:gd name="connsiteY0" fmla="*/ 80669 h 161338"/>
                <a:gd name="connsiteX1" fmla="*/ 80669 w 161338"/>
                <a:gd name="connsiteY1" fmla="*/ 0 h 161338"/>
                <a:gd name="connsiteX2" fmla="*/ 46418 w 161338"/>
                <a:gd name="connsiteY2" fmla="*/ 7652 h 161338"/>
                <a:gd name="connsiteX3" fmla="*/ 45744 w 161338"/>
                <a:gd name="connsiteY3" fmla="*/ 16641 h 161338"/>
                <a:gd name="connsiteX4" fmla="*/ 40662 w 161338"/>
                <a:gd name="connsiteY4" fmla="*/ 31887 h 161338"/>
                <a:gd name="connsiteX5" fmla="*/ 41419 w 161338"/>
                <a:gd name="connsiteY5" fmla="*/ 32644 h 161338"/>
                <a:gd name="connsiteX6" fmla="*/ 80669 w 161338"/>
                <a:gd name="connsiteY6" fmla="*/ 18616 h 161338"/>
                <a:gd name="connsiteX7" fmla="*/ 142722 w 161338"/>
                <a:gd name="connsiteY7" fmla="*/ 80669 h 161338"/>
                <a:gd name="connsiteX8" fmla="*/ 80669 w 161338"/>
                <a:gd name="connsiteY8" fmla="*/ 142722 h 161338"/>
                <a:gd name="connsiteX9" fmla="*/ 18616 w 161338"/>
                <a:gd name="connsiteY9" fmla="*/ 80669 h 161338"/>
                <a:gd name="connsiteX10" fmla="*/ 32643 w 161338"/>
                <a:gd name="connsiteY10" fmla="*/ 41419 h 161338"/>
                <a:gd name="connsiteX11" fmla="*/ 31886 w 161338"/>
                <a:gd name="connsiteY11" fmla="*/ 40662 h 161338"/>
                <a:gd name="connsiteX12" fmla="*/ 16640 w 161338"/>
                <a:gd name="connsiteY12" fmla="*/ 45744 h 161338"/>
                <a:gd name="connsiteX13" fmla="*/ 7651 w 161338"/>
                <a:gd name="connsiteY13" fmla="*/ 46419 h 161338"/>
                <a:gd name="connsiteX14" fmla="*/ 0 w 161338"/>
                <a:gd name="connsiteY14" fmla="*/ 80669 h 161338"/>
                <a:gd name="connsiteX15" fmla="*/ 80669 w 161338"/>
                <a:gd name="connsiteY15" fmla="*/ 161338 h 161338"/>
                <a:gd name="connsiteX16" fmla="*/ 161338 w 161338"/>
                <a:gd name="connsiteY16" fmla="*/ 80669 h 16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338" h="161338">
                  <a:moveTo>
                    <a:pt x="161338" y="80669"/>
                  </a:moveTo>
                  <a:cubicBezTo>
                    <a:pt x="161338" y="36188"/>
                    <a:pt x="125150" y="0"/>
                    <a:pt x="80669" y="0"/>
                  </a:cubicBezTo>
                  <a:cubicBezTo>
                    <a:pt x="68428" y="0"/>
                    <a:pt x="56821" y="2751"/>
                    <a:pt x="46418" y="7652"/>
                  </a:cubicBezTo>
                  <a:cubicBezTo>
                    <a:pt x="46929" y="10604"/>
                    <a:pt x="46728" y="13689"/>
                    <a:pt x="45744" y="16641"/>
                  </a:cubicBezTo>
                  <a:lnTo>
                    <a:pt x="40662" y="31887"/>
                  </a:lnTo>
                  <a:lnTo>
                    <a:pt x="41419" y="32644"/>
                  </a:lnTo>
                  <a:cubicBezTo>
                    <a:pt x="52120" y="23881"/>
                    <a:pt x="65791" y="18616"/>
                    <a:pt x="80669" y="18616"/>
                  </a:cubicBezTo>
                  <a:cubicBezTo>
                    <a:pt x="114885" y="18616"/>
                    <a:pt x="142722" y="46453"/>
                    <a:pt x="142722" y="80669"/>
                  </a:cubicBezTo>
                  <a:cubicBezTo>
                    <a:pt x="142722" y="114885"/>
                    <a:pt x="114885" y="142722"/>
                    <a:pt x="80669" y="142722"/>
                  </a:cubicBezTo>
                  <a:cubicBezTo>
                    <a:pt x="46453" y="142722"/>
                    <a:pt x="18616" y="114885"/>
                    <a:pt x="18616" y="80669"/>
                  </a:cubicBezTo>
                  <a:cubicBezTo>
                    <a:pt x="18616" y="65791"/>
                    <a:pt x="23881" y="52120"/>
                    <a:pt x="32643" y="41419"/>
                  </a:cubicBezTo>
                  <a:lnTo>
                    <a:pt x="31886" y="40662"/>
                  </a:lnTo>
                  <a:lnTo>
                    <a:pt x="16640" y="45744"/>
                  </a:lnTo>
                  <a:cubicBezTo>
                    <a:pt x="13689" y="46728"/>
                    <a:pt x="10604" y="46929"/>
                    <a:pt x="7651" y="46419"/>
                  </a:cubicBezTo>
                  <a:cubicBezTo>
                    <a:pt x="2751" y="56821"/>
                    <a:pt x="0" y="68428"/>
                    <a:pt x="0" y="80669"/>
                  </a:cubicBezTo>
                  <a:cubicBezTo>
                    <a:pt x="0" y="125150"/>
                    <a:pt x="36188" y="161338"/>
                    <a:pt x="80669" y="161338"/>
                  </a:cubicBezTo>
                  <a:cubicBezTo>
                    <a:pt x="125150" y="161338"/>
                    <a:pt x="161338" y="125150"/>
                    <a:pt x="161338" y="80669"/>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任意多边形: 形状 128"/>
            <p:cNvSpPr/>
            <p:nvPr/>
          </p:nvSpPr>
          <p:spPr>
            <a:xfrm>
              <a:off x="10320929" y="1175497"/>
              <a:ext cx="47573" cy="47574"/>
            </a:xfrm>
            <a:custGeom>
              <a:avLst/>
              <a:gdLst>
                <a:gd name="connsiteX0" fmla="*/ 19798 w 47573"/>
                <a:gd name="connsiteY0" fmla="*/ 45796 h 47574"/>
                <a:gd name="connsiteX1" fmla="*/ 26008 w 47573"/>
                <a:gd name="connsiteY1" fmla="*/ 47263 h 47574"/>
                <a:gd name="connsiteX2" fmla="*/ 41949 w 47573"/>
                <a:gd name="connsiteY2" fmla="*/ 41949 h 47574"/>
                <a:gd name="connsiteX3" fmla="*/ 47262 w 47573"/>
                <a:gd name="connsiteY3" fmla="*/ 26008 h 47574"/>
                <a:gd name="connsiteX4" fmla="*/ 45796 w 47573"/>
                <a:gd name="connsiteY4" fmla="*/ 19797 h 47574"/>
                <a:gd name="connsiteX5" fmla="*/ 27783 w 47573"/>
                <a:gd name="connsiteY5" fmla="*/ 1784 h 47574"/>
                <a:gd name="connsiteX6" fmla="*/ 17483 w 47573"/>
                <a:gd name="connsiteY6" fmla="*/ 5218 h 47574"/>
                <a:gd name="connsiteX7" fmla="*/ 15950 w 47573"/>
                <a:gd name="connsiteY7" fmla="*/ 15950 h 47574"/>
                <a:gd name="connsiteX8" fmla="*/ 5218 w 47573"/>
                <a:gd name="connsiteY8" fmla="*/ 17483 h 47574"/>
                <a:gd name="connsiteX9" fmla="*/ 1784 w 47573"/>
                <a:gd name="connsiteY9" fmla="*/ 27783 h 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73" h="47574">
                  <a:moveTo>
                    <a:pt x="19798" y="45796"/>
                  </a:moveTo>
                  <a:cubicBezTo>
                    <a:pt x="21423" y="47422"/>
                    <a:pt x="23827" y="47989"/>
                    <a:pt x="26008" y="47263"/>
                  </a:cubicBezTo>
                  <a:lnTo>
                    <a:pt x="41949" y="41949"/>
                  </a:lnTo>
                  <a:lnTo>
                    <a:pt x="47262" y="26008"/>
                  </a:lnTo>
                  <a:cubicBezTo>
                    <a:pt x="47989" y="23827"/>
                    <a:pt x="47422" y="21423"/>
                    <a:pt x="45796" y="19797"/>
                  </a:cubicBezTo>
                  <a:lnTo>
                    <a:pt x="27783" y="1784"/>
                  </a:lnTo>
                  <a:cubicBezTo>
                    <a:pt x="24246" y="-1752"/>
                    <a:pt x="18190" y="266"/>
                    <a:pt x="17483" y="5218"/>
                  </a:cubicBezTo>
                  <a:lnTo>
                    <a:pt x="15950" y="15950"/>
                  </a:lnTo>
                  <a:lnTo>
                    <a:pt x="5218" y="17483"/>
                  </a:lnTo>
                  <a:cubicBezTo>
                    <a:pt x="267" y="18191"/>
                    <a:pt x="-1752" y="24247"/>
                    <a:pt x="1784" y="27783"/>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任意多边形: 形状 129"/>
            <p:cNvSpPr/>
            <p:nvPr/>
          </p:nvSpPr>
          <p:spPr>
            <a:xfrm>
              <a:off x="10463915" y="1330881"/>
              <a:ext cx="48192" cy="56424"/>
            </a:xfrm>
            <a:custGeom>
              <a:avLst/>
              <a:gdLst>
                <a:gd name="connsiteX0" fmla="*/ 47387 w 48192"/>
                <a:gd name="connsiteY0" fmla="*/ 47177 h 56424"/>
                <a:gd name="connsiteX1" fmla="*/ 20849 w 48192"/>
                <a:gd name="connsiteY1" fmla="*/ 0 h 56424"/>
                <a:gd name="connsiteX2" fmla="*/ 0 w 48192"/>
                <a:gd name="connsiteY2" fmla="*/ 17666 h 56424"/>
                <a:gd name="connsiteX3" fmla="*/ 20022 w 48192"/>
                <a:gd name="connsiteY3" fmla="*/ 53261 h 56424"/>
                <a:gd name="connsiteX4" fmla="*/ 25431 w 48192"/>
                <a:gd name="connsiteY4" fmla="*/ 56424 h 56424"/>
                <a:gd name="connsiteX5" fmla="*/ 41979 w 48192"/>
                <a:gd name="connsiteY5" fmla="*/ 56424 h 56424"/>
                <a:gd name="connsiteX6" fmla="*/ 47387 w 48192"/>
                <a:gd name="connsiteY6" fmla="*/ 47177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47387" y="47177"/>
                  </a:moveTo>
                  <a:lnTo>
                    <a:pt x="20849" y="0"/>
                  </a:lnTo>
                  <a:cubicBezTo>
                    <a:pt x="14815" y="6857"/>
                    <a:pt x="7790" y="12820"/>
                    <a:pt x="0" y="17666"/>
                  </a:cubicBezTo>
                  <a:lnTo>
                    <a:pt x="20022" y="53261"/>
                  </a:lnTo>
                  <a:cubicBezTo>
                    <a:pt x="21121" y="55215"/>
                    <a:pt x="23189" y="56424"/>
                    <a:pt x="25431" y="56424"/>
                  </a:cubicBezTo>
                  <a:lnTo>
                    <a:pt x="41979" y="56424"/>
                  </a:lnTo>
                  <a:cubicBezTo>
                    <a:pt x="46724" y="56424"/>
                    <a:pt x="49713" y="51313"/>
                    <a:pt x="47387" y="47177"/>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任意多边形: 形状 130"/>
            <p:cNvSpPr/>
            <p:nvPr/>
          </p:nvSpPr>
          <p:spPr>
            <a:xfrm>
              <a:off x="10317674" y="1330881"/>
              <a:ext cx="48192" cy="56424"/>
            </a:xfrm>
            <a:custGeom>
              <a:avLst/>
              <a:gdLst>
                <a:gd name="connsiteX0" fmla="*/ 27343 w 48192"/>
                <a:gd name="connsiteY0" fmla="*/ 0 h 56424"/>
                <a:gd name="connsiteX1" fmla="*/ 806 w 48192"/>
                <a:gd name="connsiteY1" fmla="*/ 47177 h 56424"/>
                <a:gd name="connsiteX2" fmla="*/ 6214 w 48192"/>
                <a:gd name="connsiteY2" fmla="*/ 56424 h 56424"/>
                <a:gd name="connsiteX3" fmla="*/ 22762 w 48192"/>
                <a:gd name="connsiteY3" fmla="*/ 56424 h 56424"/>
                <a:gd name="connsiteX4" fmla="*/ 28171 w 48192"/>
                <a:gd name="connsiteY4" fmla="*/ 53261 h 56424"/>
                <a:gd name="connsiteX5" fmla="*/ 48193 w 48192"/>
                <a:gd name="connsiteY5" fmla="*/ 17667 h 56424"/>
                <a:gd name="connsiteX6" fmla="*/ 27343 w 48192"/>
                <a:gd name="connsiteY6" fmla="*/ 0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27343" y="0"/>
                  </a:moveTo>
                  <a:lnTo>
                    <a:pt x="806" y="47177"/>
                  </a:lnTo>
                  <a:cubicBezTo>
                    <a:pt x="-1521" y="51313"/>
                    <a:pt x="1468" y="56424"/>
                    <a:pt x="6214" y="56424"/>
                  </a:cubicBezTo>
                  <a:lnTo>
                    <a:pt x="22762" y="56424"/>
                  </a:lnTo>
                  <a:cubicBezTo>
                    <a:pt x="25004" y="56424"/>
                    <a:pt x="27072" y="55215"/>
                    <a:pt x="28171" y="53261"/>
                  </a:cubicBezTo>
                  <a:lnTo>
                    <a:pt x="48193" y="17667"/>
                  </a:lnTo>
                  <a:cubicBezTo>
                    <a:pt x="40402" y="12820"/>
                    <a:pt x="33377" y="6857"/>
                    <a:pt x="27343"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907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192088" y="765175"/>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3794732"/>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7"/>
          <p:cNvSpPr/>
          <p:nvPr/>
        </p:nvSpPr>
        <p:spPr>
          <a:xfrm>
            <a:off x="308610" y="902617"/>
            <a:ext cx="2306492" cy="3819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85386" y="919705"/>
            <a:ext cx="1554465"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205077" y="1349528"/>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优化病灶检测模型，在内部测试集上实现肺癌早期病灶识别准确率提升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矩形 22"/>
          <p:cNvSpPr/>
          <p:nvPr/>
        </p:nvSpPr>
        <p:spPr>
          <a:xfrm>
            <a:off x="308610" y="2200082"/>
            <a:ext cx="2306492" cy="13615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1545814" y="3275426"/>
            <a:ext cx="972574"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准确率提升</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436880" y="27575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优化实验</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436880" y="31552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性能测试</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1556156" y="2315828"/>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弧形 14"/>
          <p:cNvSpPr/>
          <p:nvPr/>
        </p:nvSpPr>
        <p:spPr>
          <a:xfrm>
            <a:off x="1556153" y="2315828"/>
            <a:ext cx="951896" cy="951890"/>
          </a:xfrm>
          <a:prstGeom prst="arc">
            <a:avLst>
              <a:gd name="adj1" fmla="val 16200000"/>
              <a:gd name="adj2" fmla="val 16848004"/>
            </a:avLst>
          </a:prstGeom>
          <a:ln w="762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1737791" y="2501200"/>
            <a:ext cx="58862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3%</a:t>
            </a:r>
            <a:endParaRPr kumimoji="0" lang="zh-CN" alt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436880" y="2359826"/>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模块开发</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nvSpPr>
        <p:spPr>
          <a:xfrm>
            <a:off x="308610" y="3944958"/>
            <a:ext cx="2306492" cy="38196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25274" y="3962046"/>
            <a:ext cx="167469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05077" y="4391869"/>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调研并验证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推理加速框架在测试环境中实现医疗影像推理从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秒降至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0.8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26"/>
          <p:cNvSpPr/>
          <p:nvPr/>
        </p:nvSpPr>
        <p:spPr>
          <a:xfrm>
            <a:off x="308610" y="5242423"/>
            <a:ext cx="2306492" cy="1361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1622760" y="6317767"/>
            <a:ext cx="818686"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项目占比</a:t>
            </a:r>
            <a:endPar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436880" y="57998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任务拆解</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436880" y="61975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落地实施</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椭圆 30"/>
          <p:cNvSpPr/>
          <p:nvPr/>
        </p:nvSpPr>
        <p:spPr>
          <a:xfrm>
            <a:off x="1556156" y="5358169"/>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a:off x="1556153" y="5358169"/>
            <a:ext cx="951896" cy="951890"/>
          </a:xfrm>
          <a:prstGeom prst="arc">
            <a:avLst>
              <a:gd name="adj1" fmla="val 16200000"/>
              <a:gd name="adj2" fmla="val 13662611"/>
            </a:avLst>
          </a:prstGeom>
          <a:ln w="76200" cap="rnd">
            <a:solidFill>
              <a:schemeClr val="accent4"/>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649626" y="5543541"/>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90%</a:t>
            </a:r>
            <a:endParaRPr kumimoji="0" lang="zh-CN" altLang="en-US"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a:off x="436880" y="5402167"/>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调研验证</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35" name="表格 34"/>
          <p:cNvGraphicFramePr>
            <a:graphicFrameLocks noGrp="1"/>
          </p:cNvGraphicFramePr>
          <p:nvPr/>
        </p:nvGraphicFramePr>
        <p:xfrm>
          <a:off x="2991877" y="765174"/>
          <a:ext cx="9008040" cy="5940430"/>
        </p:xfrm>
        <a:graphic>
          <a:graphicData uri="http://schemas.openxmlformats.org/drawingml/2006/table">
            <a:tbl>
              <a:tblPr firstRow="1" bandRow="1">
                <a:tableStyleId>{5C22544A-7EE6-4342-B048-85BDC9FD1C3A}</a:tableStyleId>
              </a:tblPr>
              <a:tblGrid>
                <a:gridCol w="1801608"/>
                <a:gridCol w="900804"/>
                <a:gridCol w="900804"/>
                <a:gridCol w="900804"/>
                <a:gridCol w="900804"/>
                <a:gridCol w="900804"/>
                <a:gridCol w="900804"/>
                <a:gridCol w="900804"/>
                <a:gridCol w="900804"/>
              </a:tblGrid>
              <a:tr h="594043">
                <a:tc>
                  <a:txBody>
                    <a:bodyPr/>
                    <a:lstStyle/>
                    <a:p>
                      <a:pPr algn="ctr"/>
                      <a:r>
                        <a:rPr lang="zh-CN" altLang="en-US" sz="1400" b="0" dirty="0">
                          <a:latin typeface="+mn-ea"/>
                          <a:ea typeface="+mn-ea"/>
                          <a:cs typeface="Roboto" panose="02000000000000000000" charset="0"/>
                        </a:rPr>
                        <a:t>项目排期</a:t>
                      </a:r>
                      <a:endParaRPr lang="zh-CN" altLang="en-US" sz="1400" b="0" dirty="0">
                        <a:latin typeface="+mn-ea"/>
                        <a:ea typeface="+mn-ea"/>
                        <a:cs typeface="Roboto" panose="02000000000000000000" charset="0"/>
                      </a:endParaRPr>
                    </a:p>
                  </a:txBody>
                  <a:tcPr anchor="ctr">
                    <a:solidFill>
                      <a:schemeClr val="accent1"/>
                    </a:solidFill>
                  </a:tcPr>
                </a:tc>
                <a:tc>
                  <a:txBody>
                    <a:bodyPr/>
                    <a:lstStyle/>
                    <a:p>
                      <a:pPr algn="ct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1</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2</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3</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4</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5</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6</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7</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8</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r>
              <a:tr h="594043">
                <a:tc>
                  <a:txBody>
                    <a:bodyPr/>
                    <a:lstStyle/>
                    <a:p>
                      <a:pPr algn="ctr"/>
                      <a:r>
                        <a:rPr lang="zh-CN" altLang="en-US" sz="1200" dirty="0">
                          <a:cs typeface="Roboto" panose="02000000000000000000" charset="0"/>
                        </a:rPr>
                        <a:t>医疗影像迭代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模块融合预处理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内部性能测试</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构建领域微调数据集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模型与客服系统对接</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rPr>
                        <a:t>形成技术笔记并分享</a:t>
                      </a:r>
                      <a:endPar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整理项目技术文档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参与医院专家沟通会</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带教新人工程师</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bl>
          </a:graphicData>
        </a:graphic>
      </p:graphicFrame>
      <p:sp>
        <p:nvSpPr>
          <p:cNvPr id="36" name="矩形: 圆角 35"/>
          <p:cNvSpPr/>
          <p:nvPr/>
        </p:nvSpPr>
        <p:spPr>
          <a:xfrm>
            <a:off x="4914900" y="1548246"/>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4914900" y="1548246"/>
            <a:ext cx="239268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7972410" y="1490605"/>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5268190" y="214161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5268190" y="2141617"/>
            <a:ext cx="164467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8325700" y="2083976"/>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5969230" y="273498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5969229" y="273498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9026740" y="267734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89%</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5647112" y="33283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5647111" y="3328359"/>
            <a:ext cx="918281"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8704622" y="3270718"/>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39799" y="392172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6839798" y="392172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9897309" y="386408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7378559" y="451509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7378558" y="4515097"/>
            <a:ext cx="2971800" cy="218209"/>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10436069" y="445745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100%</a:t>
            </a:r>
            <a:endPar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圆角 53"/>
          <p:cNvSpPr/>
          <p:nvPr/>
        </p:nvSpPr>
        <p:spPr>
          <a:xfrm>
            <a:off x="7133013" y="5107953"/>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圆角 54"/>
          <p:cNvSpPr/>
          <p:nvPr/>
        </p:nvSpPr>
        <p:spPr>
          <a:xfrm>
            <a:off x="7133012" y="5107953"/>
            <a:ext cx="260230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10190523" y="5050312"/>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矩形: 圆角 56"/>
          <p:cNvSpPr/>
          <p:nvPr/>
        </p:nvSpPr>
        <p:spPr>
          <a:xfrm>
            <a:off x="5284401" y="569922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5284400" y="5699227"/>
            <a:ext cx="1848612"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341911" y="564158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矩形: 圆角 59"/>
          <p:cNvSpPr/>
          <p:nvPr/>
        </p:nvSpPr>
        <p:spPr>
          <a:xfrm>
            <a:off x="6208707" y="63100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矩形: 圆角 60"/>
          <p:cNvSpPr/>
          <p:nvPr/>
        </p:nvSpPr>
        <p:spPr>
          <a:xfrm>
            <a:off x="6208706" y="6310059"/>
            <a:ext cx="237903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9266217" y="6252418"/>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479"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待定事项一</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Page 3</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 name="矩形 6"/>
          <p:cNvSpPr/>
          <p:nvPr/>
        </p:nvSpPr>
        <p:spPr>
          <a:xfrm>
            <a:off x="192088" y="765175"/>
            <a:ext cx="2117441" cy="1429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326995" y="1282396"/>
            <a:ext cx="1737976"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326995"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 name="文本框 14"/>
          <p:cNvSpPr txBox="1"/>
          <p:nvPr/>
        </p:nvSpPr>
        <p:spPr>
          <a:xfrm>
            <a:off x="326995"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 name="等腰三角形 15"/>
          <p:cNvSpPr/>
          <p:nvPr/>
        </p:nvSpPr>
        <p:spPr>
          <a:xfrm>
            <a:off x="1556153"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1"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9249" y="946007"/>
            <a:ext cx="345722" cy="345722"/>
          </a:xfrm>
          <a:prstGeom prst="rect">
            <a:avLst/>
          </a:prstGeom>
        </p:spPr>
      </p:pic>
      <p:sp>
        <p:nvSpPr>
          <p:cNvPr id="8" name="矩形 7"/>
          <p:cNvSpPr/>
          <p:nvPr/>
        </p:nvSpPr>
        <p:spPr>
          <a:xfrm>
            <a:off x="2432062" y="765175"/>
            <a:ext cx="2117441" cy="1429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2588413"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588413"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文本框 23"/>
          <p:cNvSpPr txBox="1"/>
          <p:nvPr/>
        </p:nvSpPr>
        <p:spPr>
          <a:xfrm>
            <a:off x="2588413"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等腰三角形 24"/>
          <p:cNvSpPr/>
          <p:nvPr/>
        </p:nvSpPr>
        <p:spPr>
          <a:xfrm>
            <a:off x="3817571"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6" name="图形 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0667" y="946007"/>
            <a:ext cx="345722" cy="345722"/>
          </a:xfrm>
          <a:prstGeom prst="rect">
            <a:avLst/>
          </a:prstGeom>
        </p:spPr>
      </p:pic>
      <p:sp>
        <p:nvSpPr>
          <p:cNvPr id="9" name="矩形 8"/>
          <p:cNvSpPr/>
          <p:nvPr/>
        </p:nvSpPr>
        <p:spPr>
          <a:xfrm>
            <a:off x="4672036" y="765175"/>
            <a:ext cx="2117441" cy="1429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4859726"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859726"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文本框 28"/>
          <p:cNvSpPr txBox="1"/>
          <p:nvPr/>
        </p:nvSpPr>
        <p:spPr>
          <a:xfrm>
            <a:off x="4859726"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等腰三角形 29"/>
          <p:cNvSpPr/>
          <p:nvPr/>
        </p:nvSpPr>
        <p:spPr>
          <a:xfrm>
            <a:off x="6088884"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980" y="946007"/>
            <a:ext cx="345722" cy="345722"/>
          </a:xfrm>
          <a:prstGeom prst="rect">
            <a:avLst/>
          </a:prstGeom>
        </p:spPr>
      </p:pic>
      <p:sp>
        <p:nvSpPr>
          <p:cNvPr id="10" name="矩形 9"/>
          <p:cNvSpPr/>
          <p:nvPr/>
        </p:nvSpPr>
        <p:spPr>
          <a:xfrm>
            <a:off x="6912009" y="765175"/>
            <a:ext cx="2117441" cy="142938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066091" y="1282396"/>
            <a:ext cx="862737"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39%</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066091"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文本框 33"/>
          <p:cNvSpPr txBox="1"/>
          <p:nvPr/>
        </p:nvSpPr>
        <p:spPr>
          <a:xfrm>
            <a:off x="7066091"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8295249"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6" name="图形 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345" y="946007"/>
            <a:ext cx="345722" cy="345722"/>
          </a:xfrm>
          <a:prstGeom prst="rect">
            <a:avLst/>
          </a:prstGeom>
        </p:spPr>
      </p:pic>
      <p:sp>
        <p:nvSpPr>
          <p:cNvPr id="38" name="矩形 37"/>
          <p:cNvSpPr/>
          <p:nvPr/>
        </p:nvSpPr>
        <p:spPr>
          <a:xfrm>
            <a:off x="192089" y="2372745"/>
            <a:ext cx="8837362" cy="43328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44" name="图表 43"/>
          <p:cNvGraphicFramePr/>
          <p:nvPr/>
        </p:nvGraphicFramePr>
        <p:xfrm>
          <a:off x="22612" y="2402653"/>
          <a:ext cx="9204958" cy="4481132"/>
        </p:xfrm>
        <a:graphic>
          <a:graphicData uri="http://schemas.openxmlformats.org/drawingml/2006/chart">
            <c:chart xmlns:c="http://schemas.openxmlformats.org/drawingml/2006/chart" xmlns:r="http://schemas.openxmlformats.org/officeDocument/2006/relationships" r:id="rId1"/>
          </a:graphicData>
        </a:graphic>
      </p:graphicFrame>
      <p:sp>
        <p:nvSpPr>
          <p:cNvPr id="37" name="矩形 36"/>
          <p:cNvSpPr/>
          <p:nvPr/>
        </p:nvSpPr>
        <p:spPr>
          <a:xfrm>
            <a:off x="9164357" y="76517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48"/>
          <p:cNvSpPr/>
          <p:nvPr/>
        </p:nvSpPr>
        <p:spPr>
          <a:xfrm>
            <a:off x="9164357" y="380308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53" name="图表 52"/>
          <p:cNvGraphicFramePr/>
          <p:nvPr/>
        </p:nvGraphicFramePr>
        <p:xfrm>
          <a:off x="8975507" y="942882"/>
          <a:ext cx="3267774" cy="2859725"/>
        </p:xfrm>
        <a:graphic>
          <a:graphicData uri="http://schemas.openxmlformats.org/drawingml/2006/chart">
            <c:chart xmlns:c="http://schemas.openxmlformats.org/drawingml/2006/chart" xmlns:r="http://schemas.openxmlformats.org/officeDocument/2006/relationships" r:id="rId2"/>
          </a:graphicData>
        </a:graphic>
      </p:graphicFrame>
      <p:sp>
        <p:nvSpPr>
          <p:cNvPr id="56" name="文本框 55"/>
          <p:cNvSpPr txBox="1"/>
          <p:nvPr/>
        </p:nvSpPr>
        <p:spPr>
          <a:xfrm>
            <a:off x="9333585" y="825195"/>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graphicFrame>
        <p:nvGraphicFramePr>
          <p:cNvPr id="64" name="图表 63"/>
          <p:cNvGraphicFramePr/>
          <p:nvPr/>
        </p:nvGraphicFramePr>
        <p:xfrm>
          <a:off x="9177947" y="4264700"/>
          <a:ext cx="2835556" cy="2339472"/>
        </p:xfrm>
        <a:graphic>
          <a:graphicData uri="http://schemas.openxmlformats.org/drawingml/2006/chart">
            <c:chart xmlns:c="http://schemas.openxmlformats.org/drawingml/2006/chart" xmlns:r="http://schemas.openxmlformats.org/officeDocument/2006/relationships" r:id="rId3"/>
          </a:graphicData>
        </a:graphic>
      </p:graphicFrame>
      <p:sp>
        <p:nvSpPr>
          <p:cNvPr id="65" name="文本框 64"/>
          <p:cNvSpPr txBox="1"/>
          <p:nvPr/>
        </p:nvSpPr>
        <p:spPr>
          <a:xfrm>
            <a:off x="9333585" y="3845397"/>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 </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139" y="63770"/>
            <a:ext cx="391325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项目财务分析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765175"/>
            <a:ext cx="2363543" cy="18627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9"/>
          <p:cNvSpPr/>
          <p:nvPr/>
        </p:nvSpPr>
        <p:spPr>
          <a:xfrm>
            <a:off x="192088" y="2804033"/>
            <a:ext cx="2363543" cy="186270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12"/>
          <p:cNvSpPr/>
          <p:nvPr/>
        </p:nvSpPr>
        <p:spPr>
          <a:xfrm>
            <a:off x="2758373" y="765174"/>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2758373" y="3845906"/>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矩形 15"/>
          <p:cNvSpPr/>
          <p:nvPr/>
        </p:nvSpPr>
        <p:spPr>
          <a:xfrm>
            <a:off x="8784035" y="765175"/>
            <a:ext cx="3215877" cy="285969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矩形 16"/>
          <p:cNvSpPr/>
          <p:nvPr/>
        </p:nvSpPr>
        <p:spPr>
          <a:xfrm>
            <a:off x="8784035" y="3845908"/>
            <a:ext cx="3215877" cy="285969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746468" y="1084085"/>
            <a:ext cx="1242648" cy="500650"/>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589736</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9" name="文本框 18"/>
          <p:cNvSpPr txBox="1"/>
          <p:nvPr/>
        </p:nvSpPr>
        <p:spPr>
          <a:xfrm>
            <a:off x="611810" y="842572"/>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采买订单总量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5" name="组合 24"/>
          <p:cNvGrpSpPr/>
          <p:nvPr/>
        </p:nvGrpSpPr>
        <p:grpSpPr>
          <a:xfrm>
            <a:off x="286810" y="1665017"/>
            <a:ext cx="165646" cy="165684"/>
            <a:chOff x="344417" y="1684337"/>
            <a:chExt cx="267344" cy="267405"/>
          </a:xfrm>
        </p:grpSpPr>
        <p:sp>
          <p:nvSpPr>
            <p:cNvPr id="23" name="任意多边形: 形状 22"/>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6" name="文本框 25"/>
          <p:cNvSpPr txBox="1"/>
          <p:nvPr/>
        </p:nvSpPr>
        <p:spPr>
          <a:xfrm>
            <a:off x="452456" y="1588647"/>
            <a:ext cx="2103175" cy="304699"/>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本月订单支付总量：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596832</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7" name="组合 26"/>
          <p:cNvGrpSpPr/>
          <p:nvPr/>
        </p:nvGrpSpPr>
        <p:grpSpPr>
          <a:xfrm>
            <a:off x="286810" y="1964201"/>
            <a:ext cx="165646" cy="165684"/>
            <a:chOff x="344417" y="1684337"/>
            <a:chExt cx="267344" cy="267405"/>
          </a:xfrm>
        </p:grpSpPr>
        <p:sp>
          <p:nvSpPr>
            <p:cNvPr id="28" name="任意多边形: 形状 27"/>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0" name="文本框 29"/>
          <p:cNvSpPr txBox="1"/>
          <p:nvPr/>
        </p:nvSpPr>
        <p:spPr>
          <a:xfrm>
            <a:off x="452456" y="1887831"/>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本月取消订单量：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2361</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31" name="组合 30"/>
          <p:cNvGrpSpPr/>
          <p:nvPr/>
        </p:nvGrpSpPr>
        <p:grpSpPr>
          <a:xfrm>
            <a:off x="286810" y="2271475"/>
            <a:ext cx="165646" cy="165684"/>
            <a:chOff x="344417" y="1684337"/>
            <a:chExt cx="267344" cy="267405"/>
          </a:xfrm>
        </p:grpSpPr>
        <p:sp>
          <p:nvSpPr>
            <p:cNvPr id="32" name="任意多边形: 形状 31"/>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4" name="文本框 33"/>
          <p:cNvSpPr txBox="1"/>
          <p:nvPr/>
        </p:nvSpPr>
        <p:spPr>
          <a:xfrm>
            <a:off x="452456" y="2195105"/>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本月被投诉订单量：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1259</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文本框 34"/>
          <p:cNvSpPr txBox="1"/>
          <p:nvPr/>
        </p:nvSpPr>
        <p:spPr>
          <a:xfrm>
            <a:off x="617877" y="2873954"/>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本月订单转化率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矩形 38"/>
          <p:cNvSpPr/>
          <p:nvPr/>
        </p:nvSpPr>
        <p:spPr>
          <a:xfrm>
            <a:off x="192088" y="4842560"/>
            <a:ext cx="2363543" cy="1862709"/>
          </a:xfrm>
          <a:prstGeom prst="rect">
            <a:avLst/>
          </a:prstGeom>
          <a:solidFill>
            <a:schemeClr val="accent3">
              <a:lumMod val="20000"/>
              <a:lumOff val="8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17877" y="4912481"/>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解析维度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文本框 40"/>
          <p:cNvSpPr txBox="1"/>
          <p:nvPr/>
        </p:nvSpPr>
        <p:spPr>
          <a:xfrm>
            <a:off x="322272" y="5422247"/>
            <a:ext cx="2103175" cy="1211229"/>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资产结构：包括流动资产与非流动资产的配比，如现金、存款、房产、股票等。健康的资产结构有助于平衡风险与收益</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cxnSp>
        <p:nvCxnSpPr>
          <p:cNvPr id="42" name="直接连接符 41"/>
          <p:cNvCxnSpPr/>
          <p:nvPr/>
        </p:nvCxnSpPr>
        <p:spPr>
          <a:xfrm>
            <a:off x="1235127" y="5324271"/>
            <a:ext cx="277464" cy="0"/>
          </a:xfrm>
          <a:prstGeom prst="line">
            <a:avLst/>
          </a:prstGeom>
          <a:ln w="22225"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89746"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615647"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562182"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46"/>
          <p:cNvSpPr/>
          <p:nvPr/>
        </p:nvSpPr>
        <p:spPr>
          <a:xfrm>
            <a:off x="677370" y="3474282"/>
            <a:ext cx="258166" cy="4572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116242"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新增订单量：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623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 49"/>
          <p:cNvSpPr txBox="1"/>
          <p:nvPr/>
        </p:nvSpPr>
        <p:spPr>
          <a:xfrm>
            <a:off x="518312"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82%</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椭圆 50"/>
          <p:cNvSpPr/>
          <p:nvPr/>
        </p:nvSpPr>
        <p:spPr>
          <a:xfrm>
            <a:off x="1602178"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1728079"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1674614"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矩形 53"/>
          <p:cNvSpPr/>
          <p:nvPr/>
        </p:nvSpPr>
        <p:spPr>
          <a:xfrm>
            <a:off x="1789802" y="3651072"/>
            <a:ext cx="258166" cy="2805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文本框 54"/>
          <p:cNvSpPr txBox="1"/>
          <p:nvPr/>
        </p:nvSpPr>
        <p:spPr>
          <a:xfrm>
            <a:off x="1228674"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订单支付量：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253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文本框 55"/>
          <p:cNvSpPr txBox="1"/>
          <p:nvPr/>
        </p:nvSpPr>
        <p:spPr>
          <a:xfrm>
            <a:off x="1630744"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46%</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61" name="图表 60"/>
          <p:cNvGraphicFramePr/>
          <p:nvPr/>
        </p:nvGraphicFramePr>
        <p:xfrm>
          <a:off x="2654816" y="1274019"/>
          <a:ext cx="5972197" cy="1517025"/>
        </p:xfrm>
        <a:graphic>
          <a:graphicData uri="http://schemas.openxmlformats.org/drawingml/2006/chart">
            <c:chart xmlns:c="http://schemas.openxmlformats.org/drawingml/2006/chart" xmlns:r="http://schemas.openxmlformats.org/officeDocument/2006/relationships" r:id="rId1"/>
          </a:graphicData>
        </a:graphic>
      </p:graphicFrame>
      <p:sp>
        <p:nvSpPr>
          <p:cNvPr id="62" name="文本框 61"/>
          <p:cNvSpPr txBox="1"/>
          <p:nvPr/>
        </p:nvSpPr>
        <p:spPr>
          <a:xfrm>
            <a:off x="4251961" y="842572"/>
            <a:ext cx="2835746"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年销售增长</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840511"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68" name="文本框 7167"/>
          <p:cNvSpPr txBox="1"/>
          <p:nvPr/>
        </p:nvSpPr>
        <p:spPr>
          <a:xfrm>
            <a:off x="2840511"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5698</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1" name="直接连接符 7170"/>
          <p:cNvCxnSpPr/>
          <p:nvPr/>
        </p:nvCxnSpPr>
        <p:spPr>
          <a:xfrm>
            <a:off x="4251961"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2" name="文本框 7171"/>
          <p:cNvSpPr txBox="1"/>
          <p:nvPr/>
        </p:nvSpPr>
        <p:spPr>
          <a:xfrm>
            <a:off x="4447755"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3" name="文本框 7172"/>
          <p:cNvSpPr txBox="1"/>
          <p:nvPr/>
        </p:nvSpPr>
        <p:spPr>
          <a:xfrm>
            <a:off x="4447755"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4" name="直接连接符 7173"/>
          <p:cNvCxnSpPr/>
          <p:nvPr/>
        </p:nvCxnSpPr>
        <p:spPr>
          <a:xfrm>
            <a:off x="5706896"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5" name="文本框 7174"/>
          <p:cNvSpPr txBox="1"/>
          <p:nvPr/>
        </p:nvSpPr>
        <p:spPr>
          <a:xfrm>
            <a:off x="5810454"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6" name="文本框 7175"/>
          <p:cNvSpPr txBox="1"/>
          <p:nvPr/>
        </p:nvSpPr>
        <p:spPr>
          <a:xfrm>
            <a:off x="5810454"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2696</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7" name="直接连接符 7176"/>
          <p:cNvCxnSpPr/>
          <p:nvPr/>
        </p:nvCxnSpPr>
        <p:spPr>
          <a:xfrm>
            <a:off x="7108180"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8" name="文本框 7177"/>
          <p:cNvSpPr txBox="1"/>
          <p:nvPr/>
        </p:nvSpPr>
        <p:spPr>
          <a:xfrm>
            <a:off x="7232002" y="2873954"/>
            <a:ext cx="1277461"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9" name="文本框 7178"/>
          <p:cNvSpPr txBox="1"/>
          <p:nvPr/>
        </p:nvSpPr>
        <p:spPr>
          <a:xfrm>
            <a:off x="7232002" y="3099129"/>
            <a:ext cx="1277461"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7182" name="图表 7181"/>
          <p:cNvGraphicFramePr/>
          <p:nvPr/>
        </p:nvGraphicFramePr>
        <p:xfrm>
          <a:off x="8480341" y="882635"/>
          <a:ext cx="2655417" cy="1770278"/>
        </p:xfrm>
        <a:graphic>
          <a:graphicData uri="http://schemas.openxmlformats.org/drawingml/2006/chart">
            <c:chart xmlns:c="http://schemas.openxmlformats.org/drawingml/2006/chart" xmlns:r="http://schemas.openxmlformats.org/officeDocument/2006/relationships" r:id="rId2"/>
          </a:graphicData>
        </a:graphic>
      </p:graphicFrame>
      <p:sp>
        <p:nvSpPr>
          <p:cNvPr id="7183" name="文本框 7182"/>
          <p:cNvSpPr txBox="1"/>
          <p:nvPr/>
        </p:nvSpPr>
        <p:spPr>
          <a:xfrm>
            <a:off x="9425573" y="1442639"/>
            <a:ext cx="764953"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69%</a:t>
            </a:r>
            <a:endParaRPr kumimoji="0" lang="zh-CN" alt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7184" name="文本框 7183"/>
          <p:cNvSpPr txBox="1"/>
          <p:nvPr/>
        </p:nvSpPr>
        <p:spPr>
          <a:xfrm>
            <a:off x="10379775" y="1259063"/>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订单销量</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85" name="文本框 7184"/>
          <p:cNvSpPr txBox="1"/>
          <p:nvPr/>
        </p:nvSpPr>
        <p:spPr>
          <a:xfrm>
            <a:off x="10379775" y="1579485"/>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86" name="等腰三角形 7185"/>
          <p:cNvSpPr/>
          <p:nvPr/>
        </p:nvSpPr>
        <p:spPr>
          <a:xfrm>
            <a:off x="11612880" y="1970989"/>
            <a:ext cx="172972" cy="14911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87" name="文本框 7186"/>
          <p:cNvSpPr txBox="1"/>
          <p:nvPr/>
        </p:nvSpPr>
        <p:spPr>
          <a:xfrm>
            <a:off x="8829755" y="2590443"/>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消费者资产健康是一个多维度、动态变化的综合概念，涵盖行为与认知层面。消费者正通过保守策略（如减少借贷、增加储蓄）主动优化资产健康状态</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188" name="图表 7187"/>
          <p:cNvGraphicFramePr/>
          <p:nvPr/>
        </p:nvGraphicFramePr>
        <p:xfrm>
          <a:off x="8480341" y="3938503"/>
          <a:ext cx="2655417" cy="1770278"/>
        </p:xfrm>
        <a:graphic>
          <a:graphicData uri="http://schemas.openxmlformats.org/drawingml/2006/chart">
            <c:chart xmlns:c="http://schemas.openxmlformats.org/drawingml/2006/chart" xmlns:r="http://schemas.openxmlformats.org/officeDocument/2006/relationships" r:id="rId3"/>
          </a:graphicData>
        </a:graphic>
      </p:graphicFrame>
      <p:sp>
        <p:nvSpPr>
          <p:cNvPr id="7189" name="文本框 7188"/>
          <p:cNvSpPr txBox="1"/>
          <p:nvPr/>
        </p:nvSpPr>
        <p:spPr>
          <a:xfrm>
            <a:off x="9425573" y="4498507"/>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78%</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0" name="文本框 7189"/>
          <p:cNvSpPr txBox="1"/>
          <p:nvPr/>
        </p:nvSpPr>
        <p:spPr>
          <a:xfrm>
            <a:off x="10379775" y="4314931"/>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总销售额</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91" name="文本框 7190"/>
          <p:cNvSpPr txBox="1"/>
          <p:nvPr/>
        </p:nvSpPr>
        <p:spPr>
          <a:xfrm>
            <a:off x="10379775" y="4635353"/>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92" name="等腰三角形 7191"/>
          <p:cNvSpPr/>
          <p:nvPr/>
        </p:nvSpPr>
        <p:spPr>
          <a:xfrm>
            <a:off x="11612880" y="5026857"/>
            <a:ext cx="172972" cy="14911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3" name="文本框 7192"/>
          <p:cNvSpPr txBox="1"/>
          <p:nvPr/>
        </p:nvSpPr>
        <p:spPr>
          <a:xfrm>
            <a:off x="8829755" y="5646311"/>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“总销售额”又叫成交金额（</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GMV</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Gross Merchandise Volume</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），是一段时间内所有已付款订单的含税金额之和。只要消费者把钱付了，就全额计入总销售额</a:t>
            </a:r>
            <a:endPar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215" name="图表 7214"/>
          <p:cNvGraphicFramePr/>
          <p:nvPr/>
        </p:nvGraphicFramePr>
        <p:xfrm>
          <a:off x="2670819" y="4283844"/>
          <a:ext cx="5969688" cy="2389017"/>
        </p:xfrm>
        <a:graphic>
          <a:graphicData uri="http://schemas.openxmlformats.org/drawingml/2006/chart">
            <c:chart xmlns:c="http://schemas.openxmlformats.org/drawingml/2006/chart" xmlns:r="http://schemas.openxmlformats.org/officeDocument/2006/relationships" r:id="rId4"/>
          </a:graphicData>
        </a:graphic>
      </p:graphicFrame>
      <p:sp>
        <p:nvSpPr>
          <p:cNvPr id="7216" name="文本框 7215"/>
          <p:cNvSpPr txBox="1"/>
          <p:nvPr/>
        </p:nvSpPr>
        <p:spPr>
          <a:xfrm>
            <a:off x="4016669" y="3967137"/>
            <a:ext cx="3306330"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存货周转天数及存货周转率趋势</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302"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工作效率低下原因分析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任意多边形: 形状 10"/>
          <p:cNvSpPr/>
          <p:nvPr/>
        </p:nvSpPr>
        <p:spPr>
          <a:xfrm>
            <a:off x="10782587" y="2773353"/>
            <a:ext cx="1233982" cy="2030120"/>
          </a:xfrm>
          <a:custGeom>
            <a:avLst/>
            <a:gdLst>
              <a:gd name="connsiteX0" fmla="*/ 195022 w 1708181"/>
              <a:gd name="connsiteY0" fmla="*/ 28916 h 2782510"/>
              <a:gd name="connsiteX1" fmla="*/ 1240051 w 1708181"/>
              <a:gd name="connsiteY1" fmla="*/ 529659 h 2782510"/>
              <a:gd name="connsiteX2" fmla="*/ 1708137 w 1708181"/>
              <a:gd name="connsiteY2" fmla="*/ 1411402 h 2782510"/>
              <a:gd name="connsiteX3" fmla="*/ 1218279 w 1708181"/>
              <a:gd name="connsiteY3" fmla="*/ 2162516 h 2782510"/>
              <a:gd name="connsiteX4" fmla="*/ 445394 w 1708181"/>
              <a:gd name="connsiteY4" fmla="*/ 2761231 h 2782510"/>
              <a:gd name="connsiteX5" fmla="*/ 20851 w 1708181"/>
              <a:gd name="connsiteY5" fmla="*/ 1378745 h 2782510"/>
              <a:gd name="connsiteX6" fmla="*/ 195022 w 1708181"/>
              <a:gd name="connsiteY6" fmla="*/ 28916 h 2782510"/>
              <a:gd name="connsiteX0-1" fmla="*/ 195022 w 1708181"/>
              <a:gd name="connsiteY0-2" fmla="*/ 28916 h 2782510"/>
              <a:gd name="connsiteX1-3" fmla="*/ 1240051 w 1708181"/>
              <a:gd name="connsiteY1-4" fmla="*/ 529659 h 2782510"/>
              <a:gd name="connsiteX2-5" fmla="*/ 1708137 w 1708181"/>
              <a:gd name="connsiteY2-6" fmla="*/ 1411402 h 2782510"/>
              <a:gd name="connsiteX3-7" fmla="*/ 1218279 w 1708181"/>
              <a:gd name="connsiteY3-8" fmla="*/ 2162516 h 2782510"/>
              <a:gd name="connsiteX4-9" fmla="*/ 445394 w 1708181"/>
              <a:gd name="connsiteY4-10" fmla="*/ 2761231 h 2782510"/>
              <a:gd name="connsiteX5-11" fmla="*/ 20851 w 1708181"/>
              <a:gd name="connsiteY5-12" fmla="*/ 1378745 h 2782510"/>
              <a:gd name="connsiteX6-13" fmla="*/ 195022 w 1708181"/>
              <a:gd name="connsiteY6-14" fmla="*/ 28916 h 2782510"/>
              <a:gd name="connsiteX0-15" fmla="*/ 195022 w 1708181"/>
              <a:gd name="connsiteY0-16" fmla="*/ 0 h 2753594"/>
              <a:gd name="connsiteX1-17" fmla="*/ 1240051 w 1708181"/>
              <a:gd name="connsiteY1-18" fmla="*/ 500743 h 2753594"/>
              <a:gd name="connsiteX2-19" fmla="*/ 1708137 w 1708181"/>
              <a:gd name="connsiteY2-20" fmla="*/ 1382486 h 2753594"/>
              <a:gd name="connsiteX3-21" fmla="*/ 1218279 w 1708181"/>
              <a:gd name="connsiteY3-22" fmla="*/ 2133600 h 2753594"/>
              <a:gd name="connsiteX4-23" fmla="*/ 445394 w 1708181"/>
              <a:gd name="connsiteY4-24" fmla="*/ 2732315 h 2753594"/>
              <a:gd name="connsiteX5-25" fmla="*/ 20851 w 1708181"/>
              <a:gd name="connsiteY5-26" fmla="*/ 1349829 h 2753594"/>
              <a:gd name="connsiteX6-27" fmla="*/ 195022 w 1708181"/>
              <a:gd name="connsiteY6-28" fmla="*/ 0 h 2753594"/>
              <a:gd name="connsiteX0-29" fmla="*/ 195022 w 1677707"/>
              <a:gd name="connsiteY0-30" fmla="*/ 0 h 2753594"/>
              <a:gd name="connsiteX1-31" fmla="*/ 1240051 w 1677707"/>
              <a:gd name="connsiteY1-32" fmla="*/ 500743 h 2753594"/>
              <a:gd name="connsiteX2-33" fmla="*/ 1677657 w 1677707"/>
              <a:gd name="connsiteY2-34" fmla="*/ 1382486 h 2753594"/>
              <a:gd name="connsiteX3-35" fmla="*/ 1218279 w 1677707"/>
              <a:gd name="connsiteY3-36" fmla="*/ 2133600 h 2753594"/>
              <a:gd name="connsiteX4-37" fmla="*/ 445394 w 1677707"/>
              <a:gd name="connsiteY4-38" fmla="*/ 2732315 h 2753594"/>
              <a:gd name="connsiteX5-39" fmla="*/ 20851 w 1677707"/>
              <a:gd name="connsiteY5-40" fmla="*/ 1349829 h 2753594"/>
              <a:gd name="connsiteX6-41" fmla="*/ 195022 w 1677707"/>
              <a:gd name="connsiteY6-42" fmla="*/ 0 h 2753594"/>
              <a:gd name="connsiteX0-43" fmla="*/ 195022 w 1677657"/>
              <a:gd name="connsiteY0-44" fmla="*/ 0 h 2753594"/>
              <a:gd name="connsiteX1-45" fmla="*/ 1215667 w 1677657"/>
              <a:gd name="connsiteY1-46" fmla="*/ 500743 h 2753594"/>
              <a:gd name="connsiteX2-47" fmla="*/ 1677657 w 1677657"/>
              <a:gd name="connsiteY2-48" fmla="*/ 1382486 h 2753594"/>
              <a:gd name="connsiteX3-49" fmla="*/ 1218279 w 1677657"/>
              <a:gd name="connsiteY3-50" fmla="*/ 2133600 h 2753594"/>
              <a:gd name="connsiteX4-51" fmla="*/ 445394 w 1677657"/>
              <a:gd name="connsiteY4-52" fmla="*/ 2732315 h 2753594"/>
              <a:gd name="connsiteX5-53" fmla="*/ 20851 w 1677657"/>
              <a:gd name="connsiteY5-54" fmla="*/ 1349829 h 2753594"/>
              <a:gd name="connsiteX6-55" fmla="*/ 195022 w 1677657"/>
              <a:gd name="connsiteY6-56" fmla="*/ 0 h 2753594"/>
              <a:gd name="connsiteX0-57" fmla="*/ 195022 w 1677657"/>
              <a:gd name="connsiteY0-58" fmla="*/ 0 h 2753594"/>
              <a:gd name="connsiteX1-59" fmla="*/ 1215667 w 1677657"/>
              <a:gd name="connsiteY1-60" fmla="*/ 500743 h 2753594"/>
              <a:gd name="connsiteX2-61" fmla="*/ 1677657 w 1677657"/>
              <a:gd name="connsiteY2-62" fmla="*/ 1382486 h 2753594"/>
              <a:gd name="connsiteX3-63" fmla="*/ 1218279 w 1677657"/>
              <a:gd name="connsiteY3-64" fmla="*/ 2133600 h 2753594"/>
              <a:gd name="connsiteX4-65" fmla="*/ 445394 w 1677657"/>
              <a:gd name="connsiteY4-66" fmla="*/ 2732315 h 2753594"/>
              <a:gd name="connsiteX5-67" fmla="*/ 20851 w 1677657"/>
              <a:gd name="connsiteY5-68" fmla="*/ 1349829 h 2753594"/>
              <a:gd name="connsiteX6-69" fmla="*/ 195022 w 1677657"/>
              <a:gd name="connsiteY6-70" fmla="*/ 0 h 2753594"/>
              <a:gd name="connsiteX0-71" fmla="*/ 195022 w 1677804"/>
              <a:gd name="connsiteY0-72" fmla="*/ 0 h 2753594"/>
              <a:gd name="connsiteX1-73" fmla="*/ 1215667 w 1677804"/>
              <a:gd name="connsiteY1-74" fmla="*/ 500743 h 2753594"/>
              <a:gd name="connsiteX2-75" fmla="*/ 1677657 w 1677804"/>
              <a:gd name="connsiteY2-76" fmla="*/ 1382486 h 2753594"/>
              <a:gd name="connsiteX3-77" fmla="*/ 1175607 w 1677804"/>
              <a:gd name="connsiteY3-78" fmla="*/ 2133600 h 2753594"/>
              <a:gd name="connsiteX4-79" fmla="*/ 445394 w 1677804"/>
              <a:gd name="connsiteY4-80" fmla="*/ 2732315 h 2753594"/>
              <a:gd name="connsiteX5-81" fmla="*/ 20851 w 1677804"/>
              <a:gd name="connsiteY5-82" fmla="*/ 1349829 h 2753594"/>
              <a:gd name="connsiteX6-83" fmla="*/ 195022 w 1677804"/>
              <a:gd name="connsiteY6-84" fmla="*/ 0 h 2753594"/>
              <a:gd name="connsiteX0-85" fmla="*/ 195022 w 1677804"/>
              <a:gd name="connsiteY0-86" fmla="*/ 0 h 2753594"/>
              <a:gd name="connsiteX1-87" fmla="*/ 1215667 w 1677804"/>
              <a:gd name="connsiteY1-88" fmla="*/ 500743 h 2753594"/>
              <a:gd name="connsiteX2-89" fmla="*/ 1677657 w 1677804"/>
              <a:gd name="connsiteY2-90" fmla="*/ 1382486 h 2753594"/>
              <a:gd name="connsiteX3-91" fmla="*/ 1175607 w 1677804"/>
              <a:gd name="connsiteY3-92" fmla="*/ 2133600 h 2753594"/>
              <a:gd name="connsiteX4-93" fmla="*/ 445394 w 1677804"/>
              <a:gd name="connsiteY4-94" fmla="*/ 2732315 h 2753594"/>
              <a:gd name="connsiteX5-95" fmla="*/ 20851 w 1677804"/>
              <a:gd name="connsiteY5-96" fmla="*/ 1349829 h 2753594"/>
              <a:gd name="connsiteX6-97" fmla="*/ 195022 w 1677804"/>
              <a:gd name="connsiteY6-98" fmla="*/ 0 h 2753594"/>
              <a:gd name="connsiteX0-99" fmla="*/ 195022 w 1677804"/>
              <a:gd name="connsiteY0-100" fmla="*/ 0 h 2753594"/>
              <a:gd name="connsiteX1-101" fmla="*/ 1215667 w 1677804"/>
              <a:gd name="connsiteY1-102" fmla="*/ 500743 h 2753594"/>
              <a:gd name="connsiteX2-103" fmla="*/ 1677657 w 1677804"/>
              <a:gd name="connsiteY2-104" fmla="*/ 1382486 h 2753594"/>
              <a:gd name="connsiteX3-105" fmla="*/ 1175607 w 1677804"/>
              <a:gd name="connsiteY3-106" fmla="*/ 2133600 h 2753594"/>
              <a:gd name="connsiteX4-107" fmla="*/ 445394 w 1677804"/>
              <a:gd name="connsiteY4-108" fmla="*/ 2732315 h 2753594"/>
              <a:gd name="connsiteX5-109" fmla="*/ 20851 w 1677804"/>
              <a:gd name="connsiteY5-110" fmla="*/ 1349829 h 2753594"/>
              <a:gd name="connsiteX6-111" fmla="*/ 195022 w 1677804"/>
              <a:gd name="connsiteY6-112" fmla="*/ 0 h 2753594"/>
              <a:gd name="connsiteX0-113" fmla="*/ 195022 w 1677804"/>
              <a:gd name="connsiteY0-114" fmla="*/ 0 h 2732315"/>
              <a:gd name="connsiteX1-115" fmla="*/ 1215667 w 1677804"/>
              <a:gd name="connsiteY1-116" fmla="*/ 500743 h 2732315"/>
              <a:gd name="connsiteX2-117" fmla="*/ 1677657 w 1677804"/>
              <a:gd name="connsiteY2-118" fmla="*/ 1382486 h 2732315"/>
              <a:gd name="connsiteX3-119" fmla="*/ 1175607 w 1677804"/>
              <a:gd name="connsiteY3-120" fmla="*/ 2133600 h 2732315"/>
              <a:gd name="connsiteX4-121" fmla="*/ 445394 w 1677804"/>
              <a:gd name="connsiteY4-122" fmla="*/ 2732315 h 2732315"/>
              <a:gd name="connsiteX5-123" fmla="*/ 20851 w 1677804"/>
              <a:gd name="connsiteY5-124" fmla="*/ 1349829 h 2732315"/>
              <a:gd name="connsiteX6-125" fmla="*/ 195022 w 1677804"/>
              <a:gd name="connsiteY6-126" fmla="*/ 0 h 2732315"/>
              <a:gd name="connsiteX0-127" fmla="*/ 197138 w 1679920"/>
              <a:gd name="connsiteY0-128" fmla="*/ 0 h 2711995"/>
              <a:gd name="connsiteX1-129" fmla="*/ 1217783 w 1679920"/>
              <a:gd name="connsiteY1-130" fmla="*/ 500743 h 2711995"/>
              <a:gd name="connsiteX2-131" fmla="*/ 1679773 w 1679920"/>
              <a:gd name="connsiteY2-132" fmla="*/ 1382486 h 2711995"/>
              <a:gd name="connsiteX3-133" fmla="*/ 1177723 w 1679920"/>
              <a:gd name="connsiteY3-134" fmla="*/ 2133600 h 2711995"/>
              <a:gd name="connsiteX4-135" fmla="*/ 498310 w 1679920"/>
              <a:gd name="connsiteY4-136" fmla="*/ 2711995 h 2711995"/>
              <a:gd name="connsiteX5-137" fmla="*/ 22967 w 1679920"/>
              <a:gd name="connsiteY5-138" fmla="*/ 1349829 h 2711995"/>
              <a:gd name="connsiteX6-139" fmla="*/ 197138 w 1679920"/>
              <a:gd name="connsiteY6-140" fmla="*/ 0 h 2711995"/>
              <a:gd name="connsiteX0-141" fmla="*/ 197138 w 1679920"/>
              <a:gd name="connsiteY0-142" fmla="*/ 0 h 2711995"/>
              <a:gd name="connsiteX1-143" fmla="*/ 1217783 w 1679920"/>
              <a:gd name="connsiteY1-144" fmla="*/ 500743 h 2711995"/>
              <a:gd name="connsiteX2-145" fmla="*/ 1679773 w 1679920"/>
              <a:gd name="connsiteY2-146" fmla="*/ 1382486 h 2711995"/>
              <a:gd name="connsiteX3-147" fmla="*/ 1177723 w 1679920"/>
              <a:gd name="connsiteY3-148" fmla="*/ 2133600 h 2711995"/>
              <a:gd name="connsiteX4-149" fmla="*/ 498310 w 1679920"/>
              <a:gd name="connsiteY4-150" fmla="*/ 2711995 h 2711995"/>
              <a:gd name="connsiteX5-151" fmla="*/ 22967 w 1679920"/>
              <a:gd name="connsiteY5-152" fmla="*/ 1349829 h 2711995"/>
              <a:gd name="connsiteX6-153" fmla="*/ 197138 w 1679920"/>
              <a:gd name="connsiteY6-154" fmla="*/ 0 h 2711995"/>
              <a:gd name="connsiteX0-155" fmla="*/ 197138 w 1679920"/>
              <a:gd name="connsiteY0-156" fmla="*/ 0 h 2711995"/>
              <a:gd name="connsiteX1-157" fmla="*/ 1217783 w 1679920"/>
              <a:gd name="connsiteY1-158" fmla="*/ 500743 h 2711995"/>
              <a:gd name="connsiteX2-159" fmla="*/ 1679773 w 1679920"/>
              <a:gd name="connsiteY2-160" fmla="*/ 1382486 h 2711995"/>
              <a:gd name="connsiteX3-161" fmla="*/ 1177723 w 1679920"/>
              <a:gd name="connsiteY3-162" fmla="*/ 2133600 h 2711995"/>
              <a:gd name="connsiteX4-163" fmla="*/ 498310 w 1679920"/>
              <a:gd name="connsiteY4-164" fmla="*/ 2711995 h 2711995"/>
              <a:gd name="connsiteX5-165" fmla="*/ 22967 w 1679920"/>
              <a:gd name="connsiteY5-166" fmla="*/ 1349829 h 2711995"/>
              <a:gd name="connsiteX6-167" fmla="*/ 197138 w 1679920"/>
              <a:gd name="connsiteY6-168" fmla="*/ 0 h 2711995"/>
              <a:gd name="connsiteX0-169" fmla="*/ 197138 w 1679885"/>
              <a:gd name="connsiteY0-170" fmla="*/ 0 h 2711995"/>
              <a:gd name="connsiteX1-171" fmla="*/ 1217783 w 1679885"/>
              <a:gd name="connsiteY1-172" fmla="*/ 500743 h 2711995"/>
              <a:gd name="connsiteX2-173" fmla="*/ 1679773 w 1679885"/>
              <a:gd name="connsiteY2-174" fmla="*/ 1382486 h 2711995"/>
              <a:gd name="connsiteX3-175" fmla="*/ 1182803 w 1679885"/>
              <a:gd name="connsiteY3-176" fmla="*/ 2148840 h 2711995"/>
              <a:gd name="connsiteX4-177" fmla="*/ 498310 w 1679885"/>
              <a:gd name="connsiteY4-178" fmla="*/ 2711995 h 2711995"/>
              <a:gd name="connsiteX5-179" fmla="*/ 22967 w 1679885"/>
              <a:gd name="connsiteY5-180" fmla="*/ 1349829 h 2711995"/>
              <a:gd name="connsiteX6-181" fmla="*/ 197138 w 1679885"/>
              <a:gd name="connsiteY6-182" fmla="*/ 0 h 2711995"/>
              <a:gd name="connsiteX0-183" fmla="*/ 197138 w 1679885"/>
              <a:gd name="connsiteY0-184" fmla="*/ 0 h 2711995"/>
              <a:gd name="connsiteX1-185" fmla="*/ 1217783 w 1679885"/>
              <a:gd name="connsiteY1-186" fmla="*/ 500743 h 2711995"/>
              <a:gd name="connsiteX2-187" fmla="*/ 1679773 w 1679885"/>
              <a:gd name="connsiteY2-188" fmla="*/ 1382486 h 2711995"/>
              <a:gd name="connsiteX3-189" fmla="*/ 1182803 w 1679885"/>
              <a:gd name="connsiteY3-190" fmla="*/ 2148840 h 2711995"/>
              <a:gd name="connsiteX4-191" fmla="*/ 498310 w 1679885"/>
              <a:gd name="connsiteY4-192" fmla="*/ 2711995 h 2711995"/>
              <a:gd name="connsiteX5-193" fmla="*/ 22967 w 1679885"/>
              <a:gd name="connsiteY5-194" fmla="*/ 1349829 h 2711995"/>
              <a:gd name="connsiteX6-195" fmla="*/ 197138 w 1679885"/>
              <a:gd name="connsiteY6-196" fmla="*/ 0 h 2711995"/>
              <a:gd name="connsiteX0-197" fmla="*/ 174256 w 1657003"/>
              <a:gd name="connsiteY0-198" fmla="*/ 0 h 2711995"/>
              <a:gd name="connsiteX1-199" fmla="*/ 1194901 w 1657003"/>
              <a:gd name="connsiteY1-200" fmla="*/ 500743 h 2711995"/>
              <a:gd name="connsiteX2-201" fmla="*/ 1656891 w 1657003"/>
              <a:gd name="connsiteY2-202" fmla="*/ 1382486 h 2711995"/>
              <a:gd name="connsiteX3-203" fmla="*/ 1159921 w 1657003"/>
              <a:gd name="connsiteY3-204" fmla="*/ 2148840 h 2711995"/>
              <a:gd name="connsiteX4-205" fmla="*/ 475428 w 1657003"/>
              <a:gd name="connsiteY4-206" fmla="*/ 2711995 h 2711995"/>
              <a:gd name="connsiteX5-207" fmla="*/ 85 w 1657003"/>
              <a:gd name="connsiteY5-208" fmla="*/ 1349829 h 2711995"/>
              <a:gd name="connsiteX6-209" fmla="*/ 174256 w 1657003"/>
              <a:gd name="connsiteY6-210" fmla="*/ 0 h 2711995"/>
              <a:gd name="connsiteX0-211" fmla="*/ 174256 w 1657003"/>
              <a:gd name="connsiteY0-212" fmla="*/ 0 h 2711995"/>
              <a:gd name="connsiteX1-213" fmla="*/ 1194901 w 1657003"/>
              <a:gd name="connsiteY1-214" fmla="*/ 500743 h 2711995"/>
              <a:gd name="connsiteX2-215" fmla="*/ 1656891 w 1657003"/>
              <a:gd name="connsiteY2-216" fmla="*/ 1382486 h 2711995"/>
              <a:gd name="connsiteX3-217" fmla="*/ 1159921 w 1657003"/>
              <a:gd name="connsiteY3-218" fmla="*/ 2148840 h 2711995"/>
              <a:gd name="connsiteX4-219" fmla="*/ 475428 w 1657003"/>
              <a:gd name="connsiteY4-220" fmla="*/ 2711995 h 2711995"/>
              <a:gd name="connsiteX5-221" fmla="*/ 85 w 1657003"/>
              <a:gd name="connsiteY5-222" fmla="*/ 1349829 h 2711995"/>
              <a:gd name="connsiteX6-223" fmla="*/ 174256 w 1657003"/>
              <a:gd name="connsiteY6-224" fmla="*/ 0 h 2711995"/>
              <a:gd name="connsiteX0-225" fmla="*/ 174256 w 1657003"/>
              <a:gd name="connsiteY0-226" fmla="*/ 0 h 2711995"/>
              <a:gd name="connsiteX1-227" fmla="*/ 1194901 w 1657003"/>
              <a:gd name="connsiteY1-228" fmla="*/ 500743 h 2711995"/>
              <a:gd name="connsiteX2-229" fmla="*/ 1656891 w 1657003"/>
              <a:gd name="connsiteY2-230" fmla="*/ 1382486 h 2711995"/>
              <a:gd name="connsiteX3-231" fmla="*/ 1159921 w 1657003"/>
              <a:gd name="connsiteY3-232" fmla="*/ 2148840 h 2711995"/>
              <a:gd name="connsiteX4-233" fmla="*/ 475428 w 1657003"/>
              <a:gd name="connsiteY4-234" fmla="*/ 2711995 h 2711995"/>
              <a:gd name="connsiteX5-235" fmla="*/ 85 w 1657003"/>
              <a:gd name="connsiteY5-236" fmla="*/ 1349829 h 2711995"/>
              <a:gd name="connsiteX6-237" fmla="*/ 174256 w 1657003"/>
              <a:gd name="connsiteY6-238" fmla="*/ 0 h 2711995"/>
              <a:gd name="connsiteX0-239" fmla="*/ 180276 w 1663023"/>
              <a:gd name="connsiteY0-240" fmla="*/ 0 h 2711995"/>
              <a:gd name="connsiteX1-241" fmla="*/ 1200921 w 1663023"/>
              <a:gd name="connsiteY1-242" fmla="*/ 500743 h 2711995"/>
              <a:gd name="connsiteX2-243" fmla="*/ 1662911 w 1663023"/>
              <a:gd name="connsiteY2-244" fmla="*/ 1382486 h 2711995"/>
              <a:gd name="connsiteX3-245" fmla="*/ 1165941 w 1663023"/>
              <a:gd name="connsiteY3-246" fmla="*/ 2148840 h 2711995"/>
              <a:gd name="connsiteX4-247" fmla="*/ 481448 w 1663023"/>
              <a:gd name="connsiteY4-248" fmla="*/ 2711995 h 2711995"/>
              <a:gd name="connsiteX5-249" fmla="*/ 6105 w 1663023"/>
              <a:gd name="connsiteY5-250" fmla="*/ 1349829 h 2711995"/>
              <a:gd name="connsiteX6-251" fmla="*/ 180276 w 1663023"/>
              <a:gd name="connsiteY6-252" fmla="*/ 0 h 2711995"/>
              <a:gd name="connsiteX0-253" fmla="*/ 180276 w 1663023"/>
              <a:gd name="connsiteY0-254" fmla="*/ 0 h 2711995"/>
              <a:gd name="connsiteX1-255" fmla="*/ 1200921 w 1663023"/>
              <a:gd name="connsiteY1-256" fmla="*/ 500743 h 2711995"/>
              <a:gd name="connsiteX2-257" fmla="*/ 1662911 w 1663023"/>
              <a:gd name="connsiteY2-258" fmla="*/ 1382486 h 2711995"/>
              <a:gd name="connsiteX3-259" fmla="*/ 1165941 w 1663023"/>
              <a:gd name="connsiteY3-260" fmla="*/ 2148840 h 2711995"/>
              <a:gd name="connsiteX4-261" fmla="*/ 481448 w 1663023"/>
              <a:gd name="connsiteY4-262" fmla="*/ 2711995 h 2711995"/>
              <a:gd name="connsiteX5-263" fmla="*/ 6105 w 1663023"/>
              <a:gd name="connsiteY5-264" fmla="*/ 1349829 h 2711995"/>
              <a:gd name="connsiteX6-265" fmla="*/ 180276 w 1663023"/>
              <a:gd name="connsiteY6-266" fmla="*/ 0 h 2711995"/>
              <a:gd name="connsiteX0-267" fmla="*/ 180276 w 1663023"/>
              <a:gd name="connsiteY0-268" fmla="*/ 0 h 2711995"/>
              <a:gd name="connsiteX1-269" fmla="*/ 1200921 w 1663023"/>
              <a:gd name="connsiteY1-270" fmla="*/ 500743 h 2711995"/>
              <a:gd name="connsiteX2-271" fmla="*/ 1662911 w 1663023"/>
              <a:gd name="connsiteY2-272" fmla="*/ 1382486 h 2711995"/>
              <a:gd name="connsiteX3-273" fmla="*/ 1165941 w 1663023"/>
              <a:gd name="connsiteY3-274" fmla="*/ 2148840 h 2711995"/>
              <a:gd name="connsiteX4-275" fmla="*/ 481448 w 1663023"/>
              <a:gd name="connsiteY4-276" fmla="*/ 2711995 h 2711995"/>
              <a:gd name="connsiteX5-277" fmla="*/ 6105 w 1663023"/>
              <a:gd name="connsiteY5-278" fmla="*/ 1349829 h 2711995"/>
              <a:gd name="connsiteX6-279" fmla="*/ 180276 w 1663023"/>
              <a:gd name="connsiteY6-280" fmla="*/ 0 h 2711995"/>
              <a:gd name="connsiteX0-281" fmla="*/ 165703 w 1648450"/>
              <a:gd name="connsiteY0-282" fmla="*/ 0 h 2711995"/>
              <a:gd name="connsiteX1-283" fmla="*/ 1186348 w 1648450"/>
              <a:gd name="connsiteY1-284" fmla="*/ 500743 h 2711995"/>
              <a:gd name="connsiteX2-285" fmla="*/ 1648338 w 1648450"/>
              <a:gd name="connsiteY2-286" fmla="*/ 1382486 h 2711995"/>
              <a:gd name="connsiteX3-287" fmla="*/ 1151368 w 1648450"/>
              <a:gd name="connsiteY3-288" fmla="*/ 2148840 h 2711995"/>
              <a:gd name="connsiteX4-289" fmla="*/ 466875 w 1648450"/>
              <a:gd name="connsiteY4-290" fmla="*/ 2711995 h 2711995"/>
              <a:gd name="connsiteX5-291" fmla="*/ 6772 w 1648450"/>
              <a:gd name="connsiteY5-292" fmla="*/ 1405709 h 2711995"/>
              <a:gd name="connsiteX6-293" fmla="*/ 165703 w 1648450"/>
              <a:gd name="connsiteY6-294" fmla="*/ 0 h 2711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48450" h="2711995">
                <a:moveTo>
                  <a:pt x="165703" y="0"/>
                </a:moveTo>
                <a:cubicBezTo>
                  <a:pt x="509111" y="16982"/>
                  <a:pt x="939242" y="270329"/>
                  <a:pt x="1186348" y="500743"/>
                </a:cubicBezTo>
                <a:cubicBezTo>
                  <a:pt x="1433454" y="731157"/>
                  <a:pt x="1654168" y="1107803"/>
                  <a:pt x="1648338" y="1382486"/>
                </a:cubicBezTo>
                <a:cubicBezTo>
                  <a:pt x="1642508" y="1657169"/>
                  <a:pt x="1348278" y="1927255"/>
                  <a:pt x="1151368" y="2148840"/>
                </a:cubicBezTo>
                <a:cubicBezTo>
                  <a:pt x="954458" y="2370425"/>
                  <a:pt x="681686" y="2547983"/>
                  <a:pt x="466875" y="2711995"/>
                </a:cubicBezTo>
                <a:cubicBezTo>
                  <a:pt x="272384" y="2393407"/>
                  <a:pt x="41727" y="1908508"/>
                  <a:pt x="6772" y="1405709"/>
                </a:cubicBezTo>
                <a:cubicBezTo>
                  <a:pt x="-28183" y="902910"/>
                  <a:pt x="79343" y="304074"/>
                  <a:pt x="165703"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192088" y="2593906"/>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flipV="1">
            <a:off x="192088" y="3836535"/>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1042008" y="3758508"/>
            <a:ext cx="9859672" cy="151994"/>
          </a:xfrm>
          <a:prstGeom prst="rect">
            <a:avLst/>
          </a:pr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9656899" y="1297252"/>
            <a:ext cx="850649"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任意多边形: 形状 18"/>
          <p:cNvSpPr/>
          <p:nvPr/>
        </p:nvSpPr>
        <p:spPr>
          <a:xfrm>
            <a:off x="7124283"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4701035"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2348611" y="1297252"/>
            <a:ext cx="1008125"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10983846" y="3097746"/>
            <a:ext cx="273309" cy="273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矩形: 圆角 28"/>
          <p:cNvSpPr/>
          <p:nvPr/>
        </p:nvSpPr>
        <p:spPr>
          <a:xfrm>
            <a:off x="8892759" y="1302971"/>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4" name="直接连接符 33"/>
          <p:cNvCxnSpPr/>
          <p:nvPr/>
        </p:nvCxnSpPr>
        <p:spPr>
          <a:xfrm>
            <a:off x="8418207" y="233704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568960" y="288346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675640" y="342989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048280" y="1330799"/>
            <a:ext cx="1415772"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招聘流程复杂</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258063" y="197240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岗位需求确认周期长</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文本框 46"/>
          <p:cNvSpPr txBox="1"/>
          <p:nvPr/>
        </p:nvSpPr>
        <p:spPr>
          <a:xfrm>
            <a:off x="8446400" y="252330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面试环节衔接不畅</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8540418" y="30669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录用流程手续繁琐</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49" name="直接连接符 48"/>
          <p:cNvCxnSpPr/>
          <p:nvPr/>
        </p:nvCxnSpPr>
        <p:spPr>
          <a:xfrm>
            <a:off x="8641419"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506197"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多系统切换操作耗时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1" name="直接连接符 50"/>
          <p:cNvCxnSpPr/>
          <p:nvPr/>
        </p:nvCxnSpPr>
        <p:spPr>
          <a:xfrm>
            <a:off x="8534739"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12179"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系统功能不匹配需求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3" name="直接连接符 52"/>
          <p:cNvCxnSpPr/>
          <p:nvPr/>
        </p:nvCxnSpPr>
        <p:spPr>
          <a:xfrm>
            <a:off x="8383986"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8223842"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系统数据同步不及时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nvSpPr>
        <p:spPr>
          <a:xfrm>
            <a:off x="8892759" y="5978988"/>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9048279" y="6006816"/>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人事系统分散​</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椭圆 56"/>
          <p:cNvSpPr/>
          <p:nvPr/>
        </p:nvSpPr>
        <p:spPr>
          <a:xfrm>
            <a:off x="8683350" y="113457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8700825" y="10886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椭圆 58"/>
          <p:cNvSpPr/>
          <p:nvPr/>
        </p:nvSpPr>
        <p:spPr>
          <a:xfrm>
            <a:off x="8683350" y="583759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8700825" y="57916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矩形: 圆角 60"/>
          <p:cNvSpPr/>
          <p:nvPr/>
        </p:nvSpPr>
        <p:spPr>
          <a:xfrm>
            <a:off x="6498966" y="1093623"/>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2" name="直接连接符 61"/>
          <p:cNvCxnSpPr/>
          <p:nvPr/>
        </p:nvCxnSpPr>
        <p:spPr>
          <a:xfrm>
            <a:off x="5979353" y="2206719"/>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130106" y="2753143"/>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p:cNvCxnSpPr/>
          <p:nvPr/>
        </p:nvCxnSpPr>
        <p:spPr>
          <a:xfrm>
            <a:off x="6236786" y="3299567"/>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5" name="文本框 1024"/>
          <p:cNvSpPr txBox="1"/>
          <p:nvPr/>
        </p:nvSpPr>
        <p:spPr>
          <a:xfrm>
            <a:off x="6551895" y="1121451"/>
            <a:ext cx="1620957"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跨部门沟通低效​</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5819209" y="184208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需求传递存在偏差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6007546" y="2392976"/>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协作反馈响应迟缓</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9" name="文本框 1028"/>
          <p:cNvSpPr txBox="1"/>
          <p:nvPr/>
        </p:nvSpPr>
        <p:spPr>
          <a:xfrm>
            <a:off x="6101564" y="29366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缺乏固定协作机制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0" name="直接连接符 1029"/>
          <p:cNvCxnSpPr/>
          <p:nvPr/>
        </p:nvCxnSpPr>
        <p:spPr>
          <a:xfrm>
            <a:off x="6223945" y="4506450"/>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1" name="文本框 1030"/>
          <p:cNvSpPr txBox="1"/>
          <p:nvPr/>
        </p:nvSpPr>
        <p:spPr>
          <a:xfrm>
            <a:off x="6088723" y="414353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入职手续环节过多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2" name="直接连接符 1031"/>
          <p:cNvCxnSpPr/>
          <p:nvPr/>
        </p:nvCxnSpPr>
        <p:spPr>
          <a:xfrm>
            <a:off x="6117265" y="507372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3" name="文本框 1032"/>
          <p:cNvSpPr txBox="1"/>
          <p:nvPr/>
        </p:nvSpPr>
        <p:spPr>
          <a:xfrm>
            <a:off x="5994705" y="471356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转岗流程审批层级多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4" name="直接连接符 1033"/>
          <p:cNvCxnSpPr/>
          <p:nvPr/>
        </p:nvCxnSpPr>
        <p:spPr>
          <a:xfrm>
            <a:off x="5966512" y="566173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文本框 1034"/>
          <p:cNvSpPr txBox="1"/>
          <p:nvPr/>
        </p:nvSpPr>
        <p:spPr>
          <a:xfrm>
            <a:off x="5806368" y="529709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离职手续办理复杂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6" name="矩形: 圆角 1035"/>
          <p:cNvSpPr/>
          <p:nvPr/>
        </p:nvSpPr>
        <p:spPr>
          <a:xfrm>
            <a:off x="6498966" y="6092366"/>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文本框 1036"/>
          <p:cNvSpPr txBox="1"/>
          <p:nvPr/>
        </p:nvSpPr>
        <p:spPr>
          <a:xfrm>
            <a:off x="6654485" y="612019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调离流程繁琐​</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8" name="椭圆 1037"/>
          <p:cNvSpPr/>
          <p:nvPr/>
        </p:nvSpPr>
        <p:spPr>
          <a:xfrm>
            <a:off x="6289557" y="925231"/>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6307032" y="879327"/>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椭圆 1039"/>
          <p:cNvSpPr/>
          <p:nvPr/>
        </p:nvSpPr>
        <p:spPr>
          <a:xfrm>
            <a:off x="6289557" y="5950977"/>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文本框 1040"/>
          <p:cNvSpPr txBox="1"/>
          <p:nvPr/>
        </p:nvSpPr>
        <p:spPr>
          <a:xfrm>
            <a:off x="6307032" y="590507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2" name="矩形: 圆角 1041"/>
          <p:cNvSpPr/>
          <p:nvPr/>
        </p:nvSpPr>
        <p:spPr>
          <a:xfrm>
            <a:off x="4032339" y="979471"/>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3" name="直接连接符 1042"/>
          <p:cNvCxnSpPr/>
          <p:nvPr/>
        </p:nvCxnSpPr>
        <p:spPr>
          <a:xfrm>
            <a:off x="3523566" y="2103255"/>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p:cNvCxnSpPr/>
          <p:nvPr/>
        </p:nvCxnSpPr>
        <p:spPr>
          <a:xfrm>
            <a:off x="3674319" y="2649679"/>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p:cNvCxnSpPr/>
          <p:nvPr/>
        </p:nvCxnSpPr>
        <p:spPr>
          <a:xfrm>
            <a:off x="3780999" y="319610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文本框 1045"/>
          <p:cNvSpPr txBox="1"/>
          <p:nvPr/>
        </p:nvSpPr>
        <p:spPr>
          <a:xfrm>
            <a:off x="4290452" y="1007299"/>
            <a:ext cx="1210588"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培训不到位​</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7" name="文本框 1046"/>
          <p:cNvSpPr txBox="1"/>
          <p:nvPr/>
        </p:nvSpPr>
        <p:spPr>
          <a:xfrm>
            <a:off x="3363422" y="173861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新政策传达不及时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8" name="文本框 1047"/>
          <p:cNvSpPr txBox="1"/>
          <p:nvPr/>
        </p:nvSpPr>
        <p:spPr>
          <a:xfrm>
            <a:off x="3551759" y="2289512"/>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培训形式单一效果差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9" name="文本框 1048"/>
          <p:cNvSpPr txBox="1"/>
          <p:nvPr/>
        </p:nvSpPr>
        <p:spPr>
          <a:xfrm>
            <a:off x="3645777" y="283318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缺乏针对性培训</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0" name="直接连接符 1049"/>
          <p:cNvCxnSpPr/>
          <p:nvPr/>
        </p:nvCxnSpPr>
        <p:spPr>
          <a:xfrm>
            <a:off x="3769355" y="4598354"/>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3634133" y="423543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数据收集难度大</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2" name="直接连接符 1051"/>
          <p:cNvCxnSpPr/>
          <p:nvPr/>
        </p:nvCxnSpPr>
        <p:spPr>
          <a:xfrm>
            <a:off x="3618087" y="5165631"/>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3" name="文本框 1052"/>
          <p:cNvSpPr txBox="1"/>
          <p:nvPr/>
        </p:nvSpPr>
        <p:spPr>
          <a:xfrm>
            <a:off x="3495527" y="480546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报表制作模板不统一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4" name="直接连接符 1053"/>
          <p:cNvCxnSpPr/>
          <p:nvPr/>
        </p:nvCxnSpPr>
        <p:spPr>
          <a:xfrm>
            <a:off x="3455759" y="5753637"/>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5" name="文本框 1054"/>
          <p:cNvSpPr txBox="1"/>
          <p:nvPr/>
        </p:nvSpPr>
        <p:spPr>
          <a:xfrm>
            <a:off x="3295615" y="5388999"/>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数据工具使用不熟练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6" name="矩形: 圆角 1055"/>
          <p:cNvSpPr/>
          <p:nvPr/>
        </p:nvSpPr>
        <p:spPr>
          <a:xfrm>
            <a:off x="4032339" y="6176256"/>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文本框 1056"/>
          <p:cNvSpPr txBox="1"/>
          <p:nvPr/>
        </p:nvSpPr>
        <p:spPr>
          <a:xfrm>
            <a:off x="4187856" y="620408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报表制作耗时​​</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8" name="椭圆 1057"/>
          <p:cNvSpPr/>
          <p:nvPr/>
        </p:nvSpPr>
        <p:spPr>
          <a:xfrm>
            <a:off x="3822930" y="811079"/>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a:off x="3840405" y="7651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5</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0" name="椭圆 1059"/>
          <p:cNvSpPr/>
          <p:nvPr/>
        </p:nvSpPr>
        <p:spPr>
          <a:xfrm>
            <a:off x="3822930" y="6034867"/>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文本框 1060"/>
          <p:cNvSpPr txBox="1"/>
          <p:nvPr/>
        </p:nvSpPr>
        <p:spPr>
          <a:xfrm>
            <a:off x="3840405" y="598896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4" name="矩形: 圆角 1063"/>
          <p:cNvSpPr/>
          <p:nvPr/>
        </p:nvSpPr>
        <p:spPr>
          <a:xfrm>
            <a:off x="1648474" y="1120191"/>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65" name="直接连接符 1064"/>
          <p:cNvCxnSpPr/>
          <p:nvPr/>
        </p:nvCxnSpPr>
        <p:spPr>
          <a:xfrm>
            <a:off x="1139701" y="211751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a:off x="1290454" y="266393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1397134" y="321036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8" name="文本框 1067"/>
          <p:cNvSpPr txBox="1"/>
          <p:nvPr/>
        </p:nvSpPr>
        <p:spPr>
          <a:xfrm>
            <a:off x="1803994" y="1148019"/>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突发干扰工作​</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9" name="文本框 1068"/>
          <p:cNvSpPr txBox="1"/>
          <p:nvPr/>
        </p:nvSpPr>
        <p:spPr>
          <a:xfrm>
            <a:off x="979557" y="17528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员工咨询问题频繁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0" name="文本框 1069"/>
          <p:cNvSpPr txBox="1"/>
          <p:nvPr/>
        </p:nvSpPr>
        <p:spPr>
          <a:xfrm>
            <a:off x="1167894" y="230377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紧急招聘需求突发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1" name="文本框 1070"/>
          <p:cNvSpPr txBox="1"/>
          <p:nvPr/>
        </p:nvSpPr>
        <p:spPr>
          <a:xfrm>
            <a:off x="1261912" y="284744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劳动纠纷应急处理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2" name="直接连接符 1071"/>
          <p:cNvCxnSpPr/>
          <p:nvPr/>
        </p:nvCxnSpPr>
        <p:spPr>
          <a:xfrm>
            <a:off x="1397134"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3" name="文本框 1072"/>
          <p:cNvSpPr txBox="1"/>
          <p:nvPr/>
        </p:nvSpPr>
        <p:spPr>
          <a:xfrm>
            <a:off x="1261912"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人均负责事务过多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4" name="直接连接符 1073"/>
          <p:cNvCxnSpPr/>
          <p:nvPr/>
        </p:nvCxnSpPr>
        <p:spPr>
          <a:xfrm>
            <a:off x="1290454"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5" name="文本框 1074"/>
          <p:cNvSpPr txBox="1"/>
          <p:nvPr/>
        </p:nvSpPr>
        <p:spPr>
          <a:xfrm>
            <a:off x="1167894"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岗位分工不明确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6" name="直接连接符 1075"/>
          <p:cNvCxnSpPr/>
          <p:nvPr/>
        </p:nvCxnSpPr>
        <p:spPr>
          <a:xfrm>
            <a:off x="1139701"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7" name="文本框 1076"/>
          <p:cNvSpPr txBox="1"/>
          <p:nvPr/>
        </p:nvSpPr>
        <p:spPr>
          <a:xfrm>
            <a:off x="979557"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人员专业能力不均衡</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矩形: 圆角 1077"/>
          <p:cNvSpPr/>
          <p:nvPr/>
        </p:nvSpPr>
        <p:spPr>
          <a:xfrm>
            <a:off x="1648474" y="5977385"/>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1701398" y="6005213"/>
            <a:ext cx="1620957"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岗位配置不合理</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椭圆 1079"/>
          <p:cNvSpPr/>
          <p:nvPr/>
        </p:nvSpPr>
        <p:spPr>
          <a:xfrm>
            <a:off x="1439065" y="951799"/>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1" name="文本框 1080"/>
          <p:cNvSpPr txBox="1"/>
          <p:nvPr/>
        </p:nvSpPr>
        <p:spPr>
          <a:xfrm>
            <a:off x="1456540" y="9058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椭圆 1081"/>
          <p:cNvSpPr/>
          <p:nvPr/>
        </p:nvSpPr>
        <p:spPr>
          <a:xfrm>
            <a:off x="1439065" y="5835996"/>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3" name="文本框 1082"/>
          <p:cNvSpPr txBox="1"/>
          <p:nvPr/>
        </p:nvSpPr>
        <p:spPr>
          <a:xfrm>
            <a:off x="1456540" y="5790092"/>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11064696" y="3480056"/>
            <a:ext cx="646331" cy="73417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业绩低迷原因分析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任意多边形: 形状 41"/>
          <p:cNvSpPr/>
          <p:nvPr/>
        </p:nvSpPr>
        <p:spPr>
          <a:xfrm flipH="1">
            <a:off x="10579928"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flipH="1">
            <a:off x="10101152" y="2534759"/>
            <a:ext cx="1854586" cy="2291980"/>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flipH="1">
            <a:off x="502780" y="2939970"/>
            <a:ext cx="919779" cy="1481559"/>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47"/>
          <p:cNvSpPr/>
          <p:nvPr/>
        </p:nvSpPr>
        <p:spPr>
          <a:xfrm>
            <a:off x="1367793" y="3649978"/>
            <a:ext cx="9212135" cy="68569"/>
          </a:xfrm>
          <a:prstGeom prst="rect">
            <a:avLst/>
          </a:pr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0" name="直接连接符 49"/>
          <p:cNvCxnSpPr/>
          <p:nvPr/>
        </p:nvCxnSpPr>
        <p:spPr>
          <a:xfrm>
            <a:off x="8885962" y="1894114"/>
            <a:ext cx="947057" cy="1824445"/>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80" idx="1"/>
          </p:cNvCxnSpPr>
          <p:nvPr/>
        </p:nvCxnSpPr>
        <p:spPr>
          <a:xfrm flipV="1">
            <a:off x="8742576" y="3649978"/>
            <a:ext cx="1090443" cy="1974574"/>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86605" y="1344386"/>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8553597" y="5463988"/>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5" name="直接连接符 54"/>
          <p:cNvCxnSpPr/>
          <p:nvPr/>
        </p:nvCxnSpPr>
        <p:spPr>
          <a:xfrm>
            <a:off x="7253105" y="2264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481705" y="2656115"/>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704862" y="3026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665150" y="3407229"/>
            <a:ext cx="196144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71770" y="4576384"/>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74441" y="4983911"/>
            <a:ext cx="2244437"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65274" y="5428548"/>
            <a:ext cx="1636579"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71770" y="4128699"/>
            <a:ext cx="205482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6" name="任意多边形: 形状 65"/>
          <p:cNvSpPr/>
          <p:nvPr/>
        </p:nvSpPr>
        <p:spPr>
          <a:xfrm flipH="1">
            <a:off x="7798624"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7" name="直接连接符 66"/>
          <p:cNvCxnSpPr/>
          <p:nvPr/>
        </p:nvCxnSpPr>
        <p:spPr>
          <a:xfrm>
            <a:off x="5982625" y="1894114"/>
            <a:ext cx="947057" cy="1824445"/>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5961652" y="3649978"/>
            <a:ext cx="968030" cy="1864848"/>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83268" y="1344386"/>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5639328" y="5463988"/>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9" name="直接连接符 78"/>
          <p:cNvCxnSpPr/>
          <p:nvPr/>
        </p:nvCxnSpPr>
        <p:spPr>
          <a:xfrm>
            <a:off x="3132421" y="1894114"/>
            <a:ext cx="947057" cy="1824445"/>
          </a:xfrm>
          <a:prstGeom prst="line">
            <a:avLst/>
          </a:prstGeom>
          <a:ln w="793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035580" y="3649978"/>
            <a:ext cx="1043898" cy="2011003"/>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2863544" y="1344386"/>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椭圆 81"/>
          <p:cNvSpPr/>
          <p:nvPr/>
        </p:nvSpPr>
        <p:spPr>
          <a:xfrm>
            <a:off x="2863544" y="5463988"/>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511698" y="3337520"/>
            <a:ext cx="1005403" cy="662874"/>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交付率低</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原因分析</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文本框 91"/>
          <p:cNvSpPr txBox="1"/>
          <p:nvPr/>
        </p:nvSpPr>
        <p:spPr>
          <a:xfrm>
            <a:off x="7035381" y="191247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人员流动不稳定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7265274"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特殊岗位人员异常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7521804" y="269444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人员班组产量未定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7441993"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计划人员专业技能不够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文本框 96"/>
          <p:cNvSpPr txBox="1"/>
          <p:nvPr/>
        </p:nvSpPr>
        <p:spPr>
          <a:xfrm>
            <a:off x="8237135" y="873440"/>
            <a:ext cx="1210589"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人为因素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823713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设备因素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9" name="文本框 98"/>
          <p:cNvSpPr txBox="1"/>
          <p:nvPr/>
        </p:nvSpPr>
        <p:spPr>
          <a:xfrm>
            <a:off x="7441993"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模具寿命期内发生异常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8109246" y="4227947"/>
            <a:ext cx="1289442"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设备异常停机</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 name="文本框 102"/>
          <p:cNvSpPr txBox="1"/>
          <p:nvPr/>
        </p:nvSpPr>
        <p:spPr>
          <a:xfrm>
            <a:off x="6723257" y="4647262"/>
            <a:ext cx="243316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特殊订单过多导致设备不足</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 name="文本框 104"/>
          <p:cNvSpPr txBox="1"/>
          <p:nvPr/>
        </p:nvSpPr>
        <p:spPr>
          <a:xfrm>
            <a:off x="7253105" y="5067148"/>
            <a:ext cx="1636356"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设备使用计划模糊</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5" name="直接连接符 124"/>
          <p:cNvCxnSpPr/>
          <p:nvPr/>
        </p:nvCxnSpPr>
        <p:spPr>
          <a:xfrm>
            <a:off x="4109958" y="2264229"/>
            <a:ext cx="201308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88161" y="2656115"/>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4371730" y="3026229"/>
            <a:ext cx="220307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4771606" y="3407229"/>
            <a:ext cx="196144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4905080" y="4576384"/>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678226" y="4983911"/>
            <a:ext cx="154710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183778" y="5428548"/>
            <a:ext cx="182453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4963729" y="4128699"/>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3" name="任意多边形: 形状 132"/>
          <p:cNvSpPr/>
          <p:nvPr/>
        </p:nvSpPr>
        <p:spPr>
          <a:xfrm flipH="1">
            <a:off x="4905080"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4023969" y="1911577"/>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工装夹具到位合格率低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5" name="文本框 134"/>
          <p:cNvSpPr txBox="1"/>
          <p:nvPr/>
        </p:nvSpPr>
        <p:spPr>
          <a:xfrm>
            <a:off x="4371730"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原材料计划到位率低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6" name="文本框 135"/>
          <p:cNvSpPr txBox="1"/>
          <p:nvPr/>
        </p:nvSpPr>
        <p:spPr>
          <a:xfrm>
            <a:off x="4183778" y="2694441"/>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材料稳定性差，处理异常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7" name="文本框 136"/>
          <p:cNvSpPr txBox="1"/>
          <p:nvPr/>
        </p:nvSpPr>
        <p:spPr>
          <a:xfrm>
            <a:off x="4548449"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材料需求计划不明确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8" name="文本框 137"/>
          <p:cNvSpPr txBox="1"/>
          <p:nvPr/>
        </p:nvSpPr>
        <p:spPr>
          <a:xfrm>
            <a:off x="4548449"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激励机制不完善</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9" name="文本框 138"/>
          <p:cNvSpPr txBox="1"/>
          <p:nvPr/>
        </p:nvSpPr>
        <p:spPr>
          <a:xfrm>
            <a:off x="4678226" y="4227947"/>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生产计划执行力低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0" name="文本框 139"/>
          <p:cNvSpPr txBox="1"/>
          <p:nvPr/>
        </p:nvSpPr>
        <p:spPr>
          <a:xfrm>
            <a:off x="4442323" y="4647262"/>
            <a:ext cx="182055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作业前准备不充分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1" name="文本框 140"/>
          <p:cNvSpPr txBox="1"/>
          <p:nvPr/>
        </p:nvSpPr>
        <p:spPr>
          <a:xfrm>
            <a:off x="4048308" y="5067148"/>
            <a:ext cx="194761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生产异常处理不及时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2" name="文本框 141"/>
          <p:cNvSpPr txBox="1"/>
          <p:nvPr/>
        </p:nvSpPr>
        <p:spPr>
          <a:xfrm>
            <a:off x="5264938"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材料因素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3" name="文本框 142"/>
          <p:cNvSpPr txBox="1"/>
          <p:nvPr/>
        </p:nvSpPr>
        <p:spPr>
          <a:xfrm>
            <a:off x="5264941"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0" name="直接连接符 149"/>
          <p:cNvCxnSpPr/>
          <p:nvPr/>
        </p:nvCxnSpPr>
        <p:spPr>
          <a:xfrm>
            <a:off x="1808842" y="2536025"/>
            <a:ext cx="159970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873658" y="2927911"/>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2293690" y="3298025"/>
            <a:ext cx="156661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1929840" y="4743653"/>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929840" y="5151180"/>
            <a:ext cx="132025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1988489" y="4295968"/>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8" name="任意多边形: 形状 157"/>
          <p:cNvSpPr/>
          <p:nvPr/>
        </p:nvSpPr>
        <p:spPr>
          <a:xfrm flipH="1">
            <a:off x="1929840" y="4167663"/>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309466" y="2183373"/>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制程品控不良</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0" name="文本框 159"/>
          <p:cNvSpPr txBox="1"/>
          <p:nvPr/>
        </p:nvSpPr>
        <p:spPr>
          <a:xfrm>
            <a:off x="1657227" y="260224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工艺成熟度未验证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1" name="文本框 160"/>
          <p:cNvSpPr txBox="1"/>
          <p:nvPr/>
        </p:nvSpPr>
        <p:spPr>
          <a:xfrm>
            <a:off x="1469275" y="2966237"/>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原料品质影响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3" name="文本框 162"/>
          <p:cNvSpPr txBox="1"/>
          <p:nvPr/>
        </p:nvSpPr>
        <p:spPr>
          <a:xfrm>
            <a:off x="1573209" y="3920074"/>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水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气异常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4" name="文本框 163"/>
          <p:cNvSpPr txBox="1"/>
          <p:nvPr/>
        </p:nvSpPr>
        <p:spPr>
          <a:xfrm>
            <a:off x="1702986" y="4395216"/>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天气影响生产严重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5" name="文本框 164"/>
          <p:cNvSpPr txBox="1"/>
          <p:nvPr/>
        </p:nvSpPr>
        <p:spPr>
          <a:xfrm>
            <a:off x="1309467" y="4814531"/>
            <a:ext cx="197817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地理位置偏僻</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7" name="文本框 166"/>
          <p:cNvSpPr txBox="1"/>
          <p:nvPr/>
        </p:nvSpPr>
        <p:spPr>
          <a:xfrm>
            <a:off x="2490314"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8" name="文本框 167"/>
          <p:cNvSpPr txBox="1"/>
          <p:nvPr/>
        </p:nvSpPr>
        <p:spPr>
          <a:xfrm>
            <a:off x="249031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其他因素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5" name="图形 173"/>
          <p:cNvSpPr/>
          <p:nvPr/>
        </p:nvSpPr>
        <p:spPr>
          <a:xfrm>
            <a:off x="8742090" y="1461743"/>
            <a:ext cx="287742" cy="337642"/>
          </a:xfrm>
          <a:custGeom>
            <a:avLst/>
            <a:gdLst>
              <a:gd name="connsiteX0" fmla="*/ 87333 w 287742"/>
              <a:gd name="connsiteY0" fmla="*/ 189279 h 337642"/>
              <a:gd name="connsiteX1" fmla="*/ 40794 w 287742"/>
              <a:gd name="connsiteY1" fmla="*/ 103078 h 337642"/>
              <a:gd name="connsiteX2" fmla="*/ 143871 w 287742"/>
              <a:gd name="connsiteY2" fmla="*/ 0 h 337642"/>
              <a:gd name="connsiteX3" fmla="*/ 246949 w 287742"/>
              <a:gd name="connsiteY3" fmla="*/ 103078 h 337642"/>
              <a:gd name="connsiteX4" fmla="*/ 200410 w 287742"/>
              <a:gd name="connsiteY4" fmla="*/ 189279 h 337642"/>
              <a:gd name="connsiteX5" fmla="*/ 287743 w 287742"/>
              <a:gd name="connsiteY5" fmla="*/ 321616 h 337642"/>
              <a:gd name="connsiteX6" fmla="*/ 271717 w 287742"/>
              <a:gd name="connsiteY6" fmla="*/ 337643 h 337642"/>
              <a:gd name="connsiteX7" fmla="*/ 255690 w 287742"/>
              <a:gd name="connsiteY7" fmla="*/ 321616 h 337642"/>
              <a:gd name="connsiteX8" fmla="*/ 143871 w 287742"/>
              <a:gd name="connsiteY8" fmla="*/ 209797 h 337642"/>
              <a:gd name="connsiteX9" fmla="*/ 32052 w 287742"/>
              <a:gd name="connsiteY9" fmla="*/ 321616 h 337642"/>
              <a:gd name="connsiteX10" fmla="*/ 16026 w 287742"/>
              <a:gd name="connsiteY10" fmla="*/ 337643 h 337642"/>
              <a:gd name="connsiteX11" fmla="*/ 0 w 287742"/>
              <a:gd name="connsiteY11" fmla="*/ 321616 h 337642"/>
              <a:gd name="connsiteX12" fmla="*/ 87333 w 287742"/>
              <a:gd name="connsiteY12" fmla="*/ 189279 h 337642"/>
              <a:gd name="connsiteX13" fmla="*/ 143871 w 287742"/>
              <a:gd name="connsiteY13" fmla="*/ 174103 h 337642"/>
              <a:gd name="connsiteX14" fmla="*/ 214897 w 287742"/>
              <a:gd name="connsiteY14" fmla="*/ 103078 h 337642"/>
              <a:gd name="connsiteX15" fmla="*/ 143871 w 287742"/>
              <a:gd name="connsiteY15" fmla="*/ 32052 h 337642"/>
              <a:gd name="connsiteX16" fmla="*/ 72846 w 287742"/>
              <a:gd name="connsiteY16" fmla="*/ 103078 h 337642"/>
              <a:gd name="connsiteX17" fmla="*/ 143871 w 287742"/>
              <a:gd name="connsiteY17" fmla="*/ 174103 h 33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742" h="337642">
                <a:moveTo>
                  <a:pt x="87333" y="189279"/>
                </a:moveTo>
                <a:cubicBezTo>
                  <a:pt x="59301" y="170857"/>
                  <a:pt x="40794" y="139128"/>
                  <a:pt x="40794" y="103078"/>
                </a:cubicBezTo>
                <a:cubicBezTo>
                  <a:pt x="40794" y="46149"/>
                  <a:pt x="86943" y="0"/>
                  <a:pt x="143871" y="0"/>
                </a:cubicBezTo>
                <a:cubicBezTo>
                  <a:pt x="200800" y="0"/>
                  <a:pt x="246949" y="46149"/>
                  <a:pt x="246949" y="103078"/>
                </a:cubicBezTo>
                <a:cubicBezTo>
                  <a:pt x="246949" y="139128"/>
                  <a:pt x="228442" y="170857"/>
                  <a:pt x="200410" y="189279"/>
                </a:cubicBezTo>
                <a:cubicBezTo>
                  <a:pt x="251762" y="211247"/>
                  <a:pt x="287743" y="262230"/>
                  <a:pt x="287743" y="321616"/>
                </a:cubicBezTo>
                <a:cubicBezTo>
                  <a:pt x="287743" y="330467"/>
                  <a:pt x="280567" y="337643"/>
                  <a:pt x="271717" y="337643"/>
                </a:cubicBezTo>
                <a:cubicBezTo>
                  <a:pt x="262866" y="337643"/>
                  <a:pt x="255690" y="330467"/>
                  <a:pt x="255690" y="321616"/>
                </a:cubicBezTo>
                <a:cubicBezTo>
                  <a:pt x="255690" y="259861"/>
                  <a:pt x="205627" y="209797"/>
                  <a:pt x="143871" y="209797"/>
                </a:cubicBezTo>
                <a:cubicBezTo>
                  <a:pt x="82116" y="209797"/>
                  <a:pt x="32052" y="259861"/>
                  <a:pt x="32052" y="321616"/>
                </a:cubicBezTo>
                <a:cubicBezTo>
                  <a:pt x="32052" y="330467"/>
                  <a:pt x="24877" y="337643"/>
                  <a:pt x="16026" y="337643"/>
                </a:cubicBezTo>
                <a:cubicBezTo>
                  <a:pt x="7175" y="337643"/>
                  <a:pt x="0" y="330467"/>
                  <a:pt x="0" y="321616"/>
                </a:cubicBezTo>
                <a:cubicBezTo>
                  <a:pt x="0" y="262230"/>
                  <a:pt x="35981" y="211247"/>
                  <a:pt x="87333" y="189279"/>
                </a:cubicBezTo>
                <a:close/>
                <a:moveTo>
                  <a:pt x="143871" y="174103"/>
                </a:moveTo>
                <a:cubicBezTo>
                  <a:pt x="183098" y="174103"/>
                  <a:pt x="214897" y="142304"/>
                  <a:pt x="214897" y="103078"/>
                </a:cubicBezTo>
                <a:cubicBezTo>
                  <a:pt x="214897" y="63851"/>
                  <a:pt x="183098" y="32052"/>
                  <a:pt x="143871" y="32052"/>
                </a:cubicBezTo>
                <a:cubicBezTo>
                  <a:pt x="104645" y="32052"/>
                  <a:pt x="72846" y="63851"/>
                  <a:pt x="72846" y="103078"/>
                </a:cubicBezTo>
                <a:cubicBezTo>
                  <a:pt x="72846" y="142304"/>
                  <a:pt x="104645" y="174103"/>
                  <a:pt x="143871" y="174103"/>
                </a:cubicBezTo>
                <a:close/>
              </a:path>
            </a:pathLst>
          </a:custGeom>
          <a:solidFill>
            <a:schemeClr val="bg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9" name="任意多边形: 形状 178"/>
          <p:cNvSpPr/>
          <p:nvPr/>
        </p:nvSpPr>
        <p:spPr>
          <a:xfrm>
            <a:off x="8758312" y="5666513"/>
            <a:ext cx="204562" cy="188826"/>
          </a:xfrm>
          <a:custGeom>
            <a:avLst/>
            <a:gdLst>
              <a:gd name="connsiteX0" fmla="*/ 194072 w 204562"/>
              <a:gd name="connsiteY0" fmla="*/ 167846 h 188826"/>
              <a:gd name="connsiteX1" fmla="*/ 78678 w 204562"/>
              <a:gd name="connsiteY1" fmla="*/ 167846 h 188826"/>
              <a:gd name="connsiteX2" fmla="*/ 68187 w 204562"/>
              <a:gd name="connsiteY2" fmla="*/ 178336 h 188826"/>
              <a:gd name="connsiteX3" fmla="*/ 78678 w 204562"/>
              <a:gd name="connsiteY3" fmla="*/ 188827 h 188826"/>
              <a:gd name="connsiteX4" fmla="*/ 194072 w 204562"/>
              <a:gd name="connsiteY4" fmla="*/ 188827 h 188826"/>
              <a:gd name="connsiteX5" fmla="*/ 204562 w 204562"/>
              <a:gd name="connsiteY5" fmla="*/ 178336 h 188826"/>
              <a:gd name="connsiteX6" fmla="*/ 194072 w 204562"/>
              <a:gd name="connsiteY6" fmla="*/ 167846 h 188826"/>
              <a:gd name="connsiteX7" fmla="*/ 194072 w 204562"/>
              <a:gd name="connsiteY7" fmla="*/ 83923 h 188826"/>
              <a:gd name="connsiteX8" fmla="*/ 78678 w 204562"/>
              <a:gd name="connsiteY8" fmla="*/ 83923 h 188826"/>
              <a:gd name="connsiteX9" fmla="*/ 68187 w 204562"/>
              <a:gd name="connsiteY9" fmla="*/ 94413 h 188826"/>
              <a:gd name="connsiteX10" fmla="*/ 78678 w 204562"/>
              <a:gd name="connsiteY10" fmla="*/ 104904 h 188826"/>
              <a:gd name="connsiteX11" fmla="*/ 194072 w 204562"/>
              <a:gd name="connsiteY11" fmla="*/ 104904 h 188826"/>
              <a:gd name="connsiteX12" fmla="*/ 204562 w 204562"/>
              <a:gd name="connsiteY12" fmla="*/ 94413 h 188826"/>
              <a:gd name="connsiteX13" fmla="*/ 194072 w 204562"/>
              <a:gd name="connsiteY13" fmla="*/ 83923 h 188826"/>
              <a:gd name="connsiteX14" fmla="*/ 194072 w 204562"/>
              <a:gd name="connsiteY14" fmla="*/ 0 h 188826"/>
              <a:gd name="connsiteX15" fmla="*/ 78678 w 204562"/>
              <a:gd name="connsiteY15" fmla="*/ 0 h 188826"/>
              <a:gd name="connsiteX16" fmla="*/ 68187 w 204562"/>
              <a:gd name="connsiteY16" fmla="*/ 10490 h 188826"/>
              <a:gd name="connsiteX17" fmla="*/ 78678 w 204562"/>
              <a:gd name="connsiteY17" fmla="*/ 20981 h 188826"/>
              <a:gd name="connsiteX18" fmla="*/ 194072 w 204562"/>
              <a:gd name="connsiteY18" fmla="*/ 20981 h 188826"/>
              <a:gd name="connsiteX19" fmla="*/ 204562 w 204562"/>
              <a:gd name="connsiteY19" fmla="*/ 10490 h 188826"/>
              <a:gd name="connsiteX20" fmla="*/ 194072 w 204562"/>
              <a:gd name="connsiteY20" fmla="*/ 0 h 188826"/>
              <a:gd name="connsiteX21" fmla="*/ 31471 w 204562"/>
              <a:gd name="connsiteY21" fmla="*/ 167846 h 188826"/>
              <a:gd name="connsiteX22" fmla="*/ 10490 w 204562"/>
              <a:gd name="connsiteY22" fmla="*/ 167846 h 188826"/>
              <a:gd name="connsiteX23" fmla="*/ 0 w 204562"/>
              <a:gd name="connsiteY23" fmla="*/ 178336 h 188826"/>
              <a:gd name="connsiteX24" fmla="*/ 10490 w 204562"/>
              <a:gd name="connsiteY24" fmla="*/ 188827 h 188826"/>
              <a:gd name="connsiteX25" fmla="*/ 31471 w 204562"/>
              <a:gd name="connsiteY25" fmla="*/ 188827 h 188826"/>
              <a:gd name="connsiteX26" fmla="*/ 41962 w 204562"/>
              <a:gd name="connsiteY26" fmla="*/ 178336 h 188826"/>
              <a:gd name="connsiteX27" fmla="*/ 31471 w 204562"/>
              <a:gd name="connsiteY27" fmla="*/ 167846 h 188826"/>
              <a:gd name="connsiteX28" fmla="*/ 31471 w 204562"/>
              <a:gd name="connsiteY28" fmla="*/ 83923 h 188826"/>
              <a:gd name="connsiteX29" fmla="*/ 10490 w 204562"/>
              <a:gd name="connsiteY29" fmla="*/ 83923 h 188826"/>
              <a:gd name="connsiteX30" fmla="*/ 0 w 204562"/>
              <a:gd name="connsiteY30" fmla="*/ 94413 h 188826"/>
              <a:gd name="connsiteX31" fmla="*/ 10490 w 204562"/>
              <a:gd name="connsiteY31" fmla="*/ 104904 h 188826"/>
              <a:gd name="connsiteX32" fmla="*/ 31471 w 204562"/>
              <a:gd name="connsiteY32" fmla="*/ 104904 h 188826"/>
              <a:gd name="connsiteX33" fmla="*/ 41962 w 204562"/>
              <a:gd name="connsiteY33" fmla="*/ 94413 h 188826"/>
              <a:gd name="connsiteX34" fmla="*/ 31471 w 204562"/>
              <a:gd name="connsiteY34" fmla="*/ 83923 h 188826"/>
              <a:gd name="connsiteX35" fmla="*/ 31471 w 204562"/>
              <a:gd name="connsiteY35" fmla="*/ 0 h 188826"/>
              <a:gd name="connsiteX36" fmla="*/ 10490 w 204562"/>
              <a:gd name="connsiteY36" fmla="*/ 0 h 188826"/>
              <a:gd name="connsiteX37" fmla="*/ 0 w 204562"/>
              <a:gd name="connsiteY37" fmla="*/ 10490 h 188826"/>
              <a:gd name="connsiteX38" fmla="*/ 10490 w 204562"/>
              <a:gd name="connsiteY38" fmla="*/ 20981 h 188826"/>
              <a:gd name="connsiteX39" fmla="*/ 31471 w 204562"/>
              <a:gd name="connsiteY39" fmla="*/ 20981 h 188826"/>
              <a:gd name="connsiteX40" fmla="*/ 41962 w 204562"/>
              <a:gd name="connsiteY40" fmla="*/ 10490 h 188826"/>
              <a:gd name="connsiteX41" fmla="*/ 31471 w 204562"/>
              <a:gd name="connsiteY41" fmla="*/ 0 h 18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562" h="188826">
                <a:moveTo>
                  <a:pt x="194072" y="167846"/>
                </a:moveTo>
                <a:lnTo>
                  <a:pt x="78678" y="167846"/>
                </a:lnTo>
                <a:cubicBezTo>
                  <a:pt x="72884" y="167846"/>
                  <a:pt x="68187" y="172543"/>
                  <a:pt x="68187" y="178336"/>
                </a:cubicBezTo>
                <a:cubicBezTo>
                  <a:pt x="68187" y="184130"/>
                  <a:pt x="72884" y="188827"/>
                  <a:pt x="78678" y="188827"/>
                </a:cubicBezTo>
                <a:lnTo>
                  <a:pt x="194072" y="188827"/>
                </a:lnTo>
                <a:cubicBezTo>
                  <a:pt x="199866" y="188827"/>
                  <a:pt x="204562" y="184130"/>
                  <a:pt x="204562" y="178336"/>
                </a:cubicBezTo>
                <a:cubicBezTo>
                  <a:pt x="204562" y="172543"/>
                  <a:pt x="199866" y="167846"/>
                  <a:pt x="194072" y="167846"/>
                </a:cubicBezTo>
                <a:close/>
                <a:moveTo>
                  <a:pt x="194072" y="83923"/>
                </a:moveTo>
                <a:lnTo>
                  <a:pt x="78678" y="83923"/>
                </a:lnTo>
                <a:cubicBezTo>
                  <a:pt x="72884" y="83923"/>
                  <a:pt x="68187" y="88620"/>
                  <a:pt x="68187" y="94413"/>
                </a:cubicBezTo>
                <a:cubicBezTo>
                  <a:pt x="68187" y="100207"/>
                  <a:pt x="72884" y="104904"/>
                  <a:pt x="78678" y="104904"/>
                </a:cubicBezTo>
                <a:lnTo>
                  <a:pt x="194072" y="104904"/>
                </a:lnTo>
                <a:cubicBezTo>
                  <a:pt x="199866" y="104904"/>
                  <a:pt x="204562" y="100207"/>
                  <a:pt x="204562" y="94413"/>
                </a:cubicBezTo>
                <a:cubicBezTo>
                  <a:pt x="204562" y="88620"/>
                  <a:pt x="199866" y="83923"/>
                  <a:pt x="194072" y="83923"/>
                </a:cubicBezTo>
                <a:close/>
                <a:moveTo>
                  <a:pt x="194072" y="0"/>
                </a:moveTo>
                <a:lnTo>
                  <a:pt x="78678" y="0"/>
                </a:lnTo>
                <a:cubicBezTo>
                  <a:pt x="72884" y="0"/>
                  <a:pt x="68187" y="4697"/>
                  <a:pt x="68187" y="10490"/>
                </a:cubicBezTo>
                <a:cubicBezTo>
                  <a:pt x="68187" y="16284"/>
                  <a:pt x="72884" y="20981"/>
                  <a:pt x="78678" y="20981"/>
                </a:cubicBezTo>
                <a:lnTo>
                  <a:pt x="194072" y="20981"/>
                </a:lnTo>
                <a:cubicBezTo>
                  <a:pt x="199866" y="20981"/>
                  <a:pt x="204562" y="16284"/>
                  <a:pt x="204562" y="10490"/>
                </a:cubicBezTo>
                <a:cubicBezTo>
                  <a:pt x="204562" y="4697"/>
                  <a:pt x="199866" y="0"/>
                  <a:pt x="194072" y="0"/>
                </a:cubicBezTo>
                <a:close/>
                <a:moveTo>
                  <a:pt x="31471" y="167846"/>
                </a:moveTo>
                <a:lnTo>
                  <a:pt x="10490" y="167846"/>
                </a:lnTo>
                <a:cubicBezTo>
                  <a:pt x="4697" y="167846"/>
                  <a:pt x="0" y="172543"/>
                  <a:pt x="0" y="178336"/>
                </a:cubicBezTo>
                <a:cubicBezTo>
                  <a:pt x="0" y="184130"/>
                  <a:pt x="4697" y="188827"/>
                  <a:pt x="10490" y="188827"/>
                </a:cubicBezTo>
                <a:lnTo>
                  <a:pt x="31471" y="188827"/>
                </a:lnTo>
                <a:cubicBezTo>
                  <a:pt x="37265" y="188827"/>
                  <a:pt x="41962" y="184130"/>
                  <a:pt x="41962" y="178336"/>
                </a:cubicBezTo>
                <a:cubicBezTo>
                  <a:pt x="41962" y="172543"/>
                  <a:pt x="37265" y="167846"/>
                  <a:pt x="31471" y="167846"/>
                </a:cubicBezTo>
                <a:close/>
                <a:moveTo>
                  <a:pt x="31471" y="83923"/>
                </a:moveTo>
                <a:lnTo>
                  <a:pt x="10490" y="83923"/>
                </a:lnTo>
                <a:cubicBezTo>
                  <a:pt x="4697" y="83923"/>
                  <a:pt x="0" y="88620"/>
                  <a:pt x="0" y="94413"/>
                </a:cubicBezTo>
                <a:cubicBezTo>
                  <a:pt x="0" y="100207"/>
                  <a:pt x="4697" y="104904"/>
                  <a:pt x="10490" y="104904"/>
                </a:cubicBezTo>
                <a:lnTo>
                  <a:pt x="31471" y="104904"/>
                </a:lnTo>
                <a:cubicBezTo>
                  <a:pt x="37265" y="104904"/>
                  <a:pt x="41962" y="100207"/>
                  <a:pt x="41962" y="94413"/>
                </a:cubicBezTo>
                <a:cubicBezTo>
                  <a:pt x="41962" y="88620"/>
                  <a:pt x="37265" y="83923"/>
                  <a:pt x="31471" y="83923"/>
                </a:cubicBezTo>
                <a:close/>
                <a:moveTo>
                  <a:pt x="31471" y="0"/>
                </a:moveTo>
                <a:lnTo>
                  <a:pt x="10490" y="0"/>
                </a:lnTo>
                <a:cubicBezTo>
                  <a:pt x="4697" y="0"/>
                  <a:pt x="0" y="4697"/>
                  <a:pt x="0" y="10490"/>
                </a:cubicBezTo>
                <a:cubicBezTo>
                  <a:pt x="0" y="16284"/>
                  <a:pt x="4697" y="20981"/>
                  <a:pt x="10490" y="20981"/>
                </a:cubicBezTo>
                <a:lnTo>
                  <a:pt x="31471" y="20981"/>
                </a:lnTo>
                <a:cubicBezTo>
                  <a:pt x="37265" y="20981"/>
                  <a:pt x="41962" y="16284"/>
                  <a:pt x="41962" y="10490"/>
                </a:cubicBezTo>
                <a:cubicBezTo>
                  <a:pt x="41962" y="4697"/>
                  <a:pt x="37265" y="0"/>
                  <a:pt x="31471" y="0"/>
                </a:cubicBez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0" name="任意多边形: 形状 179"/>
          <p:cNvSpPr/>
          <p:nvPr/>
        </p:nvSpPr>
        <p:spPr>
          <a:xfrm>
            <a:off x="8711105" y="5624552"/>
            <a:ext cx="293730" cy="272749"/>
          </a:xfrm>
          <a:custGeom>
            <a:avLst/>
            <a:gdLst>
              <a:gd name="connsiteX0" fmla="*/ 262259 w 293730"/>
              <a:gd name="connsiteY0" fmla="*/ 0 h 272749"/>
              <a:gd name="connsiteX1" fmla="*/ 31471 w 293730"/>
              <a:gd name="connsiteY1" fmla="*/ 0 h 272749"/>
              <a:gd name="connsiteX2" fmla="*/ 0 w 293730"/>
              <a:gd name="connsiteY2" fmla="*/ 31471 h 272749"/>
              <a:gd name="connsiteX3" fmla="*/ 0 w 293730"/>
              <a:gd name="connsiteY3" fmla="*/ 241279 h 272749"/>
              <a:gd name="connsiteX4" fmla="*/ 31471 w 293730"/>
              <a:gd name="connsiteY4" fmla="*/ 272750 h 272749"/>
              <a:gd name="connsiteX5" fmla="*/ 262259 w 293730"/>
              <a:gd name="connsiteY5" fmla="*/ 272750 h 272749"/>
              <a:gd name="connsiteX6" fmla="*/ 293731 w 293730"/>
              <a:gd name="connsiteY6" fmla="*/ 241279 h 272749"/>
              <a:gd name="connsiteX7" fmla="*/ 293731 w 293730"/>
              <a:gd name="connsiteY7" fmla="*/ 31471 h 272749"/>
              <a:gd name="connsiteX8" fmla="*/ 262259 w 293730"/>
              <a:gd name="connsiteY8" fmla="*/ 0 h 272749"/>
              <a:gd name="connsiteX9" fmla="*/ 272750 w 293730"/>
              <a:gd name="connsiteY9" fmla="*/ 241279 h 272749"/>
              <a:gd name="connsiteX10" fmla="*/ 262259 w 293730"/>
              <a:gd name="connsiteY10" fmla="*/ 251769 h 272749"/>
              <a:gd name="connsiteX11" fmla="*/ 31471 w 293730"/>
              <a:gd name="connsiteY11" fmla="*/ 251769 h 272749"/>
              <a:gd name="connsiteX12" fmla="*/ 20981 w 293730"/>
              <a:gd name="connsiteY12" fmla="*/ 241279 h 272749"/>
              <a:gd name="connsiteX13" fmla="*/ 20981 w 293730"/>
              <a:gd name="connsiteY13" fmla="*/ 188827 h 272749"/>
              <a:gd name="connsiteX14" fmla="*/ 241279 w 293730"/>
              <a:gd name="connsiteY14" fmla="*/ 188827 h 272749"/>
              <a:gd name="connsiteX15" fmla="*/ 251769 w 293730"/>
              <a:gd name="connsiteY15" fmla="*/ 178336 h 272749"/>
              <a:gd name="connsiteX16" fmla="*/ 241279 w 293730"/>
              <a:gd name="connsiteY16" fmla="*/ 167846 h 272749"/>
              <a:gd name="connsiteX17" fmla="*/ 20981 w 293730"/>
              <a:gd name="connsiteY17" fmla="*/ 167846 h 272749"/>
              <a:gd name="connsiteX18" fmla="*/ 20981 w 293730"/>
              <a:gd name="connsiteY18" fmla="*/ 104904 h 272749"/>
              <a:gd name="connsiteX19" fmla="*/ 241279 w 293730"/>
              <a:gd name="connsiteY19" fmla="*/ 104904 h 272749"/>
              <a:gd name="connsiteX20" fmla="*/ 251769 w 293730"/>
              <a:gd name="connsiteY20" fmla="*/ 94413 h 272749"/>
              <a:gd name="connsiteX21" fmla="*/ 241279 w 293730"/>
              <a:gd name="connsiteY21" fmla="*/ 83923 h 272749"/>
              <a:gd name="connsiteX22" fmla="*/ 20981 w 293730"/>
              <a:gd name="connsiteY22" fmla="*/ 83923 h 272749"/>
              <a:gd name="connsiteX23" fmla="*/ 20981 w 293730"/>
              <a:gd name="connsiteY23" fmla="*/ 31471 h 272749"/>
              <a:gd name="connsiteX24" fmla="*/ 31471 w 293730"/>
              <a:gd name="connsiteY24" fmla="*/ 20981 h 272749"/>
              <a:gd name="connsiteX25" fmla="*/ 262259 w 293730"/>
              <a:gd name="connsiteY25" fmla="*/ 20981 h 272749"/>
              <a:gd name="connsiteX26" fmla="*/ 272750 w 293730"/>
              <a:gd name="connsiteY26" fmla="*/ 31471 h 272749"/>
              <a:gd name="connsiteX27" fmla="*/ 272750 w 293730"/>
              <a:gd name="connsiteY27" fmla="*/ 241279 h 27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3730" h="272749">
                <a:moveTo>
                  <a:pt x="262259" y="0"/>
                </a:moveTo>
                <a:lnTo>
                  <a:pt x="31471" y="0"/>
                </a:lnTo>
                <a:cubicBezTo>
                  <a:pt x="14090" y="0"/>
                  <a:pt x="0" y="14090"/>
                  <a:pt x="0" y="31471"/>
                </a:cubicBezTo>
                <a:lnTo>
                  <a:pt x="0" y="241279"/>
                </a:lnTo>
                <a:cubicBezTo>
                  <a:pt x="0" y="258660"/>
                  <a:pt x="14090" y="272750"/>
                  <a:pt x="31471" y="272750"/>
                </a:cubicBezTo>
                <a:lnTo>
                  <a:pt x="262259" y="272750"/>
                </a:lnTo>
                <a:cubicBezTo>
                  <a:pt x="279640" y="272750"/>
                  <a:pt x="293731" y="258660"/>
                  <a:pt x="293731" y="241279"/>
                </a:cubicBezTo>
                <a:lnTo>
                  <a:pt x="293731" y="31471"/>
                </a:lnTo>
                <a:cubicBezTo>
                  <a:pt x="293731" y="14090"/>
                  <a:pt x="279640" y="0"/>
                  <a:pt x="262259" y="0"/>
                </a:cubicBezTo>
                <a:close/>
                <a:moveTo>
                  <a:pt x="272750" y="241279"/>
                </a:moveTo>
                <a:cubicBezTo>
                  <a:pt x="272750" y="247072"/>
                  <a:pt x="268053" y="251769"/>
                  <a:pt x="262259" y="251769"/>
                </a:cubicBezTo>
                <a:lnTo>
                  <a:pt x="31471" y="251769"/>
                </a:lnTo>
                <a:cubicBezTo>
                  <a:pt x="25677" y="251769"/>
                  <a:pt x="20981" y="247072"/>
                  <a:pt x="20981" y="241279"/>
                </a:cubicBezTo>
                <a:lnTo>
                  <a:pt x="20981" y="188827"/>
                </a:lnTo>
                <a:lnTo>
                  <a:pt x="241279" y="188827"/>
                </a:lnTo>
                <a:cubicBezTo>
                  <a:pt x="247072" y="188827"/>
                  <a:pt x="251769" y="184130"/>
                  <a:pt x="251769" y="178336"/>
                </a:cubicBezTo>
                <a:cubicBezTo>
                  <a:pt x="251769" y="172543"/>
                  <a:pt x="247072" y="167846"/>
                  <a:pt x="241279" y="167846"/>
                </a:cubicBezTo>
                <a:lnTo>
                  <a:pt x="20981" y="167846"/>
                </a:lnTo>
                <a:lnTo>
                  <a:pt x="20981" y="104904"/>
                </a:lnTo>
                <a:lnTo>
                  <a:pt x="241279" y="104904"/>
                </a:lnTo>
                <a:cubicBezTo>
                  <a:pt x="247072" y="104904"/>
                  <a:pt x="251769" y="100207"/>
                  <a:pt x="251769" y="94413"/>
                </a:cubicBezTo>
                <a:cubicBezTo>
                  <a:pt x="251769" y="88620"/>
                  <a:pt x="247072" y="83923"/>
                  <a:pt x="241279" y="83923"/>
                </a:cubicBezTo>
                <a:lnTo>
                  <a:pt x="20981" y="83923"/>
                </a:lnTo>
                <a:lnTo>
                  <a:pt x="20981" y="31471"/>
                </a:lnTo>
                <a:cubicBezTo>
                  <a:pt x="20981" y="25677"/>
                  <a:pt x="25677" y="20981"/>
                  <a:pt x="31471" y="20981"/>
                </a:cubicBezTo>
                <a:lnTo>
                  <a:pt x="262259" y="20981"/>
                </a:lnTo>
                <a:cubicBezTo>
                  <a:pt x="268053" y="20981"/>
                  <a:pt x="272750" y="25677"/>
                  <a:pt x="272750" y="31471"/>
                </a:cubicBezTo>
                <a:lnTo>
                  <a:pt x="272750" y="241279"/>
                </a:ln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4" name="任意多边形: 形状 183"/>
          <p:cNvSpPr/>
          <p:nvPr/>
        </p:nvSpPr>
        <p:spPr>
          <a:xfrm>
            <a:off x="5893301" y="1537290"/>
            <a:ext cx="161298" cy="161767"/>
          </a:xfrm>
          <a:custGeom>
            <a:avLst/>
            <a:gdLst>
              <a:gd name="connsiteX0" fmla="*/ 149744 w 161298"/>
              <a:gd name="connsiteY0" fmla="*/ 23110 h 161767"/>
              <a:gd name="connsiteX1" fmla="*/ 11519 w 161298"/>
              <a:gd name="connsiteY1" fmla="*/ 23110 h 161767"/>
              <a:gd name="connsiteX2" fmla="*/ 0 w 161298"/>
              <a:gd name="connsiteY2" fmla="*/ 11555 h 161767"/>
              <a:gd name="connsiteX3" fmla="*/ 11519 w 161298"/>
              <a:gd name="connsiteY3" fmla="*/ 0 h 161767"/>
              <a:gd name="connsiteX4" fmla="*/ 149780 w 161298"/>
              <a:gd name="connsiteY4" fmla="*/ 0 h 161767"/>
              <a:gd name="connsiteX5" fmla="*/ 161298 w 161298"/>
              <a:gd name="connsiteY5" fmla="*/ 11555 h 161767"/>
              <a:gd name="connsiteX6" fmla="*/ 149744 w 161298"/>
              <a:gd name="connsiteY6" fmla="*/ 23110 h 161767"/>
              <a:gd name="connsiteX7" fmla="*/ 149744 w 161298"/>
              <a:gd name="connsiteY7" fmla="*/ 92439 h 161767"/>
              <a:gd name="connsiteX8" fmla="*/ 11519 w 161298"/>
              <a:gd name="connsiteY8" fmla="*/ 92439 h 161767"/>
              <a:gd name="connsiteX9" fmla="*/ 0 w 161298"/>
              <a:gd name="connsiteY9" fmla="*/ 80884 h 161767"/>
              <a:gd name="connsiteX10" fmla="*/ 11519 w 161298"/>
              <a:gd name="connsiteY10" fmla="*/ 69329 h 161767"/>
              <a:gd name="connsiteX11" fmla="*/ 149780 w 161298"/>
              <a:gd name="connsiteY11" fmla="*/ 69329 h 161767"/>
              <a:gd name="connsiteX12" fmla="*/ 161298 w 161298"/>
              <a:gd name="connsiteY12" fmla="*/ 80884 h 161767"/>
              <a:gd name="connsiteX13" fmla="*/ 149744 w 161298"/>
              <a:gd name="connsiteY13" fmla="*/ 92439 h 161767"/>
              <a:gd name="connsiteX14" fmla="*/ 80631 w 161298"/>
              <a:gd name="connsiteY14" fmla="*/ 161768 h 161767"/>
              <a:gd name="connsiteX15" fmla="*/ 11519 w 161298"/>
              <a:gd name="connsiteY15" fmla="*/ 161768 h 161767"/>
              <a:gd name="connsiteX16" fmla="*/ 0 w 161298"/>
              <a:gd name="connsiteY16" fmla="*/ 150213 h 161767"/>
              <a:gd name="connsiteX17" fmla="*/ 11519 w 161298"/>
              <a:gd name="connsiteY17" fmla="*/ 138658 h 161767"/>
              <a:gd name="connsiteX18" fmla="*/ 80631 w 161298"/>
              <a:gd name="connsiteY18" fmla="*/ 138658 h 161767"/>
              <a:gd name="connsiteX19" fmla="*/ 92150 w 161298"/>
              <a:gd name="connsiteY19" fmla="*/ 150213 h 161767"/>
              <a:gd name="connsiteX20" fmla="*/ 80631 w 161298"/>
              <a:gd name="connsiteY20" fmla="*/ 161768 h 16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98" h="161767">
                <a:moveTo>
                  <a:pt x="149744" y="23110"/>
                </a:moveTo>
                <a:lnTo>
                  <a:pt x="11519" y="23110"/>
                </a:lnTo>
                <a:cubicBezTo>
                  <a:pt x="5164" y="23110"/>
                  <a:pt x="0" y="17946"/>
                  <a:pt x="0" y="11555"/>
                </a:cubicBezTo>
                <a:cubicBezTo>
                  <a:pt x="0" y="5164"/>
                  <a:pt x="5164" y="0"/>
                  <a:pt x="11519" y="0"/>
                </a:cubicBezTo>
                <a:lnTo>
                  <a:pt x="149780" y="0"/>
                </a:lnTo>
                <a:cubicBezTo>
                  <a:pt x="156135" y="0"/>
                  <a:pt x="161298" y="5164"/>
                  <a:pt x="161298" y="11555"/>
                </a:cubicBezTo>
                <a:cubicBezTo>
                  <a:pt x="161262" y="17946"/>
                  <a:pt x="156135" y="23110"/>
                  <a:pt x="149744" y="23110"/>
                </a:cubicBezTo>
                <a:close/>
                <a:moveTo>
                  <a:pt x="149744" y="92439"/>
                </a:moveTo>
                <a:lnTo>
                  <a:pt x="11519" y="92439"/>
                </a:lnTo>
                <a:cubicBezTo>
                  <a:pt x="5164" y="92439"/>
                  <a:pt x="0" y="87275"/>
                  <a:pt x="0" y="80884"/>
                </a:cubicBezTo>
                <a:cubicBezTo>
                  <a:pt x="0" y="74493"/>
                  <a:pt x="5164" y="69329"/>
                  <a:pt x="11519" y="69329"/>
                </a:cubicBezTo>
                <a:lnTo>
                  <a:pt x="149780" y="69329"/>
                </a:lnTo>
                <a:cubicBezTo>
                  <a:pt x="156135" y="69329"/>
                  <a:pt x="161298" y="74493"/>
                  <a:pt x="161298" y="80884"/>
                </a:cubicBezTo>
                <a:cubicBezTo>
                  <a:pt x="161262" y="87275"/>
                  <a:pt x="156135" y="92439"/>
                  <a:pt x="149744" y="92439"/>
                </a:cubicBezTo>
                <a:close/>
                <a:moveTo>
                  <a:pt x="80631" y="161768"/>
                </a:moveTo>
                <a:lnTo>
                  <a:pt x="11519" y="161768"/>
                </a:lnTo>
                <a:cubicBezTo>
                  <a:pt x="5164" y="161768"/>
                  <a:pt x="0" y="156604"/>
                  <a:pt x="0" y="150213"/>
                </a:cubicBezTo>
                <a:cubicBezTo>
                  <a:pt x="0" y="143822"/>
                  <a:pt x="5164" y="138658"/>
                  <a:pt x="11519" y="138658"/>
                </a:cubicBezTo>
                <a:lnTo>
                  <a:pt x="80631" y="138658"/>
                </a:lnTo>
                <a:cubicBezTo>
                  <a:pt x="86986" y="138658"/>
                  <a:pt x="92150" y="143822"/>
                  <a:pt x="92150" y="150213"/>
                </a:cubicBezTo>
                <a:cubicBezTo>
                  <a:pt x="92150" y="156604"/>
                  <a:pt x="86986" y="161768"/>
                  <a:pt x="80631" y="161768"/>
                </a:cubicBez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5" name="任意多边形: 形状 184"/>
          <p:cNvSpPr/>
          <p:nvPr/>
        </p:nvSpPr>
        <p:spPr>
          <a:xfrm>
            <a:off x="5846540" y="1479516"/>
            <a:ext cx="254278" cy="300425"/>
          </a:xfrm>
          <a:custGeom>
            <a:avLst/>
            <a:gdLst>
              <a:gd name="connsiteX0" fmla="*/ 34520 w 254278"/>
              <a:gd name="connsiteY0" fmla="*/ 277316 h 300425"/>
              <a:gd name="connsiteX1" fmla="*/ 23001 w 254278"/>
              <a:gd name="connsiteY1" fmla="*/ 265761 h 300425"/>
              <a:gd name="connsiteX2" fmla="*/ 23001 w 254278"/>
              <a:gd name="connsiteY2" fmla="*/ 34665 h 300425"/>
              <a:gd name="connsiteX3" fmla="*/ 34520 w 254278"/>
              <a:gd name="connsiteY3" fmla="*/ 23110 h 300425"/>
              <a:gd name="connsiteX4" fmla="*/ 219723 w 254278"/>
              <a:gd name="connsiteY4" fmla="*/ 23110 h 300425"/>
              <a:gd name="connsiteX5" fmla="*/ 231241 w 254278"/>
              <a:gd name="connsiteY5" fmla="*/ 34665 h 300425"/>
              <a:gd name="connsiteX6" fmla="*/ 231241 w 254278"/>
              <a:gd name="connsiteY6" fmla="*/ 127103 h 300425"/>
              <a:gd name="connsiteX7" fmla="*/ 242760 w 254278"/>
              <a:gd name="connsiteY7" fmla="*/ 138658 h 300425"/>
              <a:gd name="connsiteX8" fmla="*/ 254279 w 254278"/>
              <a:gd name="connsiteY8" fmla="*/ 127103 h 300425"/>
              <a:gd name="connsiteX9" fmla="*/ 254279 w 254278"/>
              <a:gd name="connsiteY9" fmla="*/ 23110 h 300425"/>
              <a:gd name="connsiteX10" fmla="*/ 231277 w 254278"/>
              <a:gd name="connsiteY10" fmla="*/ 0 h 300425"/>
              <a:gd name="connsiteX11" fmla="*/ 23001 w 254278"/>
              <a:gd name="connsiteY11" fmla="*/ 0 h 300425"/>
              <a:gd name="connsiteX12" fmla="*/ 0 w 254278"/>
              <a:gd name="connsiteY12" fmla="*/ 23110 h 300425"/>
              <a:gd name="connsiteX13" fmla="*/ 0 w 254278"/>
              <a:gd name="connsiteY13" fmla="*/ 277316 h 300425"/>
              <a:gd name="connsiteX14" fmla="*/ 23001 w 254278"/>
              <a:gd name="connsiteY14" fmla="*/ 300426 h 300425"/>
              <a:gd name="connsiteX15" fmla="*/ 150502 w 254278"/>
              <a:gd name="connsiteY15" fmla="*/ 300426 h 300425"/>
              <a:gd name="connsiteX16" fmla="*/ 162021 w 254278"/>
              <a:gd name="connsiteY16" fmla="*/ 288871 h 300425"/>
              <a:gd name="connsiteX17" fmla="*/ 150502 w 254278"/>
              <a:gd name="connsiteY17" fmla="*/ 277316 h 300425"/>
              <a:gd name="connsiteX18" fmla="*/ 34520 w 254278"/>
              <a:gd name="connsiteY18" fmla="*/ 277316 h 30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278" h="300425">
                <a:moveTo>
                  <a:pt x="34520" y="277316"/>
                </a:moveTo>
                <a:cubicBezTo>
                  <a:pt x="28165" y="277316"/>
                  <a:pt x="23001" y="272153"/>
                  <a:pt x="23001" y="265761"/>
                </a:cubicBezTo>
                <a:lnTo>
                  <a:pt x="23001" y="34665"/>
                </a:lnTo>
                <a:cubicBezTo>
                  <a:pt x="23001" y="28273"/>
                  <a:pt x="28165" y="23110"/>
                  <a:pt x="34520" y="23110"/>
                </a:cubicBezTo>
                <a:lnTo>
                  <a:pt x="219723" y="23110"/>
                </a:lnTo>
                <a:cubicBezTo>
                  <a:pt x="226078" y="23110"/>
                  <a:pt x="231241" y="28273"/>
                  <a:pt x="231241" y="34665"/>
                </a:cubicBezTo>
                <a:lnTo>
                  <a:pt x="231241" y="127103"/>
                </a:lnTo>
                <a:cubicBezTo>
                  <a:pt x="231241" y="133495"/>
                  <a:pt x="236405" y="138658"/>
                  <a:pt x="242760" y="138658"/>
                </a:cubicBezTo>
                <a:cubicBezTo>
                  <a:pt x="249115" y="138658"/>
                  <a:pt x="254279" y="133495"/>
                  <a:pt x="254279" y="127103"/>
                </a:cubicBezTo>
                <a:lnTo>
                  <a:pt x="254279" y="23110"/>
                </a:lnTo>
                <a:cubicBezTo>
                  <a:pt x="254279" y="10363"/>
                  <a:pt x="243988" y="0"/>
                  <a:pt x="231277" y="0"/>
                </a:cubicBezTo>
                <a:lnTo>
                  <a:pt x="23001" y="0"/>
                </a:lnTo>
                <a:cubicBezTo>
                  <a:pt x="10291" y="0"/>
                  <a:pt x="0" y="10363"/>
                  <a:pt x="0" y="23110"/>
                </a:cubicBezTo>
                <a:lnTo>
                  <a:pt x="0" y="277316"/>
                </a:lnTo>
                <a:cubicBezTo>
                  <a:pt x="0" y="290063"/>
                  <a:pt x="10291" y="300426"/>
                  <a:pt x="23001" y="300426"/>
                </a:cubicBezTo>
                <a:lnTo>
                  <a:pt x="150502" y="300426"/>
                </a:lnTo>
                <a:cubicBezTo>
                  <a:pt x="156857" y="300426"/>
                  <a:pt x="162021" y="295262"/>
                  <a:pt x="162021" y="288871"/>
                </a:cubicBezTo>
                <a:cubicBezTo>
                  <a:pt x="162021" y="282480"/>
                  <a:pt x="156857" y="277316"/>
                  <a:pt x="150502" y="277316"/>
                </a:cubicBezTo>
                <a:lnTo>
                  <a:pt x="34520" y="277316"/>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6" name="任意多边形: 形状 185"/>
          <p:cNvSpPr/>
          <p:nvPr/>
        </p:nvSpPr>
        <p:spPr>
          <a:xfrm>
            <a:off x="6008597" y="1632473"/>
            <a:ext cx="161478" cy="132844"/>
          </a:xfrm>
          <a:custGeom>
            <a:avLst/>
            <a:gdLst>
              <a:gd name="connsiteX0" fmla="*/ 113526 w 161478"/>
              <a:gd name="connsiteY0" fmla="*/ 85867 h 132844"/>
              <a:gd name="connsiteX1" fmla="*/ 117390 w 161478"/>
              <a:gd name="connsiteY1" fmla="*/ 89731 h 132844"/>
              <a:gd name="connsiteX2" fmla="*/ 108904 w 161478"/>
              <a:gd name="connsiteY2" fmla="*/ 89767 h 132844"/>
              <a:gd name="connsiteX3" fmla="*/ 93197 w 161478"/>
              <a:gd name="connsiteY3" fmla="*/ 66440 h 132844"/>
              <a:gd name="connsiteX4" fmla="*/ 108904 w 161478"/>
              <a:gd name="connsiteY4" fmla="*/ 43114 h 132844"/>
              <a:gd name="connsiteX5" fmla="*/ 117390 w 161478"/>
              <a:gd name="connsiteY5" fmla="*/ 43150 h 132844"/>
              <a:gd name="connsiteX6" fmla="*/ 113526 w 161478"/>
              <a:gd name="connsiteY6" fmla="*/ 46978 h 132844"/>
              <a:gd name="connsiteX7" fmla="*/ 129848 w 161478"/>
              <a:gd name="connsiteY7" fmla="*/ 63335 h 132844"/>
              <a:gd name="connsiteX8" fmla="*/ 161479 w 161478"/>
              <a:gd name="connsiteY8" fmla="*/ 31667 h 132844"/>
              <a:gd name="connsiteX9" fmla="*/ 129848 w 161478"/>
              <a:gd name="connsiteY9" fmla="*/ 0 h 132844"/>
              <a:gd name="connsiteX10" fmla="*/ 113526 w 161478"/>
              <a:gd name="connsiteY10" fmla="*/ 16321 h 132844"/>
              <a:gd name="connsiteX11" fmla="*/ 117209 w 161478"/>
              <a:gd name="connsiteY11" fmla="*/ 20040 h 132844"/>
              <a:gd name="connsiteX12" fmla="*/ 101683 w 161478"/>
              <a:gd name="connsiteY12" fmla="*/ 19968 h 132844"/>
              <a:gd name="connsiteX13" fmla="*/ 78212 w 161478"/>
              <a:gd name="connsiteY13" fmla="*/ 48314 h 132844"/>
              <a:gd name="connsiteX14" fmla="*/ 54849 w 161478"/>
              <a:gd name="connsiteY14" fmla="*/ 20077 h 132844"/>
              <a:gd name="connsiteX15" fmla="*/ 0 w 161478"/>
              <a:gd name="connsiteY15" fmla="*/ 20077 h 132844"/>
              <a:gd name="connsiteX16" fmla="*/ 0 w 161478"/>
              <a:gd name="connsiteY16" fmla="*/ 43186 h 132844"/>
              <a:gd name="connsiteX17" fmla="*/ 44017 w 161478"/>
              <a:gd name="connsiteY17" fmla="*/ 43186 h 132844"/>
              <a:gd name="connsiteX18" fmla="*/ 63227 w 161478"/>
              <a:gd name="connsiteY18" fmla="*/ 66440 h 132844"/>
              <a:gd name="connsiteX19" fmla="*/ 44017 w 161478"/>
              <a:gd name="connsiteY19" fmla="*/ 89658 h 132844"/>
              <a:gd name="connsiteX20" fmla="*/ 0 w 161478"/>
              <a:gd name="connsiteY20" fmla="*/ 89658 h 132844"/>
              <a:gd name="connsiteX21" fmla="*/ 0 w 161478"/>
              <a:gd name="connsiteY21" fmla="*/ 112768 h 132844"/>
              <a:gd name="connsiteX22" fmla="*/ 54849 w 161478"/>
              <a:gd name="connsiteY22" fmla="*/ 112768 h 132844"/>
              <a:gd name="connsiteX23" fmla="*/ 78212 w 161478"/>
              <a:gd name="connsiteY23" fmla="*/ 84531 h 132844"/>
              <a:gd name="connsiteX24" fmla="*/ 101683 w 161478"/>
              <a:gd name="connsiteY24" fmla="*/ 112912 h 132844"/>
              <a:gd name="connsiteX25" fmla="*/ 117209 w 161478"/>
              <a:gd name="connsiteY25" fmla="*/ 112840 h 132844"/>
              <a:gd name="connsiteX26" fmla="*/ 113526 w 161478"/>
              <a:gd name="connsiteY26" fmla="*/ 116523 h 132844"/>
              <a:gd name="connsiteX27" fmla="*/ 129848 w 161478"/>
              <a:gd name="connsiteY27" fmla="*/ 132845 h 132844"/>
              <a:gd name="connsiteX28" fmla="*/ 161479 w 161478"/>
              <a:gd name="connsiteY28" fmla="*/ 101177 h 132844"/>
              <a:gd name="connsiteX29" fmla="*/ 129848 w 161478"/>
              <a:gd name="connsiteY29" fmla="*/ 69510 h 13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478" h="132844">
                <a:moveTo>
                  <a:pt x="113526" y="85867"/>
                </a:moveTo>
                <a:lnTo>
                  <a:pt x="117390" y="89731"/>
                </a:lnTo>
                <a:lnTo>
                  <a:pt x="108904" y="89767"/>
                </a:lnTo>
                <a:lnTo>
                  <a:pt x="93197" y="66440"/>
                </a:lnTo>
                <a:lnTo>
                  <a:pt x="108904" y="43114"/>
                </a:lnTo>
                <a:lnTo>
                  <a:pt x="117390" y="43150"/>
                </a:lnTo>
                <a:lnTo>
                  <a:pt x="113526" y="46978"/>
                </a:lnTo>
                <a:lnTo>
                  <a:pt x="129848" y="63335"/>
                </a:lnTo>
                <a:lnTo>
                  <a:pt x="161479" y="31667"/>
                </a:lnTo>
                <a:lnTo>
                  <a:pt x="129848" y="0"/>
                </a:lnTo>
                <a:lnTo>
                  <a:pt x="113526" y="16321"/>
                </a:lnTo>
                <a:lnTo>
                  <a:pt x="117209" y="20040"/>
                </a:lnTo>
                <a:lnTo>
                  <a:pt x="101683" y="19968"/>
                </a:lnTo>
                <a:lnTo>
                  <a:pt x="78212" y="48314"/>
                </a:lnTo>
                <a:lnTo>
                  <a:pt x="54849" y="20077"/>
                </a:lnTo>
                <a:lnTo>
                  <a:pt x="0" y="20077"/>
                </a:lnTo>
                <a:lnTo>
                  <a:pt x="0" y="43186"/>
                </a:lnTo>
                <a:lnTo>
                  <a:pt x="44017" y="43186"/>
                </a:lnTo>
                <a:lnTo>
                  <a:pt x="63227" y="66440"/>
                </a:lnTo>
                <a:lnTo>
                  <a:pt x="44017" y="89658"/>
                </a:lnTo>
                <a:lnTo>
                  <a:pt x="0" y="89658"/>
                </a:lnTo>
                <a:lnTo>
                  <a:pt x="0" y="112768"/>
                </a:lnTo>
                <a:lnTo>
                  <a:pt x="54849" y="112768"/>
                </a:lnTo>
                <a:lnTo>
                  <a:pt x="78212" y="84531"/>
                </a:lnTo>
                <a:lnTo>
                  <a:pt x="101683" y="112912"/>
                </a:lnTo>
                <a:lnTo>
                  <a:pt x="117209" y="112840"/>
                </a:lnTo>
                <a:lnTo>
                  <a:pt x="113526" y="116523"/>
                </a:lnTo>
                <a:lnTo>
                  <a:pt x="129848" y="132845"/>
                </a:lnTo>
                <a:lnTo>
                  <a:pt x="161479" y="101177"/>
                </a:lnTo>
                <a:lnTo>
                  <a:pt x="129848" y="69510"/>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0" name="任意多边形: 形状 189"/>
          <p:cNvSpPr/>
          <p:nvPr/>
        </p:nvSpPr>
        <p:spPr>
          <a:xfrm>
            <a:off x="5909418" y="5689947"/>
            <a:ext cx="144974" cy="65304"/>
          </a:xfrm>
          <a:custGeom>
            <a:avLst/>
            <a:gdLst>
              <a:gd name="connsiteX0" fmla="*/ 144974 w 144974"/>
              <a:gd name="connsiteY0" fmla="*/ 16005 h 65304"/>
              <a:gd name="connsiteX1" fmla="*/ 109880 w 144974"/>
              <a:gd name="connsiteY1" fmla="*/ 0 h 65304"/>
              <a:gd name="connsiteX2" fmla="*/ 0 w 144974"/>
              <a:gd name="connsiteY2" fmla="*/ 49942 h 65304"/>
              <a:gd name="connsiteX3" fmla="*/ 33134 w 144974"/>
              <a:gd name="connsiteY3" fmla="*/ 65304 h 65304"/>
            </a:gdLst>
            <a:ahLst/>
            <a:cxnLst>
              <a:cxn ang="0">
                <a:pos x="connsiteX0" y="connsiteY0"/>
              </a:cxn>
              <a:cxn ang="0">
                <a:pos x="connsiteX1" y="connsiteY1"/>
              </a:cxn>
              <a:cxn ang="0">
                <a:pos x="connsiteX2" y="connsiteY2"/>
              </a:cxn>
              <a:cxn ang="0">
                <a:pos x="connsiteX3" y="connsiteY3"/>
              </a:cxn>
            </a:cxnLst>
            <a:rect l="l" t="t" r="r" b="b"/>
            <a:pathLst>
              <a:path w="144974" h="65304">
                <a:moveTo>
                  <a:pt x="144974" y="16005"/>
                </a:moveTo>
                <a:lnTo>
                  <a:pt x="109880" y="0"/>
                </a:lnTo>
                <a:lnTo>
                  <a:pt x="0" y="49942"/>
                </a:lnTo>
                <a:lnTo>
                  <a:pt x="33134" y="65304"/>
                </a:ln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1" name="任意多边形: 形状 190"/>
          <p:cNvSpPr/>
          <p:nvPr/>
        </p:nvSpPr>
        <p:spPr>
          <a:xfrm>
            <a:off x="5798477" y="5633922"/>
            <a:ext cx="287956" cy="140868"/>
          </a:xfrm>
          <a:custGeom>
            <a:avLst/>
            <a:gdLst>
              <a:gd name="connsiteX0" fmla="*/ 5399 w 287956"/>
              <a:gd name="connsiteY0" fmla="*/ 77621 h 140868"/>
              <a:gd name="connsiteX1" fmla="*/ 140057 w 287956"/>
              <a:gd name="connsiteY1" fmla="*/ 140001 h 140868"/>
              <a:gd name="connsiteX2" fmla="*/ 143978 w 287956"/>
              <a:gd name="connsiteY2" fmla="*/ 140869 h 140868"/>
              <a:gd name="connsiteX3" fmla="*/ 147738 w 287956"/>
              <a:gd name="connsiteY3" fmla="*/ 140065 h 140868"/>
              <a:gd name="connsiteX4" fmla="*/ 282397 w 287956"/>
              <a:gd name="connsiteY4" fmla="*/ 80707 h 140868"/>
              <a:gd name="connsiteX5" fmla="*/ 287956 w 287956"/>
              <a:gd name="connsiteY5" fmla="*/ 72254 h 140868"/>
              <a:gd name="connsiteX6" fmla="*/ 282525 w 287956"/>
              <a:gd name="connsiteY6" fmla="*/ 63706 h 140868"/>
              <a:gd name="connsiteX7" fmla="*/ 144878 w 287956"/>
              <a:gd name="connsiteY7" fmla="*/ 844 h 140868"/>
              <a:gd name="connsiteX8" fmla="*/ 137165 w 287956"/>
              <a:gd name="connsiteY8" fmla="*/ 844 h 140868"/>
              <a:gd name="connsiteX9" fmla="*/ 115825 w 287956"/>
              <a:gd name="connsiteY9" fmla="*/ 10549 h 140868"/>
              <a:gd name="connsiteX10" fmla="*/ 111197 w 287956"/>
              <a:gd name="connsiteY10" fmla="*/ 22890 h 140868"/>
              <a:gd name="connsiteX11" fmla="*/ 123538 w 287956"/>
              <a:gd name="connsiteY11" fmla="*/ 27518 h 140868"/>
              <a:gd name="connsiteX12" fmla="*/ 141022 w 287956"/>
              <a:gd name="connsiteY12" fmla="*/ 19580 h 140868"/>
              <a:gd name="connsiteX13" fmla="*/ 220852 w 287956"/>
              <a:gd name="connsiteY13" fmla="*/ 56057 h 140868"/>
              <a:gd name="connsiteX14" fmla="*/ 255915 w 287956"/>
              <a:gd name="connsiteY14" fmla="*/ 72029 h 140868"/>
              <a:gd name="connsiteX15" fmla="*/ 144075 w 287956"/>
              <a:gd name="connsiteY15" fmla="*/ 121329 h 140868"/>
              <a:gd name="connsiteX16" fmla="*/ 110940 w 287956"/>
              <a:gd name="connsiteY16" fmla="*/ 105967 h 140868"/>
              <a:gd name="connsiteX17" fmla="*/ 31656 w 287956"/>
              <a:gd name="connsiteY17" fmla="*/ 69233 h 140868"/>
              <a:gd name="connsiteX18" fmla="*/ 65337 w 287956"/>
              <a:gd name="connsiteY18" fmla="*/ 53903 h 140868"/>
              <a:gd name="connsiteX19" fmla="*/ 69964 w 287956"/>
              <a:gd name="connsiteY19" fmla="*/ 41562 h 140868"/>
              <a:gd name="connsiteX20" fmla="*/ 57623 w 287956"/>
              <a:gd name="connsiteY20" fmla="*/ 36935 h 140868"/>
              <a:gd name="connsiteX21" fmla="*/ 5463 w 287956"/>
              <a:gd name="connsiteY21" fmla="*/ 60685 h 140868"/>
              <a:gd name="connsiteX22" fmla="*/ 0 w 287956"/>
              <a:gd name="connsiteY22" fmla="*/ 69137 h 140868"/>
              <a:gd name="connsiteX23" fmla="*/ 5399 w 287956"/>
              <a:gd name="connsiteY23" fmla="*/ 77621 h 14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56" h="140868">
                <a:moveTo>
                  <a:pt x="5399" y="77621"/>
                </a:moveTo>
                <a:lnTo>
                  <a:pt x="140057" y="140001"/>
                </a:lnTo>
                <a:cubicBezTo>
                  <a:pt x="141311" y="140580"/>
                  <a:pt x="142628" y="140869"/>
                  <a:pt x="143978" y="140869"/>
                </a:cubicBezTo>
                <a:cubicBezTo>
                  <a:pt x="145264" y="140869"/>
                  <a:pt x="146549" y="140612"/>
                  <a:pt x="147738" y="140065"/>
                </a:cubicBezTo>
                <a:lnTo>
                  <a:pt x="282397" y="80707"/>
                </a:lnTo>
                <a:cubicBezTo>
                  <a:pt x="285739" y="79228"/>
                  <a:pt x="287924" y="75918"/>
                  <a:pt x="287956" y="72254"/>
                </a:cubicBezTo>
                <a:cubicBezTo>
                  <a:pt x="287989" y="68591"/>
                  <a:pt x="285835" y="65248"/>
                  <a:pt x="282525" y="63706"/>
                </a:cubicBezTo>
                <a:lnTo>
                  <a:pt x="144878" y="844"/>
                </a:lnTo>
                <a:cubicBezTo>
                  <a:pt x="142436" y="-281"/>
                  <a:pt x="139607" y="-281"/>
                  <a:pt x="137165" y="844"/>
                </a:cubicBezTo>
                <a:lnTo>
                  <a:pt x="115825" y="10549"/>
                </a:lnTo>
                <a:cubicBezTo>
                  <a:pt x="111133" y="12670"/>
                  <a:pt x="109076" y="18198"/>
                  <a:pt x="111197" y="22890"/>
                </a:cubicBezTo>
                <a:cubicBezTo>
                  <a:pt x="113319" y="27582"/>
                  <a:pt x="118846" y="29639"/>
                  <a:pt x="123538" y="27518"/>
                </a:cubicBezTo>
                <a:lnTo>
                  <a:pt x="141022" y="19580"/>
                </a:lnTo>
                <a:lnTo>
                  <a:pt x="220852" y="56057"/>
                </a:lnTo>
                <a:lnTo>
                  <a:pt x="255915" y="72029"/>
                </a:lnTo>
                <a:lnTo>
                  <a:pt x="144075" y="121329"/>
                </a:lnTo>
                <a:lnTo>
                  <a:pt x="110940" y="105967"/>
                </a:lnTo>
                <a:lnTo>
                  <a:pt x="31656" y="69233"/>
                </a:lnTo>
                <a:lnTo>
                  <a:pt x="65337" y="53903"/>
                </a:lnTo>
                <a:cubicBezTo>
                  <a:pt x="70029" y="51782"/>
                  <a:pt x="72086" y="46255"/>
                  <a:pt x="69964" y="41562"/>
                </a:cubicBezTo>
                <a:cubicBezTo>
                  <a:pt x="67843" y="36870"/>
                  <a:pt x="62316" y="34813"/>
                  <a:pt x="57623" y="36935"/>
                </a:cubicBezTo>
                <a:lnTo>
                  <a:pt x="5463" y="60685"/>
                </a:lnTo>
                <a:cubicBezTo>
                  <a:pt x="2153" y="62195"/>
                  <a:pt x="0" y="65505"/>
                  <a:pt x="0" y="69137"/>
                </a:cubicBezTo>
                <a:cubicBezTo>
                  <a:pt x="0" y="72768"/>
                  <a:pt x="2121" y="76079"/>
                  <a:pt x="5399" y="7762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2" name="任意多边形: 形状 191"/>
          <p:cNvSpPr/>
          <p:nvPr/>
        </p:nvSpPr>
        <p:spPr>
          <a:xfrm>
            <a:off x="5798491" y="5655721"/>
            <a:ext cx="287993" cy="192248"/>
          </a:xfrm>
          <a:custGeom>
            <a:avLst/>
            <a:gdLst>
              <a:gd name="connsiteX0" fmla="*/ 89812 w 287993"/>
              <a:gd name="connsiteY0" fmla="*/ 20086 h 192248"/>
              <a:gd name="connsiteX1" fmla="*/ 93669 w 287993"/>
              <a:gd name="connsiteY1" fmla="*/ 19250 h 192248"/>
              <a:gd name="connsiteX2" fmla="*/ 96851 w 287993"/>
              <a:gd name="connsiteY2" fmla="*/ 17804 h 192248"/>
              <a:gd name="connsiteX3" fmla="*/ 101478 w 287993"/>
              <a:gd name="connsiteY3" fmla="*/ 5463 h 192248"/>
              <a:gd name="connsiteX4" fmla="*/ 89137 w 287993"/>
              <a:gd name="connsiteY4" fmla="*/ 835 h 192248"/>
              <a:gd name="connsiteX5" fmla="*/ 85956 w 287993"/>
              <a:gd name="connsiteY5" fmla="*/ 2281 h 192248"/>
              <a:gd name="connsiteX6" fmla="*/ 81328 w 287993"/>
              <a:gd name="connsiteY6" fmla="*/ 14622 h 192248"/>
              <a:gd name="connsiteX7" fmla="*/ 89812 w 287993"/>
              <a:gd name="connsiteY7" fmla="*/ 20086 h 192248"/>
              <a:gd name="connsiteX8" fmla="*/ 274766 w 287993"/>
              <a:gd name="connsiteY8" fmla="*/ 112771 h 192248"/>
              <a:gd name="connsiteX9" fmla="*/ 144061 w 287993"/>
              <a:gd name="connsiteY9" fmla="*/ 172612 h 192248"/>
              <a:gd name="connsiteX10" fmla="*/ 13356 w 287993"/>
              <a:gd name="connsiteY10" fmla="*/ 109815 h 192248"/>
              <a:gd name="connsiteX11" fmla="*/ 919 w 287993"/>
              <a:gd name="connsiteY11" fmla="*/ 114186 h 192248"/>
              <a:gd name="connsiteX12" fmla="*/ 5289 w 287993"/>
              <a:gd name="connsiteY12" fmla="*/ 126623 h 192248"/>
              <a:gd name="connsiteX13" fmla="*/ 139948 w 287993"/>
              <a:gd name="connsiteY13" fmla="*/ 191317 h 192248"/>
              <a:gd name="connsiteX14" fmla="*/ 143997 w 287993"/>
              <a:gd name="connsiteY14" fmla="*/ 192249 h 192248"/>
              <a:gd name="connsiteX15" fmla="*/ 147886 w 287993"/>
              <a:gd name="connsiteY15" fmla="*/ 191413 h 192248"/>
              <a:gd name="connsiteX16" fmla="*/ 282544 w 287993"/>
              <a:gd name="connsiteY16" fmla="*/ 129740 h 192248"/>
              <a:gd name="connsiteX17" fmla="*/ 287140 w 287993"/>
              <a:gd name="connsiteY17" fmla="*/ 117399 h 192248"/>
              <a:gd name="connsiteX18" fmla="*/ 274766 w 287993"/>
              <a:gd name="connsiteY18" fmla="*/ 112771 h 19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7993" h="192248">
                <a:moveTo>
                  <a:pt x="89812" y="20086"/>
                </a:moveTo>
                <a:cubicBezTo>
                  <a:pt x="91098" y="20086"/>
                  <a:pt x="92416" y="19828"/>
                  <a:pt x="93669" y="19250"/>
                </a:cubicBezTo>
                <a:lnTo>
                  <a:pt x="96851" y="17804"/>
                </a:lnTo>
                <a:cubicBezTo>
                  <a:pt x="101543" y="15683"/>
                  <a:pt x="103600" y="10155"/>
                  <a:pt x="101478" y="5463"/>
                </a:cubicBezTo>
                <a:cubicBezTo>
                  <a:pt x="99357" y="771"/>
                  <a:pt x="93830" y="-1286"/>
                  <a:pt x="89137" y="835"/>
                </a:cubicBezTo>
                <a:lnTo>
                  <a:pt x="85956" y="2281"/>
                </a:lnTo>
                <a:cubicBezTo>
                  <a:pt x="81264" y="4402"/>
                  <a:pt x="79207" y="9930"/>
                  <a:pt x="81328" y="14622"/>
                </a:cubicBezTo>
                <a:cubicBezTo>
                  <a:pt x="82871" y="18061"/>
                  <a:pt x="86245" y="20086"/>
                  <a:pt x="89812" y="20086"/>
                </a:cubicBezTo>
                <a:close/>
                <a:moveTo>
                  <a:pt x="274766" y="112771"/>
                </a:moveTo>
                <a:lnTo>
                  <a:pt x="144061" y="172612"/>
                </a:lnTo>
                <a:lnTo>
                  <a:pt x="13356" y="109815"/>
                </a:lnTo>
                <a:cubicBezTo>
                  <a:pt x="8728" y="107597"/>
                  <a:pt x="3168" y="109526"/>
                  <a:pt x="919" y="114186"/>
                </a:cubicBezTo>
                <a:cubicBezTo>
                  <a:pt x="-1299" y="118813"/>
                  <a:pt x="629" y="124373"/>
                  <a:pt x="5289" y="126623"/>
                </a:cubicBezTo>
                <a:lnTo>
                  <a:pt x="139948" y="191317"/>
                </a:lnTo>
                <a:cubicBezTo>
                  <a:pt x="141233" y="191927"/>
                  <a:pt x="142615" y="192249"/>
                  <a:pt x="143997" y="192249"/>
                </a:cubicBezTo>
                <a:cubicBezTo>
                  <a:pt x="145315" y="192249"/>
                  <a:pt x="146632" y="191959"/>
                  <a:pt x="147886" y="191413"/>
                </a:cubicBezTo>
                <a:lnTo>
                  <a:pt x="282544" y="129740"/>
                </a:lnTo>
                <a:cubicBezTo>
                  <a:pt x="287236" y="127587"/>
                  <a:pt x="289293" y="122059"/>
                  <a:pt x="287140" y="117399"/>
                </a:cubicBezTo>
                <a:cubicBezTo>
                  <a:pt x="284954" y="112675"/>
                  <a:pt x="279426" y="110618"/>
                  <a:pt x="274766" y="11277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3" name="任意多边形: 形状 192"/>
          <p:cNvSpPr/>
          <p:nvPr/>
        </p:nvSpPr>
        <p:spPr>
          <a:xfrm>
            <a:off x="5798491" y="5819830"/>
            <a:ext cx="287993" cy="83352"/>
          </a:xfrm>
          <a:custGeom>
            <a:avLst/>
            <a:gdLst>
              <a:gd name="connsiteX0" fmla="*/ 274766 w 287993"/>
              <a:gd name="connsiteY0" fmla="*/ 3875 h 83352"/>
              <a:gd name="connsiteX1" fmla="*/ 144061 w 287993"/>
              <a:gd name="connsiteY1" fmla="*/ 63748 h 83352"/>
              <a:gd name="connsiteX2" fmla="*/ 13356 w 287993"/>
              <a:gd name="connsiteY2" fmla="*/ 919 h 83352"/>
              <a:gd name="connsiteX3" fmla="*/ 919 w 287993"/>
              <a:gd name="connsiteY3" fmla="*/ 5289 h 83352"/>
              <a:gd name="connsiteX4" fmla="*/ 5289 w 287993"/>
              <a:gd name="connsiteY4" fmla="*/ 17727 h 83352"/>
              <a:gd name="connsiteX5" fmla="*/ 139948 w 287993"/>
              <a:gd name="connsiteY5" fmla="*/ 82421 h 83352"/>
              <a:gd name="connsiteX6" fmla="*/ 143997 w 287993"/>
              <a:gd name="connsiteY6" fmla="*/ 83353 h 83352"/>
              <a:gd name="connsiteX7" fmla="*/ 147886 w 287993"/>
              <a:gd name="connsiteY7" fmla="*/ 82517 h 83352"/>
              <a:gd name="connsiteX8" fmla="*/ 282544 w 287993"/>
              <a:gd name="connsiteY8" fmla="*/ 20844 h 83352"/>
              <a:gd name="connsiteX9" fmla="*/ 287140 w 287993"/>
              <a:gd name="connsiteY9" fmla="*/ 8503 h 83352"/>
              <a:gd name="connsiteX10" fmla="*/ 274766 w 287993"/>
              <a:gd name="connsiteY10" fmla="*/ 3875 h 8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3" h="83352">
                <a:moveTo>
                  <a:pt x="274766" y="3875"/>
                </a:moveTo>
                <a:lnTo>
                  <a:pt x="144061" y="63748"/>
                </a:lnTo>
                <a:lnTo>
                  <a:pt x="13356" y="919"/>
                </a:lnTo>
                <a:cubicBezTo>
                  <a:pt x="8728" y="-1299"/>
                  <a:pt x="3168" y="629"/>
                  <a:pt x="919" y="5289"/>
                </a:cubicBezTo>
                <a:cubicBezTo>
                  <a:pt x="-1299" y="9917"/>
                  <a:pt x="629" y="15477"/>
                  <a:pt x="5289" y="17727"/>
                </a:cubicBezTo>
                <a:lnTo>
                  <a:pt x="139948" y="82421"/>
                </a:lnTo>
                <a:cubicBezTo>
                  <a:pt x="141233" y="83031"/>
                  <a:pt x="142615" y="83353"/>
                  <a:pt x="143997" y="83353"/>
                </a:cubicBezTo>
                <a:cubicBezTo>
                  <a:pt x="145315" y="83353"/>
                  <a:pt x="146632" y="83063"/>
                  <a:pt x="147886" y="82517"/>
                </a:cubicBezTo>
                <a:lnTo>
                  <a:pt x="282544" y="20844"/>
                </a:lnTo>
                <a:cubicBezTo>
                  <a:pt x="287236" y="18691"/>
                  <a:pt x="289293" y="13163"/>
                  <a:pt x="287140" y="8503"/>
                </a:cubicBezTo>
                <a:cubicBezTo>
                  <a:pt x="284954" y="3811"/>
                  <a:pt x="279426" y="1754"/>
                  <a:pt x="274766" y="3875"/>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6" name="图形 194"/>
          <p:cNvSpPr/>
          <p:nvPr/>
        </p:nvSpPr>
        <p:spPr>
          <a:xfrm>
            <a:off x="3028445" y="1469819"/>
            <a:ext cx="266157" cy="337815"/>
          </a:xfrm>
          <a:custGeom>
            <a:avLst/>
            <a:gdLst>
              <a:gd name="connsiteX0" fmla="*/ 133079 w 266157"/>
              <a:gd name="connsiteY0" fmla="*/ 26796 h 337815"/>
              <a:gd name="connsiteX1" fmla="*/ 242071 w 266157"/>
              <a:gd name="connsiteY1" fmla="*/ 77077 h 337815"/>
              <a:gd name="connsiteX2" fmla="*/ 242071 w 266157"/>
              <a:gd name="connsiteY2" fmla="*/ 153854 h 337815"/>
              <a:gd name="connsiteX3" fmla="*/ 208651 w 266157"/>
              <a:gd name="connsiteY3" fmla="*/ 256523 h 337815"/>
              <a:gd name="connsiteX4" fmla="*/ 133079 w 266157"/>
              <a:gd name="connsiteY4" fmla="*/ 313127 h 337815"/>
              <a:gd name="connsiteX5" fmla="*/ 57507 w 266157"/>
              <a:gd name="connsiteY5" fmla="*/ 256523 h 337815"/>
              <a:gd name="connsiteX6" fmla="*/ 24087 w 266157"/>
              <a:gd name="connsiteY6" fmla="*/ 153854 h 337815"/>
              <a:gd name="connsiteX7" fmla="*/ 24087 w 266157"/>
              <a:gd name="connsiteY7" fmla="*/ 77077 h 337815"/>
              <a:gd name="connsiteX8" fmla="*/ 133079 w 266157"/>
              <a:gd name="connsiteY8" fmla="*/ 26796 h 337815"/>
              <a:gd name="connsiteX9" fmla="*/ 133079 w 266157"/>
              <a:gd name="connsiteY9" fmla="*/ 0 h 337815"/>
              <a:gd name="connsiteX10" fmla="*/ 0 w 266157"/>
              <a:gd name="connsiteY10" fmla="*/ 61421 h 337815"/>
              <a:gd name="connsiteX11" fmla="*/ 0 w 266157"/>
              <a:gd name="connsiteY11" fmla="*/ 153553 h 337815"/>
              <a:gd name="connsiteX12" fmla="*/ 133079 w 266157"/>
              <a:gd name="connsiteY12" fmla="*/ 337816 h 337815"/>
              <a:gd name="connsiteX13" fmla="*/ 266158 w 266157"/>
              <a:gd name="connsiteY13" fmla="*/ 153553 h 337815"/>
              <a:gd name="connsiteX14" fmla="*/ 266158 w 266157"/>
              <a:gd name="connsiteY14" fmla="*/ 61421 h 337815"/>
              <a:gd name="connsiteX15" fmla="*/ 133079 w 266157"/>
              <a:gd name="connsiteY15" fmla="*/ 0 h 337815"/>
              <a:gd name="connsiteX16" fmla="*/ 205038 w 266157"/>
              <a:gd name="connsiteY16" fmla="*/ 168306 h 337815"/>
              <a:gd name="connsiteX17" fmla="*/ 132778 w 266157"/>
              <a:gd name="connsiteY17" fmla="*/ 96046 h 337815"/>
              <a:gd name="connsiteX18" fmla="*/ 60518 w 266157"/>
              <a:gd name="connsiteY18" fmla="*/ 168306 h 337815"/>
              <a:gd name="connsiteX19" fmla="*/ 132778 w 266157"/>
              <a:gd name="connsiteY19" fmla="*/ 240566 h 337815"/>
              <a:gd name="connsiteX20" fmla="*/ 158370 w 266157"/>
              <a:gd name="connsiteY20" fmla="*/ 236050 h 337815"/>
              <a:gd name="connsiteX21" fmla="*/ 180349 w 266157"/>
              <a:gd name="connsiteY21" fmla="*/ 258029 h 337815"/>
              <a:gd name="connsiteX22" fmla="*/ 197511 w 266157"/>
              <a:gd name="connsiteY22" fmla="*/ 240867 h 337815"/>
              <a:gd name="connsiteX23" fmla="*/ 179747 w 266157"/>
              <a:gd name="connsiteY23" fmla="*/ 223103 h 337815"/>
              <a:gd name="connsiteX24" fmla="*/ 205038 w 266157"/>
              <a:gd name="connsiteY24" fmla="*/ 168306 h 337815"/>
              <a:gd name="connsiteX25" fmla="*/ 132778 w 266157"/>
              <a:gd name="connsiteY25" fmla="*/ 216479 h 337815"/>
              <a:gd name="connsiteX26" fmla="*/ 84605 w 266157"/>
              <a:gd name="connsiteY26" fmla="*/ 168306 h 337815"/>
              <a:gd name="connsiteX27" fmla="*/ 132778 w 266157"/>
              <a:gd name="connsiteY27" fmla="*/ 120132 h 337815"/>
              <a:gd name="connsiteX28" fmla="*/ 180951 w 266157"/>
              <a:gd name="connsiteY28" fmla="*/ 168306 h 337815"/>
              <a:gd name="connsiteX29" fmla="*/ 162585 w 266157"/>
              <a:gd name="connsiteY29" fmla="*/ 205941 h 337815"/>
              <a:gd name="connsiteX30" fmla="*/ 146327 w 266157"/>
              <a:gd name="connsiteY30" fmla="*/ 189683 h 337815"/>
              <a:gd name="connsiteX31" fmla="*/ 129165 w 266157"/>
              <a:gd name="connsiteY31" fmla="*/ 206844 h 337815"/>
              <a:gd name="connsiteX32" fmla="*/ 138498 w 266157"/>
              <a:gd name="connsiteY32" fmla="*/ 216178 h 337815"/>
              <a:gd name="connsiteX33" fmla="*/ 132778 w 266157"/>
              <a:gd name="connsiteY33" fmla="*/ 216479 h 33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6157" h="337815">
                <a:moveTo>
                  <a:pt x="133079" y="26796"/>
                </a:moveTo>
                <a:lnTo>
                  <a:pt x="242071" y="77077"/>
                </a:lnTo>
                <a:lnTo>
                  <a:pt x="242071" y="153854"/>
                </a:lnTo>
                <a:cubicBezTo>
                  <a:pt x="242071" y="190285"/>
                  <a:pt x="230329" y="226716"/>
                  <a:pt x="208651" y="256523"/>
                </a:cubicBezTo>
                <a:cubicBezTo>
                  <a:pt x="188779" y="284223"/>
                  <a:pt x="161983" y="304094"/>
                  <a:pt x="133079" y="313127"/>
                </a:cubicBezTo>
                <a:cubicBezTo>
                  <a:pt x="103874" y="304094"/>
                  <a:pt x="77378" y="284223"/>
                  <a:pt x="57507" y="256523"/>
                </a:cubicBezTo>
                <a:cubicBezTo>
                  <a:pt x="35829" y="226716"/>
                  <a:pt x="24087" y="190285"/>
                  <a:pt x="24087" y="153854"/>
                </a:cubicBezTo>
                <a:lnTo>
                  <a:pt x="24087" y="77077"/>
                </a:lnTo>
                <a:lnTo>
                  <a:pt x="133079" y="26796"/>
                </a:lnTo>
                <a:moveTo>
                  <a:pt x="133079" y="0"/>
                </a:moveTo>
                <a:lnTo>
                  <a:pt x="0" y="61421"/>
                </a:lnTo>
                <a:lnTo>
                  <a:pt x="0" y="153553"/>
                </a:lnTo>
                <a:cubicBezTo>
                  <a:pt x="0" y="238759"/>
                  <a:pt x="56905" y="318245"/>
                  <a:pt x="133079" y="337816"/>
                </a:cubicBezTo>
                <a:cubicBezTo>
                  <a:pt x="209554" y="318546"/>
                  <a:pt x="266158" y="238759"/>
                  <a:pt x="266158" y="153553"/>
                </a:cubicBezTo>
                <a:lnTo>
                  <a:pt x="266158" y="61421"/>
                </a:lnTo>
                <a:lnTo>
                  <a:pt x="133079" y="0"/>
                </a:lnTo>
                <a:close/>
                <a:moveTo>
                  <a:pt x="205038" y="168306"/>
                </a:moveTo>
                <a:cubicBezTo>
                  <a:pt x="205038" y="128262"/>
                  <a:pt x="172822" y="96046"/>
                  <a:pt x="132778" y="96046"/>
                </a:cubicBezTo>
                <a:cubicBezTo>
                  <a:pt x="92734" y="96046"/>
                  <a:pt x="60518" y="128262"/>
                  <a:pt x="60518" y="168306"/>
                </a:cubicBezTo>
                <a:cubicBezTo>
                  <a:pt x="60518" y="208350"/>
                  <a:pt x="92734" y="240566"/>
                  <a:pt x="132778" y="240566"/>
                </a:cubicBezTo>
                <a:cubicBezTo>
                  <a:pt x="141810" y="240566"/>
                  <a:pt x="150241" y="238759"/>
                  <a:pt x="158370" y="236050"/>
                </a:cubicBezTo>
                <a:lnTo>
                  <a:pt x="180349" y="258029"/>
                </a:lnTo>
                <a:lnTo>
                  <a:pt x="197511" y="240867"/>
                </a:lnTo>
                <a:lnTo>
                  <a:pt x="179747" y="223103"/>
                </a:lnTo>
                <a:cubicBezTo>
                  <a:pt x="195102" y="209855"/>
                  <a:pt x="205038" y="190285"/>
                  <a:pt x="205038" y="168306"/>
                </a:cubicBezTo>
                <a:close/>
                <a:moveTo>
                  <a:pt x="132778" y="216479"/>
                </a:moveTo>
                <a:cubicBezTo>
                  <a:pt x="106283" y="216479"/>
                  <a:pt x="84605" y="194801"/>
                  <a:pt x="84605" y="168306"/>
                </a:cubicBezTo>
                <a:cubicBezTo>
                  <a:pt x="84605" y="141810"/>
                  <a:pt x="106283" y="120132"/>
                  <a:pt x="132778" y="120132"/>
                </a:cubicBezTo>
                <a:cubicBezTo>
                  <a:pt x="159273" y="120132"/>
                  <a:pt x="180951" y="141810"/>
                  <a:pt x="180951" y="168306"/>
                </a:cubicBezTo>
                <a:cubicBezTo>
                  <a:pt x="180951" y="183661"/>
                  <a:pt x="173725" y="197210"/>
                  <a:pt x="162585" y="205941"/>
                </a:cubicBezTo>
                <a:lnTo>
                  <a:pt x="146327" y="189683"/>
                </a:lnTo>
                <a:lnTo>
                  <a:pt x="129165" y="206844"/>
                </a:lnTo>
                <a:lnTo>
                  <a:pt x="138498" y="216178"/>
                </a:lnTo>
                <a:cubicBezTo>
                  <a:pt x="136692" y="216178"/>
                  <a:pt x="134584" y="216479"/>
                  <a:pt x="132778" y="216479"/>
                </a:cubicBezTo>
                <a:close/>
              </a:path>
            </a:pathLst>
          </a:custGeom>
          <a:solidFill>
            <a:schemeClr val="bg1"/>
          </a:solidFill>
          <a:ln w="3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9" name="图形 197"/>
          <p:cNvSpPr/>
          <p:nvPr/>
        </p:nvSpPr>
        <p:spPr>
          <a:xfrm>
            <a:off x="3014491" y="5616076"/>
            <a:ext cx="308629" cy="309280"/>
          </a:xfrm>
          <a:custGeom>
            <a:avLst/>
            <a:gdLst>
              <a:gd name="connsiteX0" fmla="*/ 222350 w 308629"/>
              <a:gd name="connsiteY0" fmla="*/ 137939 h 309280"/>
              <a:gd name="connsiteX1" fmla="*/ 202898 w 308629"/>
              <a:gd name="connsiteY1" fmla="*/ 137939 h 309280"/>
              <a:gd name="connsiteX2" fmla="*/ 193172 w 308629"/>
              <a:gd name="connsiteY2" fmla="*/ 154815 h 309280"/>
              <a:gd name="connsiteX3" fmla="*/ 202898 w 308629"/>
              <a:gd name="connsiteY3" fmla="*/ 171689 h 309280"/>
              <a:gd name="connsiteX4" fmla="*/ 222350 w 308629"/>
              <a:gd name="connsiteY4" fmla="*/ 171689 h 309280"/>
              <a:gd name="connsiteX5" fmla="*/ 232075 w 308629"/>
              <a:gd name="connsiteY5" fmla="*/ 154815 h 309280"/>
              <a:gd name="connsiteX6" fmla="*/ 222350 w 308629"/>
              <a:gd name="connsiteY6" fmla="*/ 137939 h 309280"/>
              <a:gd name="connsiteX7" fmla="*/ 301343 w 308629"/>
              <a:gd name="connsiteY7" fmla="*/ 108039 h 309280"/>
              <a:gd name="connsiteX8" fmla="*/ 288301 w 308629"/>
              <a:gd name="connsiteY8" fmla="*/ 78240 h 309280"/>
              <a:gd name="connsiteX9" fmla="*/ 271979 w 308629"/>
              <a:gd name="connsiteY9" fmla="*/ 77213 h 309280"/>
              <a:gd name="connsiteX10" fmla="*/ 271918 w 308629"/>
              <a:gd name="connsiteY10" fmla="*/ 88497 h 309280"/>
              <a:gd name="connsiteX11" fmla="*/ 284039 w 308629"/>
              <a:gd name="connsiteY11" fmla="*/ 191816 h 309280"/>
              <a:gd name="connsiteX12" fmla="*/ 115380 w 308629"/>
              <a:gd name="connsiteY12" fmla="*/ 284186 h 309280"/>
              <a:gd name="connsiteX13" fmla="*/ 19672 w 308629"/>
              <a:gd name="connsiteY13" fmla="*/ 165074 h 309280"/>
              <a:gd name="connsiteX14" fmla="*/ 30814 w 308629"/>
              <a:gd name="connsiteY14" fmla="*/ 99860 h 309280"/>
              <a:gd name="connsiteX15" fmla="*/ 180552 w 308629"/>
              <a:gd name="connsiteY15" fmla="*/ 21991 h 309280"/>
              <a:gd name="connsiteX16" fmla="*/ 220420 w 308629"/>
              <a:gd name="connsiteY16" fmla="*/ 36868 h 309280"/>
              <a:gd name="connsiteX17" fmla="*/ 227272 w 308629"/>
              <a:gd name="connsiteY17" fmla="*/ 38502 h 309280"/>
              <a:gd name="connsiteX18" fmla="*/ 235496 w 308629"/>
              <a:gd name="connsiteY18" fmla="*/ 30821 h 309280"/>
              <a:gd name="connsiteX19" fmla="*/ 230142 w 308629"/>
              <a:gd name="connsiteY19" fmla="*/ 20173 h 309280"/>
              <a:gd name="connsiteX20" fmla="*/ 120060 w 308629"/>
              <a:gd name="connsiteY20" fmla="*/ 3951 h 309280"/>
              <a:gd name="connsiteX21" fmla="*/ 0 w 308629"/>
              <a:gd name="connsiteY21" fmla="*/ 154535 h 309280"/>
              <a:gd name="connsiteX22" fmla="*/ 3752 w 308629"/>
              <a:gd name="connsiteY22" fmla="*/ 188684 h 309280"/>
              <a:gd name="connsiteX23" fmla="*/ 197671 w 308629"/>
              <a:gd name="connsiteY23" fmla="*/ 303019 h 309280"/>
              <a:gd name="connsiteX24" fmla="*/ 307851 w 308629"/>
              <a:gd name="connsiteY24" fmla="*/ 169911 h 309280"/>
              <a:gd name="connsiteX25" fmla="*/ 301343 w 308629"/>
              <a:gd name="connsiteY25" fmla="*/ 108039 h 309280"/>
              <a:gd name="connsiteX26" fmla="*/ 144561 w 308629"/>
              <a:gd name="connsiteY26" fmla="*/ 137939 h 309280"/>
              <a:gd name="connsiteX27" fmla="*/ 134834 w 308629"/>
              <a:gd name="connsiteY27" fmla="*/ 154815 h 309280"/>
              <a:gd name="connsiteX28" fmla="*/ 154286 w 308629"/>
              <a:gd name="connsiteY28" fmla="*/ 174301 h 309280"/>
              <a:gd name="connsiteX29" fmla="*/ 173739 w 308629"/>
              <a:gd name="connsiteY29" fmla="*/ 154815 h 309280"/>
              <a:gd name="connsiteX30" fmla="*/ 164012 w 308629"/>
              <a:gd name="connsiteY30" fmla="*/ 137939 h 309280"/>
              <a:gd name="connsiteX31" fmla="*/ 144561 w 308629"/>
              <a:gd name="connsiteY31" fmla="*/ 137939 h 309280"/>
              <a:gd name="connsiteX32" fmla="*/ 86263 w 308629"/>
              <a:gd name="connsiteY32" fmla="*/ 137939 h 309280"/>
              <a:gd name="connsiteX33" fmla="*/ 76536 w 308629"/>
              <a:gd name="connsiteY33" fmla="*/ 154815 h 309280"/>
              <a:gd name="connsiteX34" fmla="*/ 86263 w 308629"/>
              <a:gd name="connsiteY34" fmla="*/ 171689 h 309280"/>
              <a:gd name="connsiteX35" fmla="*/ 105715 w 308629"/>
              <a:gd name="connsiteY35" fmla="*/ 171689 h 309280"/>
              <a:gd name="connsiteX36" fmla="*/ 115441 w 308629"/>
              <a:gd name="connsiteY36" fmla="*/ 154815 h 309280"/>
              <a:gd name="connsiteX37" fmla="*/ 105715 w 308629"/>
              <a:gd name="connsiteY37" fmla="*/ 137939 h 309280"/>
              <a:gd name="connsiteX38" fmla="*/ 86263 w 308629"/>
              <a:gd name="connsiteY38" fmla="*/ 137939 h 30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8629" h="309280">
                <a:moveTo>
                  <a:pt x="222350" y="137939"/>
                </a:moveTo>
                <a:cubicBezTo>
                  <a:pt x="216331" y="134458"/>
                  <a:pt x="208915" y="134458"/>
                  <a:pt x="202898" y="137939"/>
                </a:cubicBezTo>
                <a:cubicBezTo>
                  <a:pt x="196881" y="141420"/>
                  <a:pt x="193172" y="147853"/>
                  <a:pt x="193172" y="154815"/>
                </a:cubicBezTo>
                <a:cubicBezTo>
                  <a:pt x="193172" y="161777"/>
                  <a:pt x="196879" y="168210"/>
                  <a:pt x="202898" y="171689"/>
                </a:cubicBezTo>
                <a:cubicBezTo>
                  <a:pt x="208916" y="175170"/>
                  <a:pt x="216333" y="175170"/>
                  <a:pt x="222350" y="171689"/>
                </a:cubicBezTo>
                <a:cubicBezTo>
                  <a:pt x="228370" y="168210"/>
                  <a:pt x="232075" y="161777"/>
                  <a:pt x="232075" y="154815"/>
                </a:cubicBezTo>
                <a:cubicBezTo>
                  <a:pt x="232075" y="147853"/>
                  <a:pt x="228370" y="141420"/>
                  <a:pt x="222350" y="137939"/>
                </a:cubicBezTo>
                <a:close/>
                <a:moveTo>
                  <a:pt x="301343" y="108039"/>
                </a:moveTo>
                <a:cubicBezTo>
                  <a:pt x="298042" y="97648"/>
                  <a:pt x="293735" y="87690"/>
                  <a:pt x="288301" y="78240"/>
                </a:cubicBezTo>
                <a:cubicBezTo>
                  <a:pt x="284627" y="71850"/>
                  <a:pt x="276114" y="71314"/>
                  <a:pt x="271979" y="77213"/>
                </a:cubicBezTo>
                <a:cubicBezTo>
                  <a:pt x="269393" y="80898"/>
                  <a:pt x="269804" y="84647"/>
                  <a:pt x="271918" y="88497"/>
                </a:cubicBezTo>
                <a:cubicBezTo>
                  <a:pt x="289923" y="121284"/>
                  <a:pt x="294296" y="155868"/>
                  <a:pt x="284039" y="191816"/>
                </a:cubicBezTo>
                <a:cubicBezTo>
                  <a:pt x="263280" y="264580"/>
                  <a:pt x="187788" y="305729"/>
                  <a:pt x="115380" y="284186"/>
                </a:cubicBezTo>
                <a:cubicBezTo>
                  <a:pt x="62325" y="268403"/>
                  <a:pt x="23764" y="220449"/>
                  <a:pt x="19672" y="165074"/>
                </a:cubicBezTo>
                <a:cubicBezTo>
                  <a:pt x="17999" y="142428"/>
                  <a:pt x="21758" y="120703"/>
                  <a:pt x="30814" y="99860"/>
                </a:cubicBezTo>
                <a:cubicBezTo>
                  <a:pt x="55746" y="42481"/>
                  <a:pt x="119376" y="9376"/>
                  <a:pt x="180552" y="21991"/>
                </a:cubicBezTo>
                <a:cubicBezTo>
                  <a:pt x="194617" y="24891"/>
                  <a:pt x="207922" y="29784"/>
                  <a:pt x="220420" y="36868"/>
                </a:cubicBezTo>
                <a:cubicBezTo>
                  <a:pt x="222560" y="38078"/>
                  <a:pt x="224772" y="38889"/>
                  <a:pt x="227272" y="38502"/>
                </a:cubicBezTo>
                <a:cubicBezTo>
                  <a:pt x="231474" y="37851"/>
                  <a:pt x="234743" y="34786"/>
                  <a:pt x="235496" y="30821"/>
                </a:cubicBezTo>
                <a:cubicBezTo>
                  <a:pt x="236323" y="26474"/>
                  <a:pt x="234378" y="22523"/>
                  <a:pt x="230142" y="20173"/>
                </a:cubicBezTo>
                <a:cubicBezTo>
                  <a:pt x="195486" y="917"/>
                  <a:pt x="158706" y="-4698"/>
                  <a:pt x="120060" y="3951"/>
                </a:cubicBezTo>
                <a:cubicBezTo>
                  <a:pt x="49954" y="19641"/>
                  <a:pt x="17" y="82510"/>
                  <a:pt x="0" y="154535"/>
                </a:cubicBezTo>
                <a:cubicBezTo>
                  <a:pt x="-2" y="166057"/>
                  <a:pt x="1214" y="177451"/>
                  <a:pt x="3752" y="188684"/>
                </a:cubicBezTo>
                <a:cubicBezTo>
                  <a:pt x="23386" y="275616"/>
                  <a:pt x="112339" y="328051"/>
                  <a:pt x="197671" y="303019"/>
                </a:cubicBezTo>
                <a:cubicBezTo>
                  <a:pt x="257965" y="285332"/>
                  <a:pt x="301521" y="232792"/>
                  <a:pt x="307851" y="169911"/>
                </a:cubicBezTo>
                <a:cubicBezTo>
                  <a:pt x="309969" y="148868"/>
                  <a:pt x="307753" y="128217"/>
                  <a:pt x="301343" y="108039"/>
                </a:cubicBezTo>
                <a:close/>
                <a:moveTo>
                  <a:pt x="144561" y="137939"/>
                </a:moveTo>
                <a:cubicBezTo>
                  <a:pt x="138542" y="141420"/>
                  <a:pt x="134834" y="147853"/>
                  <a:pt x="134834" y="154815"/>
                </a:cubicBezTo>
                <a:cubicBezTo>
                  <a:pt x="134834" y="165576"/>
                  <a:pt x="143544" y="174301"/>
                  <a:pt x="154286" y="174301"/>
                </a:cubicBezTo>
                <a:cubicBezTo>
                  <a:pt x="165029" y="174301"/>
                  <a:pt x="173739" y="165576"/>
                  <a:pt x="173739" y="154815"/>
                </a:cubicBezTo>
                <a:cubicBezTo>
                  <a:pt x="173739" y="147853"/>
                  <a:pt x="170032" y="141420"/>
                  <a:pt x="164012" y="137939"/>
                </a:cubicBezTo>
                <a:cubicBezTo>
                  <a:pt x="157995" y="134458"/>
                  <a:pt x="150580" y="134458"/>
                  <a:pt x="144561" y="137939"/>
                </a:cubicBezTo>
                <a:close/>
                <a:moveTo>
                  <a:pt x="86263" y="137939"/>
                </a:moveTo>
                <a:cubicBezTo>
                  <a:pt x="80245" y="141420"/>
                  <a:pt x="76536" y="147853"/>
                  <a:pt x="76536" y="154815"/>
                </a:cubicBezTo>
                <a:cubicBezTo>
                  <a:pt x="76536" y="161777"/>
                  <a:pt x="80243" y="168210"/>
                  <a:pt x="86263" y="171689"/>
                </a:cubicBezTo>
                <a:cubicBezTo>
                  <a:pt x="92282" y="175170"/>
                  <a:pt x="99697" y="175170"/>
                  <a:pt x="105715" y="171689"/>
                </a:cubicBezTo>
                <a:cubicBezTo>
                  <a:pt x="111734" y="168210"/>
                  <a:pt x="115441" y="161777"/>
                  <a:pt x="115441" y="154815"/>
                </a:cubicBezTo>
                <a:cubicBezTo>
                  <a:pt x="115441" y="147853"/>
                  <a:pt x="111734" y="141420"/>
                  <a:pt x="105715" y="137939"/>
                </a:cubicBezTo>
                <a:cubicBezTo>
                  <a:pt x="99697" y="134458"/>
                  <a:pt x="92280" y="134458"/>
                  <a:pt x="86263" y="137939"/>
                </a:cubicBezTo>
                <a:close/>
              </a:path>
            </a:pathLst>
          </a:custGeom>
          <a:solidFill>
            <a:schemeClr val="bg1"/>
          </a:solidFill>
          <a:ln w="2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402635" y="754784"/>
            <a:ext cx="1443144" cy="1443144"/>
          </a:xfrm>
          <a:prstGeom prst="ellipse">
            <a:avLst/>
          </a:prstGeom>
          <a:solidFill>
            <a:schemeClr val="accent2">
              <a:alpha val="0"/>
            </a:schemeClr>
          </a:solidFill>
          <a:ln>
            <a:gradFill>
              <a:gsLst>
                <a:gs pos="80000">
                  <a:schemeClr val="accent1">
                    <a:alpha val="0"/>
                  </a:scheme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836" y="63770"/>
            <a:ext cx="57086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上半年工作回顾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我做了多少项目？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5"/>
          <p:cNvSpPr/>
          <p:nvPr/>
        </p:nvSpPr>
        <p:spPr>
          <a:xfrm>
            <a:off x="1496663" y="932969"/>
            <a:ext cx="6111433" cy="108677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192088" y="932969"/>
            <a:ext cx="1304576" cy="10867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341674" y="1529696"/>
            <a:ext cx="1005404" cy="36715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项目参与</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Freeform: Shape 59"/>
          <p:cNvSpPr>
            <a:spLocks noChangeAspect="1"/>
          </p:cNvSpPr>
          <p:nvPr/>
        </p:nvSpPr>
        <p:spPr>
          <a:xfrm>
            <a:off x="653154" y="1093988"/>
            <a:ext cx="382444" cy="382368"/>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1834308" y="1141450"/>
            <a:ext cx="811441"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678817" y="1528855"/>
            <a:ext cx="1122423"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共参与项目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3046807" y="1141450"/>
            <a:ext cx="596638"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2873683"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420018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056715"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日常项目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 name="文本框 16"/>
          <p:cNvSpPr txBox="1"/>
          <p:nvPr/>
        </p:nvSpPr>
        <p:spPr>
          <a:xfrm>
            <a:off x="5339845"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216414"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合作完成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9" name="文本框 18"/>
          <p:cNvSpPr txBox="1"/>
          <p:nvPr/>
        </p:nvSpPr>
        <p:spPr>
          <a:xfrm>
            <a:off x="6564561"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441130"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 name="直接连接符 21"/>
          <p:cNvCxnSpPr/>
          <p:nvPr/>
        </p:nvCxnSpPr>
        <p:spPr>
          <a:xfrm>
            <a:off x="2793495"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98518"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68317"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276423"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9580820" y="932969"/>
            <a:ext cx="1086774" cy="1086774"/>
          </a:xfrm>
          <a:prstGeom prst="ellipse">
            <a:avLst/>
          </a:prstGeom>
          <a:solidFill>
            <a:schemeClr val="accent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椭圆 28"/>
          <p:cNvSpPr/>
          <p:nvPr/>
        </p:nvSpPr>
        <p:spPr>
          <a:xfrm>
            <a:off x="10694417" y="1055733"/>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10796922" y="1414087"/>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0694417" y="1772310"/>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9826689" y="1147438"/>
            <a:ext cx="595035" cy="662617"/>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覆盖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10940696" y="970022"/>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1024898" y="95308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用户增长</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11050788" y="1352391"/>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11134990" y="133545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功能迭代</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矩形: 圆角 36"/>
          <p:cNvSpPr/>
          <p:nvPr/>
        </p:nvSpPr>
        <p:spPr>
          <a:xfrm>
            <a:off x="10939762" y="1734760"/>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11023964" y="171782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体验优化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矩形 38"/>
          <p:cNvSpPr/>
          <p:nvPr/>
        </p:nvSpPr>
        <p:spPr>
          <a:xfrm>
            <a:off x="7770041" y="932969"/>
            <a:ext cx="1651614" cy="10867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7965871" y="1529696"/>
            <a:ext cx="1261884"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推动项目落地</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826787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42"/>
          <p:cNvSpPr/>
          <p:nvPr/>
        </p:nvSpPr>
        <p:spPr>
          <a:xfrm>
            <a:off x="192087"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43"/>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44"/>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45"/>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顶角 46"/>
          <p:cNvSpPr/>
          <p:nvPr/>
        </p:nvSpPr>
        <p:spPr>
          <a:xfrm>
            <a:off x="192088" y="2232804"/>
            <a:ext cx="2854718" cy="515755"/>
          </a:xfrm>
          <a:prstGeom prst="round2SameRect">
            <a:avLst/>
          </a:prstGeom>
          <a:ln>
            <a:noFill/>
          </a:ln>
          <a:effectLst>
            <a:outerShdw blurRad="190500" dist="114300" dir="5400000" sx="90000" sy="90000" algn="t"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409077"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聚焦核心业务突破</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25009"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「新用户增长裂变」项目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41674"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对接运营团队制定推广节奏，协调技术团队开发裂变工具，上线后实时监控数据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25009"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341674"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通过热力图分析、用户行为路径追踪，发现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大痛点，联合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UX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团队输出优化方案原型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25009"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41674"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通过用户访谈梳理近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个月用户反馈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条，确定智能推荐优化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2" name="椭圆 91"/>
          <p:cNvSpPr/>
          <p:nvPr/>
        </p:nvSpPr>
        <p:spPr>
          <a:xfrm>
            <a:off x="1251772"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58"/>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3209378"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APP </a:t>
            </a: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小功能迭代」项目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3326043"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收集运营、客服部门提出的 “新增订单备注功能”“优化消息推送频率” 等，评估需求优先级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3209378"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「竞品分析专项」项目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3326043"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选取行业内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款主流竞品，从功能、界面、运营策略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个维度进行对比分析，输出竞品分析报告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3209378"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「旧版本功能下线」项目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3326043"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梳理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年及之前上线的低使用率功能，分析用户画像及使用场景</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椭圆 92"/>
          <p:cNvSpPr/>
          <p:nvPr/>
        </p:nvSpPr>
        <p:spPr>
          <a:xfrm>
            <a:off x="4236141"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矩形 67"/>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6193747"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「跨部门用户增长联合行动」</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6310412" y="318708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负责将增长策略转化为产品功能需求输出需求文档并同步给各部门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6193747"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「核心用户留存提升专项」</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3" name="文本框 72"/>
          <p:cNvSpPr txBox="1"/>
          <p:nvPr/>
        </p:nvSpPr>
        <p:spPr>
          <a:xfrm>
            <a:off x="6310412"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与运营、客服团队共同开展核心用户访谈，提炼“个性化服务需求”“问题快速响应需求”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文本框 73"/>
          <p:cNvSpPr txBox="1"/>
          <p:nvPr/>
        </p:nvSpPr>
        <p:spPr>
          <a:xfrm>
            <a:off x="6193747"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「品牌合作功能开发」项目</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6310412"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与商务、市场团队及外部品牌方沟通合作需求，梳理并确认需求细节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椭圆 93"/>
          <p:cNvSpPr/>
          <p:nvPr/>
        </p:nvSpPr>
        <p:spPr>
          <a:xfrm>
            <a:off x="7220510"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矩形 76"/>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9178116"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「产品需求池梳理与优化」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文本框 79"/>
          <p:cNvSpPr txBox="1"/>
          <p:nvPr/>
        </p:nvSpPr>
        <p:spPr>
          <a:xfrm>
            <a:off x="9294781"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 “需求提交规范”“需求评审流程”，搭建线上需求池管理表格提升需求管理效率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9178116"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「用户行为数据分析报告」</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 name="文本框 81"/>
          <p:cNvSpPr txBox="1"/>
          <p:nvPr/>
        </p:nvSpPr>
        <p:spPr>
          <a:xfrm>
            <a:off x="9294781"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每季度输出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份数据分析报告（包含数据趋势、问题洞察、优化建议），共提出产品优化建议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3" name="文本框 82"/>
          <p:cNvSpPr txBox="1"/>
          <p:nvPr/>
        </p:nvSpPr>
        <p:spPr>
          <a:xfrm>
            <a:off x="9178116"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「产品使用手册更新与优化」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9294781"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根据产品功能迭代情况，更新使用手册内容，补充图文说明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椭圆 94"/>
          <p:cNvSpPr/>
          <p:nvPr/>
        </p:nvSpPr>
        <p:spPr>
          <a:xfrm>
            <a:off x="10204879" y="5976648"/>
            <a:ext cx="735348" cy="735348"/>
          </a:xfrm>
          <a:prstGeom prst="ellipse">
            <a:avLst/>
          </a:prstGeom>
          <a:solidFill>
            <a:schemeClr val="accent4">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顶角 47"/>
          <p:cNvSpPr/>
          <p:nvPr/>
        </p:nvSpPr>
        <p:spPr>
          <a:xfrm>
            <a:off x="3176457" y="2232804"/>
            <a:ext cx="2854718" cy="515755"/>
          </a:xfrm>
          <a:prstGeom prst="round2SameRect">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a:off x="6160826" y="2232804"/>
            <a:ext cx="2854718" cy="515755"/>
          </a:xfrm>
          <a:prstGeom prst="round2SameRect">
            <a:avLst/>
          </a:prstGeom>
          <a:solidFill>
            <a:schemeClr val="accent3"/>
          </a:solidFill>
          <a:ln>
            <a:noFill/>
          </a:ln>
          <a:effectLst>
            <a:outerShdw blurRad="190500" dist="114300" dir="5400000" sx="90000" sy="90000" algn="t" rotWithShape="0">
              <a:schemeClr val="accent3">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a:off x="9146499" y="2232804"/>
            <a:ext cx="2854718" cy="515755"/>
          </a:xfrm>
          <a:prstGeom prst="round2SameRect">
            <a:avLst/>
          </a:prstGeom>
          <a:solidFill>
            <a:schemeClr val="accent4"/>
          </a:solidFill>
          <a:ln>
            <a:noFill/>
          </a:ln>
          <a:effectLst>
            <a:outerShdw blurRad="190500" dist="114300" dir="5400000" sx="90000" sy="90000" algn="t" rotWithShape="0">
              <a:schemeClr val="accent4">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3393446"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支撑日常业务运转</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637781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联动跨团队攻坚</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a:off x="937257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自主推进落地</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椭圆 57"/>
          <p:cNvSpPr/>
          <p:nvPr/>
        </p:nvSpPr>
        <p:spPr>
          <a:xfrm>
            <a:off x="1389511" y="6114387"/>
            <a:ext cx="459870" cy="459870"/>
          </a:xfrm>
          <a:prstGeom prst="ellipse">
            <a:avLst/>
          </a:prstGeom>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373880" y="6114387"/>
            <a:ext cx="459870" cy="459870"/>
          </a:xfrm>
          <a:prstGeom prst="ellipse">
            <a:avLst/>
          </a:prstGeom>
          <a:solidFill>
            <a:schemeClr val="accent2"/>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7358249" y="6114387"/>
            <a:ext cx="459870" cy="459870"/>
          </a:xfrm>
          <a:prstGeom prst="ellipse">
            <a:avLst/>
          </a:prstGeom>
          <a:solidFill>
            <a:schemeClr val="accent3"/>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椭圆 84"/>
          <p:cNvSpPr/>
          <p:nvPr/>
        </p:nvSpPr>
        <p:spPr>
          <a:xfrm>
            <a:off x="10342618" y="6114387"/>
            <a:ext cx="459870" cy="459870"/>
          </a:xfrm>
          <a:prstGeom prst="ellipse">
            <a:avLst/>
          </a:prstGeom>
          <a:solidFill>
            <a:schemeClr val="accent4"/>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a:off x="1404586"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文本框 86"/>
          <p:cNvSpPr txBox="1"/>
          <p:nvPr/>
        </p:nvSpPr>
        <p:spPr>
          <a:xfrm>
            <a:off x="4388954"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393235"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文本框 88"/>
          <p:cNvSpPr txBox="1"/>
          <p:nvPr/>
        </p:nvSpPr>
        <p:spPr>
          <a:xfrm>
            <a:off x="10357692"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任意多边形: 形状 95"/>
          <p:cNvSpPr/>
          <p:nvPr/>
        </p:nvSpPr>
        <p:spPr>
          <a:xfrm rot="12796257">
            <a:off x="2611257" y="287993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rot="12796257">
            <a:off x="2611257" y="396771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rot="12796257">
            <a:off x="2611257" y="5055508"/>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rot="12796257">
            <a:off x="5540651"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rot="12796257">
            <a:off x="5540651"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1" name="任意多边形: 形状 100"/>
          <p:cNvSpPr/>
          <p:nvPr/>
        </p:nvSpPr>
        <p:spPr>
          <a:xfrm rot="12796257">
            <a:off x="5540651"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2" name="任意多边形: 形状 101"/>
          <p:cNvSpPr/>
          <p:nvPr/>
        </p:nvSpPr>
        <p:spPr>
          <a:xfrm rot="12796257">
            <a:off x="8579994"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rot="12796257">
            <a:off x="8579994"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rot="12796257">
            <a:off x="8579994"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rot="12796257">
            <a:off x="11554360"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rot="12796257">
            <a:off x="11554360"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rot="12796257">
            <a:off x="11554360"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p:cNvSpPr/>
          <p:nvPr/>
        </p:nvSpPr>
        <p:spPr>
          <a:xfrm>
            <a:off x="4335831" y="239124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4335831" y="385971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4335831" y="532817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4335831" y="92278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202479" y="63770"/>
            <a:ext cx="48974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PDCA</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运营岗位工作复盘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圆角矩形 1"/>
          <p:cNvSpPr/>
          <p:nvPr/>
        </p:nvSpPr>
        <p:spPr>
          <a:xfrm rot="20640000">
            <a:off x="1608673" y="3391679"/>
            <a:ext cx="2691405"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圆角矩形 2"/>
          <p:cNvSpPr/>
          <p:nvPr/>
        </p:nvSpPr>
        <p:spPr>
          <a:xfrm rot="900000">
            <a:off x="1597731" y="4102102"/>
            <a:ext cx="2657299"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2" name="圆角矩形 3"/>
          <p:cNvSpPr/>
          <p:nvPr/>
        </p:nvSpPr>
        <p:spPr>
          <a:xfrm rot="19320000">
            <a:off x="1379737" y="2444381"/>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3" name="圆角矩形 4"/>
          <p:cNvSpPr/>
          <p:nvPr/>
        </p:nvSpPr>
        <p:spPr>
          <a:xfrm rot="2400000">
            <a:off x="1347528" y="4864465"/>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4" name="AutoShape 3"/>
          <p:cNvSpPr>
            <a:spLocks noChangeAspect="1" noChangeArrowheads="1"/>
          </p:cNvSpPr>
          <p:nvPr/>
        </p:nvSpPr>
        <p:spPr bwMode="auto">
          <a:xfrm>
            <a:off x="3842316" y="2578834"/>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AutoShape 3"/>
          <p:cNvSpPr>
            <a:spLocks noChangeAspect="1" noChangeArrowheads="1"/>
          </p:cNvSpPr>
          <p:nvPr/>
        </p:nvSpPr>
        <p:spPr bwMode="auto">
          <a:xfrm>
            <a:off x="3842316" y="3945309"/>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6" name="AutoShape 3"/>
          <p:cNvSpPr>
            <a:spLocks noChangeAspect="1" noChangeArrowheads="1"/>
          </p:cNvSpPr>
          <p:nvPr/>
        </p:nvSpPr>
        <p:spPr bwMode="auto">
          <a:xfrm>
            <a:off x="3842316" y="1075340"/>
            <a:ext cx="1012192" cy="1012502"/>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7" name="AutoShape 3"/>
          <p:cNvSpPr>
            <a:spLocks noChangeAspect="1" noChangeArrowheads="1"/>
          </p:cNvSpPr>
          <p:nvPr/>
        </p:nvSpPr>
        <p:spPr bwMode="auto">
          <a:xfrm>
            <a:off x="3842316" y="5377403"/>
            <a:ext cx="1012192" cy="1012502"/>
          </a:xfrm>
          <a:prstGeom prst="ellipse">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6" name="Freeform 81"/>
          <p:cNvSpPr/>
          <p:nvPr/>
        </p:nvSpPr>
        <p:spPr bwMode="auto">
          <a:xfrm rot="19847212">
            <a:off x="607571" y="3826400"/>
            <a:ext cx="1859358" cy="1903369"/>
          </a:xfrm>
          <a:custGeom>
            <a:avLst/>
            <a:gdLst>
              <a:gd name="T0" fmla="*/ 240 w 260"/>
              <a:gd name="T1" fmla="*/ 258 h 258"/>
              <a:gd name="T2" fmla="*/ 153 w 260"/>
              <a:gd name="T3" fmla="*/ 215 h 258"/>
              <a:gd name="T4" fmla="*/ 3 w 260"/>
              <a:gd name="T5" fmla="*/ 33 h 258"/>
              <a:gd name="T6" fmla="*/ 5 w 260"/>
              <a:gd name="T7" fmla="*/ 6 h 258"/>
              <a:gd name="T8" fmla="*/ 20 w 260"/>
              <a:gd name="T9" fmla="*/ 0 h 258"/>
              <a:gd name="T10" fmla="*/ 107 w 260"/>
              <a:gd name="T11" fmla="*/ 43 h 258"/>
              <a:gd name="T12" fmla="*/ 256 w 260"/>
              <a:gd name="T13" fmla="*/ 225 h 258"/>
              <a:gd name="T14" fmla="*/ 255 w 260"/>
              <a:gd name="T15" fmla="*/ 252 h 258"/>
              <a:gd name="T16" fmla="*/ 240 w 260"/>
              <a:gd name="T17"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58">
                <a:moveTo>
                  <a:pt x="240" y="258"/>
                </a:moveTo>
                <a:cubicBezTo>
                  <a:pt x="221" y="258"/>
                  <a:pt x="189" y="242"/>
                  <a:pt x="153" y="215"/>
                </a:cubicBezTo>
                <a:cubicBezTo>
                  <a:pt x="84" y="161"/>
                  <a:pt x="16" y="80"/>
                  <a:pt x="3" y="33"/>
                </a:cubicBezTo>
                <a:cubicBezTo>
                  <a:pt x="0" y="20"/>
                  <a:pt x="0" y="11"/>
                  <a:pt x="5" y="6"/>
                </a:cubicBezTo>
                <a:cubicBezTo>
                  <a:pt x="8" y="2"/>
                  <a:pt x="13" y="0"/>
                  <a:pt x="20" y="0"/>
                </a:cubicBezTo>
                <a:cubicBezTo>
                  <a:pt x="39" y="0"/>
                  <a:pt x="70" y="15"/>
                  <a:pt x="107" y="43"/>
                </a:cubicBezTo>
                <a:cubicBezTo>
                  <a:pt x="176" y="96"/>
                  <a:pt x="243" y="178"/>
                  <a:pt x="256" y="225"/>
                </a:cubicBezTo>
                <a:cubicBezTo>
                  <a:pt x="260" y="237"/>
                  <a:pt x="259" y="246"/>
                  <a:pt x="255" y="252"/>
                </a:cubicBezTo>
                <a:cubicBezTo>
                  <a:pt x="252" y="256"/>
                  <a:pt x="247" y="258"/>
                  <a:pt x="240" y="258"/>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Freeform 82"/>
          <p:cNvSpPr/>
          <p:nvPr/>
        </p:nvSpPr>
        <p:spPr bwMode="auto">
          <a:xfrm rot="19847212">
            <a:off x="964540" y="2738092"/>
            <a:ext cx="2257146" cy="2467582"/>
          </a:xfrm>
          <a:custGeom>
            <a:avLst/>
            <a:gdLst>
              <a:gd name="T0" fmla="*/ 292 w 316"/>
              <a:gd name="T1" fmla="*/ 314 h 314"/>
              <a:gd name="T2" fmla="*/ 186 w 316"/>
              <a:gd name="T3" fmla="*/ 262 h 314"/>
              <a:gd name="T4" fmla="*/ 4 w 316"/>
              <a:gd name="T5" fmla="*/ 40 h 314"/>
              <a:gd name="T6" fmla="*/ 6 w 316"/>
              <a:gd name="T7" fmla="*/ 7 h 314"/>
              <a:gd name="T8" fmla="*/ 24 w 316"/>
              <a:gd name="T9" fmla="*/ 0 h 314"/>
              <a:gd name="T10" fmla="*/ 130 w 316"/>
              <a:gd name="T11" fmla="*/ 53 h 314"/>
              <a:gd name="T12" fmla="*/ 312 w 316"/>
              <a:gd name="T13" fmla="*/ 274 h 314"/>
              <a:gd name="T14" fmla="*/ 311 w 316"/>
              <a:gd name="T15" fmla="*/ 307 h 314"/>
              <a:gd name="T16" fmla="*/ 292 w 316"/>
              <a:gd name="T17"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314">
                <a:moveTo>
                  <a:pt x="292" y="314"/>
                </a:moveTo>
                <a:cubicBezTo>
                  <a:pt x="269" y="314"/>
                  <a:pt x="230" y="295"/>
                  <a:pt x="186" y="262"/>
                </a:cubicBezTo>
                <a:cubicBezTo>
                  <a:pt x="102" y="197"/>
                  <a:pt x="20" y="98"/>
                  <a:pt x="4" y="40"/>
                </a:cubicBezTo>
                <a:cubicBezTo>
                  <a:pt x="0" y="25"/>
                  <a:pt x="0" y="14"/>
                  <a:pt x="6" y="7"/>
                </a:cubicBezTo>
                <a:cubicBezTo>
                  <a:pt x="9" y="2"/>
                  <a:pt x="16" y="0"/>
                  <a:pt x="24" y="0"/>
                </a:cubicBezTo>
                <a:cubicBezTo>
                  <a:pt x="47" y="0"/>
                  <a:pt x="86" y="19"/>
                  <a:pt x="130" y="53"/>
                </a:cubicBezTo>
                <a:cubicBezTo>
                  <a:pt x="214" y="117"/>
                  <a:pt x="296" y="217"/>
                  <a:pt x="312" y="274"/>
                </a:cubicBezTo>
                <a:cubicBezTo>
                  <a:pt x="316" y="289"/>
                  <a:pt x="316" y="300"/>
                  <a:pt x="311" y="307"/>
                </a:cubicBezTo>
                <a:cubicBezTo>
                  <a:pt x="307" y="312"/>
                  <a:pt x="300" y="314"/>
                  <a:pt x="292" y="314"/>
                </a:cubicBez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Freeform 83"/>
          <p:cNvSpPr/>
          <p:nvPr/>
        </p:nvSpPr>
        <p:spPr bwMode="auto">
          <a:xfrm rot="19847212">
            <a:off x="826597" y="1927216"/>
            <a:ext cx="2049210" cy="2242353"/>
          </a:xfrm>
          <a:custGeom>
            <a:avLst/>
            <a:gdLst>
              <a:gd name="T0" fmla="*/ 265 w 287"/>
              <a:gd name="T1" fmla="*/ 285 h 285"/>
              <a:gd name="T2" fmla="*/ 169 w 287"/>
              <a:gd name="T3" fmla="*/ 237 h 285"/>
              <a:gd name="T4" fmla="*/ 4 w 287"/>
              <a:gd name="T5" fmla="*/ 36 h 285"/>
              <a:gd name="T6" fmla="*/ 5 w 287"/>
              <a:gd name="T7" fmla="*/ 6 h 285"/>
              <a:gd name="T8" fmla="*/ 22 w 287"/>
              <a:gd name="T9" fmla="*/ 0 h 285"/>
              <a:gd name="T10" fmla="*/ 118 w 287"/>
              <a:gd name="T11" fmla="*/ 47 h 285"/>
              <a:gd name="T12" fmla="*/ 283 w 287"/>
              <a:gd name="T13" fmla="*/ 248 h 285"/>
              <a:gd name="T14" fmla="*/ 282 w 287"/>
              <a:gd name="T15" fmla="*/ 278 h 285"/>
              <a:gd name="T16" fmla="*/ 265 w 287"/>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285">
                <a:moveTo>
                  <a:pt x="265" y="285"/>
                </a:moveTo>
                <a:cubicBezTo>
                  <a:pt x="244" y="285"/>
                  <a:pt x="209" y="267"/>
                  <a:pt x="169" y="237"/>
                </a:cubicBezTo>
                <a:cubicBezTo>
                  <a:pt x="92" y="178"/>
                  <a:pt x="18" y="88"/>
                  <a:pt x="4" y="36"/>
                </a:cubicBezTo>
                <a:cubicBezTo>
                  <a:pt x="0" y="22"/>
                  <a:pt x="0" y="13"/>
                  <a:pt x="5" y="6"/>
                </a:cubicBezTo>
                <a:cubicBezTo>
                  <a:pt x="8" y="2"/>
                  <a:pt x="14" y="0"/>
                  <a:pt x="22" y="0"/>
                </a:cubicBezTo>
                <a:cubicBezTo>
                  <a:pt x="43" y="0"/>
                  <a:pt x="78" y="17"/>
                  <a:pt x="118" y="47"/>
                </a:cubicBezTo>
                <a:cubicBezTo>
                  <a:pt x="194" y="106"/>
                  <a:pt x="269" y="196"/>
                  <a:pt x="283" y="248"/>
                </a:cubicBezTo>
                <a:cubicBezTo>
                  <a:pt x="287" y="262"/>
                  <a:pt x="286" y="272"/>
                  <a:pt x="282" y="278"/>
                </a:cubicBezTo>
                <a:cubicBezTo>
                  <a:pt x="278" y="283"/>
                  <a:pt x="273" y="285"/>
                  <a:pt x="265" y="285"/>
                </a:cubicBezTo>
                <a:close/>
              </a:path>
            </a:pathLst>
          </a:custGeom>
          <a:solidFill>
            <a:schemeClr val="accent2">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Freeform 84"/>
          <p:cNvSpPr/>
          <p:nvPr/>
        </p:nvSpPr>
        <p:spPr bwMode="auto">
          <a:xfrm rot="19847212">
            <a:off x="638543" y="3951815"/>
            <a:ext cx="1750870" cy="1816286"/>
          </a:xfrm>
          <a:custGeom>
            <a:avLst/>
            <a:gdLst>
              <a:gd name="T0" fmla="*/ 245 w 245"/>
              <a:gd name="T1" fmla="*/ 243 h 246"/>
              <a:gd name="T2" fmla="*/ 154 w 245"/>
              <a:gd name="T3" fmla="*/ 200 h 246"/>
              <a:gd name="T4" fmla="*/ 3 w 245"/>
              <a:gd name="T5" fmla="*/ 0 h 246"/>
              <a:gd name="T6" fmla="*/ 3 w 245"/>
              <a:gd name="T7" fmla="*/ 0 h 246"/>
              <a:gd name="T8" fmla="*/ 1 w 245"/>
              <a:gd name="T9" fmla="*/ 21 h 246"/>
              <a:gd name="T10" fmla="*/ 1 w 245"/>
              <a:gd name="T11" fmla="*/ 23 h 246"/>
              <a:gd name="T12" fmla="*/ 1 w 245"/>
              <a:gd name="T13" fmla="*/ 31 h 246"/>
              <a:gd name="T14" fmla="*/ 1 w 245"/>
              <a:gd name="T15" fmla="*/ 43 h 246"/>
              <a:gd name="T16" fmla="*/ 2 w 245"/>
              <a:gd name="T17" fmla="*/ 53 h 246"/>
              <a:gd name="T18" fmla="*/ 6 w 245"/>
              <a:gd name="T19" fmla="*/ 79 h 246"/>
              <a:gd name="T20" fmla="*/ 7 w 245"/>
              <a:gd name="T21" fmla="*/ 84 h 246"/>
              <a:gd name="T22" fmla="*/ 8 w 245"/>
              <a:gd name="T23" fmla="*/ 86 h 246"/>
              <a:gd name="T24" fmla="*/ 10 w 245"/>
              <a:gd name="T25" fmla="*/ 93 h 246"/>
              <a:gd name="T26" fmla="*/ 11 w 245"/>
              <a:gd name="T27" fmla="*/ 97 h 246"/>
              <a:gd name="T28" fmla="*/ 12 w 245"/>
              <a:gd name="T29" fmla="*/ 101 h 246"/>
              <a:gd name="T30" fmla="*/ 12 w 245"/>
              <a:gd name="T31" fmla="*/ 102 h 246"/>
              <a:gd name="T32" fmla="*/ 15 w 245"/>
              <a:gd name="T33" fmla="*/ 110 h 246"/>
              <a:gd name="T34" fmla="*/ 24 w 245"/>
              <a:gd name="T35" fmla="*/ 129 h 246"/>
              <a:gd name="T36" fmla="*/ 26 w 245"/>
              <a:gd name="T37" fmla="*/ 132 h 246"/>
              <a:gd name="T38" fmla="*/ 30 w 245"/>
              <a:gd name="T39" fmla="*/ 139 h 246"/>
              <a:gd name="T40" fmla="*/ 32 w 245"/>
              <a:gd name="T41" fmla="*/ 143 h 246"/>
              <a:gd name="T42" fmla="*/ 34 w 245"/>
              <a:gd name="T43" fmla="*/ 147 h 246"/>
              <a:gd name="T44" fmla="*/ 36 w 245"/>
              <a:gd name="T45" fmla="*/ 150 h 246"/>
              <a:gd name="T46" fmla="*/ 42 w 245"/>
              <a:gd name="T47" fmla="*/ 158 h 246"/>
              <a:gd name="T48" fmla="*/ 54 w 245"/>
              <a:gd name="T49" fmla="*/ 173 h 246"/>
              <a:gd name="T50" fmla="*/ 56 w 245"/>
              <a:gd name="T51" fmla="*/ 176 h 246"/>
              <a:gd name="T52" fmla="*/ 63 w 245"/>
              <a:gd name="T53" fmla="*/ 183 h 246"/>
              <a:gd name="T54" fmla="*/ 67 w 245"/>
              <a:gd name="T55" fmla="*/ 186 h 246"/>
              <a:gd name="T56" fmla="*/ 80 w 245"/>
              <a:gd name="T57" fmla="*/ 198 h 246"/>
              <a:gd name="T58" fmla="*/ 85 w 245"/>
              <a:gd name="T59" fmla="*/ 202 h 246"/>
              <a:gd name="T60" fmla="*/ 90 w 245"/>
              <a:gd name="T61" fmla="*/ 206 h 246"/>
              <a:gd name="T62" fmla="*/ 98 w 245"/>
              <a:gd name="T63" fmla="*/ 211 h 246"/>
              <a:gd name="T64" fmla="*/ 109 w 245"/>
              <a:gd name="T65" fmla="*/ 218 h 246"/>
              <a:gd name="T66" fmla="*/ 112 w 245"/>
              <a:gd name="T67" fmla="*/ 219 h 246"/>
              <a:gd name="T68" fmla="*/ 116 w 245"/>
              <a:gd name="T69" fmla="*/ 221 h 246"/>
              <a:gd name="T70" fmla="*/ 120 w 245"/>
              <a:gd name="T71" fmla="*/ 223 h 246"/>
              <a:gd name="T72" fmla="*/ 123 w 245"/>
              <a:gd name="T73" fmla="*/ 225 h 246"/>
              <a:gd name="T74" fmla="*/ 137 w 245"/>
              <a:gd name="T75" fmla="*/ 231 h 246"/>
              <a:gd name="T76" fmla="*/ 149 w 245"/>
              <a:gd name="T77" fmla="*/ 235 h 246"/>
              <a:gd name="T78" fmla="*/ 163 w 245"/>
              <a:gd name="T79" fmla="*/ 239 h 246"/>
              <a:gd name="T80" fmla="*/ 166 w 245"/>
              <a:gd name="T81" fmla="*/ 240 h 246"/>
              <a:gd name="T82" fmla="*/ 172 w 245"/>
              <a:gd name="T83" fmla="*/ 241 h 246"/>
              <a:gd name="T84" fmla="*/ 182 w 245"/>
              <a:gd name="T85" fmla="*/ 243 h 246"/>
              <a:gd name="T86" fmla="*/ 190 w 245"/>
              <a:gd name="T87" fmla="*/ 244 h 246"/>
              <a:gd name="T88" fmla="*/ 197 w 245"/>
              <a:gd name="T89" fmla="*/ 245 h 246"/>
              <a:gd name="T90" fmla="*/ 203 w 245"/>
              <a:gd name="T91" fmla="*/ 245 h 246"/>
              <a:gd name="T92" fmla="*/ 222 w 245"/>
              <a:gd name="T93" fmla="*/ 245 h 246"/>
              <a:gd name="T94" fmla="*/ 239 w 245"/>
              <a:gd name="T95" fmla="*/ 2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46">
                <a:moveTo>
                  <a:pt x="245" y="243"/>
                </a:moveTo>
                <a:cubicBezTo>
                  <a:pt x="245" y="243"/>
                  <a:pt x="245" y="243"/>
                  <a:pt x="245" y="243"/>
                </a:cubicBezTo>
                <a:cubicBezTo>
                  <a:pt x="245" y="243"/>
                  <a:pt x="245" y="243"/>
                  <a:pt x="245" y="243"/>
                </a:cubicBezTo>
                <a:cubicBezTo>
                  <a:pt x="227" y="246"/>
                  <a:pt x="195" y="231"/>
                  <a:pt x="154" y="200"/>
                </a:cubicBezTo>
                <a:cubicBezTo>
                  <a:pt x="85" y="147"/>
                  <a:pt x="18" y="66"/>
                  <a:pt x="5" y="18"/>
                </a:cubicBezTo>
                <a:cubicBezTo>
                  <a:pt x="3" y="11"/>
                  <a:pt x="2" y="5"/>
                  <a:pt x="3" y="0"/>
                </a:cubicBezTo>
                <a:cubicBezTo>
                  <a:pt x="2" y="5"/>
                  <a:pt x="2" y="11"/>
                  <a:pt x="1" y="16"/>
                </a:cubicBezTo>
                <a:cubicBezTo>
                  <a:pt x="2" y="11"/>
                  <a:pt x="2" y="5"/>
                  <a:pt x="3" y="0"/>
                </a:cubicBezTo>
                <a:cubicBezTo>
                  <a:pt x="2" y="7"/>
                  <a:pt x="1" y="14"/>
                  <a:pt x="1" y="21"/>
                </a:cubicBezTo>
                <a:cubicBezTo>
                  <a:pt x="1" y="21"/>
                  <a:pt x="1" y="21"/>
                  <a:pt x="1" y="21"/>
                </a:cubicBezTo>
                <a:cubicBezTo>
                  <a:pt x="1" y="21"/>
                  <a:pt x="1" y="21"/>
                  <a:pt x="1" y="22"/>
                </a:cubicBezTo>
                <a:cubicBezTo>
                  <a:pt x="1" y="22"/>
                  <a:pt x="1" y="22"/>
                  <a:pt x="1" y="23"/>
                </a:cubicBezTo>
                <a:cubicBezTo>
                  <a:pt x="1" y="24"/>
                  <a:pt x="1" y="25"/>
                  <a:pt x="1" y="26"/>
                </a:cubicBezTo>
                <a:cubicBezTo>
                  <a:pt x="1" y="28"/>
                  <a:pt x="1" y="29"/>
                  <a:pt x="1" y="31"/>
                </a:cubicBezTo>
                <a:cubicBezTo>
                  <a:pt x="1" y="31"/>
                  <a:pt x="1" y="32"/>
                  <a:pt x="1" y="32"/>
                </a:cubicBezTo>
                <a:cubicBezTo>
                  <a:pt x="0" y="36"/>
                  <a:pt x="1" y="39"/>
                  <a:pt x="1" y="43"/>
                </a:cubicBezTo>
                <a:cubicBezTo>
                  <a:pt x="1" y="44"/>
                  <a:pt x="1" y="44"/>
                  <a:pt x="1" y="45"/>
                </a:cubicBezTo>
                <a:cubicBezTo>
                  <a:pt x="1" y="47"/>
                  <a:pt x="1" y="50"/>
                  <a:pt x="2" y="53"/>
                </a:cubicBezTo>
                <a:cubicBezTo>
                  <a:pt x="2" y="53"/>
                  <a:pt x="2" y="53"/>
                  <a:pt x="2" y="54"/>
                </a:cubicBezTo>
                <a:cubicBezTo>
                  <a:pt x="2" y="55"/>
                  <a:pt x="3" y="65"/>
                  <a:pt x="6" y="79"/>
                </a:cubicBezTo>
                <a:cubicBezTo>
                  <a:pt x="6" y="79"/>
                  <a:pt x="6" y="80"/>
                  <a:pt x="6" y="80"/>
                </a:cubicBezTo>
                <a:cubicBezTo>
                  <a:pt x="6" y="81"/>
                  <a:pt x="7" y="82"/>
                  <a:pt x="7" y="84"/>
                </a:cubicBezTo>
                <a:cubicBezTo>
                  <a:pt x="7" y="84"/>
                  <a:pt x="7" y="84"/>
                  <a:pt x="7" y="84"/>
                </a:cubicBezTo>
                <a:cubicBezTo>
                  <a:pt x="7" y="85"/>
                  <a:pt x="8" y="86"/>
                  <a:pt x="8" y="86"/>
                </a:cubicBezTo>
                <a:cubicBezTo>
                  <a:pt x="8" y="87"/>
                  <a:pt x="8" y="88"/>
                  <a:pt x="8" y="88"/>
                </a:cubicBezTo>
                <a:cubicBezTo>
                  <a:pt x="8" y="89"/>
                  <a:pt x="9" y="90"/>
                  <a:pt x="10" y="93"/>
                </a:cubicBezTo>
                <a:cubicBezTo>
                  <a:pt x="10" y="94"/>
                  <a:pt x="10" y="94"/>
                  <a:pt x="10" y="95"/>
                </a:cubicBezTo>
                <a:cubicBezTo>
                  <a:pt x="10" y="95"/>
                  <a:pt x="10" y="96"/>
                  <a:pt x="11" y="97"/>
                </a:cubicBezTo>
                <a:cubicBezTo>
                  <a:pt x="11" y="97"/>
                  <a:pt x="11" y="97"/>
                  <a:pt x="11" y="98"/>
                </a:cubicBezTo>
                <a:cubicBezTo>
                  <a:pt x="11" y="99"/>
                  <a:pt x="12" y="100"/>
                  <a:pt x="12" y="101"/>
                </a:cubicBezTo>
                <a:cubicBezTo>
                  <a:pt x="12" y="101"/>
                  <a:pt x="12" y="101"/>
                  <a:pt x="12" y="101"/>
                </a:cubicBezTo>
                <a:cubicBezTo>
                  <a:pt x="12" y="102"/>
                  <a:pt x="12" y="102"/>
                  <a:pt x="12" y="102"/>
                </a:cubicBezTo>
                <a:cubicBezTo>
                  <a:pt x="13" y="104"/>
                  <a:pt x="14" y="106"/>
                  <a:pt x="15" y="109"/>
                </a:cubicBezTo>
                <a:cubicBezTo>
                  <a:pt x="15" y="109"/>
                  <a:pt x="15" y="110"/>
                  <a:pt x="15" y="110"/>
                </a:cubicBezTo>
                <a:cubicBezTo>
                  <a:pt x="15" y="110"/>
                  <a:pt x="16" y="110"/>
                  <a:pt x="16" y="110"/>
                </a:cubicBezTo>
                <a:cubicBezTo>
                  <a:pt x="18" y="117"/>
                  <a:pt x="20" y="120"/>
                  <a:pt x="24" y="129"/>
                </a:cubicBezTo>
                <a:cubicBezTo>
                  <a:pt x="24" y="129"/>
                  <a:pt x="24" y="130"/>
                  <a:pt x="26" y="132"/>
                </a:cubicBezTo>
                <a:cubicBezTo>
                  <a:pt x="26" y="132"/>
                  <a:pt x="26" y="132"/>
                  <a:pt x="26" y="132"/>
                </a:cubicBezTo>
                <a:cubicBezTo>
                  <a:pt x="27" y="134"/>
                  <a:pt x="28" y="137"/>
                  <a:pt x="30" y="139"/>
                </a:cubicBezTo>
                <a:cubicBezTo>
                  <a:pt x="30" y="139"/>
                  <a:pt x="30" y="139"/>
                  <a:pt x="30" y="139"/>
                </a:cubicBezTo>
                <a:cubicBezTo>
                  <a:pt x="30" y="139"/>
                  <a:pt x="30" y="140"/>
                  <a:pt x="30" y="140"/>
                </a:cubicBezTo>
                <a:cubicBezTo>
                  <a:pt x="31" y="141"/>
                  <a:pt x="31" y="142"/>
                  <a:pt x="32" y="143"/>
                </a:cubicBezTo>
                <a:cubicBezTo>
                  <a:pt x="33" y="144"/>
                  <a:pt x="33" y="145"/>
                  <a:pt x="34" y="147"/>
                </a:cubicBezTo>
                <a:cubicBezTo>
                  <a:pt x="34" y="147"/>
                  <a:pt x="34" y="147"/>
                  <a:pt x="34" y="147"/>
                </a:cubicBezTo>
                <a:cubicBezTo>
                  <a:pt x="35" y="148"/>
                  <a:pt x="35" y="148"/>
                  <a:pt x="36" y="149"/>
                </a:cubicBezTo>
                <a:cubicBezTo>
                  <a:pt x="36" y="149"/>
                  <a:pt x="36" y="149"/>
                  <a:pt x="36" y="150"/>
                </a:cubicBezTo>
                <a:cubicBezTo>
                  <a:pt x="36" y="150"/>
                  <a:pt x="36" y="150"/>
                  <a:pt x="37" y="150"/>
                </a:cubicBezTo>
                <a:cubicBezTo>
                  <a:pt x="38" y="153"/>
                  <a:pt x="40" y="155"/>
                  <a:pt x="42" y="158"/>
                </a:cubicBezTo>
                <a:cubicBezTo>
                  <a:pt x="42" y="158"/>
                  <a:pt x="42" y="159"/>
                  <a:pt x="43" y="159"/>
                </a:cubicBezTo>
                <a:cubicBezTo>
                  <a:pt x="45" y="163"/>
                  <a:pt x="49" y="168"/>
                  <a:pt x="54" y="173"/>
                </a:cubicBezTo>
                <a:cubicBezTo>
                  <a:pt x="55" y="174"/>
                  <a:pt x="55" y="175"/>
                  <a:pt x="56" y="176"/>
                </a:cubicBezTo>
                <a:cubicBezTo>
                  <a:pt x="56" y="176"/>
                  <a:pt x="56" y="176"/>
                  <a:pt x="56" y="176"/>
                </a:cubicBezTo>
                <a:cubicBezTo>
                  <a:pt x="58" y="178"/>
                  <a:pt x="60" y="180"/>
                  <a:pt x="62" y="182"/>
                </a:cubicBezTo>
                <a:cubicBezTo>
                  <a:pt x="62" y="182"/>
                  <a:pt x="63" y="182"/>
                  <a:pt x="63" y="183"/>
                </a:cubicBezTo>
                <a:cubicBezTo>
                  <a:pt x="64" y="184"/>
                  <a:pt x="65" y="185"/>
                  <a:pt x="66" y="185"/>
                </a:cubicBezTo>
                <a:cubicBezTo>
                  <a:pt x="66" y="186"/>
                  <a:pt x="67" y="186"/>
                  <a:pt x="67" y="186"/>
                </a:cubicBezTo>
                <a:cubicBezTo>
                  <a:pt x="67" y="187"/>
                  <a:pt x="68" y="188"/>
                  <a:pt x="69" y="188"/>
                </a:cubicBezTo>
                <a:cubicBezTo>
                  <a:pt x="73" y="192"/>
                  <a:pt x="76" y="195"/>
                  <a:pt x="80" y="198"/>
                </a:cubicBezTo>
                <a:cubicBezTo>
                  <a:pt x="80" y="198"/>
                  <a:pt x="80" y="198"/>
                  <a:pt x="81" y="199"/>
                </a:cubicBezTo>
                <a:cubicBezTo>
                  <a:pt x="82" y="200"/>
                  <a:pt x="83" y="201"/>
                  <a:pt x="85" y="202"/>
                </a:cubicBezTo>
                <a:cubicBezTo>
                  <a:pt x="85" y="202"/>
                  <a:pt x="85" y="202"/>
                  <a:pt x="86" y="202"/>
                </a:cubicBezTo>
                <a:cubicBezTo>
                  <a:pt x="87" y="204"/>
                  <a:pt x="89" y="205"/>
                  <a:pt x="90" y="206"/>
                </a:cubicBezTo>
                <a:cubicBezTo>
                  <a:pt x="90" y="206"/>
                  <a:pt x="90" y="206"/>
                  <a:pt x="90" y="206"/>
                </a:cubicBezTo>
                <a:cubicBezTo>
                  <a:pt x="94" y="208"/>
                  <a:pt x="97" y="210"/>
                  <a:pt x="98" y="211"/>
                </a:cubicBezTo>
                <a:cubicBezTo>
                  <a:pt x="102" y="213"/>
                  <a:pt x="105" y="215"/>
                  <a:pt x="108" y="217"/>
                </a:cubicBezTo>
                <a:cubicBezTo>
                  <a:pt x="108" y="217"/>
                  <a:pt x="108" y="217"/>
                  <a:pt x="109" y="218"/>
                </a:cubicBezTo>
                <a:cubicBezTo>
                  <a:pt x="110" y="218"/>
                  <a:pt x="110" y="218"/>
                  <a:pt x="111" y="219"/>
                </a:cubicBezTo>
                <a:cubicBezTo>
                  <a:pt x="112" y="219"/>
                  <a:pt x="112" y="219"/>
                  <a:pt x="112" y="219"/>
                </a:cubicBezTo>
                <a:cubicBezTo>
                  <a:pt x="113" y="220"/>
                  <a:pt x="114" y="221"/>
                  <a:pt x="115" y="221"/>
                </a:cubicBezTo>
                <a:cubicBezTo>
                  <a:pt x="116" y="221"/>
                  <a:pt x="116" y="221"/>
                  <a:pt x="116" y="221"/>
                </a:cubicBezTo>
                <a:cubicBezTo>
                  <a:pt x="117" y="222"/>
                  <a:pt x="118" y="222"/>
                  <a:pt x="119" y="223"/>
                </a:cubicBezTo>
                <a:cubicBezTo>
                  <a:pt x="119" y="223"/>
                  <a:pt x="119" y="223"/>
                  <a:pt x="120" y="223"/>
                </a:cubicBezTo>
                <a:cubicBezTo>
                  <a:pt x="120" y="224"/>
                  <a:pt x="121" y="224"/>
                  <a:pt x="122" y="224"/>
                </a:cubicBezTo>
                <a:cubicBezTo>
                  <a:pt x="122" y="225"/>
                  <a:pt x="123" y="225"/>
                  <a:pt x="123" y="225"/>
                </a:cubicBezTo>
                <a:cubicBezTo>
                  <a:pt x="124" y="225"/>
                  <a:pt x="124" y="226"/>
                  <a:pt x="125" y="226"/>
                </a:cubicBezTo>
                <a:cubicBezTo>
                  <a:pt x="129" y="228"/>
                  <a:pt x="134" y="230"/>
                  <a:pt x="137" y="231"/>
                </a:cubicBezTo>
                <a:cubicBezTo>
                  <a:pt x="140" y="232"/>
                  <a:pt x="145" y="234"/>
                  <a:pt x="148" y="235"/>
                </a:cubicBezTo>
                <a:cubicBezTo>
                  <a:pt x="148" y="235"/>
                  <a:pt x="149" y="235"/>
                  <a:pt x="149" y="235"/>
                </a:cubicBezTo>
                <a:cubicBezTo>
                  <a:pt x="153" y="236"/>
                  <a:pt x="156" y="237"/>
                  <a:pt x="161" y="239"/>
                </a:cubicBezTo>
                <a:cubicBezTo>
                  <a:pt x="162" y="239"/>
                  <a:pt x="162" y="239"/>
                  <a:pt x="163" y="239"/>
                </a:cubicBezTo>
                <a:cubicBezTo>
                  <a:pt x="163" y="239"/>
                  <a:pt x="163" y="239"/>
                  <a:pt x="164" y="239"/>
                </a:cubicBezTo>
                <a:cubicBezTo>
                  <a:pt x="164" y="239"/>
                  <a:pt x="165" y="240"/>
                  <a:pt x="166" y="240"/>
                </a:cubicBezTo>
                <a:cubicBezTo>
                  <a:pt x="166" y="240"/>
                  <a:pt x="166" y="240"/>
                  <a:pt x="167" y="240"/>
                </a:cubicBezTo>
                <a:cubicBezTo>
                  <a:pt x="169" y="240"/>
                  <a:pt x="170" y="241"/>
                  <a:pt x="172" y="241"/>
                </a:cubicBezTo>
                <a:cubicBezTo>
                  <a:pt x="175" y="242"/>
                  <a:pt x="177" y="242"/>
                  <a:pt x="180" y="243"/>
                </a:cubicBezTo>
                <a:cubicBezTo>
                  <a:pt x="180" y="243"/>
                  <a:pt x="181" y="243"/>
                  <a:pt x="182" y="243"/>
                </a:cubicBezTo>
                <a:cubicBezTo>
                  <a:pt x="182" y="243"/>
                  <a:pt x="182" y="243"/>
                  <a:pt x="182" y="243"/>
                </a:cubicBezTo>
                <a:cubicBezTo>
                  <a:pt x="186" y="244"/>
                  <a:pt x="190" y="244"/>
                  <a:pt x="190" y="244"/>
                </a:cubicBezTo>
                <a:cubicBezTo>
                  <a:pt x="190" y="244"/>
                  <a:pt x="190" y="244"/>
                  <a:pt x="191" y="244"/>
                </a:cubicBezTo>
                <a:cubicBezTo>
                  <a:pt x="193" y="244"/>
                  <a:pt x="196" y="245"/>
                  <a:pt x="197" y="245"/>
                </a:cubicBezTo>
                <a:cubicBezTo>
                  <a:pt x="198" y="245"/>
                  <a:pt x="199" y="245"/>
                  <a:pt x="200" y="245"/>
                </a:cubicBezTo>
                <a:cubicBezTo>
                  <a:pt x="201" y="245"/>
                  <a:pt x="203" y="245"/>
                  <a:pt x="203" y="245"/>
                </a:cubicBezTo>
                <a:cubicBezTo>
                  <a:pt x="213" y="245"/>
                  <a:pt x="216" y="245"/>
                  <a:pt x="222" y="245"/>
                </a:cubicBezTo>
                <a:cubicBezTo>
                  <a:pt x="222" y="245"/>
                  <a:pt x="222" y="245"/>
                  <a:pt x="222" y="245"/>
                </a:cubicBezTo>
                <a:cubicBezTo>
                  <a:pt x="222" y="245"/>
                  <a:pt x="229" y="245"/>
                  <a:pt x="239" y="244"/>
                </a:cubicBezTo>
                <a:cubicBezTo>
                  <a:pt x="239" y="244"/>
                  <a:pt x="239" y="244"/>
                  <a:pt x="239" y="244"/>
                </a:cubicBezTo>
                <a:cubicBezTo>
                  <a:pt x="241" y="244"/>
                  <a:pt x="243" y="243"/>
                  <a:pt x="245" y="243"/>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Line 85"/>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Line 86"/>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Freeform 87"/>
          <p:cNvSpPr/>
          <p:nvPr/>
        </p:nvSpPr>
        <p:spPr bwMode="auto">
          <a:xfrm rot="19847212">
            <a:off x="817641" y="2844292"/>
            <a:ext cx="2459053" cy="2739180"/>
          </a:xfrm>
          <a:custGeom>
            <a:avLst/>
            <a:gdLst>
              <a:gd name="T0" fmla="*/ 223 w 344"/>
              <a:gd name="T1" fmla="*/ 254 h 348"/>
              <a:gd name="T2" fmla="*/ 40 w 344"/>
              <a:gd name="T3" fmla="*/ 33 h 348"/>
              <a:gd name="T4" fmla="*/ 39 w 344"/>
              <a:gd name="T5" fmla="*/ 6 h 348"/>
              <a:gd name="T6" fmla="*/ 43 w 344"/>
              <a:gd name="T7" fmla="*/ 0 h 348"/>
              <a:gd name="T8" fmla="*/ 39 w 344"/>
              <a:gd name="T9" fmla="*/ 5 h 348"/>
              <a:gd name="T10" fmla="*/ 37 w 344"/>
              <a:gd name="T11" fmla="*/ 6 h 348"/>
              <a:gd name="T12" fmla="*/ 34 w 344"/>
              <a:gd name="T13" fmla="*/ 11 h 348"/>
              <a:gd name="T14" fmla="*/ 33 w 344"/>
              <a:gd name="T15" fmla="*/ 12 h 348"/>
              <a:gd name="T16" fmla="*/ 30 w 344"/>
              <a:gd name="T17" fmla="*/ 17 h 348"/>
              <a:gd name="T18" fmla="*/ 29 w 344"/>
              <a:gd name="T19" fmla="*/ 18 h 348"/>
              <a:gd name="T20" fmla="*/ 26 w 344"/>
              <a:gd name="T21" fmla="*/ 22 h 348"/>
              <a:gd name="T22" fmla="*/ 25 w 344"/>
              <a:gd name="T23" fmla="*/ 23 h 348"/>
              <a:gd name="T24" fmla="*/ 23 w 344"/>
              <a:gd name="T25" fmla="*/ 26 h 348"/>
              <a:gd name="T26" fmla="*/ 22 w 344"/>
              <a:gd name="T27" fmla="*/ 28 h 348"/>
              <a:gd name="T28" fmla="*/ 20 w 344"/>
              <a:gd name="T29" fmla="*/ 31 h 348"/>
              <a:gd name="T30" fmla="*/ 19 w 344"/>
              <a:gd name="T31" fmla="*/ 33 h 348"/>
              <a:gd name="T32" fmla="*/ 18 w 344"/>
              <a:gd name="T33" fmla="*/ 35 h 348"/>
              <a:gd name="T34" fmla="*/ 16 w 344"/>
              <a:gd name="T35" fmla="*/ 39 h 348"/>
              <a:gd name="T36" fmla="*/ 16 w 344"/>
              <a:gd name="T37" fmla="*/ 40 h 348"/>
              <a:gd name="T38" fmla="*/ 13 w 344"/>
              <a:gd name="T39" fmla="*/ 44 h 348"/>
              <a:gd name="T40" fmla="*/ 13 w 344"/>
              <a:gd name="T41" fmla="*/ 45 h 348"/>
              <a:gd name="T42" fmla="*/ 10 w 344"/>
              <a:gd name="T43" fmla="*/ 51 h 348"/>
              <a:gd name="T44" fmla="*/ 10 w 344"/>
              <a:gd name="T45" fmla="*/ 51 h 348"/>
              <a:gd name="T46" fmla="*/ 8 w 344"/>
              <a:gd name="T47" fmla="*/ 57 h 348"/>
              <a:gd name="T48" fmla="*/ 7 w 344"/>
              <a:gd name="T49" fmla="*/ 58 h 348"/>
              <a:gd name="T50" fmla="*/ 5 w 344"/>
              <a:gd name="T51" fmla="*/ 63 h 348"/>
              <a:gd name="T52" fmla="*/ 4 w 344"/>
              <a:gd name="T53" fmla="*/ 65 h 348"/>
              <a:gd name="T54" fmla="*/ 2 w 344"/>
              <a:gd name="T55" fmla="*/ 71 h 348"/>
              <a:gd name="T56" fmla="*/ 3 w 344"/>
              <a:gd name="T57" fmla="*/ 95 h 348"/>
              <a:gd name="T58" fmla="*/ 169 w 344"/>
              <a:gd name="T59" fmla="*/ 296 h 348"/>
              <a:gd name="T60" fmla="*/ 273 w 344"/>
              <a:gd name="T61" fmla="*/ 342 h 348"/>
              <a:gd name="T62" fmla="*/ 279 w 344"/>
              <a:gd name="T63" fmla="*/ 340 h 348"/>
              <a:gd name="T64" fmla="*/ 281 w 344"/>
              <a:gd name="T65" fmla="*/ 339 h 348"/>
              <a:gd name="T66" fmla="*/ 286 w 344"/>
              <a:gd name="T67" fmla="*/ 337 h 348"/>
              <a:gd name="T68" fmla="*/ 287 w 344"/>
              <a:gd name="T69" fmla="*/ 337 h 348"/>
              <a:gd name="T70" fmla="*/ 293 w 344"/>
              <a:gd name="T71" fmla="*/ 334 h 348"/>
              <a:gd name="T72" fmla="*/ 293 w 344"/>
              <a:gd name="T73" fmla="*/ 334 h 348"/>
              <a:gd name="T74" fmla="*/ 299 w 344"/>
              <a:gd name="T75" fmla="*/ 332 h 348"/>
              <a:gd name="T76" fmla="*/ 299 w 344"/>
              <a:gd name="T77" fmla="*/ 331 h 348"/>
              <a:gd name="T78" fmla="*/ 304 w 344"/>
              <a:gd name="T79" fmla="*/ 329 h 348"/>
              <a:gd name="T80" fmla="*/ 305 w 344"/>
              <a:gd name="T81" fmla="*/ 329 h 348"/>
              <a:gd name="T82" fmla="*/ 309 w 344"/>
              <a:gd name="T83" fmla="*/ 327 h 348"/>
              <a:gd name="T84" fmla="*/ 310 w 344"/>
              <a:gd name="T85" fmla="*/ 326 h 348"/>
              <a:gd name="T86" fmla="*/ 313 w 344"/>
              <a:gd name="T87" fmla="*/ 324 h 348"/>
              <a:gd name="T88" fmla="*/ 315 w 344"/>
              <a:gd name="T89" fmla="*/ 323 h 348"/>
              <a:gd name="T90" fmla="*/ 317 w 344"/>
              <a:gd name="T91" fmla="*/ 322 h 348"/>
              <a:gd name="T92" fmla="*/ 321 w 344"/>
              <a:gd name="T93" fmla="*/ 319 h 348"/>
              <a:gd name="T94" fmla="*/ 322 w 344"/>
              <a:gd name="T95" fmla="*/ 318 h 348"/>
              <a:gd name="T96" fmla="*/ 326 w 344"/>
              <a:gd name="T97" fmla="*/ 316 h 348"/>
              <a:gd name="T98" fmla="*/ 327 w 344"/>
              <a:gd name="T99" fmla="*/ 315 h 348"/>
              <a:gd name="T100" fmla="*/ 332 w 344"/>
              <a:gd name="T101" fmla="*/ 312 h 348"/>
              <a:gd name="T102" fmla="*/ 333 w 344"/>
              <a:gd name="T103" fmla="*/ 311 h 348"/>
              <a:gd name="T104" fmla="*/ 337 w 344"/>
              <a:gd name="T105" fmla="*/ 308 h 348"/>
              <a:gd name="T106" fmla="*/ 339 w 344"/>
              <a:gd name="T107" fmla="*/ 306 h 348"/>
              <a:gd name="T108" fmla="*/ 344 w 344"/>
              <a:gd name="T109" fmla="*/ 302 h 348"/>
              <a:gd name="T110" fmla="*/ 338 w 344"/>
              <a:gd name="T111" fmla="*/ 306 h 348"/>
              <a:gd name="T112" fmla="*/ 223 w 344"/>
              <a:gd name="T113" fmla="*/ 25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4" h="348">
                <a:moveTo>
                  <a:pt x="223" y="254"/>
                </a:moveTo>
                <a:cubicBezTo>
                  <a:pt x="138" y="190"/>
                  <a:pt x="56" y="90"/>
                  <a:pt x="40" y="33"/>
                </a:cubicBezTo>
                <a:cubicBezTo>
                  <a:pt x="37" y="22"/>
                  <a:pt x="37" y="13"/>
                  <a:pt x="39" y="6"/>
                </a:cubicBezTo>
                <a:cubicBezTo>
                  <a:pt x="40" y="4"/>
                  <a:pt x="41" y="2"/>
                  <a:pt x="43" y="0"/>
                </a:cubicBezTo>
                <a:cubicBezTo>
                  <a:pt x="41" y="1"/>
                  <a:pt x="40" y="3"/>
                  <a:pt x="39" y="5"/>
                </a:cubicBezTo>
                <a:cubicBezTo>
                  <a:pt x="38" y="5"/>
                  <a:pt x="38" y="6"/>
                  <a:pt x="37" y="6"/>
                </a:cubicBezTo>
                <a:cubicBezTo>
                  <a:pt x="36" y="8"/>
                  <a:pt x="35" y="9"/>
                  <a:pt x="34" y="11"/>
                </a:cubicBezTo>
                <a:cubicBezTo>
                  <a:pt x="34" y="11"/>
                  <a:pt x="33" y="11"/>
                  <a:pt x="33" y="12"/>
                </a:cubicBezTo>
                <a:cubicBezTo>
                  <a:pt x="32" y="13"/>
                  <a:pt x="31" y="15"/>
                  <a:pt x="30" y="17"/>
                </a:cubicBezTo>
                <a:cubicBezTo>
                  <a:pt x="29" y="17"/>
                  <a:pt x="29" y="17"/>
                  <a:pt x="29" y="18"/>
                </a:cubicBezTo>
                <a:cubicBezTo>
                  <a:pt x="28" y="19"/>
                  <a:pt x="27" y="20"/>
                  <a:pt x="26" y="22"/>
                </a:cubicBezTo>
                <a:cubicBezTo>
                  <a:pt x="26" y="22"/>
                  <a:pt x="26" y="23"/>
                  <a:pt x="25" y="23"/>
                </a:cubicBezTo>
                <a:cubicBezTo>
                  <a:pt x="25" y="24"/>
                  <a:pt x="24" y="25"/>
                  <a:pt x="23" y="26"/>
                </a:cubicBezTo>
                <a:cubicBezTo>
                  <a:pt x="23" y="27"/>
                  <a:pt x="22" y="28"/>
                  <a:pt x="22" y="28"/>
                </a:cubicBezTo>
                <a:cubicBezTo>
                  <a:pt x="21" y="29"/>
                  <a:pt x="21" y="30"/>
                  <a:pt x="20" y="31"/>
                </a:cubicBezTo>
                <a:cubicBezTo>
                  <a:pt x="20" y="32"/>
                  <a:pt x="19" y="33"/>
                  <a:pt x="19" y="33"/>
                </a:cubicBezTo>
                <a:cubicBezTo>
                  <a:pt x="19" y="34"/>
                  <a:pt x="18" y="34"/>
                  <a:pt x="18" y="35"/>
                </a:cubicBezTo>
                <a:cubicBezTo>
                  <a:pt x="17" y="36"/>
                  <a:pt x="17" y="38"/>
                  <a:pt x="16" y="39"/>
                </a:cubicBezTo>
                <a:cubicBezTo>
                  <a:pt x="16" y="39"/>
                  <a:pt x="16" y="39"/>
                  <a:pt x="16" y="40"/>
                </a:cubicBezTo>
                <a:cubicBezTo>
                  <a:pt x="15" y="41"/>
                  <a:pt x="14" y="43"/>
                  <a:pt x="13" y="44"/>
                </a:cubicBezTo>
                <a:cubicBezTo>
                  <a:pt x="13" y="45"/>
                  <a:pt x="13" y="45"/>
                  <a:pt x="13" y="45"/>
                </a:cubicBezTo>
                <a:cubicBezTo>
                  <a:pt x="12" y="47"/>
                  <a:pt x="11" y="49"/>
                  <a:pt x="10" y="51"/>
                </a:cubicBezTo>
                <a:cubicBezTo>
                  <a:pt x="10" y="51"/>
                  <a:pt x="10" y="51"/>
                  <a:pt x="10" y="51"/>
                </a:cubicBezTo>
                <a:cubicBezTo>
                  <a:pt x="9" y="53"/>
                  <a:pt x="8" y="55"/>
                  <a:pt x="8" y="57"/>
                </a:cubicBezTo>
                <a:cubicBezTo>
                  <a:pt x="7" y="57"/>
                  <a:pt x="7" y="57"/>
                  <a:pt x="7" y="58"/>
                </a:cubicBezTo>
                <a:cubicBezTo>
                  <a:pt x="6" y="59"/>
                  <a:pt x="6" y="61"/>
                  <a:pt x="5" y="63"/>
                </a:cubicBezTo>
                <a:cubicBezTo>
                  <a:pt x="5" y="63"/>
                  <a:pt x="5" y="64"/>
                  <a:pt x="4" y="65"/>
                </a:cubicBezTo>
                <a:cubicBezTo>
                  <a:pt x="3" y="67"/>
                  <a:pt x="3" y="69"/>
                  <a:pt x="2" y="71"/>
                </a:cubicBezTo>
                <a:cubicBezTo>
                  <a:pt x="0" y="76"/>
                  <a:pt x="1" y="85"/>
                  <a:pt x="3" y="95"/>
                </a:cubicBezTo>
                <a:cubicBezTo>
                  <a:pt x="18" y="147"/>
                  <a:pt x="92" y="237"/>
                  <a:pt x="169" y="296"/>
                </a:cubicBezTo>
                <a:cubicBezTo>
                  <a:pt x="217" y="332"/>
                  <a:pt x="255" y="348"/>
                  <a:pt x="273" y="342"/>
                </a:cubicBezTo>
                <a:cubicBezTo>
                  <a:pt x="275" y="342"/>
                  <a:pt x="276" y="341"/>
                  <a:pt x="279" y="340"/>
                </a:cubicBezTo>
                <a:cubicBezTo>
                  <a:pt x="279" y="340"/>
                  <a:pt x="280" y="340"/>
                  <a:pt x="281" y="339"/>
                </a:cubicBezTo>
                <a:cubicBezTo>
                  <a:pt x="282" y="339"/>
                  <a:pt x="284" y="338"/>
                  <a:pt x="286" y="337"/>
                </a:cubicBezTo>
                <a:cubicBezTo>
                  <a:pt x="286" y="337"/>
                  <a:pt x="287" y="337"/>
                  <a:pt x="287" y="337"/>
                </a:cubicBezTo>
                <a:cubicBezTo>
                  <a:pt x="289" y="336"/>
                  <a:pt x="291" y="335"/>
                  <a:pt x="293" y="334"/>
                </a:cubicBezTo>
                <a:cubicBezTo>
                  <a:pt x="293" y="334"/>
                  <a:pt x="293" y="334"/>
                  <a:pt x="293" y="334"/>
                </a:cubicBezTo>
                <a:cubicBezTo>
                  <a:pt x="295" y="334"/>
                  <a:pt x="297" y="333"/>
                  <a:pt x="299" y="332"/>
                </a:cubicBezTo>
                <a:cubicBezTo>
                  <a:pt x="299" y="332"/>
                  <a:pt x="299" y="332"/>
                  <a:pt x="299" y="331"/>
                </a:cubicBezTo>
                <a:cubicBezTo>
                  <a:pt x="301" y="331"/>
                  <a:pt x="302" y="330"/>
                  <a:pt x="304" y="329"/>
                </a:cubicBezTo>
                <a:cubicBezTo>
                  <a:pt x="304" y="329"/>
                  <a:pt x="305" y="329"/>
                  <a:pt x="305" y="329"/>
                </a:cubicBezTo>
                <a:cubicBezTo>
                  <a:pt x="306" y="328"/>
                  <a:pt x="307" y="327"/>
                  <a:pt x="309" y="327"/>
                </a:cubicBezTo>
                <a:cubicBezTo>
                  <a:pt x="309" y="326"/>
                  <a:pt x="310" y="326"/>
                  <a:pt x="310" y="326"/>
                </a:cubicBezTo>
                <a:cubicBezTo>
                  <a:pt x="311" y="325"/>
                  <a:pt x="312" y="325"/>
                  <a:pt x="313" y="324"/>
                </a:cubicBezTo>
                <a:cubicBezTo>
                  <a:pt x="314" y="324"/>
                  <a:pt x="315" y="323"/>
                  <a:pt x="315" y="323"/>
                </a:cubicBezTo>
                <a:cubicBezTo>
                  <a:pt x="316" y="322"/>
                  <a:pt x="317" y="322"/>
                  <a:pt x="317" y="322"/>
                </a:cubicBezTo>
                <a:cubicBezTo>
                  <a:pt x="318" y="321"/>
                  <a:pt x="319" y="320"/>
                  <a:pt x="321" y="319"/>
                </a:cubicBezTo>
                <a:cubicBezTo>
                  <a:pt x="321" y="319"/>
                  <a:pt x="322" y="319"/>
                  <a:pt x="322" y="318"/>
                </a:cubicBezTo>
                <a:cubicBezTo>
                  <a:pt x="323" y="318"/>
                  <a:pt x="325" y="317"/>
                  <a:pt x="326" y="316"/>
                </a:cubicBezTo>
                <a:cubicBezTo>
                  <a:pt x="326" y="316"/>
                  <a:pt x="327" y="315"/>
                  <a:pt x="327" y="315"/>
                </a:cubicBezTo>
                <a:cubicBezTo>
                  <a:pt x="329" y="314"/>
                  <a:pt x="330" y="313"/>
                  <a:pt x="332" y="312"/>
                </a:cubicBezTo>
                <a:cubicBezTo>
                  <a:pt x="332" y="311"/>
                  <a:pt x="333" y="311"/>
                  <a:pt x="333" y="311"/>
                </a:cubicBezTo>
                <a:cubicBezTo>
                  <a:pt x="335" y="310"/>
                  <a:pt x="336" y="308"/>
                  <a:pt x="337" y="308"/>
                </a:cubicBezTo>
                <a:cubicBezTo>
                  <a:pt x="338" y="307"/>
                  <a:pt x="339" y="307"/>
                  <a:pt x="339" y="306"/>
                </a:cubicBezTo>
                <a:cubicBezTo>
                  <a:pt x="341" y="305"/>
                  <a:pt x="343" y="303"/>
                  <a:pt x="344" y="302"/>
                </a:cubicBezTo>
                <a:cubicBezTo>
                  <a:pt x="342" y="304"/>
                  <a:pt x="340" y="305"/>
                  <a:pt x="338" y="306"/>
                </a:cubicBezTo>
                <a:cubicBezTo>
                  <a:pt x="318" y="312"/>
                  <a:pt x="276" y="295"/>
                  <a:pt x="223" y="254"/>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Freeform 108"/>
          <p:cNvSpPr/>
          <p:nvPr/>
        </p:nvSpPr>
        <p:spPr bwMode="auto">
          <a:xfrm rot="19847212">
            <a:off x="530390" y="2016529"/>
            <a:ext cx="2501242" cy="2825299"/>
          </a:xfrm>
          <a:custGeom>
            <a:avLst/>
            <a:gdLst>
              <a:gd name="T0" fmla="*/ 310 w 350"/>
              <a:gd name="T1" fmla="*/ 342 h 359"/>
              <a:gd name="T2" fmla="*/ 350 w 350"/>
              <a:gd name="T3" fmla="*/ 272 h 359"/>
              <a:gd name="T4" fmla="*/ 235 w 350"/>
              <a:gd name="T5" fmla="*/ 236 h 359"/>
              <a:gd name="T6" fmla="*/ 70 w 350"/>
              <a:gd name="T7" fmla="*/ 35 h 359"/>
              <a:gd name="T8" fmla="*/ 79 w 350"/>
              <a:gd name="T9" fmla="*/ 0 h 359"/>
              <a:gd name="T10" fmla="*/ 8 w 350"/>
              <a:gd name="T11" fmla="*/ 40 h 359"/>
              <a:gd name="T12" fmla="*/ 4 w 350"/>
              <a:gd name="T13" fmla="*/ 75 h 359"/>
              <a:gd name="T14" fmla="*/ 187 w 350"/>
              <a:gd name="T15" fmla="*/ 296 h 359"/>
              <a:gd name="T16" fmla="*/ 310 w 350"/>
              <a:gd name="T17" fmla="*/ 34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59">
                <a:moveTo>
                  <a:pt x="310" y="342"/>
                </a:moveTo>
                <a:cubicBezTo>
                  <a:pt x="336" y="312"/>
                  <a:pt x="346" y="283"/>
                  <a:pt x="350" y="272"/>
                </a:cubicBezTo>
                <a:cubicBezTo>
                  <a:pt x="342" y="296"/>
                  <a:pt x="297" y="283"/>
                  <a:pt x="235" y="236"/>
                </a:cubicBezTo>
                <a:cubicBezTo>
                  <a:pt x="158" y="177"/>
                  <a:pt x="84" y="87"/>
                  <a:pt x="70" y="35"/>
                </a:cubicBezTo>
                <a:cubicBezTo>
                  <a:pt x="65" y="15"/>
                  <a:pt x="68" y="4"/>
                  <a:pt x="79" y="0"/>
                </a:cubicBezTo>
                <a:cubicBezTo>
                  <a:pt x="41" y="13"/>
                  <a:pt x="17" y="33"/>
                  <a:pt x="8" y="40"/>
                </a:cubicBezTo>
                <a:cubicBezTo>
                  <a:pt x="1" y="46"/>
                  <a:pt x="0" y="58"/>
                  <a:pt x="4" y="75"/>
                </a:cubicBezTo>
                <a:cubicBezTo>
                  <a:pt x="20" y="133"/>
                  <a:pt x="102" y="232"/>
                  <a:pt x="187" y="296"/>
                </a:cubicBezTo>
                <a:cubicBezTo>
                  <a:pt x="249" y="344"/>
                  <a:pt x="295" y="359"/>
                  <a:pt x="310" y="342"/>
                </a:cubicBezTo>
                <a:close/>
              </a:path>
            </a:pathLst>
          </a:custGeom>
          <a:gradFill>
            <a:gsLst>
              <a:gs pos="0">
                <a:schemeClr val="accent2"/>
              </a:gs>
              <a:gs pos="100000">
                <a:schemeClr val="accent2"/>
              </a:gs>
            </a:gsLst>
          </a:gradFill>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Freeform 109"/>
          <p:cNvSpPr/>
          <p:nvPr/>
        </p:nvSpPr>
        <p:spPr bwMode="auto">
          <a:xfrm rot="19847212">
            <a:off x="1413821" y="1902199"/>
            <a:ext cx="1871413" cy="2129739"/>
          </a:xfrm>
          <a:custGeom>
            <a:avLst/>
            <a:gdLst>
              <a:gd name="T0" fmla="*/ 259 w 262"/>
              <a:gd name="T1" fmla="*/ 245 h 271"/>
              <a:gd name="T2" fmla="*/ 261 w 262"/>
              <a:gd name="T3" fmla="*/ 200 h 271"/>
              <a:gd name="T4" fmla="*/ 259 w 262"/>
              <a:gd name="T5" fmla="*/ 180 h 271"/>
              <a:gd name="T6" fmla="*/ 256 w 262"/>
              <a:gd name="T7" fmla="*/ 167 h 271"/>
              <a:gd name="T8" fmla="*/ 254 w 262"/>
              <a:gd name="T9" fmla="*/ 157 h 271"/>
              <a:gd name="T10" fmla="*/ 242 w 262"/>
              <a:gd name="T11" fmla="*/ 124 h 271"/>
              <a:gd name="T12" fmla="*/ 226 w 262"/>
              <a:gd name="T13" fmla="*/ 96 h 271"/>
              <a:gd name="T14" fmla="*/ 203 w 262"/>
              <a:gd name="T15" fmla="*/ 67 h 271"/>
              <a:gd name="T16" fmla="*/ 178 w 262"/>
              <a:gd name="T17" fmla="*/ 44 h 271"/>
              <a:gd name="T18" fmla="*/ 102 w 262"/>
              <a:gd name="T19" fmla="*/ 7 h 271"/>
              <a:gd name="T20" fmla="*/ 60 w 262"/>
              <a:gd name="T21" fmla="*/ 0 h 271"/>
              <a:gd name="T22" fmla="*/ 39 w 262"/>
              <a:gd name="T23" fmla="*/ 0 h 271"/>
              <a:gd name="T24" fmla="*/ 28 w 262"/>
              <a:gd name="T25" fmla="*/ 1 h 271"/>
              <a:gd name="T26" fmla="*/ 17 w 262"/>
              <a:gd name="T27" fmla="*/ 2 h 271"/>
              <a:gd name="T28" fmla="*/ 5 w 262"/>
              <a:gd name="T29" fmla="*/ 34 h 271"/>
              <a:gd name="T30" fmla="*/ 155 w 262"/>
              <a:gd name="T31" fmla="*/ 216 h 271"/>
              <a:gd name="T32" fmla="*/ 259 w 262"/>
              <a:gd name="T33" fmla="*/ 24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2" h="271">
                <a:moveTo>
                  <a:pt x="259" y="245"/>
                </a:moveTo>
                <a:cubicBezTo>
                  <a:pt x="261" y="232"/>
                  <a:pt x="262" y="217"/>
                  <a:pt x="261" y="200"/>
                </a:cubicBezTo>
                <a:cubicBezTo>
                  <a:pt x="261" y="194"/>
                  <a:pt x="260" y="186"/>
                  <a:pt x="259" y="180"/>
                </a:cubicBezTo>
                <a:cubicBezTo>
                  <a:pt x="258" y="176"/>
                  <a:pt x="257" y="171"/>
                  <a:pt x="256" y="167"/>
                </a:cubicBezTo>
                <a:cubicBezTo>
                  <a:pt x="256" y="164"/>
                  <a:pt x="255" y="160"/>
                  <a:pt x="254" y="157"/>
                </a:cubicBezTo>
                <a:cubicBezTo>
                  <a:pt x="251" y="145"/>
                  <a:pt x="247" y="136"/>
                  <a:pt x="242" y="124"/>
                </a:cubicBezTo>
                <a:cubicBezTo>
                  <a:pt x="237" y="113"/>
                  <a:pt x="230" y="102"/>
                  <a:pt x="226" y="96"/>
                </a:cubicBezTo>
                <a:cubicBezTo>
                  <a:pt x="222" y="90"/>
                  <a:pt x="216" y="80"/>
                  <a:pt x="203" y="67"/>
                </a:cubicBezTo>
                <a:cubicBezTo>
                  <a:pt x="196" y="59"/>
                  <a:pt x="187" y="51"/>
                  <a:pt x="178" y="44"/>
                </a:cubicBezTo>
                <a:cubicBezTo>
                  <a:pt x="162" y="32"/>
                  <a:pt x="136" y="16"/>
                  <a:pt x="102" y="7"/>
                </a:cubicBezTo>
                <a:cubicBezTo>
                  <a:pt x="97" y="6"/>
                  <a:pt x="81" y="2"/>
                  <a:pt x="60" y="0"/>
                </a:cubicBezTo>
                <a:cubicBezTo>
                  <a:pt x="57" y="0"/>
                  <a:pt x="49" y="0"/>
                  <a:pt x="39" y="0"/>
                </a:cubicBezTo>
                <a:cubicBezTo>
                  <a:pt x="35" y="0"/>
                  <a:pt x="31" y="1"/>
                  <a:pt x="28" y="1"/>
                </a:cubicBezTo>
                <a:cubicBezTo>
                  <a:pt x="24" y="1"/>
                  <a:pt x="20" y="2"/>
                  <a:pt x="17" y="2"/>
                </a:cubicBezTo>
                <a:cubicBezTo>
                  <a:pt x="5" y="4"/>
                  <a:pt x="0" y="15"/>
                  <a:pt x="5" y="34"/>
                </a:cubicBezTo>
                <a:cubicBezTo>
                  <a:pt x="18" y="82"/>
                  <a:pt x="85" y="163"/>
                  <a:pt x="155" y="216"/>
                </a:cubicBezTo>
                <a:cubicBezTo>
                  <a:pt x="214" y="261"/>
                  <a:pt x="256" y="271"/>
                  <a:pt x="259" y="245"/>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文本框 41"/>
          <p:cNvSpPr txBox="1"/>
          <p:nvPr/>
        </p:nvSpPr>
        <p:spPr>
          <a:xfrm>
            <a:off x="4069218" y="1143496"/>
            <a:ext cx="572593"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4057196" y="2659855"/>
            <a:ext cx="596638"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4074829" y="399269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4074829" y="545134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941432" y="964047"/>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计划：年度核心目标设定</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顶角 47"/>
          <p:cNvSpPr/>
          <p:nvPr/>
        </p:nvSpPr>
        <p:spPr>
          <a:xfrm rot="5400000">
            <a:off x="11306558" y="1545331"/>
            <a:ext cx="1315905" cy="70803"/>
          </a:xfrm>
          <a:prstGeom prst="round2SameRect">
            <a:avLst>
              <a:gd name="adj1" fmla="val 50000"/>
              <a:gd name="adj2"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rot="5400000">
            <a:off x="11306558" y="3012990"/>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rot="5400000">
            <a:off x="11306558" y="4480649"/>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1" name="矩形: 圆顶角 50"/>
          <p:cNvSpPr/>
          <p:nvPr/>
        </p:nvSpPr>
        <p:spPr>
          <a:xfrm rot="5400000">
            <a:off x="11306558" y="5950726"/>
            <a:ext cx="1315905" cy="70803"/>
          </a:xfrm>
          <a:prstGeom prst="round2SameRect">
            <a:avLst>
              <a:gd name="adj1" fmla="val 50000"/>
              <a:gd name="adj2" fmla="val 0"/>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2" name="等腰三角形 51"/>
          <p:cNvSpPr/>
          <p:nvPr/>
        </p:nvSpPr>
        <p:spPr>
          <a:xfrm rot="16200000">
            <a:off x="11826015" y="1503899"/>
            <a:ext cx="147677" cy="127308"/>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3" name="等腰三角形 52"/>
          <p:cNvSpPr/>
          <p:nvPr/>
        </p:nvSpPr>
        <p:spPr>
          <a:xfrm rot="16200000">
            <a:off x="11826016" y="2984736"/>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4" name="等腰三角形 53"/>
          <p:cNvSpPr/>
          <p:nvPr/>
        </p:nvSpPr>
        <p:spPr>
          <a:xfrm rot="16200000">
            <a:off x="11826017" y="4452395"/>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5" name="等腰三角形 54"/>
          <p:cNvSpPr/>
          <p:nvPr/>
        </p:nvSpPr>
        <p:spPr>
          <a:xfrm rot="16200000">
            <a:off x="11791617" y="5950413"/>
            <a:ext cx="147677" cy="127308"/>
          </a:xfrm>
          <a:prstGeom prst="triangl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nvSpPr>
        <p:spPr>
          <a:xfrm>
            <a:off x="5035781" y="1377446"/>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5978855" y="1328302"/>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年度店铺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突破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万元，同比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年增长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5978855" y="160959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会员复购率从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，新增会员数量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5978855" y="189089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付费推广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稳定在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以上，自然流量占比提升至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矩形: 圆角 62"/>
          <p:cNvSpPr/>
          <p:nvPr/>
        </p:nvSpPr>
        <p:spPr>
          <a:xfrm>
            <a:off x="5035781" y="1660999"/>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5035781" y="194455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5132856" y="133028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销售业绩</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5132856" y="161811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用户运营</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5132856" y="190594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流量效率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矩形: 圆角 68"/>
          <p:cNvSpPr/>
          <p:nvPr/>
        </p:nvSpPr>
        <p:spPr>
          <a:xfrm>
            <a:off x="10185104" y="1002479"/>
            <a:ext cx="1581645" cy="1156507"/>
          </a:xfrm>
          <a:prstGeom prst="roundRect">
            <a:avLst>
              <a:gd name="adj" fmla="val 476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10336713" y="1058017"/>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公司战略方向</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264413" y="1526193"/>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提升品类市场份额优化用户复购</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a:off x="1080466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2658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04850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41432" y="2440806"/>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执行：关键动作与落地成果</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矩形: 圆角 77"/>
          <p:cNvSpPr/>
          <p:nvPr/>
        </p:nvSpPr>
        <p:spPr>
          <a:xfrm>
            <a:off x="5035781" y="285420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978855" y="2805061"/>
            <a:ext cx="4117407"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款新品，采用 “短视频种草</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直播带货组合模式</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文本框 79"/>
          <p:cNvSpPr txBox="1"/>
          <p:nvPr/>
        </p:nvSpPr>
        <p:spPr>
          <a:xfrm>
            <a:off x="5978855" y="308635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将现有会员划分为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类，针对高价值会员推出专属折扣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5978855" y="3367653"/>
            <a:ext cx="4126938"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优化商品标题、提升店铺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DSR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评分从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5035781" y="313775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nvSpPr>
        <p:spPr>
          <a:xfrm>
            <a:off x="5035781" y="342131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5132856" y="280704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达成路径​</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5132856" y="309487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10185104" y="2479238"/>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10336713" y="2534776"/>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大促节点运营</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10264413" y="3002952"/>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参与平台大促，提前筹备货品</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89" name="直接连接符 88"/>
          <p:cNvCxnSpPr/>
          <p:nvPr/>
        </p:nvCxnSpPr>
        <p:spPr>
          <a:xfrm>
            <a:off x="1080466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92658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04850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4941432" y="3896783"/>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检查：目标达成与问题分析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3" name="矩形: 圆角 92"/>
          <p:cNvSpPr/>
          <p:nvPr/>
        </p:nvSpPr>
        <p:spPr>
          <a:xfrm>
            <a:off x="5035781" y="431018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978855" y="426103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通过用户调研发现，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沉睡会员反馈 “产品更新速度慢”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5978855" y="454233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款新品月销未达标，原因是产品定位与目标人群匹配度低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文本框 95"/>
          <p:cNvSpPr txBox="1"/>
          <p:nvPr/>
        </p:nvSpPr>
        <p:spPr>
          <a:xfrm>
            <a:off x="5978855" y="4823630"/>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主播对产品卖点讲解不清晰 、互动福利节奏混乱</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矩形: 圆角 96"/>
          <p:cNvSpPr/>
          <p:nvPr/>
        </p:nvSpPr>
        <p:spPr>
          <a:xfrm>
            <a:off x="5035781" y="459373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矩形: 圆角 97"/>
          <p:cNvSpPr/>
          <p:nvPr/>
        </p:nvSpPr>
        <p:spPr>
          <a:xfrm>
            <a:off x="5035781" y="487728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9" name="文本框 98"/>
          <p:cNvSpPr txBox="1"/>
          <p:nvPr/>
        </p:nvSpPr>
        <p:spPr>
          <a:xfrm>
            <a:off x="5062324" y="4263018"/>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复购未达标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62324" y="4550849"/>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推广不均衡</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矩形: 圆角 100"/>
          <p:cNvSpPr/>
          <p:nvPr/>
        </p:nvSpPr>
        <p:spPr>
          <a:xfrm>
            <a:off x="10185104" y="3935215"/>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02" name="文本框 101"/>
          <p:cNvSpPr txBox="1"/>
          <p:nvPr/>
        </p:nvSpPr>
        <p:spPr>
          <a:xfrm>
            <a:off x="10336713" y="3990753"/>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目标达成情况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文本框 102"/>
          <p:cNvSpPr txBox="1"/>
          <p:nvPr/>
        </p:nvSpPr>
        <p:spPr>
          <a:xfrm>
            <a:off x="10264414" y="4458929"/>
            <a:ext cx="1465936"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店铺成交</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920</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万，达成率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115%</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4" name="直接连接符 103"/>
          <p:cNvCxnSpPr/>
          <p:nvPr/>
        </p:nvCxnSpPr>
        <p:spPr>
          <a:xfrm>
            <a:off x="1080466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092658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04850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4941432" y="5373542"/>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处理：改进计划与经验沉淀</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矩形: 圆角 107"/>
          <p:cNvSpPr/>
          <p:nvPr/>
        </p:nvSpPr>
        <p:spPr>
          <a:xfrm>
            <a:off x="5035781" y="578694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文本框 108"/>
          <p:cNvSpPr txBox="1"/>
          <p:nvPr/>
        </p:nvSpPr>
        <p:spPr>
          <a:xfrm>
            <a:off x="5978855" y="573779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每季度新增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款会员专属定制产品，推出免费清晰服务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 name="文本框 109"/>
          <p:cNvSpPr txBox="1"/>
          <p:nvPr/>
        </p:nvSpPr>
        <p:spPr>
          <a:xfrm>
            <a:off x="5978855" y="6019093"/>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建立“产品定价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人群匹配”测算模型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5978855" y="6300389"/>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制定主播培训手册含产品卖点讲解模板、互动节奏把控流程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矩形: 圆角 111"/>
          <p:cNvSpPr/>
          <p:nvPr/>
        </p:nvSpPr>
        <p:spPr>
          <a:xfrm>
            <a:off x="5035781" y="6070494"/>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3" name="矩形: 圆角 112"/>
          <p:cNvSpPr/>
          <p:nvPr/>
        </p:nvSpPr>
        <p:spPr>
          <a:xfrm>
            <a:off x="5035781" y="6354047"/>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4" name="文本框 113"/>
          <p:cNvSpPr txBox="1"/>
          <p:nvPr/>
        </p:nvSpPr>
        <p:spPr>
          <a:xfrm>
            <a:off x="5132856" y="5739777"/>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5132856" y="6027608"/>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新品调整</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6" name="矩形: 圆角 115"/>
          <p:cNvSpPr/>
          <p:nvPr/>
        </p:nvSpPr>
        <p:spPr>
          <a:xfrm>
            <a:off x="10185104" y="5411974"/>
            <a:ext cx="1581645" cy="1156507"/>
          </a:xfrm>
          <a:prstGeom prst="roundRect">
            <a:avLst>
              <a:gd name="adj" fmla="val 4768"/>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17" name="文本框 116"/>
          <p:cNvSpPr txBox="1"/>
          <p:nvPr/>
        </p:nvSpPr>
        <p:spPr>
          <a:xfrm>
            <a:off x="10246946" y="5467512"/>
            <a:ext cx="1441420"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可复用经验沉淀</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10264413" y="5935688"/>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长尾词 </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精准时段 的推广策略</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9" name="直接连接符 118"/>
          <p:cNvCxnSpPr/>
          <p:nvPr/>
        </p:nvCxnSpPr>
        <p:spPr>
          <a:xfrm>
            <a:off x="1080466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92658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104850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132856" y="337378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优化动作​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3" name="文本框 122"/>
          <p:cNvSpPr txBox="1"/>
          <p:nvPr/>
        </p:nvSpPr>
        <p:spPr>
          <a:xfrm>
            <a:off x="5062324" y="4829183"/>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转化波动大</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4" name="文本框 123"/>
          <p:cNvSpPr txBox="1"/>
          <p:nvPr/>
        </p:nvSpPr>
        <p:spPr>
          <a:xfrm>
            <a:off x="5132856" y="6312100"/>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能力提升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7" name="Freeform: Shape 59"/>
          <p:cNvSpPr>
            <a:spLocks noChangeAspect="1"/>
          </p:cNvSpPr>
          <p:nvPr/>
        </p:nvSpPr>
        <p:spPr>
          <a:xfrm>
            <a:off x="2136167" y="2597820"/>
            <a:ext cx="426720" cy="426635"/>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Freeform: Shape 69"/>
          <p:cNvSpPr>
            <a:spLocks noChangeAspect="1"/>
          </p:cNvSpPr>
          <p:nvPr/>
        </p:nvSpPr>
        <p:spPr>
          <a:xfrm>
            <a:off x="1366379" y="3393619"/>
            <a:ext cx="423538" cy="42672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Freeform: Shape 54"/>
          <p:cNvSpPr>
            <a:spLocks noChangeAspect="1"/>
          </p:cNvSpPr>
          <p:nvPr/>
        </p:nvSpPr>
        <p:spPr>
          <a:xfrm>
            <a:off x="1678378" y="4412309"/>
            <a:ext cx="382192" cy="382193"/>
          </a:xfrm>
          <a:custGeom>
            <a:avLst/>
            <a:gdLst>
              <a:gd name="connsiteX0" fmla="*/ 901140 w 4876801"/>
              <a:gd name="connsiteY0" fmla="*/ 3546132 h 4876813"/>
              <a:gd name="connsiteX1" fmla="*/ 339669 w 4876801"/>
              <a:gd name="connsiteY1" fmla="*/ 4107602 h 4876813"/>
              <a:gd name="connsiteX2" fmla="*/ 339669 w 4876801"/>
              <a:gd name="connsiteY2" fmla="*/ 4537132 h 4876813"/>
              <a:gd name="connsiteX3" fmla="*/ 769199 w 4876801"/>
              <a:gd name="connsiteY3" fmla="*/ 4537132 h 4876813"/>
              <a:gd name="connsiteX4" fmla="*/ 1330669 w 4876801"/>
              <a:gd name="connsiteY4" fmla="*/ 3975662 h 4876813"/>
              <a:gd name="connsiteX5" fmla="*/ 1257108 w 4876801"/>
              <a:gd name="connsiteY5" fmla="*/ 3190173 h 4876813"/>
              <a:gd name="connsiteX6" fmla="*/ 1078628 w 4876801"/>
              <a:gd name="connsiteY6" fmla="*/ 3368653 h 4876813"/>
              <a:gd name="connsiteX7" fmla="*/ 1508149 w 4876801"/>
              <a:gd name="connsiteY7" fmla="*/ 3798173 h 4876813"/>
              <a:gd name="connsiteX8" fmla="*/ 1686638 w 4876801"/>
              <a:gd name="connsiteY8" fmla="*/ 3619703 h 4876813"/>
              <a:gd name="connsiteX9" fmla="*/ 3108149 w 4876801"/>
              <a:gd name="connsiteY9" fmla="*/ 1108047 h 4876813"/>
              <a:gd name="connsiteX10" fmla="*/ 3575465 w 4876801"/>
              <a:gd name="connsiteY10" fmla="*/ 1301347 h 4876813"/>
              <a:gd name="connsiteX11" fmla="*/ 3575465 w 4876801"/>
              <a:gd name="connsiteY11" fmla="*/ 1478836 h 4876813"/>
              <a:gd name="connsiteX12" fmla="*/ 3397976 w 4876801"/>
              <a:gd name="connsiteY12" fmla="*/ 1478836 h 4876813"/>
              <a:gd name="connsiteX13" fmla="*/ 3108159 w 4876801"/>
              <a:gd name="connsiteY13" fmla="*/ 1359040 h 4876813"/>
              <a:gd name="connsiteX14" fmla="*/ 2818332 w 4876801"/>
              <a:gd name="connsiteY14" fmla="*/ 1478836 h 4876813"/>
              <a:gd name="connsiteX15" fmla="*/ 2729597 w 4876801"/>
              <a:gd name="connsiteY15" fmla="*/ 1515593 h 4876813"/>
              <a:gd name="connsiteX16" fmla="*/ 2640862 w 4876801"/>
              <a:gd name="connsiteY16" fmla="*/ 1478836 h 4876813"/>
              <a:gd name="connsiteX17" fmla="*/ 2640862 w 4876801"/>
              <a:gd name="connsiteY17" fmla="*/ 1301347 h 4876813"/>
              <a:gd name="connsiteX18" fmla="*/ 3108149 w 4876801"/>
              <a:gd name="connsiteY18" fmla="*/ 1108047 h 4876813"/>
              <a:gd name="connsiteX19" fmla="*/ 3108149 w 4876801"/>
              <a:gd name="connsiteY19" fmla="*/ 794045 h 4876813"/>
              <a:gd name="connsiteX20" fmla="*/ 2419025 w 4876801"/>
              <a:gd name="connsiteY20" fmla="*/ 1079510 h 4876813"/>
              <a:gd name="connsiteX21" fmla="*/ 2133560 w 4876801"/>
              <a:gd name="connsiteY21" fmla="*/ 1768653 h 4876813"/>
              <a:gd name="connsiteX22" fmla="*/ 2419025 w 4876801"/>
              <a:gd name="connsiteY22" fmla="*/ 2457777 h 4876813"/>
              <a:gd name="connsiteX23" fmla="*/ 3108149 w 4876801"/>
              <a:gd name="connsiteY23" fmla="*/ 2743242 h 4876813"/>
              <a:gd name="connsiteX24" fmla="*/ 3797292 w 4876801"/>
              <a:gd name="connsiteY24" fmla="*/ 2457777 h 4876813"/>
              <a:gd name="connsiteX25" fmla="*/ 4082757 w 4876801"/>
              <a:gd name="connsiteY25" fmla="*/ 1768653 h 4876813"/>
              <a:gd name="connsiteX26" fmla="*/ 3797292 w 4876801"/>
              <a:gd name="connsiteY26" fmla="*/ 1079510 h 4876813"/>
              <a:gd name="connsiteX27" fmla="*/ 3108149 w 4876801"/>
              <a:gd name="connsiteY27" fmla="*/ 794045 h 4876813"/>
              <a:gd name="connsiteX28" fmla="*/ 3108158 w 4876801"/>
              <a:gd name="connsiteY28" fmla="*/ 543062 h 4876813"/>
              <a:gd name="connsiteX29" fmla="*/ 3974781 w 4876801"/>
              <a:gd name="connsiteY29" fmla="*/ 902030 h 4876813"/>
              <a:gd name="connsiteX30" fmla="*/ 4333750 w 4876801"/>
              <a:gd name="connsiteY30" fmla="*/ 1768653 h 4876813"/>
              <a:gd name="connsiteX31" fmla="*/ 3974781 w 4876801"/>
              <a:gd name="connsiteY31" fmla="*/ 2635266 h 4876813"/>
              <a:gd name="connsiteX32" fmla="*/ 3108158 w 4876801"/>
              <a:gd name="connsiteY32" fmla="*/ 2994235 h 4876813"/>
              <a:gd name="connsiteX33" fmla="*/ 2241545 w 4876801"/>
              <a:gd name="connsiteY33" fmla="*/ 2635266 h 4876813"/>
              <a:gd name="connsiteX34" fmla="*/ 1882577 w 4876801"/>
              <a:gd name="connsiteY34" fmla="*/ 1768653 h 4876813"/>
              <a:gd name="connsiteX35" fmla="*/ 2241545 w 4876801"/>
              <a:gd name="connsiteY35" fmla="*/ 902030 h 4876813"/>
              <a:gd name="connsiteX36" fmla="*/ 3108158 w 4876801"/>
              <a:gd name="connsiteY36" fmla="*/ 543062 h 4876813"/>
              <a:gd name="connsiteX37" fmla="*/ 3108177 w 4876801"/>
              <a:gd name="connsiteY37" fmla="*/ 250882 h 4876813"/>
              <a:gd name="connsiteX38" fmla="*/ 2034434 w 4876801"/>
              <a:gd name="connsiteY38" fmla="*/ 694919 h 4876813"/>
              <a:gd name="connsiteX39" fmla="*/ 2034434 w 4876801"/>
              <a:gd name="connsiteY39" fmla="*/ 2842377 h 4876813"/>
              <a:gd name="connsiteX40" fmla="*/ 4181893 w 4876801"/>
              <a:gd name="connsiteY40" fmla="*/ 2842377 h 4876813"/>
              <a:gd name="connsiteX41" fmla="*/ 4181912 w 4876801"/>
              <a:gd name="connsiteY41" fmla="*/ 694919 h 4876813"/>
              <a:gd name="connsiteX42" fmla="*/ 3108177 w 4876801"/>
              <a:gd name="connsiteY42" fmla="*/ 250882 h 4876813"/>
              <a:gd name="connsiteX43" fmla="*/ 3108156 w 4876801"/>
              <a:gd name="connsiteY43" fmla="*/ 1 h 4876813"/>
              <a:gd name="connsiteX44" fmla="*/ 4359372 w 4876801"/>
              <a:gd name="connsiteY44" fmla="*/ 517430 h 4876813"/>
              <a:gd name="connsiteX45" fmla="*/ 4359381 w 4876801"/>
              <a:gd name="connsiteY45" fmla="*/ 3019857 h 4876813"/>
              <a:gd name="connsiteX46" fmla="*/ 3108177 w 4876801"/>
              <a:gd name="connsiteY46" fmla="*/ 3537284 h 4876813"/>
              <a:gd name="connsiteX47" fmla="*/ 1948880 w 4876801"/>
              <a:gd name="connsiteY47" fmla="*/ 3105411 h 4876813"/>
              <a:gd name="connsiteX48" fmla="*/ 1738101 w 4876801"/>
              <a:gd name="connsiteY48" fmla="*/ 3316189 h 4876813"/>
              <a:gd name="connsiteX49" fmla="*/ 1952871 w 4876801"/>
              <a:gd name="connsiteY49" fmla="*/ 3530949 h 4876813"/>
              <a:gd name="connsiteX50" fmla="*/ 1952871 w 4876801"/>
              <a:gd name="connsiteY50" fmla="*/ 3708438 h 4876813"/>
              <a:gd name="connsiteX51" fmla="*/ 946698 w 4876801"/>
              <a:gd name="connsiteY51" fmla="*/ 4714612 h 4876813"/>
              <a:gd name="connsiteX52" fmla="*/ 554449 w 4876801"/>
              <a:gd name="connsiteY52" fmla="*/ 4876813 h 4876813"/>
              <a:gd name="connsiteX53" fmla="*/ 162200 w 4876801"/>
              <a:gd name="connsiteY53" fmla="*/ 4714612 h 4876813"/>
              <a:gd name="connsiteX54" fmla="*/ 162200 w 4876801"/>
              <a:gd name="connsiteY54" fmla="*/ 3930123 h 4876813"/>
              <a:gd name="connsiteX55" fmla="*/ 1168373 w 4876801"/>
              <a:gd name="connsiteY55" fmla="*/ 2923940 h 4876813"/>
              <a:gd name="connsiteX56" fmla="*/ 1345862 w 4876801"/>
              <a:gd name="connsiteY56" fmla="*/ 2923940 h 4876813"/>
              <a:gd name="connsiteX57" fmla="*/ 1560622 w 4876801"/>
              <a:gd name="connsiteY57" fmla="*/ 3138700 h 4876813"/>
              <a:gd name="connsiteX58" fmla="*/ 1771401 w 4876801"/>
              <a:gd name="connsiteY58" fmla="*/ 2927922 h 4876813"/>
              <a:gd name="connsiteX59" fmla="*/ 1856954 w 4876801"/>
              <a:gd name="connsiteY59" fmla="*/ 517430 h 4876813"/>
              <a:gd name="connsiteX60" fmla="*/ 3108156 w 4876801"/>
              <a:gd name="connsiteY60" fmla="*/ 1 h 48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76801" h="4876813">
                <a:moveTo>
                  <a:pt x="901140" y="3546132"/>
                </a:moveTo>
                <a:lnTo>
                  <a:pt x="339669" y="4107602"/>
                </a:lnTo>
                <a:cubicBezTo>
                  <a:pt x="221236" y="4226017"/>
                  <a:pt x="221236" y="4418708"/>
                  <a:pt x="339669" y="4537132"/>
                </a:cubicBezTo>
                <a:cubicBezTo>
                  <a:pt x="458103" y="4655576"/>
                  <a:pt x="650775" y="4655547"/>
                  <a:pt x="769199" y="4537132"/>
                </a:cubicBezTo>
                <a:lnTo>
                  <a:pt x="1330669" y="3975662"/>
                </a:lnTo>
                <a:close/>
                <a:moveTo>
                  <a:pt x="1257108" y="3190173"/>
                </a:moveTo>
                <a:lnTo>
                  <a:pt x="1078628" y="3368653"/>
                </a:lnTo>
                <a:lnTo>
                  <a:pt x="1508149" y="3798173"/>
                </a:lnTo>
                <a:lnTo>
                  <a:pt x="1686638" y="3619703"/>
                </a:lnTo>
                <a:close/>
                <a:moveTo>
                  <a:pt x="3108149" y="1108047"/>
                </a:moveTo>
                <a:cubicBezTo>
                  <a:pt x="3284848" y="1108037"/>
                  <a:pt x="3450811" y="1176684"/>
                  <a:pt x="3575465" y="1301347"/>
                </a:cubicBezTo>
                <a:cubicBezTo>
                  <a:pt x="3624471" y="1350372"/>
                  <a:pt x="3624471" y="1429830"/>
                  <a:pt x="3575465" y="1478836"/>
                </a:cubicBezTo>
                <a:cubicBezTo>
                  <a:pt x="3526430" y="1527842"/>
                  <a:pt x="3446992" y="1527832"/>
                  <a:pt x="3397976" y="1478836"/>
                </a:cubicBezTo>
                <a:cubicBezTo>
                  <a:pt x="3320719" y="1401579"/>
                  <a:pt x="3217792" y="1359040"/>
                  <a:pt x="3108159" y="1359040"/>
                </a:cubicBezTo>
                <a:cubicBezTo>
                  <a:pt x="2998507" y="1359040"/>
                  <a:pt x="2895570" y="1401579"/>
                  <a:pt x="2818332" y="1478836"/>
                </a:cubicBezTo>
                <a:cubicBezTo>
                  <a:pt x="2793824" y="1503334"/>
                  <a:pt x="2761716" y="1515593"/>
                  <a:pt x="2729597" y="1515593"/>
                </a:cubicBezTo>
                <a:cubicBezTo>
                  <a:pt x="2697488" y="1515593"/>
                  <a:pt x="2665370" y="1503334"/>
                  <a:pt x="2640862" y="1478836"/>
                </a:cubicBezTo>
                <a:cubicBezTo>
                  <a:pt x="2591856" y="1429820"/>
                  <a:pt x="2591856" y="1350353"/>
                  <a:pt x="2640862" y="1301347"/>
                </a:cubicBezTo>
                <a:cubicBezTo>
                  <a:pt x="2765516" y="1176703"/>
                  <a:pt x="2931470" y="1108047"/>
                  <a:pt x="3108149" y="1108047"/>
                </a:cubicBezTo>
                <a:close/>
                <a:moveTo>
                  <a:pt x="3108149" y="794045"/>
                </a:moveTo>
                <a:cubicBezTo>
                  <a:pt x="2847840" y="794045"/>
                  <a:pt x="2603095" y="895420"/>
                  <a:pt x="2419025" y="1079510"/>
                </a:cubicBezTo>
                <a:cubicBezTo>
                  <a:pt x="2234935" y="1263590"/>
                  <a:pt x="2133560" y="1508325"/>
                  <a:pt x="2133560" y="1768653"/>
                </a:cubicBezTo>
                <a:cubicBezTo>
                  <a:pt x="2133560" y="2028962"/>
                  <a:pt x="2234935" y="2273697"/>
                  <a:pt x="2419025" y="2457777"/>
                </a:cubicBezTo>
                <a:cubicBezTo>
                  <a:pt x="2603095" y="2641867"/>
                  <a:pt x="2847840" y="2743242"/>
                  <a:pt x="3108149" y="2743242"/>
                </a:cubicBezTo>
                <a:cubicBezTo>
                  <a:pt x="3368477" y="2743242"/>
                  <a:pt x="3613212" y="2641867"/>
                  <a:pt x="3797292" y="2457777"/>
                </a:cubicBezTo>
                <a:cubicBezTo>
                  <a:pt x="3981382" y="2273697"/>
                  <a:pt x="4082757" y="2028962"/>
                  <a:pt x="4082757" y="1768653"/>
                </a:cubicBezTo>
                <a:cubicBezTo>
                  <a:pt x="4082757" y="1508325"/>
                  <a:pt x="3981382" y="1263590"/>
                  <a:pt x="3797292" y="1079510"/>
                </a:cubicBezTo>
                <a:cubicBezTo>
                  <a:pt x="3613212" y="895420"/>
                  <a:pt x="3368477" y="794045"/>
                  <a:pt x="3108149" y="794045"/>
                </a:cubicBezTo>
                <a:close/>
                <a:moveTo>
                  <a:pt x="3108158" y="543062"/>
                </a:moveTo>
                <a:cubicBezTo>
                  <a:pt x="3435523" y="543062"/>
                  <a:pt x="3743305" y="670554"/>
                  <a:pt x="3974781" y="902030"/>
                </a:cubicBezTo>
                <a:cubicBezTo>
                  <a:pt x="4206248" y="1133507"/>
                  <a:pt x="4333740" y="1441288"/>
                  <a:pt x="4333750" y="1768653"/>
                </a:cubicBezTo>
                <a:cubicBezTo>
                  <a:pt x="4333750" y="2096008"/>
                  <a:pt x="4206267" y="2403790"/>
                  <a:pt x="3974781" y="2635266"/>
                </a:cubicBezTo>
                <a:cubicBezTo>
                  <a:pt x="3743295" y="2866743"/>
                  <a:pt x="3435523" y="2994235"/>
                  <a:pt x="3108158" y="2994235"/>
                </a:cubicBezTo>
                <a:cubicBezTo>
                  <a:pt x="2780803" y="2994235"/>
                  <a:pt x="2473022" y="2866752"/>
                  <a:pt x="2241545" y="2635266"/>
                </a:cubicBezTo>
                <a:cubicBezTo>
                  <a:pt x="2010069" y="2403780"/>
                  <a:pt x="1882577" y="2096008"/>
                  <a:pt x="1882577" y="1768653"/>
                </a:cubicBezTo>
                <a:cubicBezTo>
                  <a:pt x="1882577" y="1441288"/>
                  <a:pt x="2010059" y="1133507"/>
                  <a:pt x="2241545" y="902030"/>
                </a:cubicBezTo>
                <a:cubicBezTo>
                  <a:pt x="2473031" y="670554"/>
                  <a:pt x="2780803" y="543062"/>
                  <a:pt x="3108158" y="543062"/>
                </a:cubicBezTo>
                <a:close/>
                <a:moveTo>
                  <a:pt x="3108177" y="250882"/>
                </a:moveTo>
                <a:cubicBezTo>
                  <a:pt x="2719253" y="250882"/>
                  <a:pt x="2330499" y="398853"/>
                  <a:pt x="2034434" y="694919"/>
                </a:cubicBezTo>
                <a:cubicBezTo>
                  <a:pt x="1442379" y="1286974"/>
                  <a:pt x="1442379" y="2250323"/>
                  <a:pt x="2034434" y="2842377"/>
                </a:cubicBezTo>
                <a:cubicBezTo>
                  <a:pt x="2626489" y="3434433"/>
                  <a:pt x="3589838" y="3434413"/>
                  <a:pt x="4181893" y="2842377"/>
                </a:cubicBezTo>
                <a:cubicBezTo>
                  <a:pt x="4773938" y="2250323"/>
                  <a:pt x="4773938" y="1286964"/>
                  <a:pt x="4181912" y="694919"/>
                </a:cubicBezTo>
                <a:cubicBezTo>
                  <a:pt x="3885913" y="398929"/>
                  <a:pt x="3496969" y="250882"/>
                  <a:pt x="3108177" y="250882"/>
                </a:cubicBezTo>
                <a:close/>
                <a:moveTo>
                  <a:pt x="3108156" y="1"/>
                </a:moveTo>
                <a:cubicBezTo>
                  <a:pt x="3561279" y="-1"/>
                  <a:pt x="4014405" y="172473"/>
                  <a:pt x="4359372" y="517430"/>
                </a:cubicBezTo>
                <a:cubicBezTo>
                  <a:pt x="5049277" y="1207364"/>
                  <a:pt x="5049277" y="2329933"/>
                  <a:pt x="4359381" y="3019857"/>
                </a:cubicBezTo>
                <a:cubicBezTo>
                  <a:pt x="4014424" y="3364805"/>
                  <a:pt x="3561291" y="3537284"/>
                  <a:pt x="3108177" y="3537284"/>
                </a:cubicBezTo>
                <a:cubicBezTo>
                  <a:pt x="2694240" y="3537284"/>
                  <a:pt x="2280360" y="3393265"/>
                  <a:pt x="1948880" y="3105411"/>
                </a:cubicBezTo>
                <a:lnTo>
                  <a:pt x="1738101" y="3316189"/>
                </a:lnTo>
                <a:lnTo>
                  <a:pt x="1952871" y="3530949"/>
                </a:lnTo>
                <a:cubicBezTo>
                  <a:pt x="2001877" y="3579975"/>
                  <a:pt x="2001877" y="3659432"/>
                  <a:pt x="1952871" y="3708438"/>
                </a:cubicBezTo>
                <a:lnTo>
                  <a:pt x="946698" y="4714612"/>
                </a:lnTo>
                <a:cubicBezTo>
                  <a:pt x="838551" y="4822740"/>
                  <a:pt x="696495" y="4876813"/>
                  <a:pt x="554449" y="4876813"/>
                </a:cubicBezTo>
                <a:cubicBezTo>
                  <a:pt x="412412" y="4876813"/>
                  <a:pt x="270346" y="4822749"/>
                  <a:pt x="162200" y="4714612"/>
                </a:cubicBezTo>
                <a:cubicBezTo>
                  <a:pt x="-54066" y="4498308"/>
                  <a:pt x="-54066" y="4146398"/>
                  <a:pt x="162200" y="3930123"/>
                </a:cubicBezTo>
                <a:lnTo>
                  <a:pt x="1168373" y="2923940"/>
                </a:lnTo>
                <a:cubicBezTo>
                  <a:pt x="1217408" y="2874943"/>
                  <a:pt x="1296846" y="2874943"/>
                  <a:pt x="1345862" y="2923940"/>
                </a:cubicBezTo>
                <a:lnTo>
                  <a:pt x="1560622" y="3138700"/>
                </a:lnTo>
                <a:lnTo>
                  <a:pt x="1771401" y="2927922"/>
                </a:lnTo>
                <a:cubicBezTo>
                  <a:pt x="1168430" y="2233578"/>
                  <a:pt x="1196891" y="1177522"/>
                  <a:pt x="1856954" y="517430"/>
                </a:cubicBezTo>
                <a:cubicBezTo>
                  <a:pt x="2201912" y="172482"/>
                  <a:pt x="2655033" y="3"/>
                  <a:pt x="3108156" y="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Freeform: Shape 74"/>
          <p:cNvSpPr>
            <a:spLocks noChangeAspect="1"/>
          </p:cNvSpPr>
          <p:nvPr/>
        </p:nvSpPr>
        <p:spPr>
          <a:xfrm>
            <a:off x="1161662" y="5087266"/>
            <a:ext cx="355293" cy="299730"/>
          </a:xfrm>
          <a:custGeom>
            <a:avLst/>
            <a:gdLst>
              <a:gd name="connsiteX0" fmla="*/ 3640274 w 4876800"/>
              <a:gd name="connsiteY0" fmla="*/ 4000500 h 4381500"/>
              <a:gd name="connsiteX1" fmla="*/ 3735524 w 4876800"/>
              <a:gd name="connsiteY1" fmla="*/ 4191000 h 4381500"/>
              <a:gd name="connsiteX2" fmla="*/ 3962400 w 4876800"/>
              <a:gd name="connsiteY2" fmla="*/ 4191000 h 4381500"/>
              <a:gd name="connsiteX3" fmla="*/ 3962400 w 4876800"/>
              <a:gd name="connsiteY3" fmla="*/ 4000500 h 4381500"/>
              <a:gd name="connsiteX4" fmla="*/ 914400 w 4876800"/>
              <a:gd name="connsiteY4" fmla="*/ 4000500 h 4381500"/>
              <a:gd name="connsiteX5" fmla="*/ 914400 w 4876800"/>
              <a:gd name="connsiteY5" fmla="*/ 4191000 h 4381500"/>
              <a:gd name="connsiteX6" fmla="*/ 1141276 w 4876800"/>
              <a:gd name="connsiteY6" fmla="*/ 4191000 h 4381500"/>
              <a:gd name="connsiteX7" fmla="*/ 1236535 w 4876800"/>
              <a:gd name="connsiteY7" fmla="*/ 4000500 h 4381500"/>
              <a:gd name="connsiteX8" fmla="*/ 1892941 w 4876800"/>
              <a:gd name="connsiteY8" fmla="*/ 2412073 h 4381500"/>
              <a:gd name="connsiteX9" fmla="*/ 2003241 w 4876800"/>
              <a:gd name="connsiteY9" fmla="*/ 2489426 h 4381500"/>
              <a:gd name="connsiteX10" fmla="*/ 1925993 w 4876800"/>
              <a:gd name="connsiteY10" fmla="*/ 2599726 h 4381500"/>
              <a:gd name="connsiteX11" fmla="*/ 1909324 w 4876800"/>
              <a:gd name="connsiteY11" fmla="*/ 2601240 h 4381500"/>
              <a:gd name="connsiteX12" fmla="*/ 1815598 w 4876800"/>
              <a:gd name="connsiteY12" fmla="*/ 2522468 h 4381500"/>
              <a:gd name="connsiteX13" fmla="*/ 1892941 w 4876800"/>
              <a:gd name="connsiteY13" fmla="*/ 2412073 h 4381500"/>
              <a:gd name="connsiteX14" fmla="*/ 1536309 w 4876800"/>
              <a:gd name="connsiteY14" fmla="*/ 2343925 h 4381500"/>
              <a:gd name="connsiteX15" fmla="*/ 1572149 w 4876800"/>
              <a:gd name="connsiteY15" fmla="*/ 2355970 h 4381500"/>
              <a:gd name="connsiteX16" fmla="*/ 1607011 w 4876800"/>
              <a:gd name="connsiteY16" fmla="*/ 2486082 h 4381500"/>
              <a:gd name="connsiteX17" fmla="*/ 1524420 w 4876800"/>
              <a:gd name="connsiteY17" fmla="*/ 2533707 h 4381500"/>
              <a:gd name="connsiteX18" fmla="*/ 1476899 w 4876800"/>
              <a:gd name="connsiteY18" fmla="*/ 2520943 h 4381500"/>
              <a:gd name="connsiteX19" fmla="*/ 1476995 w 4876800"/>
              <a:gd name="connsiteY19" fmla="*/ 2520943 h 4381500"/>
              <a:gd name="connsiteX20" fmla="*/ 1442038 w 4876800"/>
              <a:gd name="connsiteY20" fmla="*/ 2390832 h 4381500"/>
              <a:gd name="connsiteX21" fmla="*/ 1536309 w 4876800"/>
              <a:gd name="connsiteY21" fmla="*/ 2343925 h 4381500"/>
              <a:gd name="connsiteX22" fmla="*/ 2239405 w 4876800"/>
              <a:gd name="connsiteY22" fmla="*/ 2215358 h 4381500"/>
              <a:gd name="connsiteX23" fmla="*/ 2308898 w 4876800"/>
              <a:gd name="connsiteY23" fmla="*/ 2237289 h 4381500"/>
              <a:gd name="connsiteX24" fmla="*/ 2320614 w 4876800"/>
              <a:gd name="connsiteY24" fmla="*/ 2371506 h 4381500"/>
              <a:gd name="connsiteX25" fmla="*/ 2247652 w 4876800"/>
              <a:gd name="connsiteY25" fmla="*/ 2405500 h 4381500"/>
              <a:gd name="connsiteX26" fmla="*/ 2186501 w 4876800"/>
              <a:gd name="connsiteY26" fmla="*/ 2383212 h 4381500"/>
              <a:gd name="connsiteX27" fmla="*/ 2174690 w 4876800"/>
              <a:gd name="connsiteY27" fmla="*/ 2249005 h 4381500"/>
              <a:gd name="connsiteX28" fmla="*/ 2239405 w 4876800"/>
              <a:gd name="connsiteY28" fmla="*/ 2215358 h 4381500"/>
              <a:gd name="connsiteX29" fmla="*/ 1277507 w 4876800"/>
              <a:gd name="connsiteY29" fmla="*/ 2044257 h 4381500"/>
              <a:gd name="connsiteX30" fmla="*/ 1362313 w 4876800"/>
              <a:gd name="connsiteY30" fmla="*/ 2106702 h 4381500"/>
              <a:gd name="connsiteX31" fmla="*/ 1305544 w 4876800"/>
              <a:gd name="connsiteY31" fmla="*/ 2228908 h 4381500"/>
              <a:gd name="connsiteX32" fmla="*/ 1272873 w 4876800"/>
              <a:gd name="connsiteY32" fmla="*/ 2234718 h 4381500"/>
              <a:gd name="connsiteX33" fmla="*/ 1183424 w 4876800"/>
              <a:gd name="connsiteY33" fmla="*/ 2172138 h 4381500"/>
              <a:gd name="connsiteX34" fmla="*/ 1240098 w 4876800"/>
              <a:gd name="connsiteY34" fmla="*/ 2049933 h 4381500"/>
              <a:gd name="connsiteX35" fmla="*/ 1277507 w 4876800"/>
              <a:gd name="connsiteY35" fmla="*/ 2044257 h 4381500"/>
              <a:gd name="connsiteX36" fmla="*/ 3543776 w 4876800"/>
              <a:gd name="connsiteY36" fmla="*/ 2028768 h 4381500"/>
              <a:gd name="connsiteX37" fmla="*/ 3543776 w 4876800"/>
              <a:gd name="connsiteY37" fmla="*/ 2514600 h 4381500"/>
              <a:gd name="connsiteX38" fmla="*/ 3639026 w 4876800"/>
              <a:gd name="connsiteY38" fmla="*/ 2609850 h 4381500"/>
              <a:gd name="connsiteX39" fmla="*/ 3734276 w 4876800"/>
              <a:gd name="connsiteY39" fmla="*/ 2514600 h 4381500"/>
              <a:gd name="connsiteX40" fmla="*/ 3734276 w 4876800"/>
              <a:gd name="connsiteY40" fmla="*/ 2028768 h 4381500"/>
              <a:gd name="connsiteX41" fmla="*/ 3639026 w 4876800"/>
              <a:gd name="connsiteY41" fmla="*/ 2038350 h 4381500"/>
              <a:gd name="connsiteX42" fmla="*/ 3543776 w 4876800"/>
              <a:gd name="connsiteY42" fmla="*/ 2028768 h 4381500"/>
              <a:gd name="connsiteX43" fmla="*/ 1809750 w 4876800"/>
              <a:gd name="connsiteY43" fmla="*/ 1847850 h 4381500"/>
              <a:gd name="connsiteX44" fmla="*/ 1714500 w 4876800"/>
              <a:gd name="connsiteY44" fmla="*/ 1943100 h 4381500"/>
              <a:gd name="connsiteX45" fmla="*/ 1809750 w 4876800"/>
              <a:gd name="connsiteY45" fmla="*/ 2038350 h 4381500"/>
              <a:gd name="connsiteX46" fmla="*/ 1905000 w 4876800"/>
              <a:gd name="connsiteY46" fmla="*/ 1943100 h 4381500"/>
              <a:gd name="connsiteX47" fmla="*/ 1809750 w 4876800"/>
              <a:gd name="connsiteY47" fmla="*/ 1847850 h 4381500"/>
              <a:gd name="connsiteX48" fmla="*/ 2380917 w 4876800"/>
              <a:gd name="connsiteY48" fmla="*/ 1845811 h 4381500"/>
              <a:gd name="connsiteX49" fmla="*/ 2476443 w 4876800"/>
              <a:gd name="connsiteY49" fmla="*/ 1940776 h 4381500"/>
              <a:gd name="connsiteX50" fmla="*/ 2476443 w 4876800"/>
              <a:gd name="connsiteY50" fmla="*/ 1942119 h 4381500"/>
              <a:gd name="connsiteX51" fmla="*/ 2476443 w 4876800"/>
              <a:gd name="connsiteY51" fmla="*/ 1943157 h 4381500"/>
              <a:gd name="connsiteX52" fmla="*/ 2381298 w 4876800"/>
              <a:gd name="connsiteY52" fmla="*/ 2038312 h 4381500"/>
              <a:gd name="connsiteX53" fmla="*/ 2286048 w 4876800"/>
              <a:gd name="connsiteY53" fmla="*/ 1943157 h 4381500"/>
              <a:gd name="connsiteX54" fmla="*/ 2286048 w 4876800"/>
              <a:gd name="connsiteY54" fmla="*/ 1943062 h 4381500"/>
              <a:gd name="connsiteX55" fmla="*/ 2285943 w 4876800"/>
              <a:gd name="connsiteY55" fmla="*/ 1941442 h 4381500"/>
              <a:gd name="connsiteX56" fmla="*/ 2380917 w 4876800"/>
              <a:gd name="connsiteY56" fmla="*/ 1845811 h 4381500"/>
              <a:gd name="connsiteX57" fmla="*/ 1267195 w 4876800"/>
              <a:gd name="connsiteY57" fmla="*/ 1653438 h 4381500"/>
              <a:gd name="connsiteX58" fmla="*/ 1304583 w 4876800"/>
              <a:gd name="connsiteY58" fmla="*/ 1659026 h 4381500"/>
              <a:gd name="connsiteX59" fmla="*/ 1361733 w 4876800"/>
              <a:gd name="connsiteY59" fmla="*/ 1780956 h 4381500"/>
              <a:gd name="connsiteX60" fmla="*/ 1272197 w 4876800"/>
              <a:gd name="connsiteY60" fmla="*/ 1843820 h 4381500"/>
              <a:gd name="connsiteX61" fmla="*/ 1239813 w 4876800"/>
              <a:gd name="connsiteY61" fmla="*/ 1838106 h 4381500"/>
              <a:gd name="connsiteX62" fmla="*/ 1182653 w 4876800"/>
              <a:gd name="connsiteY62" fmla="*/ 1716176 h 4381500"/>
              <a:gd name="connsiteX63" fmla="*/ 1267195 w 4876800"/>
              <a:gd name="connsiteY63" fmla="*/ 1653438 h 4381500"/>
              <a:gd name="connsiteX64" fmla="*/ 3639074 w 4876800"/>
              <a:gd name="connsiteY64" fmla="*/ 1466812 h 4381500"/>
              <a:gd name="connsiteX65" fmla="*/ 3706406 w 4876800"/>
              <a:gd name="connsiteY65" fmla="*/ 1494720 h 4381500"/>
              <a:gd name="connsiteX66" fmla="*/ 3734324 w 4876800"/>
              <a:gd name="connsiteY66" fmla="*/ 1562062 h 4381500"/>
              <a:gd name="connsiteX67" fmla="*/ 3706406 w 4876800"/>
              <a:gd name="connsiteY67" fmla="*/ 1629403 h 4381500"/>
              <a:gd name="connsiteX68" fmla="*/ 3639074 w 4876800"/>
              <a:gd name="connsiteY68" fmla="*/ 1657312 h 4381500"/>
              <a:gd name="connsiteX69" fmla="*/ 3571637 w 4876800"/>
              <a:gd name="connsiteY69" fmla="*/ 1629403 h 4381500"/>
              <a:gd name="connsiteX70" fmla="*/ 3543824 w 4876800"/>
              <a:gd name="connsiteY70" fmla="*/ 1562062 h 4381500"/>
              <a:gd name="connsiteX71" fmla="*/ 3571637 w 4876800"/>
              <a:gd name="connsiteY71" fmla="*/ 1494720 h 4381500"/>
              <a:gd name="connsiteX72" fmla="*/ 3639074 w 4876800"/>
              <a:gd name="connsiteY72" fmla="*/ 1466812 h 4381500"/>
              <a:gd name="connsiteX73" fmla="*/ 1510783 w 4876800"/>
              <a:gd name="connsiteY73" fmla="*/ 1354235 h 4381500"/>
              <a:gd name="connsiteX74" fmla="*/ 1605200 w 4876800"/>
              <a:gd name="connsiteY74" fmla="*/ 1400813 h 4381500"/>
              <a:gd name="connsiteX75" fmla="*/ 1570720 w 4876800"/>
              <a:gd name="connsiteY75" fmla="*/ 1531020 h 4381500"/>
              <a:gd name="connsiteX76" fmla="*/ 1522904 w 4876800"/>
              <a:gd name="connsiteY76" fmla="*/ 1543964 h 4381500"/>
              <a:gd name="connsiteX77" fmla="*/ 1440513 w 4876800"/>
              <a:gd name="connsiteY77" fmla="*/ 1496635 h 4381500"/>
              <a:gd name="connsiteX78" fmla="*/ 1474994 w 4876800"/>
              <a:gd name="connsiteY78" fmla="*/ 1366428 h 4381500"/>
              <a:gd name="connsiteX79" fmla="*/ 1510783 w 4876800"/>
              <a:gd name="connsiteY79" fmla="*/ 1354235 h 4381500"/>
              <a:gd name="connsiteX80" fmla="*/ 1923716 w 4876800"/>
              <a:gd name="connsiteY80" fmla="*/ 1286027 h 4381500"/>
              <a:gd name="connsiteX81" fmla="*/ 2001335 w 4876800"/>
              <a:gd name="connsiteY81" fmla="*/ 1396136 h 4381500"/>
              <a:gd name="connsiteX82" fmla="*/ 1907609 w 4876800"/>
              <a:gd name="connsiteY82" fmla="*/ 1475194 h 4381500"/>
              <a:gd name="connsiteX83" fmla="*/ 1891322 w 4876800"/>
              <a:gd name="connsiteY83" fmla="*/ 1473774 h 4381500"/>
              <a:gd name="connsiteX84" fmla="*/ 1813598 w 4876800"/>
              <a:gd name="connsiteY84" fmla="*/ 1363742 h 4381500"/>
              <a:gd name="connsiteX85" fmla="*/ 1923716 w 4876800"/>
              <a:gd name="connsiteY85" fmla="*/ 1286027 h 4381500"/>
              <a:gd name="connsiteX86" fmla="*/ 3639026 w 4876800"/>
              <a:gd name="connsiteY86" fmla="*/ 1276350 h 4381500"/>
              <a:gd name="connsiteX87" fmla="*/ 3353276 w 4876800"/>
              <a:gd name="connsiteY87" fmla="*/ 1562100 h 4381500"/>
              <a:gd name="connsiteX88" fmla="*/ 3639026 w 4876800"/>
              <a:gd name="connsiteY88" fmla="*/ 1847850 h 4381500"/>
              <a:gd name="connsiteX89" fmla="*/ 3924776 w 4876800"/>
              <a:gd name="connsiteY89" fmla="*/ 1562100 h 4381500"/>
              <a:gd name="connsiteX90" fmla="*/ 3639026 w 4876800"/>
              <a:gd name="connsiteY90" fmla="*/ 1276350 h 4381500"/>
              <a:gd name="connsiteX91" fmla="*/ 3639026 w 4876800"/>
              <a:gd name="connsiteY91" fmla="*/ 1085850 h 4381500"/>
              <a:gd name="connsiteX92" fmla="*/ 4115276 w 4876800"/>
              <a:gd name="connsiteY92" fmla="*/ 1562100 h 4381500"/>
              <a:gd name="connsiteX93" fmla="*/ 3924776 w 4876800"/>
              <a:gd name="connsiteY93" fmla="*/ 1942843 h 4381500"/>
              <a:gd name="connsiteX94" fmla="*/ 3924776 w 4876800"/>
              <a:gd name="connsiteY94" fmla="*/ 2514600 h 4381500"/>
              <a:gd name="connsiteX95" fmla="*/ 3639026 w 4876800"/>
              <a:gd name="connsiteY95" fmla="*/ 2800350 h 4381500"/>
              <a:gd name="connsiteX96" fmla="*/ 3353276 w 4876800"/>
              <a:gd name="connsiteY96" fmla="*/ 2514600 h 4381500"/>
              <a:gd name="connsiteX97" fmla="*/ 3353276 w 4876800"/>
              <a:gd name="connsiteY97" fmla="*/ 1942843 h 4381500"/>
              <a:gd name="connsiteX98" fmla="*/ 3162776 w 4876800"/>
              <a:gd name="connsiteY98" fmla="*/ 1562100 h 4381500"/>
              <a:gd name="connsiteX99" fmla="*/ 3639026 w 4876800"/>
              <a:gd name="connsiteY99" fmla="*/ 1085850 h 4381500"/>
              <a:gd name="connsiteX100" fmla="*/ 1809750 w 4876800"/>
              <a:gd name="connsiteY100" fmla="*/ 1085850 h 4381500"/>
              <a:gd name="connsiteX101" fmla="*/ 952500 w 4876800"/>
              <a:gd name="connsiteY101" fmla="*/ 1943100 h 4381500"/>
              <a:gd name="connsiteX102" fmla="*/ 1809750 w 4876800"/>
              <a:gd name="connsiteY102" fmla="*/ 2800350 h 4381500"/>
              <a:gd name="connsiteX103" fmla="*/ 2667000 w 4876800"/>
              <a:gd name="connsiteY103" fmla="*/ 1943100 h 4381500"/>
              <a:gd name="connsiteX104" fmla="*/ 2520724 w 4876800"/>
              <a:gd name="connsiteY104" fmla="*/ 1464630 h 4381500"/>
              <a:gd name="connsiteX105" fmla="*/ 2076745 w 4876800"/>
              <a:gd name="connsiteY105" fmla="*/ 1841430 h 4381500"/>
              <a:gd name="connsiteX106" fmla="*/ 2095500 w 4876800"/>
              <a:gd name="connsiteY106" fmla="*/ 1943100 h 4381500"/>
              <a:gd name="connsiteX107" fmla="*/ 1809750 w 4876800"/>
              <a:gd name="connsiteY107" fmla="*/ 2228850 h 4381500"/>
              <a:gd name="connsiteX108" fmla="*/ 1524000 w 4876800"/>
              <a:gd name="connsiteY108" fmla="*/ 1943100 h 4381500"/>
              <a:gd name="connsiteX109" fmla="*/ 1809750 w 4876800"/>
              <a:gd name="connsiteY109" fmla="*/ 1657350 h 4381500"/>
              <a:gd name="connsiteX110" fmla="*/ 1953415 w 4876800"/>
              <a:gd name="connsiteY110" fmla="*/ 1696250 h 4381500"/>
              <a:gd name="connsiteX111" fmla="*/ 2397328 w 4876800"/>
              <a:gd name="connsiteY111" fmla="*/ 1319508 h 4381500"/>
              <a:gd name="connsiteX112" fmla="*/ 1809750 w 4876800"/>
              <a:gd name="connsiteY112" fmla="*/ 1085850 h 4381500"/>
              <a:gd name="connsiteX113" fmla="*/ 1809750 w 4876800"/>
              <a:gd name="connsiteY113" fmla="*/ 895350 h 4381500"/>
              <a:gd name="connsiteX114" fmla="*/ 2857500 w 4876800"/>
              <a:gd name="connsiteY114" fmla="*/ 1943100 h 4381500"/>
              <a:gd name="connsiteX115" fmla="*/ 1809750 w 4876800"/>
              <a:gd name="connsiteY115" fmla="*/ 2990850 h 4381500"/>
              <a:gd name="connsiteX116" fmla="*/ 762000 w 4876800"/>
              <a:gd name="connsiteY116" fmla="*/ 1943100 h 4381500"/>
              <a:gd name="connsiteX117" fmla="*/ 1809750 w 4876800"/>
              <a:gd name="connsiteY117" fmla="*/ 895350 h 4381500"/>
              <a:gd name="connsiteX118" fmla="*/ 571500 w 4876800"/>
              <a:gd name="connsiteY118" fmla="*/ 571500 h 4381500"/>
              <a:gd name="connsiteX119" fmla="*/ 571500 w 4876800"/>
              <a:gd name="connsiteY119" fmla="*/ 3429000 h 4381500"/>
              <a:gd name="connsiteX120" fmla="*/ 4305757 w 4876800"/>
              <a:gd name="connsiteY120" fmla="*/ 3429000 h 4381500"/>
              <a:gd name="connsiteX121" fmla="*/ 4305319 w 4876800"/>
              <a:gd name="connsiteY121" fmla="*/ 571500 h 4381500"/>
              <a:gd name="connsiteX122" fmla="*/ 476250 w 4876800"/>
              <a:gd name="connsiteY122" fmla="*/ 381000 h 4381500"/>
              <a:gd name="connsiteX123" fmla="*/ 4400550 w 4876800"/>
              <a:gd name="connsiteY123" fmla="*/ 381000 h 4381500"/>
              <a:gd name="connsiteX124" fmla="*/ 4495800 w 4876800"/>
              <a:gd name="connsiteY124" fmla="*/ 476231 h 4381500"/>
              <a:gd name="connsiteX125" fmla="*/ 4496267 w 4876800"/>
              <a:gd name="connsiteY125" fmla="*/ 3524212 h 4381500"/>
              <a:gd name="connsiteX126" fmla="*/ 4412666 w 4876800"/>
              <a:gd name="connsiteY126" fmla="*/ 3618766 h 4381500"/>
              <a:gd name="connsiteX127" fmla="*/ 4400550 w 4876800"/>
              <a:gd name="connsiteY127" fmla="*/ 3619500 h 4381500"/>
              <a:gd name="connsiteX128" fmla="*/ 476250 w 4876800"/>
              <a:gd name="connsiteY128" fmla="*/ 3619500 h 4381500"/>
              <a:gd name="connsiteX129" fmla="*/ 381000 w 4876800"/>
              <a:gd name="connsiteY129" fmla="*/ 3524250 h 4381500"/>
              <a:gd name="connsiteX130" fmla="*/ 381000 w 4876800"/>
              <a:gd name="connsiteY130" fmla="*/ 476250 h 4381500"/>
              <a:gd name="connsiteX131" fmla="*/ 476250 w 4876800"/>
              <a:gd name="connsiteY131" fmla="*/ 381000 h 4381500"/>
              <a:gd name="connsiteX132" fmla="*/ 476250 w 4876800"/>
              <a:gd name="connsiteY132" fmla="*/ 190500 h 4381500"/>
              <a:gd name="connsiteX133" fmla="*/ 190500 w 4876800"/>
              <a:gd name="connsiteY133" fmla="*/ 476250 h 4381500"/>
              <a:gd name="connsiteX134" fmla="*/ 190500 w 4876800"/>
              <a:gd name="connsiteY134" fmla="*/ 3524250 h 4381500"/>
              <a:gd name="connsiteX135" fmla="*/ 476250 w 4876800"/>
              <a:gd name="connsiteY135" fmla="*/ 3810000 h 4381500"/>
              <a:gd name="connsiteX136" fmla="*/ 4400550 w 4876800"/>
              <a:gd name="connsiteY136" fmla="*/ 3810000 h 4381500"/>
              <a:gd name="connsiteX137" fmla="*/ 4686300 w 4876800"/>
              <a:gd name="connsiteY137" fmla="*/ 3524250 h 4381500"/>
              <a:gd name="connsiteX138" fmla="*/ 4686300 w 4876800"/>
              <a:gd name="connsiteY138" fmla="*/ 476250 h 4381500"/>
              <a:gd name="connsiteX139" fmla="*/ 4400550 w 4876800"/>
              <a:gd name="connsiteY139" fmla="*/ 190500 h 4381500"/>
              <a:gd name="connsiteX140" fmla="*/ 476250 w 4876800"/>
              <a:gd name="connsiteY140" fmla="*/ 0 h 4381500"/>
              <a:gd name="connsiteX141" fmla="*/ 4400550 w 4876800"/>
              <a:gd name="connsiteY141" fmla="*/ 0 h 4381500"/>
              <a:gd name="connsiteX142" fmla="*/ 4876800 w 4876800"/>
              <a:gd name="connsiteY142" fmla="*/ 476250 h 4381500"/>
              <a:gd name="connsiteX143" fmla="*/ 4876800 w 4876800"/>
              <a:gd name="connsiteY143" fmla="*/ 3524250 h 4381500"/>
              <a:gd name="connsiteX144" fmla="*/ 4400550 w 4876800"/>
              <a:gd name="connsiteY144" fmla="*/ 4000500 h 4381500"/>
              <a:gd name="connsiteX145" fmla="*/ 4152900 w 4876800"/>
              <a:gd name="connsiteY145" fmla="*/ 4000500 h 4381500"/>
              <a:gd name="connsiteX146" fmla="*/ 4152900 w 4876800"/>
              <a:gd name="connsiteY146" fmla="*/ 4286250 h 4381500"/>
              <a:gd name="connsiteX147" fmla="*/ 4057650 w 4876800"/>
              <a:gd name="connsiteY147" fmla="*/ 4381500 h 4381500"/>
              <a:gd name="connsiteX148" fmla="*/ 3676650 w 4876800"/>
              <a:gd name="connsiteY148" fmla="*/ 4381500 h 4381500"/>
              <a:gd name="connsiteX149" fmla="*/ 3591458 w 4876800"/>
              <a:gd name="connsiteY149" fmla="*/ 4328846 h 4381500"/>
              <a:gd name="connsiteX150" fmla="*/ 3427285 w 4876800"/>
              <a:gd name="connsiteY150" fmla="*/ 4000500 h 4381500"/>
              <a:gd name="connsiteX151" fmla="*/ 1449514 w 4876800"/>
              <a:gd name="connsiteY151" fmla="*/ 4000500 h 4381500"/>
              <a:gd name="connsiteX152" fmla="*/ 1285341 w 4876800"/>
              <a:gd name="connsiteY152" fmla="*/ 4328846 h 4381500"/>
              <a:gd name="connsiteX153" fmla="*/ 1200150 w 4876800"/>
              <a:gd name="connsiteY153" fmla="*/ 4381500 h 4381500"/>
              <a:gd name="connsiteX154" fmla="*/ 819150 w 4876800"/>
              <a:gd name="connsiteY154" fmla="*/ 4381500 h 4381500"/>
              <a:gd name="connsiteX155" fmla="*/ 723900 w 4876800"/>
              <a:gd name="connsiteY155" fmla="*/ 4286250 h 4381500"/>
              <a:gd name="connsiteX156" fmla="*/ 723900 w 4876800"/>
              <a:gd name="connsiteY156" fmla="*/ 4000500 h 4381500"/>
              <a:gd name="connsiteX157" fmla="*/ 476250 w 4876800"/>
              <a:gd name="connsiteY157" fmla="*/ 4000500 h 4381500"/>
              <a:gd name="connsiteX158" fmla="*/ 0 w 4876800"/>
              <a:gd name="connsiteY158" fmla="*/ 3524250 h 4381500"/>
              <a:gd name="connsiteX159" fmla="*/ 0 w 4876800"/>
              <a:gd name="connsiteY159" fmla="*/ 476250 h 4381500"/>
              <a:gd name="connsiteX160" fmla="*/ 476250 w 4876800"/>
              <a:gd name="connsiteY160" fmla="*/ 0 h 438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876800" h="4381500">
                <a:moveTo>
                  <a:pt x="3640274" y="4000500"/>
                </a:moveTo>
                <a:lnTo>
                  <a:pt x="3735524" y="4191000"/>
                </a:lnTo>
                <a:lnTo>
                  <a:pt x="3962400" y="4191000"/>
                </a:lnTo>
                <a:lnTo>
                  <a:pt x="3962400" y="4000500"/>
                </a:lnTo>
                <a:close/>
                <a:moveTo>
                  <a:pt x="914400" y="4000500"/>
                </a:moveTo>
                <a:lnTo>
                  <a:pt x="914400" y="4191000"/>
                </a:lnTo>
                <a:lnTo>
                  <a:pt x="1141276" y="4191000"/>
                </a:lnTo>
                <a:lnTo>
                  <a:pt x="1236535" y="4000500"/>
                </a:lnTo>
                <a:close/>
                <a:moveTo>
                  <a:pt x="1892941" y="2412073"/>
                </a:moveTo>
                <a:cubicBezTo>
                  <a:pt x="1944767" y="2403025"/>
                  <a:pt x="1994097" y="2437600"/>
                  <a:pt x="2003241" y="2489426"/>
                </a:cubicBezTo>
                <a:cubicBezTo>
                  <a:pt x="2012385" y="2541232"/>
                  <a:pt x="1977723" y="2590581"/>
                  <a:pt x="1925993" y="2599726"/>
                </a:cubicBezTo>
                <a:cubicBezTo>
                  <a:pt x="1920373" y="2600764"/>
                  <a:pt x="1914849" y="2601240"/>
                  <a:pt x="1909324" y="2601240"/>
                </a:cubicBezTo>
                <a:cubicBezTo>
                  <a:pt x="1863985" y="2601240"/>
                  <a:pt x="1823790" y="2568664"/>
                  <a:pt x="1815598" y="2522468"/>
                </a:cubicBezTo>
                <a:cubicBezTo>
                  <a:pt x="1806550" y="2470643"/>
                  <a:pt x="1841125" y="2421218"/>
                  <a:pt x="1892941" y="2412073"/>
                </a:cubicBezTo>
                <a:close/>
                <a:moveTo>
                  <a:pt x="1536309" y="2343925"/>
                </a:moveTo>
                <a:cubicBezTo>
                  <a:pt x="1548587" y="2345446"/>
                  <a:pt x="1560767" y="2349398"/>
                  <a:pt x="1572149" y="2355970"/>
                </a:cubicBezTo>
                <a:cubicBezTo>
                  <a:pt x="1617669" y="2382259"/>
                  <a:pt x="1633300" y="2440457"/>
                  <a:pt x="1607011" y="2486082"/>
                </a:cubicBezTo>
                <a:cubicBezTo>
                  <a:pt x="1589380" y="2516657"/>
                  <a:pt x="1557386" y="2533707"/>
                  <a:pt x="1524420" y="2533707"/>
                </a:cubicBezTo>
                <a:cubicBezTo>
                  <a:pt x="1508332" y="2533707"/>
                  <a:pt x="1491949" y="2529611"/>
                  <a:pt x="1476899" y="2520943"/>
                </a:cubicBezTo>
                <a:cubicBezTo>
                  <a:pt x="1476899" y="2520943"/>
                  <a:pt x="1476899" y="2520943"/>
                  <a:pt x="1476995" y="2520943"/>
                </a:cubicBezTo>
                <a:cubicBezTo>
                  <a:pt x="1431370" y="2494654"/>
                  <a:pt x="1415749" y="2436456"/>
                  <a:pt x="1442038" y="2390832"/>
                </a:cubicBezTo>
                <a:cubicBezTo>
                  <a:pt x="1461755" y="2356692"/>
                  <a:pt x="1499474" y="2339365"/>
                  <a:pt x="1536309" y="2343925"/>
                </a:cubicBezTo>
                <a:close/>
                <a:moveTo>
                  <a:pt x="2239405" y="2215358"/>
                </a:moveTo>
                <a:cubicBezTo>
                  <a:pt x="2263683" y="2213238"/>
                  <a:pt x="2288758" y="2220382"/>
                  <a:pt x="2308898" y="2237289"/>
                </a:cubicBezTo>
                <a:cubicBezTo>
                  <a:pt x="2349198" y="2271112"/>
                  <a:pt x="2354437" y="2331206"/>
                  <a:pt x="2320614" y="2371506"/>
                </a:cubicBezTo>
                <a:cubicBezTo>
                  <a:pt x="2301840" y="2393975"/>
                  <a:pt x="2274798" y="2405500"/>
                  <a:pt x="2247652" y="2405500"/>
                </a:cubicBezTo>
                <a:cubicBezTo>
                  <a:pt x="2226021" y="2405500"/>
                  <a:pt x="2204313" y="2398166"/>
                  <a:pt x="2186501" y="2383212"/>
                </a:cubicBezTo>
                <a:cubicBezTo>
                  <a:pt x="2146211" y="2349398"/>
                  <a:pt x="2140877" y="2289286"/>
                  <a:pt x="2174690" y="2249005"/>
                </a:cubicBezTo>
                <a:cubicBezTo>
                  <a:pt x="2191645" y="2228860"/>
                  <a:pt x="2215126" y="2217477"/>
                  <a:pt x="2239405" y="2215358"/>
                </a:cubicBezTo>
                <a:close/>
                <a:moveTo>
                  <a:pt x="1277507" y="2044257"/>
                </a:moveTo>
                <a:cubicBezTo>
                  <a:pt x="1314590" y="2046105"/>
                  <a:pt x="1348733" y="2069626"/>
                  <a:pt x="1362313" y="2106702"/>
                </a:cubicBezTo>
                <a:cubicBezTo>
                  <a:pt x="1380410" y="2156136"/>
                  <a:pt x="1354979" y="2210819"/>
                  <a:pt x="1305544" y="2228908"/>
                </a:cubicBezTo>
                <a:cubicBezTo>
                  <a:pt x="1294781" y="2232813"/>
                  <a:pt x="1283731" y="2234718"/>
                  <a:pt x="1272873" y="2234718"/>
                </a:cubicBezTo>
                <a:cubicBezTo>
                  <a:pt x="1234011" y="2234718"/>
                  <a:pt x="1197521" y="2210715"/>
                  <a:pt x="1183424" y="2172138"/>
                </a:cubicBezTo>
                <a:cubicBezTo>
                  <a:pt x="1165326" y="2122713"/>
                  <a:pt x="1190758" y="2068030"/>
                  <a:pt x="1240098" y="2049933"/>
                </a:cubicBezTo>
                <a:cubicBezTo>
                  <a:pt x="1252459" y="2045433"/>
                  <a:pt x="1265147" y="2043641"/>
                  <a:pt x="1277507" y="2044257"/>
                </a:cubicBezTo>
                <a:close/>
                <a:moveTo>
                  <a:pt x="3543776" y="2028768"/>
                </a:moveTo>
                <a:lnTo>
                  <a:pt x="3543776" y="2514600"/>
                </a:lnTo>
                <a:cubicBezTo>
                  <a:pt x="3543776" y="2567121"/>
                  <a:pt x="3586505" y="2609850"/>
                  <a:pt x="3639026" y="2609850"/>
                </a:cubicBezTo>
                <a:cubicBezTo>
                  <a:pt x="3691547" y="2609850"/>
                  <a:pt x="3734276" y="2567121"/>
                  <a:pt x="3734276" y="2514600"/>
                </a:cubicBezTo>
                <a:lnTo>
                  <a:pt x="3734276" y="2028768"/>
                </a:lnTo>
                <a:cubicBezTo>
                  <a:pt x="3703491" y="2035045"/>
                  <a:pt x="3671639" y="2038350"/>
                  <a:pt x="3639026" y="2038350"/>
                </a:cubicBezTo>
                <a:cubicBezTo>
                  <a:pt x="3606412" y="2038350"/>
                  <a:pt x="3574561" y="2035045"/>
                  <a:pt x="3543776" y="2028768"/>
                </a:cubicBezTo>
                <a:close/>
                <a:moveTo>
                  <a:pt x="1809750" y="1847850"/>
                </a:moveTo>
                <a:cubicBezTo>
                  <a:pt x="1757229" y="1847850"/>
                  <a:pt x="1714500" y="1890579"/>
                  <a:pt x="1714500" y="1943100"/>
                </a:cubicBezTo>
                <a:cubicBezTo>
                  <a:pt x="1714500" y="1995621"/>
                  <a:pt x="1757229" y="2038350"/>
                  <a:pt x="1809750" y="2038350"/>
                </a:cubicBezTo>
                <a:cubicBezTo>
                  <a:pt x="1862271" y="2038350"/>
                  <a:pt x="1905000" y="1995621"/>
                  <a:pt x="1905000" y="1943100"/>
                </a:cubicBezTo>
                <a:cubicBezTo>
                  <a:pt x="1905000" y="1890579"/>
                  <a:pt x="1862271" y="1847850"/>
                  <a:pt x="1809750" y="1847850"/>
                </a:cubicBezTo>
                <a:close/>
                <a:moveTo>
                  <a:pt x="2380917" y="1845811"/>
                </a:moveTo>
                <a:cubicBezTo>
                  <a:pt x="2433485" y="1845630"/>
                  <a:pt x="2476262" y="1888198"/>
                  <a:pt x="2476443" y="1940776"/>
                </a:cubicBezTo>
                <a:cubicBezTo>
                  <a:pt x="2476548" y="1941261"/>
                  <a:pt x="2476443" y="1941633"/>
                  <a:pt x="2476443" y="1942119"/>
                </a:cubicBezTo>
                <a:cubicBezTo>
                  <a:pt x="2476443" y="1942500"/>
                  <a:pt x="2476443" y="1942776"/>
                  <a:pt x="2476443" y="1943157"/>
                </a:cubicBezTo>
                <a:cubicBezTo>
                  <a:pt x="2476443" y="1995735"/>
                  <a:pt x="2433876" y="2038312"/>
                  <a:pt x="2381298" y="2038312"/>
                </a:cubicBezTo>
                <a:cubicBezTo>
                  <a:pt x="2328625" y="2038312"/>
                  <a:pt x="2286048" y="1995744"/>
                  <a:pt x="2286048" y="1943157"/>
                </a:cubicBezTo>
                <a:cubicBezTo>
                  <a:pt x="2286048" y="1943062"/>
                  <a:pt x="2286048" y="1943062"/>
                  <a:pt x="2286048" y="1943062"/>
                </a:cubicBezTo>
                <a:cubicBezTo>
                  <a:pt x="2285943" y="1942490"/>
                  <a:pt x="2285943" y="1941919"/>
                  <a:pt x="2285943" y="1941442"/>
                </a:cubicBezTo>
                <a:cubicBezTo>
                  <a:pt x="2285762" y="1888769"/>
                  <a:pt x="2328330" y="1846011"/>
                  <a:pt x="2380917" y="1845811"/>
                </a:cubicBezTo>
                <a:close/>
                <a:moveTo>
                  <a:pt x="1267195" y="1653438"/>
                </a:moveTo>
                <a:cubicBezTo>
                  <a:pt x="1279544" y="1652788"/>
                  <a:pt x="1292225" y="1654550"/>
                  <a:pt x="1304583" y="1659026"/>
                </a:cubicBezTo>
                <a:cubicBezTo>
                  <a:pt x="1354103" y="1676943"/>
                  <a:pt x="1379639" y="1731521"/>
                  <a:pt x="1361733" y="1780956"/>
                </a:cubicBezTo>
                <a:cubicBezTo>
                  <a:pt x="1347731" y="1819722"/>
                  <a:pt x="1311155" y="1843916"/>
                  <a:pt x="1272197" y="1843820"/>
                </a:cubicBezTo>
                <a:cubicBezTo>
                  <a:pt x="1261444" y="1843820"/>
                  <a:pt x="1250480" y="1842001"/>
                  <a:pt x="1239813" y="1838106"/>
                </a:cubicBezTo>
                <a:cubicBezTo>
                  <a:pt x="1190292" y="1820284"/>
                  <a:pt x="1164755" y="1765611"/>
                  <a:pt x="1182653" y="1716176"/>
                </a:cubicBezTo>
                <a:cubicBezTo>
                  <a:pt x="1196084" y="1679036"/>
                  <a:pt x="1230147" y="1655387"/>
                  <a:pt x="1267195" y="1653438"/>
                </a:cubicBezTo>
                <a:close/>
                <a:moveTo>
                  <a:pt x="3639074" y="1466812"/>
                </a:moveTo>
                <a:cubicBezTo>
                  <a:pt x="3664125" y="1466812"/>
                  <a:pt x="3688604" y="1477003"/>
                  <a:pt x="3706406" y="1494720"/>
                </a:cubicBezTo>
                <a:cubicBezTo>
                  <a:pt x="3724132" y="1512532"/>
                  <a:pt x="3734324" y="1537011"/>
                  <a:pt x="3734324" y="1562062"/>
                </a:cubicBezTo>
                <a:cubicBezTo>
                  <a:pt x="3734324" y="1587113"/>
                  <a:pt x="3724123" y="1611687"/>
                  <a:pt x="3706406" y="1629403"/>
                </a:cubicBezTo>
                <a:cubicBezTo>
                  <a:pt x="3688604" y="1647215"/>
                  <a:pt x="3664125" y="1657312"/>
                  <a:pt x="3639074" y="1657312"/>
                </a:cubicBezTo>
                <a:cubicBezTo>
                  <a:pt x="3613918" y="1657312"/>
                  <a:pt x="3589449" y="1647215"/>
                  <a:pt x="3571637" y="1629403"/>
                </a:cubicBezTo>
                <a:cubicBezTo>
                  <a:pt x="3553920" y="1611687"/>
                  <a:pt x="3543824" y="1587208"/>
                  <a:pt x="3543824" y="1562062"/>
                </a:cubicBezTo>
                <a:cubicBezTo>
                  <a:pt x="3543824" y="1537011"/>
                  <a:pt x="3553920" y="1512436"/>
                  <a:pt x="3571637" y="1494720"/>
                </a:cubicBezTo>
                <a:cubicBezTo>
                  <a:pt x="3589449" y="1477003"/>
                  <a:pt x="3613918" y="1466812"/>
                  <a:pt x="3639074" y="1466812"/>
                </a:cubicBezTo>
                <a:close/>
                <a:moveTo>
                  <a:pt x="1510783" y="1354235"/>
                </a:moveTo>
                <a:cubicBezTo>
                  <a:pt x="1547586" y="1349530"/>
                  <a:pt x="1585341" y="1366730"/>
                  <a:pt x="1605200" y="1400813"/>
                </a:cubicBezTo>
                <a:cubicBezTo>
                  <a:pt x="1631585" y="1446333"/>
                  <a:pt x="1616164" y="1504626"/>
                  <a:pt x="1570720" y="1531020"/>
                </a:cubicBezTo>
                <a:cubicBezTo>
                  <a:pt x="1555661" y="1539783"/>
                  <a:pt x="1539192" y="1543964"/>
                  <a:pt x="1522904" y="1543964"/>
                </a:cubicBezTo>
                <a:cubicBezTo>
                  <a:pt x="1490129" y="1543964"/>
                  <a:pt x="1458230" y="1527010"/>
                  <a:pt x="1440513" y="1496635"/>
                </a:cubicBezTo>
                <a:cubicBezTo>
                  <a:pt x="1414034" y="1451105"/>
                  <a:pt x="1429464" y="1392822"/>
                  <a:pt x="1474994" y="1366428"/>
                </a:cubicBezTo>
                <a:cubicBezTo>
                  <a:pt x="1486353" y="1359806"/>
                  <a:pt x="1498515" y="1355804"/>
                  <a:pt x="1510783" y="1354235"/>
                </a:cubicBezTo>
                <a:close/>
                <a:moveTo>
                  <a:pt x="1923716" y="1286027"/>
                </a:moveTo>
                <a:cubicBezTo>
                  <a:pt x="1975523" y="1294980"/>
                  <a:pt x="2010289" y="1344225"/>
                  <a:pt x="2001335" y="1396136"/>
                </a:cubicBezTo>
                <a:cubicBezTo>
                  <a:pt x="1993334" y="1442437"/>
                  <a:pt x="1953044" y="1475194"/>
                  <a:pt x="1907609" y="1475194"/>
                </a:cubicBezTo>
                <a:cubicBezTo>
                  <a:pt x="1902180" y="1475194"/>
                  <a:pt x="1896751" y="1474727"/>
                  <a:pt x="1891322" y="1473774"/>
                </a:cubicBezTo>
                <a:cubicBezTo>
                  <a:pt x="1839506" y="1464811"/>
                  <a:pt x="1804654" y="1415567"/>
                  <a:pt x="1813598" y="1363742"/>
                </a:cubicBezTo>
                <a:cubicBezTo>
                  <a:pt x="1822561" y="1311935"/>
                  <a:pt x="1871805" y="1277074"/>
                  <a:pt x="1923716" y="1286027"/>
                </a:cubicBezTo>
                <a:close/>
                <a:moveTo>
                  <a:pt x="3639026" y="1276350"/>
                </a:moveTo>
                <a:cubicBezTo>
                  <a:pt x="3481463" y="1276350"/>
                  <a:pt x="3353276" y="1404537"/>
                  <a:pt x="3353276" y="1562100"/>
                </a:cubicBezTo>
                <a:cubicBezTo>
                  <a:pt x="3353276" y="1719662"/>
                  <a:pt x="3481463" y="1847850"/>
                  <a:pt x="3639026" y="1847850"/>
                </a:cubicBezTo>
                <a:cubicBezTo>
                  <a:pt x="3796589" y="1847850"/>
                  <a:pt x="3924776" y="1719662"/>
                  <a:pt x="3924776" y="1562100"/>
                </a:cubicBezTo>
                <a:cubicBezTo>
                  <a:pt x="3924776" y="1404537"/>
                  <a:pt x="3796589" y="1276350"/>
                  <a:pt x="3639026" y="1276350"/>
                </a:cubicBezTo>
                <a:close/>
                <a:moveTo>
                  <a:pt x="3639026" y="1085850"/>
                </a:moveTo>
                <a:cubicBezTo>
                  <a:pt x="3901630" y="1085850"/>
                  <a:pt x="4115276" y="1299495"/>
                  <a:pt x="4115276" y="1562100"/>
                </a:cubicBezTo>
                <a:cubicBezTo>
                  <a:pt x="4115276" y="1717576"/>
                  <a:pt x="4040371" y="1855870"/>
                  <a:pt x="3924776" y="1942843"/>
                </a:cubicBezTo>
                <a:lnTo>
                  <a:pt x="3924776" y="2514600"/>
                </a:lnTo>
                <a:cubicBezTo>
                  <a:pt x="3924776" y="2672162"/>
                  <a:pt x="3796589" y="2800350"/>
                  <a:pt x="3639026" y="2800350"/>
                </a:cubicBezTo>
                <a:cubicBezTo>
                  <a:pt x="3481463" y="2800350"/>
                  <a:pt x="3353276" y="2672162"/>
                  <a:pt x="3353276" y="2514600"/>
                </a:cubicBezTo>
                <a:lnTo>
                  <a:pt x="3353276" y="1942843"/>
                </a:lnTo>
                <a:cubicBezTo>
                  <a:pt x="3237680" y="1855870"/>
                  <a:pt x="3162776" y="1717576"/>
                  <a:pt x="3162776" y="1562100"/>
                </a:cubicBezTo>
                <a:cubicBezTo>
                  <a:pt x="3162776" y="1299495"/>
                  <a:pt x="3376422" y="1085850"/>
                  <a:pt x="3639026" y="1085850"/>
                </a:cubicBezTo>
                <a:close/>
                <a:moveTo>
                  <a:pt x="1809750" y="1085850"/>
                </a:moveTo>
                <a:cubicBezTo>
                  <a:pt x="1337062" y="1085850"/>
                  <a:pt x="952500" y="1470412"/>
                  <a:pt x="952500" y="1943100"/>
                </a:cubicBezTo>
                <a:cubicBezTo>
                  <a:pt x="952500" y="2415788"/>
                  <a:pt x="1337062" y="2800350"/>
                  <a:pt x="1809750" y="2800350"/>
                </a:cubicBezTo>
                <a:cubicBezTo>
                  <a:pt x="2282438" y="2800350"/>
                  <a:pt x="2667000" y="2415788"/>
                  <a:pt x="2667000" y="1943100"/>
                </a:cubicBezTo>
                <a:cubicBezTo>
                  <a:pt x="2667000" y="1766059"/>
                  <a:pt x="2613050" y="1601381"/>
                  <a:pt x="2520724" y="1464630"/>
                </a:cubicBezTo>
                <a:lnTo>
                  <a:pt x="2076745" y="1841430"/>
                </a:lnTo>
                <a:cubicBezTo>
                  <a:pt x="2088823" y="1873043"/>
                  <a:pt x="2095500" y="1907295"/>
                  <a:pt x="2095500" y="1943100"/>
                </a:cubicBezTo>
                <a:cubicBezTo>
                  <a:pt x="2095500" y="2100662"/>
                  <a:pt x="1967312" y="2228850"/>
                  <a:pt x="1809750" y="2228850"/>
                </a:cubicBezTo>
                <a:cubicBezTo>
                  <a:pt x="1652187" y="2228850"/>
                  <a:pt x="1524000" y="2100662"/>
                  <a:pt x="1524000" y="1943100"/>
                </a:cubicBezTo>
                <a:cubicBezTo>
                  <a:pt x="1524000" y="1785537"/>
                  <a:pt x="1652187" y="1657350"/>
                  <a:pt x="1809750" y="1657350"/>
                </a:cubicBezTo>
                <a:cubicBezTo>
                  <a:pt x="1862109" y="1657350"/>
                  <a:pt x="1911172" y="1671571"/>
                  <a:pt x="1953415" y="1696250"/>
                </a:cubicBezTo>
                <a:lnTo>
                  <a:pt x="2397328" y="1319508"/>
                </a:lnTo>
                <a:cubicBezTo>
                  <a:pt x="2243766" y="1174727"/>
                  <a:pt x="2036950" y="1085850"/>
                  <a:pt x="1809750" y="1085850"/>
                </a:cubicBezTo>
                <a:close/>
                <a:moveTo>
                  <a:pt x="1809750" y="895350"/>
                </a:moveTo>
                <a:cubicBezTo>
                  <a:pt x="2387479" y="895350"/>
                  <a:pt x="2857500" y="1365370"/>
                  <a:pt x="2857500" y="1943100"/>
                </a:cubicBezTo>
                <a:cubicBezTo>
                  <a:pt x="2857500" y="2520829"/>
                  <a:pt x="2387479" y="2990850"/>
                  <a:pt x="1809750" y="2990850"/>
                </a:cubicBezTo>
                <a:cubicBezTo>
                  <a:pt x="1232020" y="2990850"/>
                  <a:pt x="762000" y="2520829"/>
                  <a:pt x="762000" y="1943100"/>
                </a:cubicBezTo>
                <a:cubicBezTo>
                  <a:pt x="762000" y="1365370"/>
                  <a:pt x="1232020" y="895350"/>
                  <a:pt x="1809750" y="895350"/>
                </a:cubicBezTo>
                <a:close/>
                <a:moveTo>
                  <a:pt x="571500" y="571500"/>
                </a:moveTo>
                <a:lnTo>
                  <a:pt x="571500" y="3429000"/>
                </a:lnTo>
                <a:lnTo>
                  <a:pt x="4305757" y="3429000"/>
                </a:lnTo>
                <a:lnTo>
                  <a:pt x="4305319" y="571500"/>
                </a:lnTo>
                <a:close/>
                <a:moveTo>
                  <a:pt x="476250" y="381000"/>
                </a:moveTo>
                <a:lnTo>
                  <a:pt x="4400550" y="381000"/>
                </a:lnTo>
                <a:cubicBezTo>
                  <a:pt x="4453147" y="381000"/>
                  <a:pt x="4495790" y="423643"/>
                  <a:pt x="4495800" y="476231"/>
                </a:cubicBezTo>
                <a:lnTo>
                  <a:pt x="4496267" y="3524212"/>
                </a:lnTo>
                <a:cubicBezTo>
                  <a:pt x="4496276" y="3572323"/>
                  <a:pt x="4460415" y="3612890"/>
                  <a:pt x="4412666" y="3618766"/>
                </a:cubicBezTo>
                <a:cubicBezTo>
                  <a:pt x="4408798" y="3619243"/>
                  <a:pt x="4404436" y="3619500"/>
                  <a:pt x="4400550" y="3619500"/>
                </a:cubicBezTo>
                <a:lnTo>
                  <a:pt x="476250" y="3619500"/>
                </a:lnTo>
                <a:cubicBezTo>
                  <a:pt x="423653" y="3619500"/>
                  <a:pt x="381000" y="3576847"/>
                  <a:pt x="381000" y="3524250"/>
                </a:cubicBezTo>
                <a:lnTo>
                  <a:pt x="381000" y="476250"/>
                </a:lnTo>
                <a:cubicBezTo>
                  <a:pt x="381000" y="423653"/>
                  <a:pt x="423653" y="381000"/>
                  <a:pt x="476250" y="381000"/>
                </a:cubicBezTo>
                <a:close/>
                <a:moveTo>
                  <a:pt x="476250" y="190500"/>
                </a:moveTo>
                <a:cubicBezTo>
                  <a:pt x="318687" y="190500"/>
                  <a:pt x="190500" y="318687"/>
                  <a:pt x="190500" y="476250"/>
                </a:cubicBezTo>
                <a:lnTo>
                  <a:pt x="190500" y="3524250"/>
                </a:lnTo>
                <a:cubicBezTo>
                  <a:pt x="190500" y="3681812"/>
                  <a:pt x="318687" y="3810000"/>
                  <a:pt x="476250" y="3810000"/>
                </a:cubicBezTo>
                <a:lnTo>
                  <a:pt x="4400550" y="3810000"/>
                </a:lnTo>
                <a:cubicBezTo>
                  <a:pt x="4558112" y="3810000"/>
                  <a:pt x="4686300" y="3681812"/>
                  <a:pt x="4686300" y="3524250"/>
                </a:cubicBezTo>
                <a:lnTo>
                  <a:pt x="4686300" y="476250"/>
                </a:lnTo>
                <a:cubicBezTo>
                  <a:pt x="4686300" y="318687"/>
                  <a:pt x="4558112" y="190500"/>
                  <a:pt x="4400550" y="190500"/>
                </a:cubicBezTo>
                <a:close/>
                <a:moveTo>
                  <a:pt x="476250" y="0"/>
                </a:moveTo>
                <a:lnTo>
                  <a:pt x="4400550" y="0"/>
                </a:lnTo>
                <a:cubicBezTo>
                  <a:pt x="4663154" y="0"/>
                  <a:pt x="4876800" y="213646"/>
                  <a:pt x="4876800" y="476250"/>
                </a:cubicBezTo>
                <a:lnTo>
                  <a:pt x="4876800" y="3524250"/>
                </a:lnTo>
                <a:cubicBezTo>
                  <a:pt x="4876800" y="3786854"/>
                  <a:pt x="4663154" y="4000500"/>
                  <a:pt x="4400550" y="4000500"/>
                </a:cubicBezTo>
                <a:lnTo>
                  <a:pt x="4152900" y="4000500"/>
                </a:lnTo>
                <a:lnTo>
                  <a:pt x="4152900" y="4286250"/>
                </a:lnTo>
                <a:cubicBezTo>
                  <a:pt x="4152900" y="4338847"/>
                  <a:pt x="4110247" y="4381500"/>
                  <a:pt x="4057650" y="4381500"/>
                </a:cubicBezTo>
                <a:lnTo>
                  <a:pt x="3676650" y="4381500"/>
                </a:lnTo>
                <a:cubicBezTo>
                  <a:pt x="3640569" y="4381500"/>
                  <a:pt x="3607594" y="4361116"/>
                  <a:pt x="3591458" y="4328846"/>
                </a:cubicBezTo>
                <a:lnTo>
                  <a:pt x="3427285" y="4000500"/>
                </a:lnTo>
                <a:lnTo>
                  <a:pt x="1449514" y="4000500"/>
                </a:lnTo>
                <a:lnTo>
                  <a:pt x="1285341" y="4328846"/>
                </a:lnTo>
                <a:cubicBezTo>
                  <a:pt x="1269206" y="4361116"/>
                  <a:pt x="1236230" y="4381500"/>
                  <a:pt x="1200150" y="4381500"/>
                </a:cubicBezTo>
                <a:lnTo>
                  <a:pt x="819150" y="4381500"/>
                </a:lnTo>
                <a:cubicBezTo>
                  <a:pt x="766553" y="4381500"/>
                  <a:pt x="723900" y="4338847"/>
                  <a:pt x="723900" y="4286250"/>
                </a:cubicBezTo>
                <a:lnTo>
                  <a:pt x="723900" y="4000500"/>
                </a:lnTo>
                <a:lnTo>
                  <a:pt x="476250" y="4000500"/>
                </a:lnTo>
                <a:cubicBezTo>
                  <a:pt x="213646" y="4000500"/>
                  <a:pt x="0" y="3786854"/>
                  <a:pt x="0" y="3524250"/>
                </a:cubicBezTo>
                <a:lnTo>
                  <a:pt x="0" y="476250"/>
                </a:lnTo>
                <a:cubicBezTo>
                  <a:pt x="0" y="213646"/>
                  <a:pt x="213646" y="0"/>
                  <a:pt x="4762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67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2682241" y="883920"/>
            <a:ext cx="2235124" cy="1188720"/>
          </a:xfrm>
          <a:prstGeom prst="roundRect">
            <a:avLst>
              <a:gd name="adj" fmla="val 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043090" y="883920"/>
            <a:ext cx="2235124" cy="1188720"/>
          </a:xfrm>
          <a:prstGeom prst="roundRect">
            <a:avLst>
              <a:gd name="adj"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nvSpPr>
        <p:spPr>
          <a:xfrm>
            <a:off x="7403939" y="883920"/>
            <a:ext cx="2235124" cy="1188720"/>
          </a:xfrm>
          <a:prstGeom prst="roundRect">
            <a:avLst>
              <a:gd name="adj" fmla="val 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9764788" y="883920"/>
            <a:ext cx="2235124" cy="1188720"/>
          </a:xfrm>
          <a:prstGeom prst="roundRect">
            <a:avLst>
              <a:gd name="adj" fmla="val 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nvSpPr>
        <p:spPr>
          <a:xfrm>
            <a:off x="2682240" y="2194560"/>
            <a:ext cx="9317671" cy="4511040"/>
          </a:xfrm>
          <a:prstGeom prst="roundRect">
            <a:avLst>
              <a:gd name="adj"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2868792" y="2400050"/>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17 July 2025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86879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17" name="直接连接符 16"/>
          <p:cNvCxnSpPr/>
          <p:nvPr/>
        </p:nvCxnSpPr>
        <p:spPr>
          <a:xfrm>
            <a:off x="296023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7778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1" name="直接连接符 20"/>
          <p:cNvCxnSpPr/>
          <p:nvPr/>
        </p:nvCxnSpPr>
        <p:spPr>
          <a:xfrm>
            <a:off x="356922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08678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15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4" name="直接连接符 23"/>
          <p:cNvCxnSpPr/>
          <p:nvPr/>
        </p:nvCxnSpPr>
        <p:spPr>
          <a:xfrm>
            <a:off x="417822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9578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16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7" name="直接连接符 26"/>
          <p:cNvCxnSpPr/>
          <p:nvPr/>
        </p:nvCxnSpPr>
        <p:spPr>
          <a:xfrm>
            <a:off x="478722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30478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17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0" name="直接连接符 29"/>
          <p:cNvCxnSpPr/>
          <p:nvPr/>
        </p:nvCxnSpPr>
        <p:spPr>
          <a:xfrm>
            <a:off x="5396220" y="3136228"/>
            <a:ext cx="0" cy="32950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13777"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18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3" name="直接连接符 32"/>
          <p:cNvCxnSpPr/>
          <p:nvPr/>
        </p:nvCxnSpPr>
        <p:spPr>
          <a:xfrm>
            <a:off x="6005217"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22774"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19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6" name="直接连接符 35"/>
          <p:cNvCxnSpPr/>
          <p:nvPr/>
        </p:nvCxnSpPr>
        <p:spPr>
          <a:xfrm>
            <a:off x="6614214"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131771"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21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9" name="直接连接符 38"/>
          <p:cNvCxnSpPr/>
          <p:nvPr/>
        </p:nvCxnSpPr>
        <p:spPr>
          <a:xfrm>
            <a:off x="7223211"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40768"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22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2" name="直接连接符 41"/>
          <p:cNvCxnSpPr/>
          <p:nvPr/>
        </p:nvCxnSpPr>
        <p:spPr>
          <a:xfrm>
            <a:off x="7832208"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349765"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23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5" name="直接连接符 44"/>
          <p:cNvCxnSpPr/>
          <p:nvPr/>
        </p:nvCxnSpPr>
        <p:spPr>
          <a:xfrm>
            <a:off x="8441205"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895876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24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8" name="直接连接符 47"/>
          <p:cNvCxnSpPr/>
          <p:nvPr/>
        </p:nvCxnSpPr>
        <p:spPr>
          <a:xfrm>
            <a:off x="905020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956775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25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1" name="直接连接符 50"/>
          <p:cNvCxnSpPr/>
          <p:nvPr/>
        </p:nvCxnSpPr>
        <p:spPr>
          <a:xfrm>
            <a:off x="965919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017675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26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4" name="直接连接符 53"/>
          <p:cNvCxnSpPr/>
          <p:nvPr/>
        </p:nvCxnSpPr>
        <p:spPr>
          <a:xfrm>
            <a:off x="1026819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078575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27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7" name="直接连接符 56"/>
          <p:cNvCxnSpPr/>
          <p:nvPr/>
        </p:nvCxnSpPr>
        <p:spPr>
          <a:xfrm>
            <a:off x="1087719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39475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29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60" name="直接连接符 59"/>
          <p:cNvCxnSpPr/>
          <p:nvPr/>
        </p:nvCxnSpPr>
        <p:spPr>
          <a:xfrm>
            <a:off x="11486190"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682240" y="3427238"/>
            <a:ext cx="488314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7523859" y="3366278"/>
            <a:ext cx="121921" cy="121921"/>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2960233" y="3222724"/>
            <a:ext cx="1922265"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矩形: 圆角 1024"/>
          <p:cNvSpPr/>
          <p:nvPr/>
        </p:nvSpPr>
        <p:spPr>
          <a:xfrm>
            <a:off x="7694690" y="3222724"/>
            <a:ext cx="894574"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27" name="直接连接符 1026"/>
          <p:cNvCxnSpPr/>
          <p:nvPr/>
        </p:nvCxnSpPr>
        <p:spPr>
          <a:xfrm>
            <a:off x="2682240" y="4129016"/>
            <a:ext cx="6531208"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28" name="椭圆 1027"/>
          <p:cNvSpPr/>
          <p:nvPr/>
        </p:nvSpPr>
        <p:spPr>
          <a:xfrm>
            <a:off x="9091527" y="4068056"/>
            <a:ext cx="121921" cy="121921"/>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9" name="矩形: 圆角 1028"/>
          <p:cNvSpPr/>
          <p:nvPr/>
        </p:nvSpPr>
        <p:spPr>
          <a:xfrm>
            <a:off x="2960232" y="3924502"/>
            <a:ext cx="335333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9262358" y="3924502"/>
            <a:ext cx="89457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2" name="直接连接符 1031"/>
          <p:cNvCxnSpPr/>
          <p:nvPr/>
        </p:nvCxnSpPr>
        <p:spPr>
          <a:xfrm>
            <a:off x="5735502" y="4830794"/>
            <a:ext cx="626440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34" name="矩形: 圆角 1033"/>
          <p:cNvSpPr/>
          <p:nvPr/>
        </p:nvSpPr>
        <p:spPr>
          <a:xfrm>
            <a:off x="5396220" y="4626280"/>
            <a:ext cx="3260098" cy="409029"/>
          </a:xfrm>
          <a:prstGeom prst="roundRect">
            <a:avLst>
              <a:gd name="adj" fmla="val 5000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8" name="直接连接符 1037"/>
          <p:cNvCxnSpPr/>
          <p:nvPr/>
        </p:nvCxnSpPr>
        <p:spPr>
          <a:xfrm>
            <a:off x="2682240" y="5532572"/>
            <a:ext cx="653120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9" name="椭圆 1038"/>
          <p:cNvSpPr/>
          <p:nvPr/>
        </p:nvSpPr>
        <p:spPr>
          <a:xfrm>
            <a:off x="9210608" y="5471612"/>
            <a:ext cx="121921" cy="121921"/>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0" name="矩形: 圆角 1039"/>
          <p:cNvSpPr/>
          <p:nvPr/>
        </p:nvSpPr>
        <p:spPr>
          <a:xfrm>
            <a:off x="3750796" y="5328058"/>
            <a:ext cx="3312010"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矩形: 圆角 1040"/>
          <p:cNvSpPr/>
          <p:nvPr/>
        </p:nvSpPr>
        <p:spPr>
          <a:xfrm>
            <a:off x="9381439" y="5328058"/>
            <a:ext cx="894574"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2" name="直接连接符 1041"/>
          <p:cNvCxnSpPr/>
          <p:nvPr/>
        </p:nvCxnSpPr>
        <p:spPr>
          <a:xfrm>
            <a:off x="8318592" y="6234348"/>
            <a:ext cx="36890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4" name="矩形: 圆角 1043"/>
          <p:cNvSpPr/>
          <p:nvPr/>
        </p:nvSpPr>
        <p:spPr>
          <a:xfrm>
            <a:off x="8101683" y="6029834"/>
            <a:ext cx="3171145" cy="409029"/>
          </a:xfrm>
          <a:prstGeom prst="roundRect">
            <a:avLst>
              <a:gd name="adj" fmla="val 50000"/>
            </a:avLst>
          </a:prstGeom>
          <a:solidFill>
            <a:schemeClr val="accent4">
              <a:lumMod val="60000"/>
              <a:lumOff val="40000"/>
            </a:schemeClr>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矩形: 圆顶角 1056"/>
          <p:cNvSpPr/>
          <p:nvPr/>
        </p:nvSpPr>
        <p:spPr>
          <a:xfrm rot="5400000">
            <a:off x="1122053" y="2246813"/>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矩形: 圆顶角 1058"/>
          <p:cNvSpPr/>
          <p:nvPr/>
        </p:nvSpPr>
        <p:spPr>
          <a:xfrm rot="5400000">
            <a:off x="1122053" y="2948591"/>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0" name="矩形: 圆顶角 1059"/>
          <p:cNvSpPr/>
          <p:nvPr/>
        </p:nvSpPr>
        <p:spPr>
          <a:xfrm rot="5400000">
            <a:off x="1122053" y="3650369"/>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矩形: 圆顶角 1060"/>
          <p:cNvSpPr/>
          <p:nvPr/>
        </p:nvSpPr>
        <p:spPr>
          <a:xfrm rot="5400000">
            <a:off x="1122053" y="4352147"/>
            <a:ext cx="500917" cy="2360849"/>
          </a:xfrm>
          <a:prstGeom prst="round2SameRect">
            <a:avLst>
              <a:gd name="adj1" fmla="val 0"/>
              <a:gd name="adj2"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2" name="矩形: 圆顶角 1061"/>
          <p:cNvSpPr/>
          <p:nvPr/>
        </p:nvSpPr>
        <p:spPr>
          <a:xfrm rot="5400000">
            <a:off x="1122053" y="505392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3" name="矩形: 圆顶角 1062"/>
          <p:cNvSpPr/>
          <p:nvPr/>
        </p:nvSpPr>
        <p:spPr>
          <a:xfrm rot="5400000">
            <a:off x="1122053" y="154503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6" name="图形 1064"/>
          <p:cNvSpPr/>
          <p:nvPr/>
        </p:nvSpPr>
        <p:spPr>
          <a:xfrm>
            <a:off x="609734" y="1005840"/>
            <a:ext cx="1391732" cy="1188720"/>
          </a:xfrm>
          <a:custGeom>
            <a:avLst/>
            <a:gdLst>
              <a:gd name="connsiteX0" fmla="*/ 1088162 w 1391732"/>
              <a:gd name="connsiteY0" fmla="*/ 323596 h 1188720"/>
              <a:gd name="connsiteX1" fmla="*/ 923289 w 1391732"/>
              <a:gd name="connsiteY1" fmla="*/ 158496 h 1188720"/>
              <a:gd name="connsiteX2" fmla="*/ 1088162 w 1391732"/>
              <a:gd name="connsiteY2" fmla="*/ 0 h 1188720"/>
              <a:gd name="connsiteX3" fmla="*/ 1253035 w 1391732"/>
              <a:gd name="connsiteY3" fmla="*/ 165100 h 1188720"/>
              <a:gd name="connsiteX4" fmla="*/ 1088162 w 1391732"/>
              <a:gd name="connsiteY4" fmla="*/ 323596 h 1188720"/>
              <a:gd name="connsiteX5" fmla="*/ 1365148 w 1391732"/>
              <a:gd name="connsiteY5" fmla="*/ 435864 h 1188720"/>
              <a:gd name="connsiteX6" fmla="*/ 1200275 w 1391732"/>
              <a:gd name="connsiteY6" fmla="*/ 614172 h 1188720"/>
              <a:gd name="connsiteX7" fmla="*/ 1140921 w 1391732"/>
              <a:gd name="connsiteY7" fmla="*/ 647192 h 1188720"/>
              <a:gd name="connsiteX8" fmla="*/ 1127731 w 1391732"/>
              <a:gd name="connsiteY8" fmla="*/ 647192 h 1188720"/>
              <a:gd name="connsiteX9" fmla="*/ 1074972 w 1391732"/>
              <a:gd name="connsiteY9" fmla="*/ 633984 h 1188720"/>
              <a:gd name="connsiteX10" fmla="*/ 956263 w 1391732"/>
              <a:gd name="connsiteY10" fmla="*/ 554736 h 1188720"/>
              <a:gd name="connsiteX11" fmla="*/ 837555 w 1391732"/>
              <a:gd name="connsiteY11" fmla="*/ 660400 h 1188720"/>
              <a:gd name="connsiteX12" fmla="*/ 1015617 w 1391732"/>
              <a:gd name="connsiteY12" fmla="*/ 746252 h 1188720"/>
              <a:gd name="connsiteX13" fmla="*/ 1061782 w 1391732"/>
              <a:gd name="connsiteY13" fmla="*/ 805688 h 1188720"/>
              <a:gd name="connsiteX14" fmla="*/ 1048592 w 1391732"/>
              <a:gd name="connsiteY14" fmla="*/ 878332 h 1188720"/>
              <a:gd name="connsiteX15" fmla="*/ 883719 w 1391732"/>
              <a:gd name="connsiteY15" fmla="*/ 1149096 h 1188720"/>
              <a:gd name="connsiteX16" fmla="*/ 824365 w 1391732"/>
              <a:gd name="connsiteY16" fmla="*/ 1188720 h 1188720"/>
              <a:gd name="connsiteX17" fmla="*/ 804580 w 1391732"/>
              <a:gd name="connsiteY17" fmla="*/ 1188720 h 1188720"/>
              <a:gd name="connsiteX18" fmla="*/ 758416 w 1391732"/>
              <a:gd name="connsiteY18" fmla="*/ 1175512 h 1188720"/>
              <a:gd name="connsiteX19" fmla="*/ 725441 w 1391732"/>
              <a:gd name="connsiteY19" fmla="*/ 1050036 h 1188720"/>
              <a:gd name="connsiteX20" fmla="*/ 837555 w 1391732"/>
              <a:gd name="connsiteY20" fmla="*/ 865124 h 1188720"/>
              <a:gd name="connsiteX21" fmla="*/ 699061 w 1391732"/>
              <a:gd name="connsiteY21" fmla="*/ 799084 h 1188720"/>
              <a:gd name="connsiteX22" fmla="*/ 586948 w 1391732"/>
              <a:gd name="connsiteY22" fmla="*/ 970788 h 1188720"/>
              <a:gd name="connsiteX23" fmla="*/ 573758 w 1391732"/>
              <a:gd name="connsiteY23" fmla="*/ 997204 h 1188720"/>
              <a:gd name="connsiteX24" fmla="*/ 290176 w 1391732"/>
              <a:gd name="connsiteY24" fmla="*/ 1175512 h 1188720"/>
              <a:gd name="connsiteX25" fmla="*/ 237417 w 1391732"/>
              <a:gd name="connsiteY25" fmla="*/ 1188720 h 1188720"/>
              <a:gd name="connsiteX26" fmla="*/ 211037 w 1391732"/>
              <a:gd name="connsiteY26" fmla="*/ 1188720 h 1188720"/>
              <a:gd name="connsiteX27" fmla="*/ 151683 w 1391732"/>
              <a:gd name="connsiteY27" fmla="*/ 1142492 h 1188720"/>
              <a:gd name="connsiteX28" fmla="*/ 184658 w 1391732"/>
              <a:gd name="connsiteY28" fmla="*/ 1017016 h 1188720"/>
              <a:gd name="connsiteX29" fmla="*/ 448454 w 1391732"/>
              <a:gd name="connsiteY29" fmla="*/ 851916 h 1188720"/>
              <a:gd name="connsiteX30" fmla="*/ 580353 w 1391732"/>
              <a:gd name="connsiteY30" fmla="*/ 653796 h 1188720"/>
              <a:gd name="connsiteX31" fmla="*/ 606733 w 1391732"/>
              <a:gd name="connsiteY31" fmla="*/ 614172 h 1188720"/>
              <a:gd name="connsiteX32" fmla="*/ 791390 w 1391732"/>
              <a:gd name="connsiteY32" fmla="*/ 449072 h 1188720"/>
              <a:gd name="connsiteX33" fmla="*/ 705656 w 1391732"/>
              <a:gd name="connsiteY33" fmla="*/ 396240 h 1188720"/>
              <a:gd name="connsiteX34" fmla="*/ 547378 w 1391732"/>
              <a:gd name="connsiteY34" fmla="*/ 435864 h 1188720"/>
              <a:gd name="connsiteX35" fmla="*/ 435265 w 1391732"/>
              <a:gd name="connsiteY35" fmla="*/ 369824 h 1188720"/>
              <a:gd name="connsiteX36" fmla="*/ 501214 w 1391732"/>
              <a:gd name="connsiteY36" fmla="*/ 257556 h 1188720"/>
              <a:gd name="connsiteX37" fmla="*/ 712251 w 1391732"/>
              <a:gd name="connsiteY37" fmla="*/ 198120 h 1188720"/>
              <a:gd name="connsiteX38" fmla="*/ 791390 w 1391732"/>
              <a:gd name="connsiteY38" fmla="*/ 211328 h 1188720"/>
              <a:gd name="connsiteX39" fmla="*/ 1009023 w 1391732"/>
              <a:gd name="connsiteY39" fmla="*/ 356616 h 1188720"/>
              <a:gd name="connsiteX40" fmla="*/ 1015617 w 1391732"/>
              <a:gd name="connsiteY40" fmla="*/ 363220 h 1188720"/>
              <a:gd name="connsiteX41" fmla="*/ 1121136 w 1391732"/>
              <a:gd name="connsiteY41" fmla="*/ 429260 h 1188720"/>
              <a:gd name="connsiteX42" fmla="*/ 1226655 w 1391732"/>
              <a:gd name="connsiteY42" fmla="*/ 310388 h 1188720"/>
              <a:gd name="connsiteX43" fmla="*/ 1292604 w 1391732"/>
              <a:gd name="connsiteY43" fmla="*/ 277368 h 1188720"/>
              <a:gd name="connsiteX44" fmla="*/ 1358553 w 1391732"/>
              <a:gd name="connsiteY44" fmla="*/ 303784 h 1188720"/>
              <a:gd name="connsiteX45" fmla="*/ 1365148 w 1391732"/>
              <a:gd name="connsiteY45" fmla="*/ 435864 h 1188720"/>
              <a:gd name="connsiteX46" fmla="*/ 408885 w 1391732"/>
              <a:gd name="connsiteY46" fmla="*/ 184912 h 1188720"/>
              <a:gd name="connsiteX47" fmla="*/ 85734 w 1391732"/>
              <a:gd name="connsiteY47" fmla="*/ 184912 h 1188720"/>
              <a:gd name="connsiteX48" fmla="*/ 59354 w 1391732"/>
              <a:gd name="connsiteY48" fmla="*/ 158496 h 1188720"/>
              <a:gd name="connsiteX49" fmla="*/ 85734 w 1391732"/>
              <a:gd name="connsiteY49" fmla="*/ 132080 h 1188720"/>
              <a:gd name="connsiteX50" fmla="*/ 408885 w 1391732"/>
              <a:gd name="connsiteY50" fmla="*/ 132080 h 1188720"/>
              <a:gd name="connsiteX51" fmla="*/ 435265 w 1391732"/>
              <a:gd name="connsiteY51" fmla="*/ 158496 h 1188720"/>
              <a:gd name="connsiteX52" fmla="*/ 408885 w 1391732"/>
              <a:gd name="connsiteY52" fmla="*/ 184912 h 1188720"/>
              <a:gd name="connsiteX53" fmla="*/ 408885 w 1391732"/>
              <a:gd name="connsiteY53" fmla="*/ 574548 h 1188720"/>
              <a:gd name="connsiteX54" fmla="*/ 26380 w 1391732"/>
              <a:gd name="connsiteY54" fmla="*/ 574548 h 1188720"/>
              <a:gd name="connsiteX55" fmla="*/ 0 w 1391732"/>
              <a:gd name="connsiteY55" fmla="*/ 548132 h 1188720"/>
              <a:gd name="connsiteX56" fmla="*/ 26380 w 1391732"/>
              <a:gd name="connsiteY56" fmla="*/ 515112 h 1188720"/>
              <a:gd name="connsiteX57" fmla="*/ 408885 w 1391732"/>
              <a:gd name="connsiteY57" fmla="*/ 515112 h 1188720"/>
              <a:gd name="connsiteX58" fmla="*/ 435265 w 1391732"/>
              <a:gd name="connsiteY58" fmla="*/ 541528 h 1188720"/>
              <a:gd name="connsiteX59" fmla="*/ 408885 w 1391732"/>
              <a:gd name="connsiteY59" fmla="*/ 574548 h 1188720"/>
              <a:gd name="connsiteX60" fmla="*/ 244012 w 1391732"/>
              <a:gd name="connsiteY60" fmla="*/ 376428 h 1188720"/>
              <a:gd name="connsiteX61" fmla="*/ 131898 w 1391732"/>
              <a:gd name="connsiteY61" fmla="*/ 376428 h 1188720"/>
              <a:gd name="connsiteX62" fmla="*/ 105519 w 1391732"/>
              <a:gd name="connsiteY62" fmla="*/ 350012 h 1188720"/>
              <a:gd name="connsiteX63" fmla="*/ 131898 w 1391732"/>
              <a:gd name="connsiteY63" fmla="*/ 316992 h 1188720"/>
              <a:gd name="connsiteX64" fmla="*/ 250607 w 1391732"/>
              <a:gd name="connsiteY64" fmla="*/ 316992 h 1188720"/>
              <a:gd name="connsiteX65" fmla="*/ 276987 w 1391732"/>
              <a:gd name="connsiteY65" fmla="*/ 343408 h 1188720"/>
              <a:gd name="connsiteX66" fmla="*/ 244012 w 1391732"/>
              <a:gd name="connsiteY66" fmla="*/ 376428 h 118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391732" h="1188720">
                <a:moveTo>
                  <a:pt x="1088162" y="323596"/>
                </a:moveTo>
                <a:cubicBezTo>
                  <a:pt x="995833" y="323596"/>
                  <a:pt x="923289" y="250952"/>
                  <a:pt x="923289" y="158496"/>
                </a:cubicBezTo>
                <a:cubicBezTo>
                  <a:pt x="923289" y="72644"/>
                  <a:pt x="995833" y="0"/>
                  <a:pt x="1088162" y="0"/>
                </a:cubicBezTo>
                <a:cubicBezTo>
                  <a:pt x="1180490" y="0"/>
                  <a:pt x="1253035" y="72644"/>
                  <a:pt x="1253035" y="165100"/>
                </a:cubicBezTo>
                <a:cubicBezTo>
                  <a:pt x="1253035" y="250952"/>
                  <a:pt x="1180490" y="323596"/>
                  <a:pt x="1088162" y="323596"/>
                </a:cubicBezTo>
                <a:close/>
                <a:moveTo>
                  <a:pt x="1365148" y="435864"/>
                </a:moveTo>
                <a:lnTo>
                  <a:pt x="1200275" y="614172"/>
                </a:lnTo>
                <a:cubicBezTo>
                  <a:pt x="1187085" y="633984"/>
                  <a:pt x="1167301" y="640588"/>
                  <a:pt x="1140921" y="647192"/>
                </a:cubicBezTo>
                <a:lnTo>
                  <a:pt x="1127731" y="647192"/>
                </a:lnTo>
                <a:cubicBezTo>
                  <a:pt x="1107946" y="647192"/>
                  <a:pt x="1088162" y="640588"/>
                  <a:pt x="1074972" y="633984"/>
                </a:cubicBezTo>
                <a:lnTo>
                  <a:pt x="956263" y="554736"/>
                </a:lnTo>
                <a:lnTo>
                  <a:pt x="837555" y="660400"/>
                </a:lnTo>
                <a:lnTo>
                  <a:pt x="1015617" y="746252"/>
                </a:lnTo>
                <a:cubicBezTo>
                  <a:pt x="1041997" y="759460"/>
                  <a:pt x="1055187" y="779272"/>
                  <a:pt x="1061782" y="805688"/>
                </a:cubicBezTo>
                <a:cubicBezTo>
                  <a:pt x="1068377" y="832104"/>
                  <a:pt x="1068377" y="858520"/>
                  <a:pt x="1048592" y="878332"/>
                </a:cubicBezTo>
                <a:lnTo>
                  <a:pt x="883719" y="1149096"/>
                </a:lnTo>
                <a:cubicBezTo>
                  <a:pt x="870529" y="1168908"/>
                  <a:pt x="850744" y="1182116"/>
                  <a:pt x="824365" y="1188720"/>
                </a:cubicBezTo>
                <a:lnTo>
                  <a:pt x="804580" y="1188720"/>
                </a:lnTo>
                <a:cubicBezTo>
                  <a:pt x="784795" y="1188720"/>
                  <a:pt x="771605" y="1182116"/>
                  <a:pt x="758416" y="1175512"/>
                </a:cubicBezTo>
                <a:cubicBezTo>
                  <a:pt x="712251" y="1149096"/>
                  <a:pt x="699061" y="1089660"/>
                  <a:pt x="725441" y="1050036"/>
                </a:cubicBezTo>
                <a:lnTo>
                  <a:pt x="837555" y="865124"/>
                </a:lnTo>
                <a:lnTo>
                  <a:pt x="699061" y="799084"/>
                </a:lnTo>
                <a:lnTo>
                  <a:pt x="586948" y="970788"/>
                </a:lnTo>
                <a:cubicBezTo>
                  <a:pt x="593543" y="977392"/>
                  <a:pt x="586948" y="990600"/>
                  <a:pt x="573758" y="997204"/>
                </a:cubicBezTo>
                <a:lnTo>
                  <a:pt x="290176" y="1175512"/>
                </a:lnTo>
                <a:cubicBezTo>
                  <a:pt x="270392" y="1182116"/>
                  <a:pt x="257202" y="1188720"/>
                  <a:pt x="237417" y="1188720"/>
                </a:cubicBezTo>
                <a:lnTo>
                  <a:pt x="211037" y="1188720"/>
                </a:lnTo>
                <a:cubicBezTo>
                  <a:pt x="184658" y="1182116"/>
                  <a:pt x="164873" y="1168908"/>
                  <a:pt x="151683" y="1142492"/>
                </a:cubicBezTo>
                <a:cubicBezTo>
                  <a:pt x="125303" y="1096264"/>
                  <a:pt x="138493" y="1043432"/>
                  <a:pt x="184658" y="1017016"/>
                </a:cubicBezTo>
                <a:lnTo>
                  <a:pt x="448454" y="851916"/>
                </a:lnTo>
                <a:lnTo>
                  <a:pt x="580353" y="653796"/>
                </a:lnTo>
                <a:cubicBezTo>
                  <a:pt x="586948" y="640588"/>
                  <a:pt x="593543" y="627380"/>
                  <a:pt x="606733" y="614172"/>
                </a:cubicBezTo>
                <a:lnTo>
                  <a:pt x="791390" y="449072"/>
                </a:lnTo>
                <a:lnTo>
                  <a:pt x="705656" y="396240"/>
                </a:lnTo>
                <a:lnTo>
                  <a:pt x="547378" y="435864"/>
                </a:lnTo>
                <a:cubicBezTo>
                  <a:pt x="494619" y="449072"/>
                  <a:pt x="448454" y="422656"/>
                  <a:pt x="435265" y="369824"/>
                </a:cubicBezTo>
                <a:cubicBezTo>
                  <a:pt x="422075" y="323596"/>
                  <a:pt x="448454" y="270764"/>
                  <a:pt x="501214" y="257556"/>
                </a:cubicBezTo>
                <a:lnTo>
                  <a:pt x="712251" y="198120"/>
                </a:lnTo>
                <a:cubicBezTo>
                  <a:pt x="738631" y="191516"/>
                  <a:pt x="765011" y="198120"/>
                  <a:pt x="791390" y="211328"/>
                </a:cubicBezTo>
                <a:lnTo>
                  <a:pt x="1009023" y="356616"/>
                </a:lnTo>
                <a:lnTo>
                  <a:pt x="1015617" y="363220"/>
                </a:lnTo>
                <a:lnTo>
                  <a:pt x="1121136" y="429260"/>
                </a:lnTo>
                <a:lnTo>
                  <a:pt x="1226655" y="310388"/>
                </a:lnTo>
                <a:cubicBezTo>
                  <a:pt x="1246440" y="290576"/>
                  <a:pt x="1266224" y="283972"/>
                  <a:pt x="1292604" y="277368"/>
                </a:cubicBezTo>
                <a:cubicBezTo>
                  <a:pt x="1318984" y="277368"/>
                  <a:pt x="1338769" y="283972"/>
                  <a:pt x="1358553" y="303784"/>
                </a:cubicBezTo>
                <a:cubicBezTo>
                  <a:pt x="1398123" y="343408"/>
                  <a:pt x="1404718" y="402844"/>
                  <a:pt x="1365148" y="435864"/>
                </a:cubicBezTo>
                <a:close/>
                <a:moveTo>
                  <a:pt x="408885" y="184912"/>
                </a:moveTo>
                <a:lnTo>
                  <a:pt x="85734" y="184912"/>
                </a:lnTo>
                <a:cubicBezTo>
                  <a:pt x="72544" y="184912"/>
                  <a:pt x="59354" y="171704"/>
                  <a:pt x="59354" y="158496"/>
                </a:cubicBezTo>
                <a:cubicBezTo>
                  <a:pt x="59354" y="145288"/>
                  <a:pt x="72544" y="132080"/>
                  <a:pt x="85734" y="132080"/>
                </a:cubicBezTo>
                <a:lnTo>
                  <a:pt x="408885" y="132080"/>
                </a:lnTo>
                <a:cubicBezTo>
                  <a:pt x="422075" y="132080"/>
                  <a:pt x="435265" y="145288"/>
                  <a:pt x="435265" y="158496"/>
                </a:cubicBezTo>
                <a:cubicBezTo>
                  <a:pt x="441860" y="171704"/>
                  <a:pt x="428670" y="184912"/>
                  <a:pt x="408885" y="184912"/>
                </a:cubicBezTo>
                <a:close/>
                <a:moveTo>
                  <a:pt x="408885" y="574548"/>
                </a:moveTo>
                <a:lnTo>
                  <a:pt x="26380" y="574548"/>
                </a:lnTo>
                <a:cubicBezTo>
                  <a:pt x="13190" y="574548"/>
                  <a:pt x="0" y="561340"/>
                  <a:pt x="0" y="548132"/>
                </a:cubicBezTo>
                <a:cubicBezTo>
                  <a:pt x="0" y="528320"/>
                  <a:pt x="13190" y="515112"/>
                  <a:pt x="26380" y="515112"/>
                </a:cubicBezTo>
                <a:lnTo>
                  <a:pt x="408885" y="515112"/>
                </a:lnTo>
                <a:cubicBezTo>
                  <a:pt x="422075" y="515112"/>
                  <a:pt x="435265" y="528320"/>
                  <a:pt x="435265" y="541528"/>
                </a:cubicBezTo>
                <a:cubicBezTo>
                  <a:pt x="435265" y="561340"/>
                  <a:pt x="422075" y="574548"/>
                  <a:pt x="408885" y="574548"/>
                </a:cubicBezTo>
                <a:close/>
                <a:moveTo>
                  <a:pt x="244012" y="376428"/>
                </a:moveTo>
                <a:lnTo>
                  <a:pt x="131898" y="376428"/>
                </a:lnTo>
                <a:cubicBezTo>
                  <a:pt x="118709" y="376428"/>
                  <a:pt x="105519" y="363220"/>
                  <a:pt x="105519" y="350012"/>
                </a:cubicBezTo>
                <a:cubicBezTo>
                  <a:pt x="98924" y="330200"/>
                  <a:pt x="112114" y="316992"/>
                  <a:pt x="131898" y="316992"/>
                </a:cubicBezTo>
                <a:lnTo>
                  <a:pt x="250607" y="316992"/>
                </a:lnTo>
                <a:cubicBezTo>
                  <a:pt x="263797" y="316992"/>
                  <a:pt x="276987" y="330200"/>
                  <a:pt x="276987" y="343408"/>
                </a:cubicBezTo>
                <a:cubicBezTo>
                  <a:pt x="276987" y="363220"/>
                  <a:pt x="263797" y="376428"/>
                  <a:pt x="244012" y="376428"/>
                </a:cubicBezTo>
                <a:close/>
              </a:path>
            </a:pathLst>
          </a:custGeom>
          <a:solidFill>
            <a:schemeClr val="accent1"/>
          </a:solidFill>
          <a:ln w="11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7" name="椭圆 1066"/>
          <p:cNvSpPr/>
          <p:nvPr/>
        </p:nvSpPr>
        <p:spPr>
          <a:xfrm>
            <a:off x="286879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文本框 1067"/>
          <p:cNvSpPr txBox="1"/>
          <p:nvPr/>
        </p:nvSpPr>
        <p:spPr>
          <a:xfrm>
            <a:off x="3569229" y="1105190"/>
            <a:ext cx="1161585"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输出文档</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9" name="文本框 1068"/>
          <p:cNvSpPr txBox="1"/>
          <p:nvPr/>
        </p:nvSpPr>
        <p:spPr>
          <a:xfrm>
            <a:off x="356923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份</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0" name="椭圆 1069"/>
          <p:cNvSpPr/>
          <p:nvPr/>
        </p:nvSpPr>
        <p:spPr>
          <a:xfrm>
            <a:off x="5286769"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1" name="文本框 1070"/>
          <p:cNvSpPr txBox="1"/>
          <p:nvPr/>
        </p:nvSpPr>
        <p:spPr>
          <a:xfrm>
            <a:off x="5987206" y="1105190"/>
            <a:ext cx="123600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转化率提升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2" name="文本框 1071"/>
          <p:cNvSpPr txBox="1"/>
          <p:nvPr/>
        </p:nvSpPr>
        <p:spPr>
          <a:xfrm>
            <a:off x="5987207"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28</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3" name="椭圆 1072"/>
          <p:cNvSpPr/>
          <p:nvPr/>
        </p:nvSpPr>
        <p:spPr>
          <a:xfrm>
            <a:off x="7597463"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4" name="文本框 1073"/>
          <p:cNvSpPr txBox="1"/>
          <p:nvPr/>
        </p:nvSpPr>
        <p:spPr>
          <a:xfrm>
            <a:off x="8297900" y="1105190"/>
            <a:ext cx="1418858"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用户流失率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5" name="文本框 1074"/>
          <p:cNvSpPr txBox="1"/>
          <p:nvPr/>
        </p:nvSpPr>
        <p:spPr>
          <a:xfrm>
            <a:off x="8297901"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12</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6" name="椭圆 1075"/>
          <p:cNvSpPr/>
          <p:nvPr/>
        </p:nvSpPr>
        <p:spPr>
          <a:xfrm>
            <a:off x="1000634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7" name="文本框 1076"/>
          <p:cNvSpPr txBox="1"/>
          <p:nvPr/>
        </p:nvSpPr>
        <p:spPr>
          <a:xfrm>
            <a:off x="10706779" y="1105190"/>
            <a:ext cx="121799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优化细节</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文本框 1077"/>
          <p:cNvSpPr txBox="1"/>
          <p:nvPr/>
        </p:nvSpPr>
        <p:spPr>
          <a:xfrm>
            <a:off x="1070678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处</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295076" y="2534187"/>
            <a:ext cx="1964719" cy="367152"/>
          </a:xfrm>
          <a:prstGeom prst="rect">
            <a:avLst/>
          </a:prstGeom>
          <a:noFill/>
        </p:spPr>
        <p:txBody>
          <a:bodyPr wrap="square" rtlCol="0">
            <a:spAutoFit/>
          </a:bodyPr>
          <a:lstStyle>
            <a:defPPr>
              <a:defRPr lang="zh-CN"/>
            </a:defPPr>
            <a:lvl1pPr algn="just">
              <a:lnSpc>
                <a:spcPct val="120000"/>
              </a:lnSpc>
              <a:defRPr sz="1600">
                <a:solidFill>
                  <a:schemeClr val="tx1">
                    <a:lumMod val="65000"/>
                    <a:lumOff val="35000"/>
                  </a:schemeClr>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数据看板优化</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文本框 1079"/>
          <p:cNvSpPr txBox="1"/>
          <p:nvPr/>
        </p:nvSpPr>
        <p:spPr>
          <a:xfrm>
            <a:off x="295076" y="32397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节日专属功能开发</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1" name="文本框 1080"/>
          <p:cNvSpPr txBox="1"/>
          <p:nvPr/>
        </p:nvSpPr>
        <p:spPr>
          <a:xfrm>
            <a:off x="295076" y="394259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文本框 1081"/>
          <p:cNvSpPr txBox="1"/>
          <p:nvPr/>
        </p:nvSpPr>
        <p:spPr>
          <a:xfrm>
            <a:off x="295076" y="464542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3" name="文本框 1082"/>
          <p:cNvSpPr txBox="1"/>
          <p:nvPr/>
        </p:nvSpPr>
        <p:spPr>
          <a:xfrm>
            <a:off x="295076" y="534824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用户增长联合行动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295076" y="60510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用户留存提升专项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5" name="文本框 1084"/>
          <p:cNvSpPr txBox="1"/>
          <p:nvPr/>
        </p:nvSpPr>
        <p:spPr>
          <a:xfrm>
            <a:off x="3317290" y="3258491"/>
            <a:ext cx="1501107"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调整看板界面布局</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6" name="椭圆 1085"/>
          <p:cNvSpPr/>
          <p:nvPr/>
        </p:nvSpPr>
        <p:spPr>
          <a:xfrm>
            <a:off x="3021471" y="32716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9" name="图形 1087"/>
          <p:cNvSpPr/>
          <p:nvPr/>
        </p:nvSpPr>
        <p:spPr>
          <a:xfrm>
            <a:off x="3098051" y="3340821"/>
            <a:ext cx="147879" cy="145702"/>
          </a:xfrm>
          <a:custGeom>
            <a:avLst/>
            <a:gdLst>
              <a:gd name="connsiteX0" fmla="*/ 137099 w 147879"/>
              <a:gd name="connsiteY0" fmla="*/ 23279 h 145702"/>
              <a:gd name="connsiteX1" fmla="*/ 126320 w 147879"/>
              <a:gd name="connsiteY1" fmla="*/ 34190 h 145702"/>
              <a:gd name="connsiteX2" fmla="*/ 127619 w 147879"/>
              <a:gd name="connsiteY2" fmla="*/ 39282 h 145702"/>
              <a:gd name="connsiteX3" fmla="*/ 109073 w 147879"/>
              <a:gd name="connsiteY3" fmla="*/ 45338 h 145702"/>
              <a:gd name="connsiteX4" fmla="*/ 77916 w 147879"/>
              <a:gd name="connsiteY4" fmla="*/ 20630 h 145702"/>
              <a:gd name="connsiteX5" fmla="*/ 83886 w 147879"/>
              <a:gd name="connsiteY5" fmla="*/ 10911 h 145702"/>
              <a:gd name="connsiteX6" fmla="*/ 73113 w 147879"/>
              <a:gd name="connsiteY6" fmla="*/ 0 h 145702"/>
              <a:gd name="connsiteX7" fmla="*/ 62334 w 147879"/>
              <a:gd name="connsiteY7" fmla="*/ 10911 h 145702"/>
              <a:gd name="connsiteX8" fmla="*/ 68296 w 147879"/>
              <a:gd name="connsiteY8" fmla="*/ 20630 h 145702"/>
              <a:gd name="connsiteX9" fmla="*/ 37139 w 147879"/>
              <a:gd name="connsiteY9" fmla="*/ 45338 h 145702"/>
              <a:gd name="connsiteX10" fmla="*/ 19838 w 147879"/>
              <a:gd name="connsiteY10" fmla="*/ 40069 h 145702"/>
              <a:gd name="connsiteX11" fmla="*/ 21556 w 147879"/>
              <a:gd name="connsiteY11" fmla="*/ 34190 h 145702"/>
              <a:gd name="connsiteX12" fmla="*/ 10776 w 147879"/>
              <a:gd name="connsiteY12" fmla="*/ 23279 h 145702"/>
              <a:gd name="connsiteX13" fmla="*/ 0 w 147879"/>
              <a:gd name="connsiteY13" fmla="*/ 34190 h 145702"/>
              <a:gd name="connsiteX14" fmla="*/ 9912 w 147879"/>
              <a:gd name="connsiteY14" fmla="*/ 45013 h 145702"/>
              <a:gd name="connsiteX15" fmla="*/ 38438 w 147879"/>
              <a:gd name="connsiteY15" fmla="*/ 115821 h 145702"/>
              <a:gd name="connsiteX16" fmla="*/ 107708 w 147879"/>
              <a:gd name="connsiteY16" fmla="*/ 115821 h 145702"/>
              <a:gd name="connsiteX17" fmla="*/ 136567 w 147879"/>
              <a:gd name="connsiteY17" fmla="*/ 45043 h 145702"/>
              <a:gd name="connsiteX18" fmla="*/ 137099 w 147879"/>
              <a:gd name="connsiteY18" fmla="*/ 45102 h 145702"/>
              <a:gd name="connsiteX19" fmla="*/ 147879 w 147879"/>
              <a:gd name="connsiteY19" fmla="*/ 34191 h 145702"/>
              <a:gd name="connsiteX20" fmla="*/ 137099 w 147879"/>
              <a:gd name="connsiteY20" fmla="*/ 23279 h 145702"/>
              <a:gd name="connsiteX21" fmla="*/ 83387 w 147879"/>
              <a:gd name="connsiteY21" fmla="*/ 138029 h 145702"/>
              <a:gd name="connsiteX22" fmla="*/ 34404 w 147879"/>
              <a:gd name="connsiteY22" fmla="*/ 138029 h 145702"/>
              <a:gd name="connsiteX23" fmla="*/ 30285 w 147879"/>
              <a:gd name="connsiteY23" fmla="*/ 141865 h 145702"/>
              <a:gd name="connsiteX24" fmla="*/ 34404 w 147879"/>
              <a:gd name="connsiteY24" fmla="*/ 145703 h 145702"/>
              <a:gd name="connsiteX25" fmla="*/ 83387 w 147879"/>
              <a:gd name="connsiteY25" fmla="*/ 145703 h 145702"/>
              <a:gd name="connsiteX26" fmla="*/ 87504 w 147879"/>
              <a:gd name="connsiteY26" fmla="*/ 141865 h 145702"/>
              <a:gd name="connsiteX27" fmla="*/ 83387 w 147879"/>
              <a:gd name="connsiteY27" fmla="*/ 138029 h 145702"/>
              <a:gd name="connsiteX28" fmla="*/ 112779 w 147879"/>
              <a:gd name="connsiteY28" fmla="*/ 138029 h 145702"/>
              <a:gd name="connsiteX29" fmla="*/ 102982 w 147879"/>
              <a:gd name="connsiteY29" fmla="*/ 138029 h 145702"/>
              <a:gd name="connsiteX30" fmla="*/ 100071 w 147879"/>
              <a:gd name="connsiteY30" fmla="*/ 139244 h 145702"/>
              <a:gd name="connsiteX31" fmla="*/ 98864 w 147879"/>
              <a:gd name="connsiteY31" fmla="*/ 141864 h 145702"/>
              <a:gd name="connsiteX32" fmla="*/ 102907 w 147879"/>
              <a:gd name="connsiteY32" fmla="*/ 145700 h 145702"/>
              <a:gd name="connsiteX33" fmla="*/ 112779 w 147879"/>
              <a:gd name="connsiteY33" fmla="*/ 145700 h 145702"/>
              <a:gd name="connsiteX34" fmla="*/ 116895 w 147879"/>
              <a:gd name="connsiteY34" fmla="*/ 141864 h 145702"/>
              <a:gd name="connsiteX35" fmla="*/ 112779 w 147879"/>
              <a:gd name="connsiteY35" fmla="*/ 138029 h 145702"/>
              <a:gd name="connsiteX36" fmla="*/ 112779 w 147879"/>
              <a:gd name="connsiteY36" fmla="*/ 138029 h 145702"/>
              <a:gd name="connsiteX37" fmla="*/ 112779 w 147879"/>
              <a:gd name="connsiteY37" fmla="*/ 138029 h 14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879" h="145702">
                <a:moveTo>
                  <a:pt x="137099" y="23279"/>
                </a:moveTo>
                <a:cubicBezTo>
                  <a:pt x="131151" y="23279"/>
                  <a:pt x="126320" y="28156"/>
                  <a:pt x="126320" y="34190"/>
                </a:cubicBezTo>
                <a:cubicBezTo>
                  <a:pt x="126320" y="36034"/>
                  <a:pt x="126823" y="37752"/>
                  <a:pt x="127619" y="39282"/>
                </a:cubicBezTo>
                <a:cubicBezTo>
                  <a:pt x="122233" y="43136"/>
                  <a:pt x="115795" y="45338"/>
                  <a:pt x="109073" y="45338"/>
                </a:cubicBezTo>
                <a:cubicBezTo>
                  <a:pt x="94016" y="45338"/>
                  <a:pt x="81441" y="34789"/>
                  <a:pt x="77916" y="20630"/>
                </a:cubicBezTo>
                <a:cubicBezTo>
                  <a:pt x="81441" y="18834"/>
                  <a:pt x="83886" y="15179"/>
                  <a:pt x="83886" y="10911"/>
                </a:cubicBezTo>
                <a:cubicBezTo>
                  <a:pt x="83886" y="4889"/>
                  <a:pt x="79054" y="0"/>
                  <a:pt x="73113" y="0"/>
                </a:cubicBezTo>
                <a:cubicBezTo>
                  <a:pt x="67151" y="0"/>
                  <a:pt x="62334" y="4889"/>
                  <a:pt x="62334" y="10911"/>
                </a:cubicBezTo>
                <a:cubicBezTo>
                  <a:pt x="62334" y="15179"/>
                  <a:pt x="64764" y="18834"/>
                  <a:pt x="68296" y="20630"/>
                </a:cubicBezTo>
                <a:cubicBezTo>
                  <a:pt x="64779" y="34789"/>
                  <a:pt x="52196" y="45338"/>
                  <a:pt x="37139" y="45338"/>
                </a:cubicBezTo>
                <a:cubicBezTo>
                  <a:pt x="30942" y="45338"/>
                  <a:pt x="24979" y="43391"/>
                  <a:pt x="19838" y="40069"/>
                </a:cubicBezTo>
                <a:cubicBezTo>
                  <a:pt x="20911" y="38366"/>
                  <a:pt x="21556" y="36352"/>
                  <a:pt x="21556" y="34190"/>
                </a:cubicBezTo>
                <a:cubicBezTo>
                  <a:pt x="21556" y="28156"/>
                  <a:pt x="16736" y="23279"/>
                  <a:pt x="10776" y="23279"/>
                </a:cubicBezTo>
                <a:cubicBezTo>
                  <a:pt x="4828" y="23279"/>
                  <a:pt x="0" y="28156"/>
                  <a:pt x="0" y="34190"/>
                </a:cubicBezTo>
                <a:cubicBezTo>
                  <a:pt x="0" y="39910"/>
                  <a:pt x="4372" y="44559"/>
                  <a:pt x="9912" y="45013"/>
                </a:cubicBezTo>
                <a:lnTo>
                  <a:pt x="38438" y="115821"/>
                </a:lnTo>
                <a:lnTo>
                  <a:pt x="107708" y="115821"/>
                </a:lnTo>
                <a:lnTo>
                  <a:pt x="136567" y="45043"/>
                </a:lnTo>
                <a:cubicBezTo>
                  <a:pt x="136742" y="45057"/>
                  <a:pt x="136917" y="45102"/>
                  <a:pt x="137099" y="45102"/>
                </a:cubicBezTo>
                <a:cubicBezTo>
                  <a:pt x="143055" y="45102"/>
                  <a:pt x="147879" y="40213"/>
                  <a:pt x="147879" y="34191"/>
                </a:cubicBezTo>
                <a:cubicBezTo>
                  <a:pt x="147879" y="28156"/>
                  <a:pt x="143055" y="23279"/>
                  <a:pt x="137099" y="23279"/>
                </a:cubicBezTo>
                <a:close/>
                <a:moveTo>
                  <a:pt x="83387" y="138029"/>
                </a:moveTo>
                <a:lnTo>
                  <a:pt x="34404" y="138029"/>
                </a:lnTo>
                <a:cubicBezTo>
                  <a:pt x="32132" y="138029"/>
                  <a:pt x="30285" y="139579"/>
                  <a:pt x="30285" y="141865"/>
                </a:cubicBezTo>
                <a:cubicBezTo>
                  <a:pt x="30285" y="144152"/>
                  <a:pt x="32132" y="145703"/>
                  <a:pt x="34404" y="145703"/>
                </a:cubicBezTo>
                <a:lnTo>
                  <a:pt x="83387" y="145703"/>
                </a:lnTo>
                <a:cubicBezTo>
                  <a:pt x="85658" y="145703"/>
                  <a:pt x="87504" y="144152"/>
                  <a:pt x="87504" y="141865"/>
                </a:cubicBezTo>
                <a:cubicBezTo>
                  <a:pt x="87504" y="139579"/>
                  <a:pt x="85658" y="138029"/>
                  <a:pt x="83387" y="138029"/>
                </a:cubicBezTo>
                <a:close/>
                <a:moveTo>
                  <a:pt x="112779" y="138029"/>
                </a:moveTo>
                <a:lnTo>
                  <a:pt x="102982" y="138029"/>
                </a:lnTo>
                <a:cubicBezTo>
                  <a:pt x="101881" y="138029"/>
                  <a:pt x="100846" y="138461"/>
                  <a:pt x="100071" y="139244"/>
                </a:cubicBezTo>
                <a:cubicBezTo>
                  <a:pt x="99291" y="140025"/>
                  <a:pt x="98864" y="140757"/>
                  <a:pt x="98864" y="141864"/>
                </a:cubicBezTo>
                <a:cubicBezTo>
                  <a:pt x="98864" y="144127"/>
                  <a:pt x="100670" y="145660"/>
                  <a:pt x="102907" y="145700"/>
                </a:cubicBezTo>
                <a:lnTo>
                  <a:pt x="112779" y="145700"/>
                </a:lnTo>
                <a:cubicBezTo>
                  <a:pt x="115049" y="145700"/>
                  <a:pt x="116895" y="144152"/>
                  <a:pt x="116895" y="141864"/>
                </a:cubicBezTo>
                <a:cubicBezTo>
                  <a:pt x="116895" y="139579"/>
                  <a:pt x="115049" y="138029"/>
                  <a:pt x="112779" y="138029"/>
                </a:cubicBezTo>
                <a:lnTo>
                  <a:pt x="112779" y="138029"/>
                </a:lnTo>
                <a:lnTo>
                  <a:pt x="112779" y="138029"/>
                </a:lnTo>
                <a:close/>
              </a:path>
            </a:pathLst>
          </a:custGeom>
          <a:solidFill>
            <a:schemeClr val="accent1"/>
          </a:solidFill>
          <a:ln w="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90" name="文本框 1089"/>
          <p:cNvSpPr txBox="1"/>
          <p:nvPr/>
        </p:nvSpPr>
        <p:spPr>
          <a:xfrm>
            <a:off x="3321181" y="3963850"/>
            <a:ext cx="2961798"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分析用户画像及使用场景，输出下线评估</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1" name="椭圆 1090"/>
          <p:cNvSpPr/>
          <p:nvPr/>
        </p:nvSpPr>
        <p:spPr>
          <a:xfrm>
            <a:off x="3025361" y="3977041"/>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3" name="文本框 1092"/>
          <p:cNvSpPr txBox="1"/>
          <p:nvPr/>
        </p:nvSpPr>
        <p:spPr>
          <a:xfrm>
            <a:off x="5754883" y="4664615"/>
            <a:ext cx="283438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协调研发优先排期，上线后监控稳定性</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4" name="椭圆 1093"/>
          <p:cNvSpPr/>
          <p:nvPr/>
        </p:nvSpPr>
        <p:spPr>
          <a:xfrm>
            <a:off x="5459063" y="4677806"/>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6" name="文本框 1095"/>
          <p:cNvSpPr txBox="1"/>
          <p:nvPr/>
        </p:nvSpPr>
        <p:spPr>
          <a:xfrm>
            <a:off x="4104865" y="5365657"/>
            <a:ext cx="284887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参与优化方案评审，协助测试团队制定</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7" name="椭圆 1096"/>
          <p:cNvSpPr/>
          <p:nvPr/>
        </p:nvSpPr>
        <p:spPr>
          <a:xfrm>
            <a:off x="3809046" y="5378848"/>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9" name="文本框 1098"/>
          <p:cNvSpPr txBox="1"/>
          <p:nvPr/>
        </p:nvSpPr>
        <p:spPr>
          <a:xfrm>
            <a:off x="8465129" y="6067391"/>
            <a:ext cx="2681539"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上线后实时同步产品数据给推广团队</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0" name="椭圆 1099"/>
          <p:cNvSpPr/>
          <p:nvPr/>
        </p:nvSpPr>
        <p:spPr>
          <a:xfrm>
            <a:off x="8169310" y="60805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2" name="文本框 1101"/>
          <p:cNvSpPr txBox="1"/>
          <p:nvPr/>
        </p:nvSpPr>
        <p:spPr>
          <a:xfrm>
            <a:off x="7784139" y="3205146"/>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 22%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3" name="文本框 1102"/>
          <p:cNvSpPr txBox="1"/>
          <p:nvPr/>
        </p:nvSpPr>
        <p:spPr>
          <a:xfrm>
            <a:off x="9351807" y="3913802"/>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85%</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4" name="文本框 1103"/>
          <p:cNvSpPr txBox="1"/>
          <p:nvPr/>
        </p:nvSpPr>
        <p:spPr>
          <a:xfrm>
            <a:off x="9496888" y="5314150"/>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8" name="任意多边形: 形状 1107"/>
          <p:cNvSpPr/>
          <p:nvPr/>
        </p:nvSpPr>
        <p:spPr>
          <a:xfrm>
            <a:off x="3130280" y="4041901"/>
            <a:ext cx="84956" cy="84863"/>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09" name="任意多边形: 形状 1108"/>
          <p:cNvSpPr/>
          <p:nvPr/>
        </p:nvSpPr>
        <p:spPr>
          <a:xfrm>
            <a:off x="3099472" y="4128510"/>
            <a:ext cx="145832" cy="58538"/>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3" name="图形 1111"/>
          <p:cNvSpPr/>
          <p:nvPr/>
        </p:nvSpPr>
        <p:spPr>
          <a:xfrm>
            <a:off x="5530022" y="4749217"/>
            <a:ext cx="162996" cy="163153"/>
          </a:xfrm>
          <a:custGeom>
            <a:avLst/>
            <a:gdLst>
              <a:gd name="connsiteX0" fmla="*/ 147319 w 162996"/>
              <a:gd name="connsiteY0" fmla="*/ 81577 h 163153"/>
              <a:gd name="connsiteX1" fmla="*/ 162996 w 162996"/>
              <a:gd name="connsiteY1" fmla="*/ 57855 h 163153"/>
              <a:gd name="connsiteX2" fmla="*/ 156284 w 162996"/>
              <a:gd name="connsiteY2" fmla="*/ 41618 h 163153"/>
              <a:gd name="connsiteX3" fmla="*/ 129982 w 162996"/>
              <a:gd name="connsiteY3" fmla="*/ 33048 h 163153"/>
              <a:gd name="connsiteX4" fmla="*/ 123359 w 162996"/>
              <a:gd name="connsiteY4" fmla="*/ 6720 h 163153"/>
              <a:gd name="connsiteX5" fmla="*/ 107137 w 162996"/>
              <a:gd name="connsiteY5" fmla="*/ 0 h 163153"/>
              <a:gd name="connsiteX6" fmla="*/ 81498 w 162996"/>
              <a:gd name="connsiteY6" fmla="*/ 15692 h 163153"/>
              <a:gd name="connsiteX7" fmla="*/ 55859 w 162996"/>
              <a:gd name="connsiteY7" fmla="*/ 0 h 163153"/>
              <a:gd name="connsiteX8" fmla="*/ 39639 w 162996"/>
              <a:gd name="connsiteY8" fmla="*/ 6717 h 163153"/>
              <a:gd name="connsiteX9" fmla="*/ 33016 w 162996"/>
              <a:gd name="connsiteY9" fmla="*/ 33048 h 163153"/>
              <a:gd name="connsiteX10" fmla="*/ 6712 w 162996"/>
              <a:gd name="connsiteY10" fmla="*/ 41621 h 163153"/>
              <a:gd name="connsiteX11" fmla="*/ 0 w 162996"/>
              <a:gd name="connsiteY11" fmla="*/ 57855 h 163153"/>
              <a:gd name="connsiteX12" fmla="*/ 15676 w 162996"/>
              <a:gd name="connsiteY12" fmla="*/ 81577 h 163153"/>
              <a:gd name="connsiteX13" fmla="*/ 0 w 162996"/>
              <a:gd name="connsiteY13" fmla="*/ 107240 h 163153"/>
              <a:gd name="connsiteX14" fmla="*/ 6712 w 162996"/>
              <a:gd name="connsiteY14" fmla="*/ 123479 h 163153"/>
              <a:gd name="connsiteX15" fmla="*/ 33015 w 162996"/>
              <a:gd name="connsiteY15" fmla="*/ 130108 h 163153"/>
              <a:gd name="connsiteX16" fmla="*/ 39638 w 162996"/>
              <a:gd name="connsiteY16" fmla="*/ 156436 h 163153"/>
              <a:gd name="connsiteX17" fmla="*/ 55860 w 162996"/>
              <a:gd name="connsiteY17" fmla="*/ 163154 h 163153"/>
              <a:gd name="connsiteX18" fmla="*/ 81497 w 162996"/>
              <a:gd name="connsiteY18" fmla="*/ 147460 h 163153"/>
              <a:gd name="connsiteX19" fmla="*/ 107136 w 162996"/>
              <a:gd name="connsiteY19" fmla="*/ 163154 h 163153"/>
              <a:gd name="connsiteX20" fmla="*/ 123360 w 162996"/>
              <a:gd name="connsiteY20" fmla="*/ 156433 h 163153"/>
              <a:gd name="connsiteX21" fmla="*/ 129981 w 162996"/>
              <a:gd name="connsiteY21" fmla="*/ 130107 h 163153"/>
              <a:gd name="connsiteX22" fmla="*/ 156283 w 162996"/>
              <a:gd name="connsiteY22" fmla="*/ 121536 h 163153"/>
              <a:gd name="connsiteX23" fmla="*/ 162996 w 162996"/>
              <a:gd name="connsiteY23" fmla="*/ 105297 h 163153"/>
              <a:gd name="connsiteX24" fmla="*/ 147319 w 162996"/>
              <a:gd name="connsiteY24" fmla="*/ 81577 h 163153"/>
              <a:gd name="connsiteX25" fmla="*/ 81498 w 162996"/>
              <a:gd name="connsiteY25" fmla="*/ 117056 h 163153"/>
              <a:gd name="connsiteX26" fmla="*/ 46057 w 162996"/>
              <a:gd name="connsiteY26" fmla="*/ 81578 h 163153"/>
              <a:gd name="connsiteX27" fmla="*/ 81498 w 162996"/>
              <a:gd name="connsiteY27" fmla="*/ 46100 h 163153"/>
              <a:gd name="connsiteX28" fmla="*/ 116939 w 162996"/>
              <a:gd name="connsiteY28" fmla="*/ 81578 h 163153"/>
              <a:gd name="connsiteX29" fmla="*/ 81498 w 162996"/>
              <a:gd name="connsiteY29" fmla="*/ 117056 h 16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996" h="163153">
                <a:moveTo>
                  <a:pt x="147319" y="81577"/>
                </a:moveTo>
                <a:cubicBezTo>
                  <a:pt x="147319" y="71404"/>
                  <a:pt x="153575" y="63374"/>
                  <a:pt x="162996" y="57855"/>
                </a:cubicBezTo>
                <a:cubicBezTo>
                  <a:pt x="161301" y="52177"/>
                  <a:pt x="159051" y="46739"/>
                  <a:pt x="156284" y="41618"/>
                </a:cubicBezTo>
                <a:cubicBezTo>
                  <a:pt x="145720" y="44385"/>
                  <a:pt x="137170" y="40242"/>
                  <a:pt x="129982" y="33048"/>
                </a:cubicBezTo>
                <a:cubicBezTo>
                  <a:pt x="122795" y="25855"/>
                  <a:pt x="120595" y="17291"/>
                  <a:pt x="123359" y="6720"/>
                </a:cubicBezTo>
                <a:cubicBezTo>
                  <a:pt x="118245" y="3949"/>
                  <a:pt x="112812" y="1698"/>
                  <a:pt x="107137" y="0"/>
                </a:cubicBezTo>
                <a:cubicBezTo>
                  <a:pt x="101622" y="9433"/>
                  <a:pt x="91663" y="15692"/>
                  <a:pt x="81498" y="15692"/>
                </a:cubicBezTo>
                <a:cubicBezTo>
                  <a:pt x="71336" y="15692"/>
                  <a:pt x="61376" y="9433"/>
                  <a:pt x="55859" y="0"/>
                </a:cubicBezTo>
                <a:cubicBezTo>
                  <a:pt x="50186" y="1696"/>
                  <a:pt x="44753" y="3949"/>
                  <a:pt x="39639" y="6717"/>
                </a:cubicBezTo>
                <a:cubicBezTo>
                  <a:pt x="42402" y="17292"/>
                  <a:pt x="40204" y="25852"/>
                  <a:pt x="33016" y="33048"/>
                </a:cubicBezTo>
                <a:cubicBezTo>
                  <a:pt x="25829" y="40242"/>
                  <a:pt x="17275" y="44385"/>
                  <a:pt x="6712" y="41621"/>
                </a:cubicBezTo>
                <a:cubicBezTo>
                  <a:pt x="3946" y="46739"/>
                  <a:pt x="1696" y="52177"/>
                  <a:pt x="0" y="57855"/>
                </a:cubicBezTo>
                <a:cubicBezTo>
                  <a:pt x="9422" y="63375"/>
                  <a:pt x="15676" y="71404"/>
                  <a:pt x="15676" y="81577"/>
                </a:cubicBezTo>
                <a:cubicBezTo>
                  <a:pt x="15676" y="91749"/>
                  <a:pt x="9422" y="101721"/>
                  <a:pt x="0" y="107240"/>
                </a:cubicBezTo>
                <a:cubicBezTo>
                  <a:pt x="1695" y="112920"/>
                  <a:pt x="3946" y="118358"/>
                  <a:pt x="6712" y="123479"/>
                </a:cubicBezTo>
                <a:cubicBezTo>
                  <a:pt x="17277" y="120712"/>
                  <a:pt x="25829" y="122914"/>
                  <a:pt x="33015" y="130108"/>
                </a:cubicBezTo>
                <a:cubicBezTo>
                  <a:pt x="40201" y="137304"/>
                  <a:pt x="42401" y="145863"/>
                  <a:pt x="39638" y="156436"/>
                </a:cubicBezTo>
                <a:cubicBezTo>
                  <a:pt x="44752" y="159204"/>
                  <a:pt x="50185" y="161459"/>
                  <a:pt x="55860" y="163154"/>
                </a:cubicBezTo>
                <a:cubicBezTo>
                  <a:pt x="61377" y="153724"/>
                  <a:pt x="71335" y="147460"/>
                  <a:pt x="81497" y="147460"/>
                </a:cubicBezTo>
                <a:cubicBezTo>
                  <a:pt x="91662" y="147460"/>
                  <a:pt x="101621" y="153724"/>
                  <a:pt x="107136" y="163154"/>
                </a:cubicBezTo>
                <a:cubicBezTo>
                  <a:pt x="112812" y="161457"/>
                  <a:pt x="118244" y="159204"/>
                  <a:pt x="123360" y="156433"/>
                </a:cubicBezTo>
                <a:cubicBezTo>
                  <a:pt x="120597" y="145862"/>
                  <a:pt x="122794" y="137303"/>
                  <a:pt x="129981" y="130107"/>
                </a:cubicBezTo>
                <a:cubicBezTo>
                  <a:pt x="137169" y="122914"/>
                  <a:pt x="145721" y="118768"/>
                  <a:pt x="156283" y="121536"/>
                </a:cubicBezTo>
                <a:cubicBezTo>
                  <a:pt x="159050" y="116415"/>
                  <a:pt x="161299" y="110977"/>
                  <a:pt x="162996" y="105297"/>
                </a:cubicBezTo>
                <a:cubicBezTo>
                  <a:pt x="153575" y="99779"/>
                  <a:pt x="147319" y="91749"/>
                  <a:pt x="147319" y="81577"/>
                </a:cubicBezTo>
                <a:close/>
                <a:moveTo>
                  <a:pt x="81498" y="117056"/>
                </a:moveTo>
                <a:cubicBezTo>
                  <a:pt x="61924" y="117056"/>
                  <a:pt x="46057" y="101170"/>
                  <a:pt x="46057" y="81578"/>
                </a:cubicBezTo>
                <a:cubicBezTo>
                  <a:pt x="46057" y="61984"/>
                  <a:pt x="61925" y="46100"/>
                  <a:pt x="81498" y="46100"/>
                </a:cubicBezTo>
                <a:cubicBezTo>
                  <a:pt x="101073" y="46100"/>
                  <a:pt x="116939" y="61984"/>
                  <a:pt x="116939" y="81578"/>
                </a:cubicBezTo>
                <a:cubicBezTo>
                  <a:pt x="116939" y="101170"/>
                  <a:pt x="101073" y="117056"/>
                  <a:pt x="81498" y="117056"/>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6" name="图形 1114"/>
          <p:cNvSpPr/>
          <p:nvPr/>
        </p:nvSpPr>
        <p:spPr>
          <a:xfrm>
            <a:off x="3895764" y="5445881"/>
            <a:ext cx="145757" cy="161951"/>
          </a:xfrm>
          <a:custGeom>
            <a:avLst/>
            <a:gdLst>
              <a:gd name="connsiteX0" fmla="*/ 45401 w 145757"/>
              <a:gd name="connsiteY0" fmla="*/ 17245 h 161951"/>
              <a:gd name="connsiteX1" fmla="*/ 60534 w 145757"/>
              <a:gd name="connsiteY1" fmla="*/ 0 h 161951"/>
              <a:gd name="connsiteX2" fmla="*/ 145758 w 145757"/>
              <a:gd name="connsiteY2" fmla="*/ 58482 h 161951"/>
              <a:gd name="connsiteX3" fmla="*/ 131422 w 145757"/>
              <a:gd name="connsiteY3" fmla="*/ 76477 h 161951"/>
              <a:gd name="connsiteX4" fmla="*/ 54956 w 145757"/>
              <a:gd name="connsiteY4" fmla="*/ 35239 h 161951"/>
              <a:gd name="connsiteX5" fmla="*/ 0 w 145757"/>
              <a:gd name="connsiteY5" fmla="*/ 77226 h 161951"/>
              <a:gd name="connsiteX6" fmla="*/ 0 w 145757"/>
              <a:gd name="connsiteY6" fmla="*/ 156702 h 161951"/>
              <a:gd name="connsiteX7" fmla="*/ 33453 w 145757"/>
              <a:gd name="connsiteY7" fmla="*/ 111715 h 161951"/>
              <a:gd name="connsiteX8" fmla="*/ 28673 w 145757"/>
              <a:gd name="connsiteY8" fmla="*/ 99720 h 161951"/>
              <a:gd name="connsiteX9" fmla="*/ 47784 w 145757"/>
              <a:gd name="connsiteY9" fmla="*/ 81725 h 161951"/>
              <a:gd name="connsiteX10" fmla="*/ 66894 w 145757"/>
              <a:gd name="connsiteY10" fmla="*/ 99720 h 161951"/>
              <a:gd name="connsiteX11" fmla="*/ 47784 w 145757"/>
              <a:gd name="connsiteY11" fmla="*/ 117714 h 161951"/>
              <a:gd name="connsiteX12" fmla="*/ 40616 w 145757"/>
              <a:gd name="connsiteY12" fmla="*/ 116214 h 161951"/>
              <a:gd name="connsiteX13" fmla="*/ 7170 w 145757"/>
              <a:gd name="connsiteY13" fmla="*/ 161951 h 161951"/>
              <a:gd name="connsiteX14" fmla="*/ 86817 w 145757"/>
              <a:gd name="connsiteY14" fmla="*/ 133459 h 161951"/>
              <a:gd name="connsiteX15" fmla="*/ 111508 w 145757"/>
              <a:gd name="connsiteY15" fmla="*/ 74227 h 1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757" h="161951">
                <a:moveTo>
                  <a:pt x="45401" y="17245"/>
                </a:moveTo>
                <a:lnTo>
                  <a:pt x="60534" y="0"/>
                </a:lnTo>
                <a:lnTo>
                  <a:pt x="145758" y="58482"/>
                </a:lnTo>
                <a:lnTo>
                  <a:pt x="131422" y="76477"/>
                </a:lnTo>
                <a:close/>
                <a:moveTo>
                  <a:pt x="54956" y="35239"/>
                </a:moveTo>
                <a:cubicBezTo>
                  <a:pt x="35036" y="64481"/>
                  <a:pt x="0" y="77226"/>
                  <a:pt x="0" y="77226"/>
                </a:cubicBezTo>
                <a:lnTo>
                  <a:pt x="0" y="156702"/>
                </a:lnTo>
                <a:lnTo>
                  <a:pt x="33453" y="111715"/>
                </a:lnTo>
                <a:cubicBezTo>
                  <a:pt x="30293" y="108534"/>
                  <a:pt x="28568" y="104202"/>
                  <a:pt x="28673" y="99720"/>
                </a:cubicBezTo>
                <a:cubicBezTo>
                  <a:pt x="28673" y="89974"/>
                  <a:pt x="37435" y="81725"/>
                  <a:pt x="47784" y="81725"/>
                </a:cubicBezTo>
                <a:cubicBezTo>
                  <a:pt x="58132" y="81725"/>
                  <a:pt x="66894" y="89974"/>
                  <a:pt x="66894" y="99720"/>
                </a:cubicBezTo>
                <a:cubicBezTo>
                  <a:pt x="66894" y="109466"/>
                  <a:pt x="58132" y="117714"/>
                  <a:pt x="47784" y="117714"/>
                </a:cubicBezTo>
                <a:cubicBezTo>
                  <a:pt x="45298" y="117944"/>
                  <a:pt x="42801" y="117422"/>
                  <a:pt x="40616" y="116214"/>
                </a:cubicBezTo>
                <a:lnTo>
                  <a:pt x="7170" y="161951"/>
                </a:lnTo>
                <a:lnTo>
                  <a:pt x="86817" y="133459"/>
                </a:lnTo>
                <a:cubicBezTo>
                  <a:pt x="87614" y="99720"/>
                  <a:pt x="111508" y="74227"/>
                  <a:pt x="111508" y="74227"/>
                </a:cubicBezTo>
                <a:close/>
              </a:path>
            </a:pathLst>
          </a:custGeom>
          <a:solidFill>
            <a:schemeClr val="accent4"/>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9" name="图形 1117"/>
          <p:cNvSpPr/>
          <p:nvPr/>
        </p:nvSpPr>
        <p:spPr>
          <a:xfrm>
            <a:off x="8260418" y="6176135"/>
            <a:ext cx="116347" cy="116425"/>
          </a:xfrm>
          <a:custGeom>
            <a:avLst/>
            <a:gdLst>
              <a:gd name="connsiteX0" fmla="*/ 46570 w 116347"/>
              <a:gd name="connsiteY0" fmla="*/ 0 h 116425"/>
              <a:gd name="connsiteX1" fmla="*/ 7762 w 116347"/>
              <a:gd name="connsiteY1" fmla="*/ 0 h 116425"/>
              <a:gd name="connsiteX2" fmla="*/ 0 w 116347"/>
              <a:gd name="connsiteY2" fmla="*/ 7762 h 116425"/>
              <a:gd name="connsiteX3" fmla="*/ 0 w 116347"/>
              <a:gd name="connsiteY3" fmla="*/ 46570 h 116425"/>
              <a:gd name="connsiteX4" fmla="*/ 7762 w 116347"/>
              <a:gd name="connsiteY4" fmla="*/ 54332 h 116425"/>
              <a:gd name="connsiteX5" fmla="*/ 46570 w 116347"/>
              <a:gd name="connsiteY5" fmla="*/ 54332 h 116425"/>
              <a:gd name="connsiteX6" fmla="*/ 54332 w 116347"/>
              <a:gd name="connsiteY6" fmla="*/ 46570 h 116425"/>
              <a:gd name="connsiteX7" fmla="*/ 54332 w 116347"/>
              <a:gd name="connsiteY7" fmla="*/ 7762 h 116425"/>
              <a:gd name="connsiteX8" fmla="*/ 46570 w 116347"/>
              <a:gd name="connsiteY8" fmla="*/ 0 h 116425"/>
              <a:gd name="connsiteX9" fmla="*/ 46570 w 116347"/>
              <a:gd name="connsiteY9" fmla="*/ 62094 h 116425"/>
              <a:gd name="connsiteX10" fmla="*/ 7762 w 116347"/>
              <a:gd name="connsiteY10" fmla="*/ 62094 h 116425"/>
              <a:gd name="connsiteX11" fmla="*/ 0 w 116347"/>
              <a:gd name="connsiteY11" fmla="*/ 69855 h 116425"/>
              <a:gd name="connsiteX12" fmla="*/ 0 w 116347"/>
              <a:gd name="connsiteY12" fmla="*/ 108664 h 116425"/>
              <a:gd name="connsiteX13" fmla="*/ 7762 w 116347"/>
              <a:gd name="connsiteY13" fmla="*/ 116426 h 116425"/>
              <a:gd name="connsiteX14" fmla="*/ 46570 w 116347"/>
              <a:gd name="connsiteY14" fmla="*/ 116426 h 116425"/>
              <a:gd name="connsiteX15" fmla="*/ 54332 w 116347"/>
              <a:gd name="connsiteY15" fmla="*/ 108664 h 116425"/>
              <a:gd name="connsiteX16" fmla="*/ 54332 w 116347"/>
              <a:gd name="connsiteY16" fmla="*/ 69855 h 116425"/>
              <a:gd name="connsiteX17" fmla="*/ 46570 w 116347"/>
              <a:gd name="connsiteY17" fmla="*/ 62094 h 116425"/>
              <a:gd name="connsiteX18" fmla="*/ 108586 w 116347"/>
              <a:gd name="connsiteY18" fmla="*/ 0 h 116425"/>
              <a:gd name="connsiteX19" fmla="*/ 69778 w 116347"/>
              <a:gd name="connsiteY19" fmla="*/ 0 h 116425"/>
              <a:gd name="connsiteX20" fmla="*/ 62016 w 116347"/>
              <a:gd name="connsiteY20" fmla="*/ 7762 h 116425"/>
              <a:gd name="connsiteX21" fmla="*/ 62016 w 116347"/>
              <a:gd name="connsiteY21" fmla="*/ 46570 h 116425"/>
              <a:gd name="connsiteX22" fmla="*/ 69778 w 116347"/>
              <a:gd name="connsiteY22" fmla="*/ 54332 h 116425"/>
              <a:gd name="connsiteX23" fmla="*/ 108586 w 116347"/>
              <a:gd name="connsiteY23" fmla="*/ 54332 h 116425"/>
              <a:gd name="connsiteX24" fmla="*/ 116348 w 116347"/>
              <a:gd name="connsiteY24" fmla="*/ 46570 h 116425"/>
              <a:gd name="connsiteX25" fmla="*/ 116348 w 116347"/>
              <a:gd name="connsiteY25" fmla="*/ 7762 h 116425"/>
              <a:gd name="connsiteX26" fmla="*/ 108586 w 116347"/>
              <a:gd name="connsiteY26" fmla="*/ 0 h 116425"/>
              <a:gd name="connsiteX27" fmla="*/ 70298 w 116347"/>
              <a:gd name="connsiteY27" fmla="*/ 73216 h 116425"/>
              <a:gd name="connsiteX28" fmla="*/ 66580 w 116347"/>
              <a:gd name="connsiteY28" fmla="*/ 76918 h 116425"/>
              <a:gd name="connsiteX29" fmla="*/ 66580 w 116347"/>
              <a:gd name="connsiteY29" fmla="*/ 76934 h 116425"/>
              <a:gd name="connsiteX30" fmla="*/ 66580 w 116347"/>
              <a:gd name="connsiteY30" fmla="*/ 110899 h 116425"/>
              <a:gd name="connsiteX31" fmla="*/ 70538 w 116347"/>
              <a:gd name="connsiteY31" fmla="*/ 114377 h 116425"/>
              <a:gd name="connsiteX32" fmla="*/ 74016 w 116347"/>
              <a:gd name="connsiteY32" fmla="*/ 110899 h 116425"/>
              <a:gd name="connsiteX33" fmla="*/ 74016 w 116347"/>
              <a:gd name="connsiteY33" fmla="*/ 76934 h 116425"/>
              <a:gd name="connsiteX34" fmla="*/ 70298 w 116347"/>
              <a:gd name="connsiteY34" fmla="*/ 73216 h 116425"/>
              <a:gd name="connsiteX35" fmla="*/ 89182 w 116347"/>
              <a:gd name="connsiteY35" fmla="*/ 83764 h 116425"/>
              <a:gd name="connsiteX36" fmla="*/ 85464 w 116347"/>
              <a:gd name="connsiteY36" fmla="*/ 87482 h 116425"/>
              <a:gd name="connsiteX37" fmla="*/ 85464 w 116347"/>
              <a:gd name="connsiteY37" fmla="*/ 110899 h 116425"/>
              <a:gd name="connsiteX38" fmla="*/ 89422 w 116347"/>
              <a:gd name="connsiteY38" fmla="*/ 114377 h 116425"/>
              <a:gd name="connsiteX39" fmla="*/ 92900 w 116347"/>
              <a:gd name="connsiteY39" fmla="*/ 110899 h 116425"/>
              <a:gd name="connsiteX40" fmla="*/ 92900 w 116347"/>
              <a:gd name="connsiteY40" fmla="*/ 87482 h 116425"/>
              <a:gd name="connsiteX41" fmla="*/ 89182 w 116347"/>
              <a:gd name="connsiteY41" fmla="*/ 83764 h 116425"/>
              <a:gd name="connsiteX42" fmla="*/ 108260 w 116347"/>
              <a:gd name="connsiteY42" fmla="*/ 63522 h 116425"/>
              <a:gd name="connsiteX43" fmla="*/ 104542 w 116347"/>
              <a:gd name="connsiteY43" fmla="*/ 67240 h 116425"/>
              <a:gd name="connsiteX44" fmla="*/ 104542 w 116347"/>
              <a:gd name="connsiteY44" fmla="*/ 110899 h 116425"/>
              <a:gd name="connsiteX45" fmla="*/ 108501 w 116347"/>
              <a:gd name="connsiteY45" fmla="*/ 114377 h 116425"/>
              <a:gd name="connsiteX46" fmla="*/ 111978 w 116347"/>
              <a:gd name="connsiteY46" fmla="*/ 110899 h 116425"/>
              <a:gd name="connsiteX47" fmla="*/ 111978 w 116347"/>
              <a:gd name="connsiteY47" fmla="*/ 67240 h 116425"/>
              <a:gd name="connsiteX48" fmla="*/ 108260 w 116347"/>
              <a:gd name="connsiteY48" fmla="*/ 63522 h 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47" h="116425">
                <a:moveTo>
                  <a:pt x="46570" y="0"/>
                </a:moveTo>
                <a:lnTo>
                  <a:pt x="7762" y="0"/>
                </a:lnTo>
                <a:cubicBezTo>
                  <a:pt x="3475" y="0"/>
                  <a:pt x="0" y="3475"/>
                  <a:pt x="0" y="7762"/>
                </a:cubicBezTo>
                <a:lnTo>
                  <a:pt x="0" y="46570"/>
                </a:lnTo>
                <a:cubicBezTo>
                  <a:pt x="0" y="50857"/>
                  <a:pt x="3475" y="54332"/>
                  <a:pt x="7762" y="54332"/>
                </a:cubicBezTo>
                <a:lnTo>
                  <a:pt x="46570" y="54332"/>
                </a:lnTo>
                <a:cubicBezTo>
                  <a:pt x="50857" y="54332"/>
                  <a:pt x="54332" y="50857"/>
                  <a:pt x="54332" y="46570"/>
                </a:cubicBezTo>
                <a:lnTo>
                  <a:pt x="54332" y="7762"/>
                </a:lnTo>
                <a:cubicBezTo>
                  <a:pt x="54332" y="3475"/>
                  <a:pt x="50857" y="0"/>
                  <a:pt x="46570" y="0"/>
                </a:cubicBezTo>
                <a:close/>
                <a:moveTo>
                  <a:pt x="46570" y="62094"/>
                </a:moveTo>
                <a:lnTo>
                  <a:pt x="7762" y="62094"/>
                </a:lnTo>
                <a:cubicBezTo>
                  <a:pt x="3475" y="62094"/>
                  <a:pt x="0" y="65569"/>
                  <a:pt x="0" y="69855"/>
                </a:cubicBezTo>
                <a:lnTo>
                  <a:pt x="0" y="108664"/>
                </a:lnTo>
                <a:cubicBezTo>
                  <a:pt x="0" y="112950"/>
                  <a:pt x="3475" y="116426"/>
                  <a:pt x="7762" y="116426"/>
                </a:cubicBezTo>
                <a:lnTo>
                  <a:pt x="46570" y="116426"/>
                </a:lnTo>
                <a:cubicBezTo>
                  <a:pt x="50857" y="116426"/>
                  <a:pt x="54332" y="112950"/>
                  <a:pt x="54332" y="108664"/>
                </a:cubicBezTo>
                <a:lnTo>
                  <a:pt x="54332" y="69855"/>
                </a:lnTo>
                <a:cubicBezTo>
                  <a:pt x="54332" y="65569"/>
                  <a:pt x="50857" y="62094"/>
                  <a:pt x="46570" y="62094"/>
                </a:cubicBezTo>
                <a:close/>
                <a:moveTo>
                  <a:pt x="108586" y="0"/>
                </a:moveTo>
                <a:lnTo>
                  <a:pt x="69778" y="0"/>
                </a:lnTo>
                <a:cubicBezTo>
                  <a:pt x="65491" y="0"/>
                  <a:pt x="62016" y="3475"/>
                  <a:pt x="62016" y="7762"/>
                </a:cubicBezTo>
                <a:lnTo>
                  <a:pt x="62016" y="46570"/>
                </a:lnTo>
                <a:cubicBezTo>
                  <a:pt x="62016" y="50857"/>
                  <a:pt x="65491" y="54332"/>
                  <a:pt x="69778" y="54332"/>
                </a:cubicBezTo>
                <a:lnTo>
                  <a:pt x="108586" y="54332"/>
                </a:lnTo>
                <a:cubicBezTo>
                  <a:pt x="112873" y="54332"/>
                  <a:pt x="116348" y="50857"/>
                  <a:pt x="116348" y="46570"/>
                </a:cubicBezTo>
                <a:lnTo>
                  <a:pt x="116348" y="7762"/>
                </a:lnTo>
                <a:cubicBezTo>
                  <a:pt x="116348" y="3475"/>
                  <a:pt x="112873" y="0"/>
                  <a:pt x="108586" y="0"/>
                </a:cubicBezTo>
                <a:close/>
                <a:moveTo>
                  <a:pt x="70298" y="73216"/>
                </a:moveTo>
                <a:cubicBezTo>
                  <a:pt x="68249" y="73212"/>
                  <a:pt x="66584" y="74869"/>
                  <a:pt x="66580" y="76918"/>
                </a:cubicBezTo>
                <a:cubicBezTo>
                  <a:pt x="66580" y="76924"/>
                  <a:pt x="66580" y="76929"/>
                  <a:pt x="66580" y="76934"/>
                </a:cubicBezTo>
                <a:lnTo>
                  <a:pt x="66580" y="110899"/>
                </a:lnTo>
                <a:cubicBezTo>
                  <a:pt x="66713" y="112952"/>
                  <a:pt x="68485" y="114509"/>
                  <a:pt x="70538" y="114377"/>
                </a:cubicBezTo>
                <a:cubicBezTo>
                  <a:pt x="72406" y="114256"/>
                  <a:pt x="73895" y="112767"/>
                  <a:pt x="74016" y="110899"/>
                </a:cubicBezTo>
                <a:lnTo>
                  <a:pt x="74016" y="76934"/>
                </a:lnTo>
                <a:cubicBezTo>
                  <a:pt x="74011" y="74882"/>
                  <a:pt x="72349" y="73220"/>
                  <a:pt x="70298" y="73216"/>
                </a:cubicBezTo>
                <a:close/>
                <a:moveTo>
                  <a:pt x="89182" y="83764"/>
                </a:moveTo>
                <a:cubicBezTo>
                  <a:pt x="87130" y="83769"/>
                  <a:pt x="85468" y="85431"/>
                  <a:pt x="85464" y="87482"/>
                </a:cubicBezTo>
                <a:lnTo>
                  <a:pt x="85464" y="110899"/>
                </a:lnTo>
                <a:cubicBezTo>
                  <a:pt x="85597" y="112952"/>
                  <a:pt x="87369" y="114509"/>
                  <a:pt x="89422" y="114377"/>
                </a:cubicBezTo>
                <a:cubicBezTo>
                  <a:pt x="91291" y="114256"/>
                  <a:pt x="92779" y="112767"/>
                  <a:pt x="92900" y="110899"/>
                </a:cubicBezTo>
                <a:lnTo>
                  <a:pt x="92900" y="87482"/>
                </a:lnTo>
                <a:cubicBezTo>
                  <a:pt x="92896" y="85431"/>
                  <a:pt x="91233" y="83769"/>
                  <a:pt x="89182" y="83764"/>
                </a:cubicBezTo>
                <a:close/>
                <a:moveTo>
                  <a:pt x="108260" y="63522"/>
                </a:moveTo>
                <a:cubicBezTo>
                  <a:pt x="106209" y="63526"/>
                  <a:pt x="104547" y="65188"/>
                  <a:pt x="104542" y="67240"/>
                </a:cubicBezTo>
                <a:lnTo>
                  <a:pt x="104542" y="110899"/>
                </a:lnTo>
                <a:cubicBezTo>
                  <a:pt x="104675" y="112952"/>
                  <a:pt x="106447" y="114509"/>
                  <a:pt x="108501" y="114377"/>
                </a:cubicBezTo>
                <a:cubicBezTo>
                  <a:pt x="110369" y="114256"/>
                  <a:pt x="111857" y="112767"/>
                  <a:pt x="111978" y="110899"/>
                </a:cubicBezTo>
                <a:lnTo>
                  <a:pt x="111978" y="67240"/>
                </a:lnTo>
                <a:cubicBezTo>
                  <a:pt x="111974" y="65188"/>
                  <a:pt x="110312" y="63526"/>
                  <a:pt x="108260" y="63522"/>
                </a:cubicBezTo>
                <a:close/>
              </a:path>
            </a:pathLst>
          </a:custGeom>
          <a:solidFill>
            <a:schemeClr val="accent4">
              <a:lumMod val="60000"/>
              <a:lumOff val="40000"/>
            </a:schemeClr>
          </a:solidFill>
          <a:ln w="1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1" name="任意多边形: 形状 1120"/>
          <p:cNvSpPr/>
          <p:nvPr/>
        </p:nvSpPr>
        <p:spPr>
          <a:xfrm>
            <a:off x="7822354" y="1301758"/>
            <a:ext cx="170407" cy="170220"/>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2" name="任意多边形: 形状 1121"/>
          <p:cNvSpPr/>
          <p:nvPr/>
        </p:nvSpPr>
        <p:spPr>
          <a:xfrm>
            <a:off x="7760559" y="1475480"/>
            <a:ext cx="292513" cy="117417"/>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6" name="图形 1124"/>
          <p:cNvSpPr/>
          <p:nvPr/>
        </p:nvSpPr>
        <p:spPr>
          <a:xfrm>
            <a:off x="3068741" y="1321137"/>
            <a:ext cx="223437" cy="279446"/>
          </a:xfrm>
          <a:custGeom>
            <a:avLst/>
            <a:gdLst>
              <a:gd name="connsiteX0" fmla="*/ 199604 w 223437"/>
              <a:gd name="connsiteY0" fmla="*/ 19960 h 279446"/>
              <a:gd name="connsiteX1" fmla="*/ 212415 w 223437"/>
              <a:gd name="connsiteY1" fmla="*/ 32324 h 279446"/>
              <a:gd name="connsiteX2" fmla="*/ 219714 w 223437"/>
              <a:gd name="connsiteY2" fmla="*/ 40666 h 279446"/>
              <a:gd name="connsiteX3" fmla="*/ 222842 w 223437"/>
              <a:gd name="connsiteY3" fmla="*/ 46475 h 279446"/>
              <a:gd name="connsiteX4" fmla="*/ 223438 w 223437"/>
              <a:gd name="connsiteY4" fmla="*/ 50646 h 279446"/>
              <a:gd name="connsiteX5" fmla="*/ 223438 w 223437"/>
              <a:gd name="connsiteY5" fmla="*/ 55413 h 279446"/>
              <a:gd name="connsiteX6" fmla="*/ 179346 w 223437"/>
              <a:gd name="connsiteY6" fmla="*/ 55413 h 279446"/>
              <a:gd name="connsiteX7" fmla="*/ 174132 w 223437"/>
              <a:gd name="connsiteY7" fmla="*/ 53178 h 279446"/>
              <a:gd name="connsiteX8" fmla="*/ 170409 w 223437"/>
              <a:gd name="connsiteY8" fmla="*/ 47965 h 279446"/>
              <a:gd name="connsiteX9" fmla="*/ 168174 w 223437"/>
              <a:gd name="connsiteY9" fmla="*/ 41857 h 279446"/>
              <a:gd name="connsiteX10" fmla="*/ 167429 w 223437"/>
              <a:gd name="connsiteY10" fmla="*/ 36942 h 279446"/>
              <a:gd name="connsiteX11" fmla="*/ 167429 w 223437"/>
              <a:gd name="connsiteY11" fmla="*/ 0 h 279446"/>
              <a:gd name="connsiteX12" fmla="*/ 168323 w 223437"/>
              <a:gd name="connsiteY12" fmla="*/ 0 h 279446"/>
              <a:gd name="connsiteX13" fmla="*/ 173239 w 223437"/>
              <a:gd name="connsiteY13" fmla="*/ 745 h 279446"/>
              <a:gd name="connsiteX14" fmla="*/ 179048 w 223437"/>
              <a:gd name="connsiteY14" fmla="*/ 3575 h 279446"/>
              <a:gd name="connsiteX15" fmla="*/ 187241 w 223437"/>
              <a:gd name="connsiteY15" fmla="*/ 9533 h 279446"/>
              <a:gd name="connsiteX16" fmla="*/ 199604 w 223437"/>
              <a:gd name="connsiteY16" fmla="*/ 19960 h 279446"/>
              <a:gd name="connsiteX17" fmla="*/ 148661 w 223437"/>
              <a:gd name="connsiteY17" fmla="*/ 37240 h 279446"/>
              <a:gd name="connsiteX18" fmla="*/ 150448 w 223437"/>
              <a:gd name="connsiteY18" fmla="*/ 49603 h 279446"/>
              <a:gd name="connsiteX19" fmla="*/ 156109 w 223437"/>
              <a:gd name="connsiteY19" fmla="*/ 61520 h 279446"/>
              <a:gd name="connsiteX20" fmla="*/ 165940 w 223437"/>
              <a:gd name="connsiteY20" fmla="*/ 70606 h 279446"/>
              <a:gd name="connsiteX21" fmla="*/ 179942 w 223437"/>
              <a:gd name="connsiteY21" fmla="*/ 74181 h 279446"/>
              <a:gd name="connsiteX22" fmla="*/ 223438 w 223437"/>
              <a:gd name="connsiteY22" fmla="*/ 74181 h 279446"/>
              <a:gd name="connsiteX23" fmla="*/ 223438 w 223437"/>
              <a:gd name="connsiteY23" fmla="*/ 242207 h 279446"/>
              <a:gd name="connsiteX24" fmla="*/ 220012 w 223437"/>
              <a:gd name="connsiteY24" fmla="*/ 257698 h 279446"/>
              <a:gd name="connsiteX25" fmla="*/ 210925 w 223437"/>
              <a:gd name="connsiteY25" fmla="*/ 269317 h 279446"/>
              <a:gd name="connsiteX26" fmla="*/ 198413 w 223437"/>
              <a:gd name="connsiteY26" fmla="*/ 276765 h 279446"/>
              <a:gd name="connsiteX27" fmla="*/ 185006 w 223437"/>
              <a:gd name="connsiteY27" fmla="*/ 279446 h 279446"/>
              <a:gd name="connsiteX28" fmla="*/ 38431 w 223437"/>
              <a:gd name="connsiteY28" fmla="*/ 279446 h 279446"/>
              <a:gd name="connsiteX29" fmla="*/ 26068 w 223437"/>
              <a:gd name="connsiteY29" fmla="*/ 276169 h 279446"/>
              <a:gd name="connsiteX30" fmla="*/ 13555 w 223437"/>
              <a:gd name="connsiteY30" fmla="*/ 267529 h 279446"/>
              <a:gd name="connsiteX31" fmla="*/ 3873 w 223437"/>
              <a:gd name="connsiteY31" fmla="*/ 255315 h 279446"/>
              <a:gd name="connsiteX32" fmla="*/ 0 w 223437"/>
              <a:gd name="connsiteY32" fmla="*/ 241015 h 279446"/>
              <a:gd name="connsiteX33" fmla="*/ 0 w 223437"/>
              <a:gd name="connsiteY33" fmla="*/ 38431 h 279446"/>
              <a:gd name="connsiteX34" fmla="*/ 2830 w 223437"/>
              <a:gd name="connsiteY34" fmla="*/ 25472 h 279446"/>
              <a:gd name="connsiteX35" fmla="*/ 10576 w 223437"/>
              <a:gd name="connsiteY35" fmla="*/ 13108 h 279446"/>
              <a:gd name="connsiteX36" fmla="*/ 21748 w 223437"/>
              <a:gd name="connsiteY36" fmla="*/ 3724 h 279446"/>
              <a:gd name="connsiteX37" fmla="*/ 34856 w 223437"/>
              <a:gd name="connsiteY37" fmla="*/ 0 h 279446"/>
              <a:gd name="connsiteX38" fmla="*/ 148661 w 223437"/>
              <a:gd name="connsiteY38" fmla="*/ 0 h 279446"/>
              <a:gd name="connsiteX39" fmla="*/ 148661 w 223437"/>
              <a:gd name="connsiteY39" fmla="*/ 37240 h 279446"/>
              <a:gd name="connsiteX40" fmla="*/ 167429 w 223437"/>
              <a:gd name="connsiteY40" fmla="*/ 223140 h 279446"/>
              <a:gd name="connsiteX41" fmla="*/ 180538 w 223437"/>
              <a:gd name="connsiteY41" fmla="*/ 217628 h 279446"/>
              <a:gd name="connsiteX42" fmla="*/ 185900 w 223437"/>
              <a:gd name="connsiteY42" fmla="*/ 204371 h 279446"/>
              <a:gd name="connsiteX43" fmla="*/ 180538 w 223437"/>
              <a:gd name="connsiteY43" fmla="*/ 191263 h 279446"/>
              <a:gd name="connsiteX44" fmla="*/ 167429 w 223437"/>
              <a:gd name="connsiteY44" fmla="*/ 185900 h 279446"/>
              <a:gd name="connsiteX45" fmla="*/ 55710 w 223437"/>
              <a:gd name="connsiteY45" fmla="*/ 185900 h 279446"/>
              <a:gd name="connsiteX46" fmla="*/ 42602 w 223437"/>
              <a:gd name="connsiteY46" fmla="*/ 191263 h 279446"/>
              <a:gd name="connsiteX47" fmla="*/ 37240 w 223437"/>
              <a:gd name="connsiteY47" fmla="*/ 204371 h 279446"/>
              <a:gd name="connsiteX48" fmla="*/ 42602 w 223437"/>
              <a:gd name="connsiteY48" fmla="*/ 217628 h 279446"/>
              <a:gd name="connsiteX49" fmla="*/ 55710 w 223437"/>
              <a:gd name="connsiteY49" fmla="*/ 223140 h 279446"/>
              <a:gd name="connsiteX50" fmla="*/ 167429 w 223437"/>
              <a:gd name="connsiteY50" fmla="*/ 223140 h 279446"/>
              <a:gd name="connsiteX51" fmla="*/ 185900 w 223437"/>
              <a:gd name="connsiteY51" fmla="*/ 130190 h 279446"/>
              <a:gd name="connsiteX52" fmla="*/ 180538 w 223437"/>
              <a:gd name="connsiteY52" fmla="*/ 116932 h 279446"/>
              <a:gd name="connsiteX53" fmla="*/ 167429 w 223437"/>
              <a:gd name="connsiteY53" fmla="*/ 111421 h 279446"/>
              <a:gd name="connsiteX54" fmla="*/ 55710 w 223437"/>
              <a:gd name="connsiteY54" fmla="*/ 111421 h 279446"/>
              <a:gd name="connsiteX55" fmla="*/ 42602 w 223437"/>
              <a:gd name="connsiteY55" fmla="*/ 116932 h 279446"/>
              <a:gd name="connsiteX56" fmla="*/ 37240 w 223437"/>
              <a:gd name="connsiteY56" fmla="*/ 130190 h 279446"/>
              <a:gd name="connsiteX57" fmla="*/ 42602 w 223437"/>
              <a:gd name="connsiteY57" fmla="*/ 143298 h 279446"/>
              <a:gd name="connsiteX58" fmla="*/ 55710 w 223437"/>
              <a:gd name="connsiteY58" fmla="*/ 148661 h 279446"/>
              <a:gd name="connsiteX59" fmla="*/ 167429 w 223437"/>
              <a:gd name="connsiteY59" fmla="*/ 148661 h 279446"/>
              <a:gd name="connsiteX60" fmla="*/ 180538 w 223437"/>
              <a:gd name="connsiteY60" fmla="*/ 143298 h 279446"/>
              <a:gd name="connsiteX61" fmla="*/ 185900 w 223437"/>
              <a:gd name="connsiteY61" fmla="*/ 130190 h 27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3437" h="279446">
                <a:moveTo>
                  <a:pt x="199604" y="19960"/>
                </a:moveTo>
                <a:cubicBezTo>
                  <a:pt x="204967" y="24926"/>
                  <a:pt x="209237" y="29047"/>
                  <a:pt x="212415" y="32324"/>
                </a:cubicBezTo>
                <a:cubicBezTo>
                  <a:pt x="215593" y="35601"/>
                  <a:pt x="218026" y="38382"/>
                  <a:pt x="219714" y="40666"/>
                </a:cubicBezTo>
                <a:cubicBezTo>
                  <a:pt x="221402" y="42950"/>
                  <a:pt x="222445" y="44886"/>
                  <a:pt x="222842" y="46475"/>
                </a:cubicBezTo>
                <a:cubicBezTo>
                  <a:pt x="223239" y="48064"/>
                  <a:pt x="223438" y="49454"/>
                  <a:pt x="223438" y="50646"/>
                </a:cubicBezTo>
                <a:lnTo>
                  <a:pt x="223438" y="55413"/>
                </a:lnTo>
                <a:lnTo>
                  <a:pt x="179346" y="55413"/>
                </a:lnTo>
                <a:cubicBezTo>
                  <a:pt x="177360" y="55413"/>
                  <a:pt x="175622" y="54668"/>
                  <a:pt x="174132" y="53178"/>
                </a:cubicBezTo>
                <a:cubicBezTo>
                  <a:pt x="172643" y="51689"/>
                  <a:pt x="171402" y="49951"/>
                  <a:pt x="170409" y="47965"/>
                </a:cubicBezTo>
                <a:cubicBezTo>
                  <a:pt x="169415" y="45979"/>
                  <a:pt x="168671" y="43943"/>
                  <a:pt x="168174" y="41857"/>
                </a:cubicBezTo>
                <a:cubicBezTo>
                  <a:pt x="167678" y="39772"/>
                  <a:pt x="167429" y="38133"/>
                  <a:pt x="167429" y="36942"/>
                </a:cubicBezTo>
                <a:lnTo>
                  <a:pt x="167429" y="0"/>
                </a:lnTo>
                <a:lnTo>
                  <a:pt x="168323" y="0"/>
                </a:lnTo>
                <a:cubicBezTo>
                  <a:pt x="169912" y="0"/>
                  <a:pt x="171551" y="248"/>
                  <a:pt x="173239" y="745"/>
                </a:cubicBezTo>
                <a:cubicBezTo>
                  <a:pt x="174927" y="1241"/>
                  <a:pt x="176863" y="2185"/>
                  <a:pt x="179048" y="3575"/>
                </a:cubicBezTo>
                <a:cubicBezTo>
                  <a:pt x="181233" y="4965"/>
                  <a:pt x="183964" y="6951"/>
                  <a:pt x="187241" y="9533"/>
                </a:cubicBezTo>
                <a:cubicBezTo>
                  <a:pt x="190518" y="12115"/>
                  <a:pt x="194639" y="15591"/>
                  <a:pt x="199604" y="19960"/>
                </a:cubicBezTo>
                <a:close/>
                <a:moveTo>
                  <a:pt x="148661" y="37240"/>
                </a:moveTo>
                <a:cubicBezTo>
                  <a:pt x="148661" y="41212"/>
                  <a:pt x="149256" y="45333"/>
                  <a:pt x="150448" y="49603"/>
                </a:cubicBezTo>
                <a:cubicBezTo>
                  <a:pt x="151640" y="53873"/>
                  <a:pt x="153527" y="57846"/>
                  <a:pt x="156109" y="61520"/>
                </a:cubicBezTo>
                <a:cubicBezTo>
                  <a:pt x="158690" y="65194"/>
                  <a:pt x="161968" y="68223"/>
                  <a:pt x="165940" y="70606"/>
                </a:cubicBezTo>
                <a:cubicBezTo>
                  <a:pt x="169912" y="72990"/>
                  <a:pt x="174579" y="74181"/>
                  <a:pt x="179942" y="74181"/>
                </a:cubicBezTo>
                <a:lnTo>
                  <a:pt x="223438" y="74181"/>
                </a:lnTo>
                <a:lnTo>
                  <a:pt x="223438" y="242207"/>
                </a:lnTo>
                <a:cubicBezTo>
                  <a:pt x="223438" y="247966"/>
                  <a:pt x="222296" y="253130"/>
                  <a:pt x="220012" y="257698"/>
                </a:cubicBezTo>
                <a:cubicBezTo>
                  <a:pt x="217728" y="262266"/>
                  <a:pt x="214699" y="266139"/>
                  <a:pt x="210925" y="269317"/>
                </a:cubicBezTo>
                <a:cubicBezTo>
                  <a:pt x="207152" y="272495"/>
                  <a:pt x="202981" y="274977"/>
                  <a:pt x="198413" y="276765"/>
                </a:cubicBezTo>
                <a:cubicBezTo>
                  <a:pt x="193845" y="278552"/>
                  <a:pt x="189376" y="279446"/>
                  <a:pt x="185006" y="279446"/>
                </a:cubicBezTo>
                <a:lnTo>
                  <a:pt x="38431" y="279446"/>
                </a:lnTo>
                <a:cubicBezTo>
                  <a:pt x="34658" y="279446"/>
                  <a:pt x="30536" y="278354"/>
                  <a:pt x="26068" y="276169"/>
                </a:cubicBezTo>
                <a:cubicBezTo>
                  <a:pt x="21599" y="273984"/>
                  <a:pt x="17428" y="271104"/>
                  <a:pt x="13555" y="267529"/>
                </a:cubicBezTo>
                <a:cubicBezTo>
                  <a:pt x="9682" y="263954"/>
                  <a:pt x="6455" y="259883"/>
                  <a:pt x="3873" y="255315"/>
                </a:cubicBezTo>
                <a:cubicBezTo>
                  <a:pt x="1291" y="250747"/>
                  <a:pt x="0" y="245980"/>
                  <a:pt x="0" y="241015"/>
                </a:cubicBezTo>
                <a:lnTo>
                  <a:pt x="0" y="38431"/>
                </a:lnTo>
                <a:cubicBezTo>
                  <a:pt x="0" y="34260"/>
                  <a:pt x="943" y="29941"/>
                  <a:pt x="2830" y="25472"/>
                </a:cubicBezTo>
                <a:cubicBezTo>
                  <a:pt x="4717" y="21003"/>
                  <a:pt x="7299" y="16882"/>
                  <a:pt x="10576" y="13108"/>
                </a:cubicBezTo>
                <a:cubicBezTo>
                  <a:pt x="13853" y="9335"/>
                  <a:pt x="17577" y="6207"/>
                  <a:pt x="21748" y="3724"/>
                </a:cubicBezTo>
                <a:cubicBezTo>
                  <a:pt x="25919" y="1241"/>
                  <a:pt x="30288" y="0"/>
                  <a:pt x="34856" y="0"/>
                </a:cubicBezTo>
                <a:lnTo>
                  <a:pt x="148661" y="0"/>
                </a:lnTo>
                <a:lnTo>
                  <a:pt x="148661" y="37240"/>
                </a:lnTo>
                <a:close/>
                <a:moveTo>
                  <a:pt x="167429" y="223140"/>
                </a:moveTo>
                <a:cubicBezTo>
                  <a:pt x="172593" y="223140"/>
                  <a:pt x="176963" y="221303"/>
                  <a:pt x="180538" y="217628"/>
                </a:cubicBezTo>
                <a:cubicBezTo>
                  <a:pt x="184113" y="213954"/>
                  <a:pt x="185900" y="209535"/>
                  <a:pt x="185900" y="204371"/>
                </a:cubicBezTo>
                <a:cubicBezTo>
                  <a:pt x="185900" y="199207"/>
                  <a:pt x="184113" y="194838"/>
                  <a:pt x="180538" y="191263"/>
                </a:cubicBezTo>
                <a:cubicBezTo>
                  <a:pt x="176963" y="187688"/>
                  <a:pt x="172593" y="185900"/>
                  <a:pt x="167429" y="185900"/>
                </a:cubicBezTo>
                <a:lnTo>
                  <a:pt x="55710" y="185900"/>
                </a:lnTo>
                <a:cubicBezTo>
                  <a:pt x="50547" y="185900"/>
                  <a:pt x="46177" y="187688"/>
                  <a:pt x="42602" y="191263"/>
                </a:cubicBezTo>
                <a:cubicBezTo>
                  <a:pt x="39027" y="194838"/>
                  <a:pt x="37240" y="199207"/>
                  <a:pt x="37240" y="204371"/>
                </a:cubicBezTo>
                <a:cubicBezTo>
                  <a:pt x="37240" y="209535"/>
                  <a:pt x="39027" y="213954"/>
                  <a:pt x="42602" y="217628"/>
                </a:cubicBezTo>
                <a:cubicBezTo>
                  <a:pt x="46177" y="221303"/>
                  <a:pt x="50547" y="223140"/>
                  <a:pt x="55710" y="223140"/>
                </a:cubicBezTo>
                <a:lnTo>
                  <a:pt x="167429" y="223140"/>
                </a:lnTo>
                <a:close/>
                <a:moveTo>
                  <a:pt x="185900" y="130190"/>
                </a:moveTo>
                <a:cubicBezTo>
                  <a:pt x="185900" y="125026"/>
                  <a:pt x="184113" y="120607"/>
                  <a:pt x="180538" y="116932"/>
                </a:cubicBezTo>
                <a:cubicBezTo>
                  <a:pt x="176963" y="113258"/>
                  <a:pt x="172593" y="111421"/>
                  <a:pt x="167429" y="111421"/>
                </a:cubicBezTo>
                <a:lnTo>
                  <a:pt x="55710" y="111421"/>
                </a:lnTo>
                <a:cubicBezTo>
                  <a:pt x="50547" y="111421"/>
                  <a:pt x="46177" y="113258"/>
                  <a:pt x="42602" y="116932"/>
                </a:cubicBezTo>
                <a:cubicBezTo>
                  <a:pt x="39027" y="120607"/>
                  <a:pt x="37240" y="125026"/>
                  <a:pt x="37240" y="130190"/>
                </a:cubicBezTo>
                <a:cubicBezTo>
                  <a:pt x="37240" y="135354"/>
                  <a:pt x="39027" y="139723"/>
                  <a:pt x="42602" y="143298"/>
                </a:cubicBezTo>
                <a:cubicBezTo>
                  <a:pt x="46177" y="146873"/>
                  <a:pt x="50547" y="148661"/>
                  <a:pt x="55710" y="148661"/>
                </a:cubicBezTo>
                <a:lnTo>
                  <a:pt x="167429" y="148661"/>
                </a:lnTo>
                <a:cubicBezTo>
                  <a:pt x="172593" y="148661"/>
                  <a:pt x="176963" y="146873"/>
                  <a:pt x="180538" y="143298"/>
                </a:cubicBezTo>
                <a:cubicBezTo>
                  <a:pt x="184113" y="139723"/>
                  <a:pt x="185900" y="135354"/>
                  <a:pt x="185900" y="130190"/>
                </a:cubicBezTo>
                <a:close/>
              </a:path>
            </a:pathLst>
          </a:custGeom>
          <a:solidFill>
            <a:schemeClr val="accent1"/>
          </a:solidFill>
          <a:ln w="2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9" name="图形 1127"/>
          <p:cNvSpPr/>
          <p:nvPr/>
        </p:nvSpPr>
        <p:spPr>
          <a:xfrm>
            <a:off x="5445779" y="1326893"/>
            <a:ext cx="272574" cy="284960"/>
          </a:xfrm>
          <a:custGeom>
            <a:avLst/>
            <a:gdLst>
              <a:gd name="connsiteX0" fmla="*/ 3890 w 272574"/>
              <a:gd name="connsiteY0" fmla="*/ 83131 h 284960"/>
              <a:gd name="connsiteX1" fmla="*/ 5538 w 272574"/>
              <a:gd name="connsiteY1" fmla="*/ 83515 h 284960"/>
              <a:gd name="connsiteX2" fmla="*/ 62903 w 272574"/>
              <a:gd name="connsiteY2" fmla="*/ 110265 h 284960"/>
              <a:gd name="connsiteX3" fmla="*/ 96256 w 272574"/>
              <a:gd name="connsiteY3" fmla="*/ 208157 h 284960"/>
              <a:gd name="connsiteX4" fmla="*/ 128321 w 272574"/>
              <a:gd name="connsiteY4" fmla="*/ 218713 h 284960"/>
              <a:gd name="connsiteX5" fmla="*/ 128321 w 272574"/>
              <a:gd name="connsiteY5" fmla="*/ 281033 h 284960"/>
              <a:gd name="connsiteX6" fmla="*/ 126425 w 272574"/>
              <a:gd name="connsiteY6" fmla="*/ 284403 h 284960"/>
              <a:gd name="connsiteX7" fmla="*/ 122572 w 272574"/>
              <a:gd name="connsiteY7" fmla="*/ 284490 h 284960"/>
              <a:gd name="connsiteX8" fmla="*/ 5167 w 272574"/>
              <a:gd name="connsiteY8" fmla="*/ 221476 h 284960"/>
              <a:gd name="connsiteX9" fmla="*/ 0 w 272574"/>
              <a:gd name="connsiteY9" fmla="*/ 212815 h 284960"/>
              <a:gd name="connsiteX10" fmla="*/ 0 w 272574"/>
              <a:gd name="connsiteY10" fmla="*/ 87059 h 284960"/>
              <a:gd name="connsiteX11" fmla="*/ 3890 w 272574"/>
              <a:gd name="connsiteY11" fmla="*/ 83144 h 284960"/>
              <a:gd name="connsiteX12" fmla="*/ 272191 w 272574"/>
              <a:gd name="connsiteY12" fmla="*/ 85436 h 284960"/>
              <a:gd name="connsiteX13" fmla="*/ 272575 w 272574"/>
              <a:gd name="connsiteY13" fmla="*/ 87096 h 284960"/>
              <a:gd name="connsiteX14" fmla="*/ 272575 w 272574"/>
              <a:gd name="connsiteY14" fmla="*/ 212815 h 284960"/>
              <a:gd name="connsiteX15" fmla="*/ 267408 w 272574"/>
              <a:gd name="connsiteY15" fmla="*/ 221451 h 284960"/>
              <a:gd name="connsiteX16" fmla="*/ 150065 w 272574"/>
              <a:gd name="connsiteY16" fmla="*/ 284465 h 284960"/>
              <a:gd name="connsiteX17" fmla="*/ 146212 w 272574"/>
              <a:gd name="connsiteY17" fmla="*/ 284378 h 284960"/>
              <a:gd name="connsiteX18" fmla="*/ 144316 w 272574"/>
              <a:gd name="connsiteY18" fmla="*/ 281008 h 284960"/>
              <a:gd name="connsiteX19" fmla="*/ 144316 w 272574"/>
              <a:gd name="connsiteY19" fmla="*/ 218688 h 284960"/>
              <a:gd name="connsiteX20" fmla="*/ 203713 w 272574"/>
              <a:gd name="connsiteY20" fmla="*/ 181048 h 284960"/>
              <a:gd name="connsiteX21" fmla="*/ 209907 w 272574"/>
              <a:gd name="connsiteY21" fmla="*/ 110711 h 284960"/>
              <a:gd name="connsiteX22" fmla="*/ 266987 w 272574"/>
              <a:gd name="connsiteY22" fmla="*/ 83553 h 284960"/>
              <a:gd name="connsiteX23" fmla="*/ 272161 w 272574"/>
              <a:gd name="connsiteY23" fmla="*/ 85372 h 284960"/>
              <a:gd name="connsiteX24" fmla="*/ 272191 w 272574"/>
              <a:gd name="connsiteY24" fmla="*/ 85436 h 284960"/>
              <a:gd name="connsiteX25" fmla="*/ 179193 w 272574"/>
              <a:gd name="connsiteY25" fmla="*/ 100638 h 284960"/>
              <a:gd name="connsiteX26" fmla="*/ 203799 w 272574"/>
              <a:gd name="connsiteY26" fmla="*/ 132108 h 284960"/>
              <a:gd name="connsiteX27" fmla="*/ 204691 w 272574"/>
              <a:gd name="connsiteY27" fmla="*/ 136023 h 284960"/>
              <a:gd name="connsiteX28" fmla="*/ 201074 w 272574"/>
              <a:gd name="connsiteY28" fmla="*/ 138823 h 284960"/>
              <a:gd name="connsiteX29" fmla="*/ 191385 w 272574"/>
              <a:gd name="connsiteY29" fmla="*/ 138823 h 284960"/>
              <a:gd name="connsiteX30" fmla="*/ 179342 w 272574"/>
              <a:gd name="connsiteY30" fmla="*/ 173118 h 284960"/>
              <a:gd name="connsiteX31" fmla="*/ 158032 w 272574"/>
              <a:gd name="connsiteY31" fmla="*/ 190960 h 284960"/>
              <a:gd name="connsiteX32" fmla="*/ 124852 w 272574"/>
              <a:gd name="connsiteY32" fmla="*/ 201664 h 284960"/>
              <a:gd name="connsiteX33" fmla="*/ 123873 w 272574"/>
              <a:gd name="connsiteY33" fmla="*/ 200252 h 284960"/>
              <a:gd name="connsiteX34" fmla="*/ 127193 w 272574"/>
              <a:gd name="connsiteY34" fmla="*/ 198195 h 284960"/>
              <a:gd name="connsiteX35" fmla="*/ 147723 w 272574"/>
              <a:gd name="connsiteY35" fmla="*/ 178867 h 284960"/>
              <a:gd name="connsiteX36" fmla="*/ 155157 w 272574"/>
              <a:gd name="connsiteY36" fmla="*/ 160344 h 284960"/>
              <a:gd name="connsiteX37" fmla="*/ 156644 w 272574"/>
              <a:gd name="connsiteY37" fmla="*/ 138737 h 284960"/>
              <a:gd name="connsiteX38" fmla="*/ 146236 w 272574"/>
              <a:gd name="connsiteY38" fmla="*/ 138687 h 284960"/>
              <a:gd name="connsiteX39" fmla="*/ 143845 w 272574"/>
              <a:gd name="connsiteY39" fmla="*/ 132889 h 284960"/>
              <a:gd name="connsiteX40" fmla="*/ 167225 w 272574"/>
              <a:gd name="connsiteY40" fmla="*/ 102596 h 284960"/>
              <a:gd name="connsiteX41" fmla="*/ 170929 w 272574"/>
              <a:gd name="connsiteY41" fmla="*/ 98817 h 284960"/>
              <a:gd name="connsiteX42" fmla="*/ 179193 w 272574"/>
              <a:gd name="connsiteY42" fmla="*/ 100638 h 284960"/>
              <a:gd name="connsiteX43" fmla="*/ 148330 w 272574"/>
              <a:gd name="connsiteY43" fmla="*/ 79377 h 284960"/>
              <a:gd name="connsiteX44" fmla="*/ 127701 w 272574"/>
              <a:gd name="connsiteY44" fmla="*/ 97157 h 284960"/>
              <a:gd name="connsiteX45" fmla="*/ 119128 w 272574"/>
              <a:gd name="connsiteY45" fmla="*/ 114044 h 284960"/>
              <a:gd name="connsiteX46" fmla="*/ 115708 w 272574"/>
              <a:gd name="connsiteY46" fmla="*/ 140731 h 284960"/>
              <a:gd name="connsiteX47" fmla="*/ 126041 w 272574"/>
              <a:gd name="connsiteY47" fmla="*/ 140694 h 284960"/>
              <a:gd name="connsiteX48" fmla="*/ 129287 w 272574"/>
              <a:gd name="connsiteY48" fmla="*/ 144808 h 284960"/>
              <a:gd name="connsiteX49" fmla="*/ 127751 w 272574"/>
              <a:gd name="connsiteY49" fmla="*/ 147657 h 284960"/>
              <a:gd name="connsiteX50" fmla="*/ 104632 w 272574"/>
              <a:gd name="connsiteY50" fmla="*/ 177839 h 284960"/>
              <a:gd name="connsiteX51" fmla="*/ 101410 w 272574"/>
              <a:gd name="connsiteY51" fmla="*/ 180639 h 284960"/>
              <a:gd name="connsiteX52" fmla="*/ 93605 w 272574"/>
              <a:gd name="connsiteY52" fmla="*/ 178644 h 284960"/>
              <a:gd name="connsiteX53" fmla="*/ 68763 w 272574"/>
              <a:gd name="connsiteY53" fmla="*/ 146790 h 284960"/>
              <a:gd name="connsiteX54" fmla="*/ 68045 w 272574"/>
              <a:gd name="connsiteY54" fmla="*/ 142862 h 284960"/>
              <a:gd name="connsiteX55" fmla="*/ 71353 w 272574"/>
              <a:gd name="connsiteY55" fmla="*/ 140558 h 284960"/>
              <a:gd name="connsiteX56" fmla="*/ 81265 w 272574"/>
              <a:gd name="connsiteY56" fmla="*/ 140533 h 284960"/>
              <a:gd name="connsiteX57" fmla="*/ 88636 w 272574"/>
              <a:gd name="connsiteY57" fmla="*/ 113437 h 284960"/>
              <a:gd name="connsiteX58" fmla="*/ 103938 w 272574"/>
              <a:gd name="connsiteY58" fmla="*/ 95447 h 284960"/>
              <a:gd name="connsiteX59" fmla="*/ 147575 w 272574"/>
              <a:gd name="connsiteY59" fmla="*/ 77754 h 284960"/>
              <a:gd name="connsiteX60" fmla="*/ 148318 w 272574"/>
              <a:gd name="connsiteY60" fmla="*/ 79377 h 284960"/>
              <a:gd name="connsiteX61" fmla="*/ 144762 w 272574"/>
              <a:gd name="connsiteY61" fmla="*/ 2028 h 284960"/>
              <a:gd name="connsiteX62" fmla="*/ 260805 w 272574"/>
              <a:gd name="connsiteY62" fmla="*/ 59826 h 284960"/>
              <a:gd name="connsiteX63" fmla="*/ 262589 w 272574"/>
              <a:gd name="connsiteY63" fmla="*/ 65086 h 284960"/>
              <a:gd name="connsiteX64" fmla="*/ 260767 w 272574"/>
              <a:gd name="connsiteY64" fmla="*/ 66888 h 284960"/>
              <a:gd name="connsiteX65" fmla="*/ 201891 w 272574"/>
              <a:gd name="connsiteY65" fmla="*/ 95286 h 284960"/>
              <a:gd name="connsiteX66" fmla="*/ 178896 w 272574"/>
              <a:gd name="connsiteY66" fmla="*/ 72699 h 284960"/>
              <a:gd name="connsiteX67" fmla="*/ 148838 w 272574"/>
              <a:gd name="connsiteY67" fmla="*/ 61177 h 284960"/>
              <a:gd name="connsiteX68" fmla="*/ 114110 w 272574"/>
              <a:gd name="connsiteY68" fmla="*/ 63370 h 284960"/>
              <a:gd name="connsiteX69" fmla="*/ 69209 w 272574"/>
              <a:gd name="connsiteY69" fmla="*/ 97665 h 284960"/>
              <a:gd name="connsiteX70" fmla="*/ 7037 w 272574"/>
              <a:gd name="connsiteY70" fmla="*/ 65203 h 284960"/>
              <a:gd name="connsiteX71" fmla="*/ 5373 w 272574"/>
              <a:gd name="connsiteY71" fmla="*/ 59904 h 284960"/>
              <a:gd name="connsiteX72" fmla="*/ 7186 w 272574"/>
              <a:gd name="connsiteY72" fmla="*/ 58166 h 284960"/>
              <a:gd name="connsiteX73" fmla="*/ 127912 w 272574"/>
              <a:gd name="connsiteY73" fmla="*/ 1830 h 284960"/>
              <a:gd name="connsiteX74" fmla="*/ 144762 w 272574"/>
              <a:gd name="connsiteY74" fmla="*/ 2028 h 2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72574" h="284960">
                <a:moveTo>
                  <a:pt x="3890" y="83131"/>
                </a:moveTo>
                <a:cubicBezTo>
                  <a:pt x="4460" y="83144"/>
                  <a:pt x="5018" y="83268"/>
                  <a:pt x="5538" y="83515"/>
                </a:cubicBezTo>
                <a:cubicBezTo>
                  <a:pt x="24631" y="92461"/>
                  <a:pt x="43761" y="101382"/>
                  <a:pt x="62903" y="110265"/>
                </a:cubicBezTo>
                <a:cubicBezTo>
                  <a:pt x="48469" y="146659"/>
                  <a:pt x="62605" y="188147"/>
                  <a:pt x="96256" y="208157"/>
                </a:cubicBezTo>
                <a:cubicBezTo>
                  <a:pt x="106055" y="213954"/>
                  <a:pt x="116995" y="217555"/>
                  <a:pt x="128321" y="218713"/>
                </a:cubicBezTo>
                <a:lnTo>
                  <a:pt x="128321" y="281033"/>
                </a:lnTo>
                <a:cubicBezTo>
                  <a:pt x="128326" y="282412"/>
                  <a:pt x="127606" y="283692"/>
                  <a:pt x="126425" y="284403"/>
                </a:cubicBezTo>
                <a:cubicBezTo>
                  <a:pt x="125247" y="285113"/>
                  <a:pt x="123781" y="285146"/>
                  <a:pt x="122572" y="284490"/>
                </a:cubicBezTo>
                <a:lnTo>
                  <a:pt x="5167" y="221476"/>
                </a:lnTo>
                <a:cubicBezTo>
                  <a:pt x="1977" y="219764"/>
                  <a:pt x="-9" y="216434"/>
                  <a:pt x="0" y="212815"/>
                </a:cubicBezTo>
                <a:lnTo>
                  <a:pt x="0" y="87059"/>
                </a:lnTo>
                <a:cubicBezTo>
                  <a:pt x="0" y="84903"/>
                  <a:pt x="1759" y="83144"/>
                  <a:pt x="3890" y="83144"/>
                </a:cubicBezTo>
                <a:close/>
                <a:moveTo>
                  <a:pt x="272191" y="85436"/>
                </a:moveTo>
                <a:cubicBezTo>
                  <a:pt x="272438" y="85955"/>
                  <a:pt x="272569" y="86521"/>
                  <a:pt x="272575" y="87096"/>
                </a:cubicBezTo>
                <a:lnTo>
                  <a:pt x="272575" y="212815"/>
                </a:lnTo>
                <a:cubicBezTo>
                  <a:pt x="272575" y="216433"/>
                  <a:pt x="270593" y="219753"/>
                  <a:pt x="267408" y="221451"/>
                </a:cubicBezTo>
                <a:lnTo>
                  <a:pt x="150065" y="284465"/>
                </a:lnTo>
                <a:cubicBezTo>
                  <a:pt x="148856" y="285122"/>
                  <a:pt x="147390" y="285089"/>
                  <a:pt x="146212" y="284378"/>
                </a:cubicBezTo>
                <a:cubicBezTo>
                  <a:pt x="145030" y="283667"/>
                  <a:pt x="144310" y="282387"/>
                  <a:pt x="144316" y="281008"/>
                </a:cubicBezTo>
                <a:lnTo>
                  <a:pt x="144316" y="218688"/>
                </a:lnTo>
                <a:cubicBezTo>
                  <a:pt x="168915" y="216131"/>
                  <a:pt x="190897" y="202200"/>
                  <a:pt x="203713" y="181048"/>
                </a:cubicBezTo>
                <a:cubicBezTo>
                  <a:pt x="216589" y="159837"/>
                  <a:pt x="218878" y="133846"/>
                  <a:pt x="209907" y="110711"/>
                </a:cubicBezTo>
                <a:lnTo>
                  <a:pt x="266987" y="83553"/>
                </a:lnTo>
                <a:cubicBezTo>
                  <a:pt x="268918" y="82626"/>
                  <a:pt x="271235" y="83441"/>
                  <a:pt x="272161" y="85372"/>
                </a:cubicBezTo>
                <a:cubicBezTo>
                  <a:pt x="272171" y="85393"/>
                  <a:pt x="272181" y="85415"/>
                  <a:pt x="272191" y="85436"/>
                </a:cubicBezTo>
                <a:close/>
                <a:moveTo>
                  <a:pt x="179193" y="100638"/>
                </a:moveTo>
                <a:lnTo>
                  <a:pt x="203799" y="132108"/>
                </a:lnTo>
                <a:cubicBezTo>
                  <a:pt x="204518" y="133248"/>
                  <a:pt x="205100" y="134660"/>
                  <a:pt x="204691" y="136023"/>
                </a:cubicBezTo>
                <a:cubicBezTo>
                  <a:pt x="204263" y="137671"/>
                  <a:pt x="202776" y="138822"/>
                  <a:pt x="201074" y="138823"/>
                </a:cubicBezTo>
                <a:lnTo>
                  <a:pt x="191385" y="138823"/>
                </a:lnTo>
                <a:cubicBezTo>
                  <a:pt x="191048" y="151232"/>
                  <a:pt x="186837" y="163224"/>
                  <a:pt x="179342" y="173118"/>
                </a:cubicBezTo>
                <a:cubicBezTo>
                  <a:pt x="173592" y="180517"/>
                  <a:pt x="166326" y="186600"/>
                  <a:pt x="158032" y="190960"/>
                </a:cubicBezTo>
                <a:cubicBezTo>
                  <a:pt x="147748" y="196535"/>
                  <a:pt x="136349" y="199781"/>
                  <a:pt x="124852" y="201664"/>
                </a:cubicBezTo>
                <a:cubicBezTo>
                  <a:pt x="124034" y="201986"/>
                  <a:pt x="123328" y="200884"/>
                  <a:pt x="123873" y="200252"/>
                </a:cubicBezTo>
                <a:cubicBezTo>
                  <a:pt x="124951" y="199471"/>
                  <a:pt x="126115" y="198889"/>
                  <a:pt x="127193" y="198195"/>
                </a:cubicBezTo>
                <a:cubicBezTo>
                  <a:pt x="135172" y="193165"/>
                  <a:pt x="142557" y="186834"/>
                  <a:pt x="147723" y="178867"/>
                </a:cubicBezTo>
                <a:cubicBezTo>
                  <a:pt x="151391" y="173255"/>
                  <a:pt x="153881" y="166911"/>
                  <a:pt x="155157" y="160344"/>
                </a:cubicBezTo>
                <a:cubicBezTo>
                  <a:pt x="156570" y="153233"/>
                  <a:pt x="156669" y="145960"/>
                  <a:pt x="156644" y="138737"/>
                </a:cubicBezTo>
                <a:cubicBezTo>
                  <a:pt x="153175" y="138687"/>
                  <a:pt x="149706" y="138786"/>
                  <a:pt x="146236" y="138687"/>
                </a:cubicBezTo>
                <a:cubicBezTo>
                  <a:pt x="143635" y="138377"/>
                  <a:pt x="142247" y="134970"/>
                  <a:pt x="143845" y="132889"/>
                </a:cubicBezTo>
                <a:cubicBezTo>
                  <a:pt x="151626" y="122779"/>
                  <a:pt x="159432" y="112706"/>
                  <a:pt x="167225" y="102596"/>
                </a:cubicBezTo>
                <a:cubicBezTo>
                  <a:pt x="168315" y="101233"/>
                  <a:pt x="169294" y="99597"/>
                  <a:pt x="170929" y="98817"/>
                </a:cubicBezTo>
                <a:cubicBezTo>
                  <a:pt x="173764" y="97363"/>
                  <a:pt x="177232" y="98127"/>
                  <a:pt x="179193" y="100638"/>
                </a:cubicBezTo>
                <a:close/>
                <a:moveTo>
                  <a:pt x="148330" y="79377"/>
                </a:moveTo>
                <a:cubicBezTo>
                  <a:pt x="140525" y="84085"/>
                  <a:pt x="133227" y="89822"/>
                  <a:pt x="127701" y="97157"/>
                </a:cubicBezTo>
                <a:cubicBezTo>
                  <a:pt x="123853" y="102226"/>
                  <a:pt x="120949" y="107946"/>
                  <a:pt x="119128" y="114044"/>
                </a:cubicBezTo>
                <a:cubicBezTo>
                  <a:pt x="116489" y="122667"/>
                  <a:pt x="116105" y="131774"/>
                  <a:pt x="115708" y="140731"/>
                </a:cubicBezTo>
                <a:cubicBezTo>
                  <a:pt x="119165" y="140707"/>
                  <a:pt x="122609" y="140793"/>
                  <a:pt x="126041" y="140694"/>
                </a:cubicBezTo>
                <a:cubicBezTo>
                  <a:pt x="128048" y="140793"/>
                  <a:pt x="129609" y="142850"/>
                  <a:pt x="129287" y="144808"/>
                </a:cubicBezTo>
                <a:cubicBezTo>
                  <a:pt x="129201" y="145935"/>
                  <a:pt x="128420" y="146802"/>
                  <a:pt x="127751" y="147657"/>
                </a:cubicBezTo>
                <a:lnTo>
                  <a:pt x="104632" y="177839"/>
                </a:lnTo>
                <a:cubicBezTo>
                  <a:pt x="103844" y="179058"/>
                  <a:pt x="102727" y="180029"/>
                  <a:pt x="101410" y="180639"/>
                </a:cubicBezTo>
                <a:cubicBezTo>
                  <a:pt x="98656" y="181808"/>
                  <a:pt x="95460" y="180992"/>
                  <a:pt x="93605" y="178644"/>
                </a:cubicBezTo>
                <a:lnTo>
                  <a:pt x="68763" y="146790"/>
                </a:lnTo>
                <a:cubicBezTo>
                  <a:pt x="67814" y="145715"/>
                  <a:pt x="67537" y="144204"/>
                  <a:pt x="68045" y="142862"/>
                </a:cubicBezTo>
                <a:cubicBezTo>
                  <a:pt x="68588" y="141503"/>
                  <a:pt x="69889" y="140597"/>
                  <a:pt x="71353" y="140558"/>
                </a:cubicBezTo>
                <a:lnTo>
                  <a:pt x="81265" y="140533"/>
                </a:lnTo>
                <a:cubicBezTo>
                  <a:pt x="81463" y="131067"/>
                  <a:pt x="84077" y="121701"/>
                  <a:pt x="88636" y="113437"/>
                </a:cubicBezTo>
                <a:cubicBezTo>
                  <a:pt x="92506" y="106493"/>
                  <a:pt x="97705" y="100380"/>
                  <a:pt x="103938" y="95447"/>
                </a:cubicBezTo>
                <a:cubicBezTo>
                  <a:pt x="116451" y="85498"/>
                  <a:pt x="132013" y="80331"/>
                  <a:pt x="147575" y="77754"/>
                </a:cubicBezTo>
                <a:cubicBezTo>
                  <a:pt x="148553" y="77358"/>
                  <a:pt x="149247" y="78894"/>
                  <a:pt x="148318" y="79377"/>
                </a:cubicBezTo>
                <a:close/>
                <a:moveTo>
                  <a:pt x="144762" y="2028"/>
                </a:moveTo>
                <a:lnTo>
                  <a:pt x="260805" y="59826"/>
                </a:lnTo>
                <a:cubicBezTo>
                  <a:pt x="262750" y="60786"/>
                  <a:pt x="263548" y="63141"/>
                  <a:pt x="262589" y="65086"/>
                </a:cubicBezTo>
                <a:cubicBezTo>
                  <a:pt x="262200" y="65874"/>
                  <a:pt x="261559" y="66508"/>
                  <a:pt x="260767" y="66888"/>
                </a:cubicBezTo>
                <a:lnTo>
                  <a:pt x="201891" y="95286"/>
                </a:lnTo>
                <a:cubicBezTo>
                  <a:pt x="195840" y="86273"/>
                  <a:pt x="188016" y="78588"/>
                  <a:pt x="178896" y="72699"/>
                </a:cubicBezTo>
                <a:cubicBezTo>
                  <a:pt x="169783" y="66817"/>
                  <a:pt x="159548" y="62893"/>
                  <a:pt x="148838" y="61177"/>
                </a:cubicBezTo>
                <a:cubicBezTo>
                  <a:pt x="137243" y="59321"/>
                  <a:pt x="125380" y="60070"/>
                  <a:pt x="114110" y="63370"/>
                </a:cubicBezTo>
                <a:cubicBezTo>
                  <a:pt x="95440" y="68902"/>
                  <a:pt x="79458" y="81109"/>
                  <a:pt x="69209" y="97665"/>
                </a:cubicBezTo>
                <a:lnTo>
                  <a:pt x="7037" y="65203"/>
                </a:lnTo>
                <a:cubicBezTo>
                  <a:pt x="5114" y="64200"/>
                  <a:pt x="4369" y="61827"/>
                  <a:pt x="5373" y="59904"/>
                </a:cubicBezTo>
                <a:cubicBezTo>
                  <a:pt x="5771" y="59142"/>
                  <a:pt x="6408" y="58531"/>
                  <a:pt x="7186" y="58166"/>
                </a:cubicBezTo>
                <a:lnTo>
                  <a:pt x="127912" y="1830"/>
                </a:lnTo>
                <a:cubicBezTo>
                  <a:pt x="133265" y="-678"/>
                  <a:pt x="139470" y="-605"/>
                  <a:pt x="144762" y="2028"/>
                </a:cubicBezTo>
                <a:close/>
              </a:path>
            </a:pathLst>
          </a:custGeom>
          <a:solidFill>
            <a:schemeClr val="accent2"/>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2" name="图形 1130"/>
          <p:cNvSpPr/>
          <p:nvPr/>
        </p:nvSpPr>
        <p:spPr>
          <a:xfrm>
            <a:off x="10187215" y="1344474"/>
            <a:ext cx="274021" cy="225679"/>
          </a:xfrm>
          <a:custGeom>
            <a:avLst/>
            <a:gdLst>
              <a:gd name="connsiteX0" fmla="*/ 48547 w 274021"/>
              <a:gd name="connsiteY0" fmla="*/ 145071 h 225679"/>
              <a:gd name="connsiteX1" fmla="*/ 64486 w 274021"/>
              <a:gd name="connsiteY1" fmla="*/ 129132 h 225679"/>
              <a:gd name="connsiteX2" fmla="*/ 64486 w 274021"/>
              <a:gd name="connsiteY2" fmla="*/ 96524 h 225679"/>
              <a:gd name="connsiteX3" fmla="*/ 48547 w 274021"/>
              <a:gd name="connsiteY3" fmla="*/ 80585 h 225679"/>
              <a:gd name="connsiteX4" fmla="*/ 15939 w 274021"/>
              <a:gd name="connsiteY4" fmla="*/ 80585 h 225679"/>
              <a:gd name="connsiteX5" fmla="*/ 0 w 274021"/>
              <a:gd name="connsiteY5" fmla="*/ 96524 h 225679"/>
              <a:gd name="connsiteX6" fmla="*/ 0 w 274021"/>
              <a:gd name="connsiteY6" fmla="*/ 129132 h 225679"/>
              <a:gd name="connsiteX7" fmla="*/ 15939 w 274021"/>
              <a:gd name="connsiteY7" fmla="*/ 145071 h 225679"/>
              <a:gd name="connsiteX8" fmla="*/ 48547 w 274021"/>
              <a:gd name="connsiteY8" fmla="*/ 145071 h 225679"/>
              <a:gd name="connsiteX9" fmla="*/ 48547 w 274021"/>
              <a:gd name="connsiteY9" fmla="*/ 225679 h 225679"/>
              <a:gd name="connsiteX10" fmla="*/ 64486 w 274021"/>
              <a:gd name="connsiteY10" fmla="*/ 209740 h 225679"/>
              <a:gd name="connsiteX11" fmla="*/ 64486 w 274021"/>
              <a:gd name="connsiteY11" fmla="*/ 209717 h 225679"/>
              <a:gd name="connsiteX12" fmla="*/ 64486 w 274021"/>
              <a:gd name="connsiteY12" fmla="*/ 177132 h 225679"/>
              <a:gd name="connsiteX13" fmla="*/ 48547 w 274021"/>
              <a:gd name="connsiteY13" fmla="*/ 161193 h 225679"/>
              <a:gd name="connsiteX14" fmla="*/ 15939 w 274021"/>
              <a:gd name="connsiteY14" fmla="*/ 161193 h 225679"/>
              <a:gd name="connsiteX15" fmla="*/ 0 w 274021"/>
              <a:gd name="connsiteY15" fmla="*/ 177132 h 225679"/>
              <a:gd name="connsiteX16" fmla="*/ 0 w 274021"/>
              <a:gd name="connsiteY16" fmla="*/ 209717 h 225679"/>
              <a:gd name="connsiteX17" fmla="*/ 15939 w 274021"/>
              <a:gd name="connsiteY17" fmla="*/ 225656 h 225679"/>
              <a:gd name="connsiteX18" fmla="*/ 48547 w 274021"/>
              <a:gd name="connsiteY18" fmla="*/ 225656 h 225679"/>
              <a:gd name="connsiteX19" fmla="*/ 48547 w 274021"/>
              <a:gd name="connsiteY19" fmla="*/ 64463 h 225679"/>
              <a:gd name="connsiteX20" fmla="*/ 64486 w 274021"/>
              <a:gd name="connsiteY20" fmla="*/ 48547 h 225679"/>
              <a:gd name="connsiteX21" fmla="*/ 64486 w 274021"/>
              <a:gd name="connsiteY21" fmla="*/ 15939 h 225679"/>
              <a:gd name="connsiteX22" fmla="*/ 48547 w 274021"/>
              <a:gd name="connsiteY22" fmla="*/ 0 h 225679"/>
              <a:gd name="connsiteX23" fmla="*/ 15939 w 274021"/>
              <a:gd name="connsiteY23" fmla="*/ 0 h 225679"/>
              <a:gd name="connsiteX24" fmla="*/ 0 w 274021"/>
              <a:gd name="connsiteY24" fmla="*/ 15939 h 225679"/>
              <a:gd name="connsiteX25" fmla="*/ 0 w 274021"/>
              <a:gd name="connsiteY25" fmla="*/ 48547 h 225679"/>
              <a:gd name="connsiteX26" fmla="*/ 15939 w 274021"/>
              <a:gd name="connsiteY26" fmla="*/ 64486 h 225679"/>
              <a:gd name="connsiteX27" fmla="*/ 48547 w 274021"/>
              <a:gd name="connsiteY27" fmla="*/ 64486 h 225679"/>
              <a:gd name="connsiteX28" fmla="*/ 258173 w 274021"/>
              <a:gd name="connsiteY28" fmla="*/ 145071 h 225679"/>
              <a:gd name="connsiteX29" fmla="*/ 274021 w 274021"/>
              <a:gd name="connsiteY29" fmla="*/ 129132 h 225679"/>
              <a:gd name="connsiteX30" fmla="*/ 274021 w 274021"/>
              <a:gd name="connsiteY30" fmla="*/ 96524 h 225679"/>
              <a:gd name="connsiteX31" fmla="*/ 258196 w 274021"/>
              <a:gd name="connsiteY31" fmla="*/ 80585 h 225679"/>
              <a:gd name="connsiteX32" fmla="*/ 96433 w 274021"/>
              <a:gd name="connsiteY32" fmla="*/ 80585 h 225679"/>
              <a:gd name="connsiteX33" fmla="*/ 80585 w 274021"/>
              <a:gd name="connsiteY33" fmla="*/ 96524 h 225679"/>
              <a:gd name="connsiteX34" fmla="*/ 80585 w 274021"/>
              <a:gd name="connsiteY34" fmla="*/ 129132 h 225679"/>
              <a:gd name="connsiteX35" fmla="*/ 96433 w 274021"/>
              <a:gd name="connsiteY35" fmla="*/ 145071 h 225679"/>
              <a:gd name="connsiteX36" fmla="*/ 258196 w 274021"/>
              <a:gd name="connsiteY36" fmla="*/ 145071 h 225679"/>
              <a:gd name="connsiteX37" fmla="*/ 258173 w 274021"/>
              <a:gd name="connsiteY37" fmla="*/ 225679 h 225679"/>
              <a:gd name="connsiteX38" fmla="*/ 274021 w 274021"/>
              <a:gd name="connsiteY38" fmla="*/ 209740 h 225679"/>
              <a:gd name="connsiteX39" fmla="*/ 274021 w 274021"/>
              <a:gd name="connsiteY39" fmla="*/ 209717 h 225679"/>
              <a:gd name="connsiteX40" fmla="*/ 274021 w 274021"/>
              <a:gd name="connsiteY40" fmla="*/ 177132 h 225679"/>
              <a:gd name="connsiteX41" fmla="*/ 258196 w 274021"/>
              <a:gd name="connsiteY41" fmla="*/ 161193 h 225679"/>
              <a:gd name="connsiteX42" fmla="*/ 96433 w 274021"/>
              <a:gd name="connsiteY42" fmla="*/ 161193 h 225679"/>
              <a:gd name="connsiteX43" fmla="*/ 80585 w 274021"/>
              <a:gd name="connsiteY43" fmla="*/ 177132 h 225679"/>
              <a:gd name="connsiteX44" fmla="*/ 80585 w 274021"/>
              <a:gd name="connsiteY44" fmla="*/ 209717 h 225679"/>
              <a:gd name="connsiteX45" fmla="*/ 96433 w 274021"/>
              <a:gd name="connsiteY45" fmla="*/ 225656 h 225679"/>
              <a:gd name="connsiteX46" fmla="*/ 258196 w 274021"/>
              <a:gd name="connsiteY46" fmla="*/ 225656 h 225679"/>
              <a:gd name="connsiteX47" fmla="*/ 80608 w 274021"/>
              <a:gd name="connsiteY47" fmla="*/ 48525 h 225679"/>
              <a:gd name="connsiteX48" fmla="*/ 96455 w 274021"/>
              <a:gd name="connsiteY48" fmla="*/ 64463 h 225679"/>
              <a:gd name="connsiteX49" fmla="*/ 258219 w 274021"/>
              <a:gd name="connsiteY49" fmla="*/ 64463 h 225679"/>
              <a:gd name="connsiteX50" fmla="*/ 274021 w 274021"/>
              <a:gd name="connsiteY50" fmla="*/ 48547 h 225679"/>
              <a:gd name="connsiteX51" fmla="*/ 274021 w 274021"/>
              <a:gd name="connsiteY51" fmla="*/ 15939 h 225679"/>
              <a:gd name="connsiteX52" fmla="*/ 258196 w 274021"/>
              <a:gd name="connsiteY52" fmla="*/ 0 h 225679"/>
              <a:gd name="connsiteX53" fmla="*/ 96433 w 274021"/>
              <a:gd name="connsiteY53" fmla="*/ 0 h 225679"/>
              <a:gd name="connsiteX54" fmla="*/ 80585 w 274021"/>
              <a:gd name="connsiteY54" fmla="*/ 15939 h 225679"/>
              <a:gd name="connsiteX55" fmla="*/ 80585 w 274021"/>
              <a:gd name="connsiteY55" fmla="*/ 48547 h 22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4021" h="225679">
                <a:moveTo>
                  <a:pt x="48547" y="145071"/>
                </a:moveTo>
                <a:cubicBezTo>
                  <a:pt x="57350" y="145071"/>
                  <a:pt x="64486" y="137935"/>
                  <a:pt x="64486" y="129132"/>
                </a:cubicBezTo>
                <a:lnTo>
                  <a:pt x="64486" y="96524"/>
                </a:lnTo>
                <a:cubicBezTo>
                  <a:pt x="64486" y="87721"/>
                  <a:pt x="57350" y="80585"/>
                  <a:pt x="48547" y="80585"/>
                </a:cubicBezTo>
                <a:lnTo>
                  <a:pt x="15939" y="80585"/>
                </a:lnTo>
                <a:cubicBezTo>
                  <a:pt x="7136" y="80585"/>
                  <a:pt x="0" y="87721"/>
                  <a:pt x="0" y="96524"/>
                </a:cubicBezTo>
                <a:lnTo>
                  <a:pt x="0" y="129132"/>
                </a:lnTo>
                <a:cubicBezTo>
                  <a:pt x="0" y="137924"/>
                  <a:pt x="7147" y="145071"/>
                  <a:pt x="15939" y="145071"/>
                </a:cubicBezTo>
                <a:lnTo>
                  <a:pt x="48547" y="145071"/>
                </a:lnTo>
                <a:close/>
                <a:moveTo>
                  <a:pt x="48547" y="225679"/>
                </a:moveTo>
                <a:cubicBezTo>
                  <a:pt x="57350" y="225679"/>
                  <a:pt x="64486" y="218543"/>
                  <a:pt x="64486" y="209740"/>
                </a:cubicBezTo>
                <a:cubicBezTo>
                  <a:pt x="64486" y="209733"/>
                  <a:pt x="64486" y="209725"/>
                  <a:pt x="64486" y="209717"/>
                </a:cubicBezTo>
                <a:lnTo>
                  <a:pt x="64486" y="177132"/>
                </a:lnTo>
                <a:cubicBezTo>
                  <a:pt x="64486" y="168329"/>
                  <a:pt x="57350" y="161193"/>
                  <a:pt x="48547" y="161193"/>
                </a:cubicBezTo>
                <a:lnTo>
                  <a:pt x="15939" y="161193"/>
                </a:lnTo>
                <a:cubicBezTo>
                  <a:pt x="7136" y="161193"/>
                  <a:pt x="0" y="168329"/>
                  <a:pt x="0" y="177132"/>
                </a:cubicBezTo>
                <a:lnTo>
                  <a:pt x="0" y="209717"/>
                </a:lnTo>
                <a:cubicBezTo>
                  <a:pt x="0" y="218532"/>
                  <a:pt x="7147" y="225656"/>
                  <a:pt x="15939" y="225656"/>
                </a:cubicBezTo>
                <a:lnTo>
                  <a:pt x="48547" y="225656"/>
                </a:lnTo>
                <a:close/>
                <a:moveTo>
                  <a:pt x="48547" y="64463"/>
                </a:moveTo>
                <a:cubicBezTo>
                  <a:pt x="57341" y="64463"/>
                  <a:pt x="64474" y="57341"/>
                  <a:pt x="64486" y="48547"/>
                </a:cubicBezTo>
                <a:lnTo>
                  <a:pt x="64486" y="15939"/>
                </a:lnTo>
                <a:cubicBezTo>
                  <a:pt x="64486" y="7136"/>
                  <a:pt x="57350" y="0"/>
                  <a:pt x="48547" y="0"/>
                </a:cubicBezTo>
                <a:lnTo>
                  <a:pt x="15939" y="0"/>
                </a:lnTo>
                <a:cubicBezTo>
                  <a:pt x="7136" y="0"/>
                  <a:pt x="0" y="7136"/>
                  <a:pt x="0" y="15939"/>
                </a:cubicBezTo>
                <a:lnTo>
                  <a:pt x="0" y="48547"/>
                </a:lnTo>
                <a:cubicBezTo>
                  <a:pt x="0" y="57339"/>
                  <a:pt x="7147" y="64486"/>
                  <a:pt x="15939" y="64486"/>
                </a:cubicBezTo>
                <a:lnTo>
                  <a:pt x="48547" y="64486"/>
                </a:lnTo>
                <a:close/>
                <a:moveTo>
                  <a:pt x="258173" y="145071"/>
                </a:moveTo>
                <a:cubicBezTo>
                  <a:pt x="266951" y="145046"/>
                  <a:pt x="274046" y="137910"/>
                  <a:pt x="274021" y="129132"/>
                </a:cubicBezTo>
                <a:lnTo>
                  <a:pt x="274021" y="96524"/>
                </a:lnTo>
                <a:cubicBezTo>
                  <a:pt x="273960" y="87791"/>
                  <a:pt x="266928" y="80709"/>
                  <a:pt x="258196" y="80585"/>
                </a:cubicBezTo>
                <a:lnTo>
                  <a:pt x="96433" y="80585"/>
                </a:lnTo>
                <a:cubicBezTo>
                  <a:pt x="87655" y="80610"/>
                  <a:pt x="80560" y="87746"/>
                  <a:pt x="80585" y="96524"/>
                </a:cubicBezTo>
                <a:lnTo>
                  <a:pt x="80585" y="129132"/>
                </a:lnTo>
                <a:cubicBezTo>
                  <a:pt x="80585" y="137924"/>
                  <a:pt x="87938" y="145071"/>
                  <a:pt x="96433" y="145071"/>
                </a:cubicBezTo>
                <a:lnTo>
                  <a:pt x="258196" y="145071"/>
                </a:lnTo>
                <a:close/>
                <a:moveTo>
                  <a:pt x="258173" y="225679"/>
                </a:moveTo>
                <a:cubicBezTo>
                  <a:pt x="266951" y="225654"/>
                  <a:pt x="274046" y="218518"/>
                  <a:pt x="274021" y="209740"/>
                </a:cubicBezTo>
                <a:cubicBezTo>
                  <a:pt x="274021" y="209733"/>
                  <a:pt x="274021" y="209725"/>
                  <a:pt x="274021" y="209717"/>
                </a:cubicBezTo>
                <a:lnTo>
                  <a:pt x="274021" y="177132"/>
                </a:lnTo>
                <a:cubicBezTo>
                  <a:pt x="273960" y="168399"/>
                  <a:pt x="266928" y="161317"/>
                  <a:pt x="258196" y="161193"/>
                </a:cubicBezTo>
                <a:lnTo>
                  <a:pt x="96433" y="161193"/>
                </a:lnTo>
                <a:cubicBezTo>
                  <a:pt x="87655" y="161218"/>
                  <a:pt x="80560" y="168354"/>
                  <a:pt x="80585" y="177132"/>
                </a:cubicBezTo>
                <a:lnTo>
                  <a:pt x="80585" y="209717"/>
                </a:lnTo>
                <a:cubicBezTo>
                  <a:pt x="80585" y="218532"/>
                  <a:pt x="87938" y="225656"/>
                  <a:pt x="96433" y="225656"/>
                </a:cubicBezTo>
                <a:lnTo>
                  <a:pt x="258196" y="225656"/>
                </a:lnTo>
                <a:close/>
                <a:moveTo>
                  <a:pt x="80608" y="48525"/>
                </a:moveTo>
                <a:cubicBezTo>
                  <a:pt x="80608" y="57316"/>
                  <a:pt x="87961" y="64463"/>
                  <a:pt x="96455" y="64463"/>
                </a:cubicBezTo>
                <a:lnTo>
                  <a:pt x="258219" y="64463"/>
                </a:lnTo>
                <a:cubicBezTo>
                  <a:pt x="266970" y="64413"/>
                  <a:pt x="274034" y="57298"/>
                  <a:pt x="274021" y="48547"/>
                </a:cubicBezTo>
                <a:lnTo>
                  <a:pt x="274021" y="15939"/>
                </a:lnTo>
                <a:cubicBezTo>
                  <a:pt x="273960" y="7206"/>
                  <a:pt x="266928" y="124"/>
                  <a:pt x="258196" y="0"/>
                </a:cubicBezTo>
                <a:lnTo>
                  <a:pt x="96433" y="0"/>
                </a:lnTo>
                <a:cubicBezTo>
                  <a:pt x="87655" y="25"/>
                  <a:pt x="80560" y="7161"/>
                  <a:pt x="80585" y="15939"/>
                </a:cubicBezTo>
                <a:lnTo>
                  <a:pt x="80585" y="48547"/>
                </a:lnTo>
                <a:close/>
              </a:path>
            </a:pathLst>
          </a:custGeom>
          <a:solidFill>
            <a:schemeClr val="accent4"/>
          </a:solidFill>
          <a:ln w="3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4982"/>
          <p:cNvSpPr/>
          <p:nvPr/>
        </p:nvSpPr>
        <p:spPr>
          <a:xfrm>
            <a:off x="1312837"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Shape 4958"/>
          <p:cNvSpPr/>
          <p:nvPr/>
        </p:nvSpPr>
        <p:spPr>
          <a:xfrm flipV="1">
            <a:off x="7465394" y="1938210"/>
            <a:ext cx="1991244" cy="0"/>
          </a:xfrm>
          <a:prstGeom prst="line">
            <a:avLst/>
          </a:prstGeom>
          <a:ln w="508000">
            <a:solidFill>
              <a:schemeClr val="accent4">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Shape 4959"/>
          <p:cNvSpPr/>
          <p:nvPr/>
        </p:nvSpPr>
        <p:spPr>
          <a:xfrm>
            <a:off x="6967071"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3" name="Shape 4960"/>
          <p:cNvSpPr/>
          <p:nvPr/>
        </p:nvSpPr>
        <p:spPr>
          <a:xfrm>
            <a:off x="7110421"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 name="Shape 4962"/>
          <p:cNvSpPr/>
          <p:nvPr/>
        </p:nvSpPr>
        <p:spPr>
          <a:xfrm flipV="1">
            <a:off x="2651582" y="1938210"/>
            <a:ext cx="2261953" cy="0"/>
          </a:xfrm>
          <a:prstGeom prst="line">
            <a:avLst/>
          </a:prstGeom>
          <a:ln w="508000">
            <a:solidFill>
              <a:schemeClr val="accent2">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Shape 4963"/>
          <p:cNvSpPr/>
          <p:nvPr/>
        </p:nvSpPr>
        <p:spPr>
          <a:xfrm>
            <a:off x="5304327" y="1938210"/>
            <a:ext cx="1735933" cy="1"/>
          </a:xfrm>
          <a:prstGeom prst="line">
            <a:avLst/>
          </a:prstGeom>
          <a:ln w="508000">
            <a:solidFill>
              <a:schemeClr val="accent3">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Shape 4964"/>
          <p:cNvSpPr/>
          <p:nvPr/>
        </p:nvSpPr>
        <p:spPr>
          <a:xfrm>
            <a:off x="4406756"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1" name="Shape 4965"/>
          <p:cNvSpPr/>
          <p:nvPr/>
        </p:nvSpPr>
        <p:spPr>
          <a:xfrm>
            <a:off x="4550106"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9" name="Shape 4967"/>
          <p:cNvSpPr/>
          <p:nvPr/>
        </p:nvSpPr>
        <p:spPr>
          <a:xfrm>
            <a:off x="1" y="1938211"/>
            <a:ext cx="2318708" cy="0"/>
          </a:xfrm>
          <a:prstGeom prst="line">
            <a:avLst/>
          </a:prstGeom>
          <a:ln w="508000">
            <a:solidFill>
              <a:schemeClr val="accent1">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Shape 4968"/>
          <p:cNvSpPr/>
          <p:nvPr/>
        </p:nvSpPr>
        <p:spPr>
          <a:xfrm>
            <a:off x="9921872" y="1935897"/>
            <a:ext cx="1581368" cy="2872193"/>
          </a:xfrm>
          <a:custGeom>
            <a:avLst/>
            <a:gdLst/>
            <a:ahLst/>
            <a:cxnLst>
              <a:cxn ang="0">
                <a:pos x="wd2" y="hd2"/>
              </a:cxn>
              <a:cxn ang="5400000">
                <a:pos x="wd2" y="hd2"/>
              </a:cxn>
              <a:cxn ang="10800000">
                <a:pos x="wd2" y="hd2"/>
              </a:cxn>
              <a:cxn ang="16200000">
                <a:pos x="wd2" y="hd2"/>
              </a:cxn>
            </a:cxnLst>
            <a:rect l="0" t="0" r="r" b="b"/>
            <a:pathLst>
              <a:path w="21600" h="21600" extrusionOk="0">
                <a:moveTo>
                  <a:pt x="369" y="0"/>
                </a:moveTo>
                <a:lnTo>
                  <a:pt x="21600" y="0"/>
                </a:lnTo>
                <a:lnTo>
                  <a:pt x="21600" y="21600"/>
                </a:lnTo>
                <a:lnTo>
                  <a:pt x="0" y="21600"/>
                </a:lnTo>
              </a:path>
            </a:pathLst>
          </a:custGeom>
          <a:ln w="508000">
            <a:solidFill>
              <a:schemeClr val="accent1"/>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Shape 4975"/>
          <p:cNvSpPr/>
          <p:nvPr/>
        </p:nvSpPr>
        <p:spPr>
          <a:xfrm>
            <a:off x="1925300"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9" name="Shape 4976"/>
          <p:cNvSpPr/>
          <p:nvPr/>
        </p:nvSpPr>
        <p:spPr>
          <a:xfrm>
            <a:off x="2068650"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3" name="Shape 4979"/>
          <p:cNvSpPr/>
          <p:nvPr/>
        </p:nvSpPr>
        <p:spPr>
          <a:xfrm>
            <a:off x="2259669" y="1732325"/>
            <a:ext cx="317380" cy="40540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997" y="0"/>
                  <a:pt x="9345" y="510"/>
                  <a:pt x="9345" y="1139"/>
                </a:cubicBezTo>
                <a:lnTo>
                  <a:pt x="9345" y="2411"/>
                </a:lnTo>
                <a:cubicBezTo>
                  <a:pt x="9345" y="2486"/>
                  <a:pt x="9348" y="2572"/>
                  <a:pt x="9366" y="2642"/>
                </a:cubicBezTo>
                <a:lnTo>
                  <a:pt x="1561" y="2642"/>
                </a:lnTo>
                <a:cubicBezTo>
                  <a:pt x="695" y="2642"/>
                  <a:pt x="0" y="3186"/>
                  <a:pt x="0" y="3864"/>
                </a:cubicBezTo>
                <a:lnTo>
                  <a:pt x="0" y="14284"/>
                </a:lnTo>
                <a:cubicBezTo>
                  <a:pt x="0" y="14961"/>
                  <a:pt x="695" y="15523"/>
                  <a:pt x="1561" y="15523"/>
                </a:cubicBezTo>
                <a:lnTo>
                  <a:pt x="4641" y="15523"/>
                </a:lnTo>
                <a:lnTo>
                  <a:pt x="1392" y="18545"/>
                </a:lnTo>
                <a:cubicBezTo>
                  <a:pt x="876" y="19027"/>
                  <a:pt x="967" y="19743"/>
                  <a:pt x="1582" y="20147"/>
                </a:cubicBezTo>
                <a:cubicBezTo>
                  <a:pt x="2199" y="20551"/>
                  <a:pt x="3112" y="20497"/>
                  <a:pt x="3628" y="20015"/>
                </a:cubicBezTo>
                <a:lnTo>
                  <a:pt x="8269" y="15672"/>
                </a:lnTo>
                <a:cubicBezTo>
                  <a:pt x="8322" y="15623"/>
                  <a:pt x="8376" y="15576"/>
                  <a:pt x="8416" y="15523"/>
                </a:cubicBezTo>
                <a:lnTo>
                  <a:pt x="9429" y="15523"/>
                </a:lnTo>
                <a:lnTo>
                  <a:pt x="9429" y="20461"/>
                </a:lnTo>
                <a:cubicBezTo>
                  <a:pt x="9429" y="21090"/>
                  <a:pt x="10080" y="21600"/>
                  <a:pt x="10884" y="21600"/>
                </a:cubicBezTo>
                <a:cubicBezTo>
                  <a:pt x="11687" y="21600"/>
                  <a:pt x="12340" y="21090"/>
                  <a:pt x="12340" y="20461"/>
                </a:cubicBezTo>
                <a:lnTo>
                  <a:pt x="12340" y="15523"/>
                </a:lnTo>
                <a:lnTo>
                  <a:pt x="13184" y="15523"/>
                </a:lnTo>
                <a:cubicBezTo>
                  <a:pt x="13223" y="15576"/>
                  <a:pt x="13276" y="15623"/>
                  <a:pt x="13331" y="15672"/>
                </a:cubicBezTo>
                <a:lnTo>
                  <a:pt x="17993" y="20015"/>
                </a:lnTo>
                <a:cubicBezTo>
                  <a:pt x="18509" y="20497"/>
                  <a:pt x="19424" y="20551"/>
                  <a:pt x="20039" y="20147"/>
                </a:cubicBezTo>
                <a:cubicBezTo>
                  <a:pt x="20654" y="19743"/>
                  <a:pt x="20724" y="19027"/>
                  <a:pt x="20208" y="18545"/>
                </a:cubicBezTo>
                <a:lnTo>
                  <a:pt x="16959" y="15523"/>
                </a:lnTo>
                <a:lnTo>
                  <a:pt x="20039" y="15523"/>
                </a:lnTo>
                <a:cubicBezTo>
                  <a:pt x="20905" y="15523"/>
                  <a:pt x="21600" y="14961"/>
                  <a:pt x="21600" y="14284"/>
                </a:cubicBezTo>
                <a:lnTo>
                  <a:pt x="21600" y="3864"/>
                </a:lnTo>
                <a:cubicBezTo>
                  <a:pt x="21600" y="3186"/>
                  <a:pt x="20905" y="2642"/>
                  <a:pt x="20039" y="2642"/>
                </a:cubicBezTo>
                <a:lnTo>
                  <a:pt x="12234" y="2642"/>
                </a:lnTo>
                <a:cubicBezTo>
                  <a:pt x="12252" y="2572"/>
                  <a:pt x="12255" y="2486"/>
                  <a:pt x="12255" y="2411"/>
                </a:cubicBezTo>
                <a:lnTo>
                  <a:pt x="12255" y="1139"/>
                </a:lnTo>
                <a:cubicBezTo>
                  <a:pt x="12255" y="510"/>
                  <a:pt x="11603" y="0"/>
                  <a:pt x="10800" y="0"/>
                </a:cubicBezTo>
                <a:close/>
                <a:moveTo>
                  <a:pt x="2995" y="4987"/>
                </a:moveTo>
                <a:lnTo>
                  <a:pt x="18605" y="4987"/>
                </a:lnTo>
                <a:cubicBezTo>
                  <a:pt x="18605" y="4987"/>
                  <a:pt x="18605" y="13492"/>
                  <a:pt x="18605" y="13492"/>
                </a:cubicBezTo>
                <a:lnTo>
                  <a:pt x="2995" y="13492"/>
                </a:lnTo>
                <a:lnTo>
                  <a:pt x="2995" y="4987"/>
                </a:lnTo>
                <a:close/>
                <a:moveTo>
                  <a:pt x="16980" y="5532"/>
                </a:moveTo>
                <a:cubicBezTo>
                  <a:pt x="16786" y="5504"/>
                  <a:pt x="16566" y="5535"/>
                  <a:pt x="16390" y="5631"/>
                </a:cubicBezTo>
                <a:lnTo>
                  <a:pt x="13289" y="7299"/>
                </a:lnTo>
                <a:lnTo>
                  <a:pt x="12466" y="6506"/>
                </a:lnTo>
                <a:cubicBezTo>
                  <a:pt x="12318" y="6364"/>
                  <a:pt x="12088" y="6274"/>
                  <a:pt x="11855" y="6275"/>
                </a:cubicBezTo>
                <a:cubicBezTo>
                  <a:pt x="11619" y="6275"/>
                  <a:pt x="11411" y="6362"/>
                  <a:pt x="11264" y="6506"/>
                </a:cubicBezTo>
                <a:lnTo>
                  <a:pt x="8817" y="8901"/>
                </a:lnTo>
                <a:lnTo>
                  <a:pt x="8121" y="8224"/>
                </a:lnTo>
                <a:cubicBezTo>
                  <a:pt x="7965" y="8075"/>
                  <a:pt x="7712" y="7997"/>
                  <a:pt x="7467" y="8009"/>
                </a:cubicBezTo>
                <a:cubicBezTo>
                  <a:pt x="7222" y="8019"/>
                  <a:pt x="6990" y="8112"/>
                  <a:pt x="6855" y="8273"/>
                </a:cubicBezTo>
                <a:lnTo>
                  <a:pt x="4472" y="11147"/>
                </a:lnTo>
                <a:cubicBezTo>
                  <a:pt x="4237" y="11426"/>
                  <a:pt x="4344" y="11806"/>
                  <a:pt x="4704" y="11989"/>
                </a:cubicBezTo>
                <a:cubicBezTo>
                  <a:pt x="4834" y="12056"/>
                  <a:pt x="4981" y="12088"/>
                  <a:pt x="5126" y="12088"/>
                </a:cubicBezTo>
                <a:cubicBezTo>
                  <a:pt x="5379" y="12088"/>
                  <a:pt x="5611" y="12002"/>
                  <a:pt x="5759" y="11824"/>
                </a:cubicBezTo>
                <a:lnTo>
                  <a:pt x="7594" y="9628"/>
                </a:lnTo>
                <a:lnTo>
                  <a:pt x="8227" y="10255"/>
                </a:lnTo>
                <a:cubicBezTo>
                  <a:pt x="8375" y="10397"/>
                  <a:pt x="8605" y="10471"/>
                  <a:pt x="8838" y="10470"/>
                </a:cubicBezTo>
                <a:cubicBezTo>
                  <a:pt x="9074" y="10470"/>
                  <a:pt x="9285" y="10383"/>
                  <a:pt x="9429" y="10239"/>
                </a:cubicBezTo>
                <a:lnTo>
                  <a:pt x="11876" y="7844"/>
                </a:lnTo>
                <a:lnTo>
                  <a:pt x="12551" y="8488"/>
                </a:lnTo>
                <a:cubicBezTo>
                  <a:pt x="12805" y="8732"/>
                  <a:pt x="13251" y="8782"/>
                  <a:pt x="13584" y="8604"/>
                </a:cubicBezTo>
                <a:lnTo>
                  <a:pt x="17276" y="6622"/>
                </a:lnTo>
                <a:cubicBezTo>
                  <a:pt x="17626" y="6431"/>
                  <a:pt x="17709" y="6055"/>
                  <a:pt x="17466" y="5780"/>
                </a:cubicBezTo>
                <a:cubicBezTo>
                  <a:pt x="17345" y="5642"/>
                  <a:pt x="17175" y="5560"/>
                  <a:pt x="16980" y="5532"/>
                </a:cubicBezTo>
                <a:close/>
                <a:moveTo>
                  <a:pt x="15124" y="9248"/>
                </a:moveTo>
                <a:cubicBezTo>
                  <a:pt x="14076" y="9320"/>
                  <a:pt x="13261" y="9982"/>
                  <a:pt x="13162" y="10800"/>
                </a:cubicBezTo>
                <a:lnTo>
                  <a:pt x="15124" y="10800"/>
                </a:lnTo>
                <a:lnTo>
                  <a:pt x="15124" y="9248"/>
                </a:lnTo>
                <a:close/>
                <a:moveTo>
                  <a:pt x="15525" y="9264"/>
                </a:moveTo>
                <a:lnTo>
                  <a:pt x="15525" y="11097"/>
                </a:lnTo>
                <a:lnTo>
                  <a:pt x="13162" y="11097"/>
                </a:lnTo>
                <a:cubicBezTo>
                  <a:pt x="13257" y="11976"/>
                  <a:pt x="14168" y="12666"/>
                  <a:pt x="15314" y="12666"/>
                </a:cubicBezTo>
                <a:cubicBezTo>
                  <a:pt x="16524" y="12666"/>
                  <a:pt x="17508" y="11896"/>
                  <a:pt x="17508" y="10949"/>
                </a:cubicBezTo>
                <a:cubicBezTo>
                  <a:pt x="17508" y="10056"/>
                  <a:pt x="16640" y="9344"/>
                  <a:pt x="15525" y="9264"/>
                </a:cubicBezTo>
                <a:close/>
              </a:path>
            </a:pathLst>
          </a:custGeom>
          <a:solidFill>
            <a:schemeClr val="accent1">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4" name="Shape 4980"/>
          <p:cNvSpPr/>
          <p:nvPr/>
        </p:nvSpPr>
        <p:spPr>
          <a:xfrm>
            <a:off x="7686490" y="4808091"/>
            <a:ext cx="1770149" cy="0"/>
          </a:xfrm>
          <a:prstGeom prst="line">
            <a:avLst/>
          </a:prstGeom>
          <a:ln w="508000">
            <a:solidFill>
              <a:schemeClr val="accent2"/>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Shape 4981"/>
          <p:cNvSpPr/>
          <p:nvPr/>
        </p:nvSpPr>
        <p:spPr>
          <a:xfrm>
            <a:off x="5304327" y="4808091"/>
            <a:ext cx="1991120" cy="0"/>
          </a:xfrm>
          <a:prstGeom prst="line">
            <a:avLst/>
          </a:prstGeom>
          <a:ln w="508000">
            <a:solidFill>
              <a:schemeClr val="accent3"/>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Shape 4982"/>
          <p:cNvSpPr/>
          <p:nvPr/>
        </p:nvSpPr>
        <p:spPr>
          <a:xfrm>
            <a:off x="2641805"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Shape 4983"/>
          <p:cNvSpPr/>
          <p:nvPr/>
        </p:nvSpPr>
        <p:spPr>
          <a:xfrm>
            <a:off x="9369668"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7" name="Shape 4984"/>
          <p:cNvSpPr/>
          <p:nvPr/>
        </p:nvSpPr>
        <p:spPr>
          <a:xfrm>
            <a:off x="9513018"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8" name="Shape 4986"/>
          <p:cNvSpPr/>
          <p:nvPr/>
        </p:nvSpPr>
        <p:spPr>
          <a:xfrm>
            <a:off x="14794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01</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9" name="Shape 4987"/>
          <p:cNvSpPr/>
          <p:nvPr/>
        </p:nvSpPr>
        <p:spPr>
          <a:xfrm>
            <a:off x="394959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02</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0" name="Shape 4988"/>
          <p:cNvSpPr/>
          <p:nvPr/>
        </p:nvSpPr>
        <p:spPr>
          <a:xfrm>
            <a:off x="65086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03</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1" name="Shape 4989"/>
          <p:cNvSpPr/>
          <p:nvPr/>
        </p:nvSpPr>
        <p:spPr>
          <a:xfrm>
            <a:off x="8933736"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04</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74" name="Shape 4993"/>
          <p:cNvSpPr/>
          <p:nvPr/>
        </p:nvSpPr>
        <p:spPr>
          <a:xfrm>
            <a:off x="6967071"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5" name="Shape 4994"/>
          <p:cNvSpPr/>
          <p:nvPr/>
        </p:nvSpPr>
        <p:spPr>
          <a:xfrm>
            <a:off x="7110421"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2" name="Shape 4996"/>
          <p:cNvSpPr/>
          <p:nvPr/>
        </p:nvSpPr>
        <p:spPr>
          <a:xfrm>
            <a:off x="4406756"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3" name="Shape 4997"/>
          <p:cNvSpPr/>
          <p:nvPr/>
        </p:nvSpPr>
        <p:spPr>
          <a:xfrm>
            <a:off x="4550106"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0" name="Shape 4999"/>
          <p:cNvSpPr/>
          <p:nvPr/>
        </p:nvSpPr>
        <p:spPr>
          <a:xfrm>
            <a:off x="1925300"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1" name="Shape 5000"/>
          <p:cNvSpPr/>
          <p:nvPr/>
        </p:nvSpPr>
        <p:spPr>
          <a:xfrm>
            <a:off x="2068650"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8" name="Shape 5003"/>
          <p:cNvSpPr/>
          <p:nvPr/>
        </p:nvSpPr>
        <p:spPr>
          <a:xfrm>
            <a:off x="9369668"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9" name="Shape 5004"/>
          <p:cNvSpPr/>
          <p:nvPr/>
        </p:nvSpPr>
        <p:spPr>
          <a:xfrm>
            <a:off x="9513018"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33" name="Shape 5009"/>
          <p:cNvSpPr/>
          <p:nvPr/>
        </p:nvSpPr>
        <p:spPr>
          <a:xfrm>
            <a:off x="4664699" y="1770722"/>
            <a:ext cx="450991" cy="334976"/>
          </a:xfrm>
          <a:custGeom>
            <a:avLst/>
            <a:gdLst/>
            <a:ahLst/>
            <a:cxnLst>
              <a:cxn ang="0">
                <a:pos x="wd2" y="hd2"/>
              </a:cxn>
              <a:cxn ang="5400000">
                <a:pos x="wd2" y="hd2"/>
              </a:cxn>
              <a:cxn ang="10800000">
                <a:pos x="wd2" y="hd2"/>
              </a:cxn>
              <a:cxn ang="16200000">
                <a:pos x="wd2" y="hd2"/>
              </a:cxn>
            </a:cxnLst>
            <a:rect l="0" t="0" r="r" b="b"/>
            <a:pathLst>
              <a:path w="21600" h="21600" extrusionOk="0">
                <a:moveTo>
                  <a:pt x="2933" y="0"/>
                </a:moveTo>
                <a:cubicBezTo>
                  <a:pt x="2127" y="0"/>
                  <a:pt x="1413" y="516"/>
                  <a:pt x="984" y="1300"/>
                </a:cubicBezTo>
                <a:cubicBezTo>
                  <a:pt x="1196" y="1221"/>
                  <a:pt x="1420" y="1172"/>
                  <a:pt x="1651" y="1172"/>
                </a:cubicBezTo>
                <a:lnTo>
                  <a:pt x="18142" y="1172"/>
                </a:lnTo>
                <a:cubicBezTo>
                  <a:pt x="19488" y="1172"/>
                  <a:pt x="20581" y="2605"/>
                  <a:pt x="20581" y="4375"/>
                </a:cubicBezTo>
                <a:lnTo>
                  <a:pt x="20581" y="20147"/>
                </a:lnTo>
                <a:cubicBezTo>
                  <a:pt x="20581" y="20357"/>
                  <a:pt x="20568" y="20559"/>
                  <a:pt x="20539" y="20757"/>
                </a:cubicBezTo>
                <a:cubicBezTo>
                  <a:pt x="21300" y="20338"/>
                  <a:pt x="21600" y="19227"/>
                  <a:pt x="21600" y="17916"/>
                </a:cubicBezTo>
                <a:lnTo>
                  <a:pt x="21600" y="3026"/>
                </a:lnTo>
                <a:cubicBezTo>
                  <a:pt x="21600" y="1356"/>
                  <a:pt x="20532" y="0"/>
                  <a:pt x="19221" y="0"/>
                </a:cubicBezTo>
                <a:lnTo>
                  <a:pt x="2933" y="0"/>
                </a:lnTo>
                <a:close/>
                <a:moveTo>
                  <a:pt x="2391" y="2657"/>
                </a:moveTo>
                <a:cubicBezTo>
                  <a:pt x="1069" y="2658"/>
                  <a:pt x="0" y="4104"/>
                  <a:pt x="0" y="5884"/>
                </a:cubicBezTo>
                <a:lnTo>
                  <a:pt x="0" y="18381"/>
                </a:lnTo>
                <a:cubicBezTo>
                  <a:pt x="0" y="20160"/>
                  <a:pt x="1069" y="21600"/>
                  <a:pt x="2391" y="21600"/>
                </a:cubicBezTo>
                <a:lnTo>
                  <a:pt x="17182" y="21600"/>
                </a:lnTo>
                <a:cubicBezTo>
                  <a:pt x="18505" y="21600"/>
                  <a:pt x="19572" y="20160"/>
                  <a:pt x="19573" y="18381"/>
                </a:cubicBezTo>
                <a:lnTo>
                  <a:pt x="19573" y="5884"/>
                </a:lnTo>
                <a:cubicBezTo>
                  <a:pt x="19572" y="4104"/>
                  <a:pt x="18504" y="2658"/>
                  <a:pt x="17182" y="2657"/>
                </a:cubicBezTo>
                <a:lnTo>
                  <a:pt x="2391" y="2657"/>
                </a:lnTo>
                <a:close/>
                <a:moveTo>
                  <a:pt x="2361" y="3989"/>
                </a:moveTo>
                <a:lnTo>
                  <a:pt x="17152" y="3989"/>
                </a:lnTo>
                <a:cubicBezTo>
                  <a:pt x="17913" y="3991"/>
                  <a:pt x="18529" y="4821"/>
                  <a:pt x="18530" y="5843"/>
                </a:cubicBezTo>
                <a:cubicBezTo>
                  <a:pt x="18530" y="5843"/>
                  <a:pt x="18530" y="18341"/>
                  <a:pt x="18530" y="18341"/>
                </a:cubicBezTo>
                <a:cubicBezTo>
                  <a:pt x="18529" y="19364"/>
                  <a:pt x="17913" y="20193"/>
                  <a:pt x="17152" y="20195"/>
                </a:cubicBezTo>
                <a:lnTo>
                  <a:pt x="2361" y="20195"/>
                </a:lnTo>
                <a:cubicBezTo>
                  <a:pt x="1600" y="20193"/>
                  <a:pt x="985" y="19364"/>
                  <a:pt x="984" y="18341"/>
                </a:cubicBezTo>
                <a:lnTo>
                  <a:pt x="984" y="5843"/>
                </a:lnTo>
                <a:cubicBezTo>
                  <a:pt x="985" y="4821"/>
                  <a:pt x="1600" y="3991"/>
                  <a:pt x="2361" y="3989"/>
                </a:cubicBezTo>
                <a:close/>
                <a:moveTo>
                  <a:pt x="5175" y="5980"/>
                </a:moveTo>
                <a:cubicBezTo>
                  <a:pt x="5130" y="5980"/>
                  <a:pt x="5091" y="6019"/>
                  <a:pt x="5074" y="6076"/>
                </a:cubicBezTo>
                <a:lnTo>
                  <a:pt x="2963" y="12706"/>
                </a:lnTo>
                <a:cubicBezTo>
                  <a:pt x="2785" y="13283"/>
                  <a:pt x="2619" y="13656"/>
                  <a:pt x="2492" y="13814"/>
                </a:cubicBezTo>
                <a:cubicBezTo>
                  <a:pt x="2456" y="13867"/>
                  <a:pt x="2304" y="13953"/>
                  <a:pt x="2063" y="14007"/>
                </a:cubicBezTo>
                <a:cubicBezTo>
                  <a:pt x="2009" y="14020"/>
                  <a:pt x="1973" y="14086"/>
                  <a:pt x="1973" y="14159"/>
                </a:cubicBezTo>
                <a:lnTo>
                  <a:pt x="1973" y="14376"/>
                </a:lnTo>
                <a:cubicBezTo>
                  <a:pt x="1973" y="14416"/>
                  <a:pt x="1982" y="14460"/>
                  <a:pt x="2003" y="14488"/>
                </a:cubicBezTo>
                <a:cubicBezTo>
                  <a:pt x="2024" y="14516"/>
                  <a:pt x="2057" y="14528"/>
                  <a:pt x="2087" y="14528"/>
                </a:cubicBezTo>
                <a:lnTo>
                  <a:pt x="3971" y="14528"/>
                </a:lnTo>
                <a:cubicBezTo>
                  <a:pt x="4001" y="14528"/>
                  <a:pt x="4026" y="14516"/>
                  <a:pt x="4048" y="14488"/>
                </a:cubicBezTo>
                <a:cubicBezTo>
                  <a:pt x="4068" y="14460"/>
                  <a:pt x="4084" y="14416"/>
                  <a:pt x="4084" y="14376"/>
                </a:cubicBezTo>
                <a:lnTo>
                  <a:pt x="4084" y="14159"/>
                </a:lnTo>
                <a:cubicBezTo>
                  <a:pt x="4084" y="14081"/>
                  <a:pt x="4036" y="14013"/>
                  <a:pt x="3977" y="14007"/>
                </a:cubicBezTo>
                <a:cubicBezTo>
                  <a:pt x="3697" y="13983"/>
                  <a:pt x="3519" y="13915"/>
                  <a:pt x="3476" y="13862"/>
                </a:cubicBezTo>
                <a:cubicBezTo>
                  <a:pt x="3407" y="13787"/>
                  <a:pt x="3388" y="13725"/>
                  <a:pt x="3386" y="13654"/>
                </a:cubicBezTo>
                <a:cubicBezTo>
                  <a:pt x="3385" y="13542"/>
                  <a:pt x="3431" y="13315"/>
                  <a:pt x="3529" y="13011"/>
                </a:cubicBezTo>
                <a:lnTo>
                  <a:pt x="3905" y="11831"/>
                </a:lnTo>
                <a:lnTo>
                  <a:pt x="6075" y="11831"/>
                </a:lnTo>
                <a:lnTo>
                  <a:pt x="6409" y="12899"/>
                </a:lnTo>
                <a:cubicBezTo>
                  <a:pt x="6525" y="13265"/>
                  <a:pt x="6578" y="13538"/>
                  <a:pt x="6576" y="13670"/>
                </a:cubicBezTo>
                <a:cubicBezTo>
                  <a:pt x="6575" y="13755"/>
                  <a:pt x="6555" y="13807"/>
                  <a:pt x="6493" y="13878"/>
                </a:cubicBezTo>
                <a:cubicBezTo>
                  <a:pt x="6449" y="13933"/>
                  <a:pt x="6303" y="13995"/>
                  <a:pt x="6075" y="14007"/>
                </a:cubicBezTo>
                <a:cubicBezTo>
                  <a:pt x="6015" y="14011"/>
                  <a:pt x="5968" y="14080"/>
                  <a:pt x="5968" y="14159"/>
                </a:cubicBezTo>
                <a:lnTo>
                  <a:pt x="5968" y="14376"/>
                </a:lnTo>
                <a:cubicBezTo>
                  <a:pt x="5968" y="14416"/>
                  <a:pt x="5983" y="14460"/>
                  <a:pt x="6004" y="14488"/>
                </a:cubicBezTo>
                <a:cubicBezTo>
                  <a:pt x="6025" y="14516"/>
                  <a:pt x="6051" y="14528"/>
                  <a:pt x="6081" y="14528"/>
                </a:cubicBezTo>
                <a:lnTo>
                  <a:pt x="8442" y="14528"/>
                </a:lnTo>
                <a:cubicBezTo>
                  <a:pt x="8472" y="14528"/>
                  <a:pt x="8498" y="14516"/>
                  <a:pt x="8520" y="14488"/>
                </a:cubicBezTo>
                <a:cubicBezTo>
                  <a:pt x="8541" y="14460"/>
                  <a:pt x="8555" y="14416"/>
                  <a:pt x="8555" y="14376"/>
                </a:cubicBezTo>
                <a:lnTo>
                  <a:pt x="8555" y="14159"/>
                </a:lnTo>
                <a:cubicBezTo>
                  <a:pt x="8555" y="14081"/>
                  <a:pt x="8507" y="14012"/>
                  <a:pt x="8448" y="14007"/>
                </a:cubicBezTo>
                <a:cubicBezTo>
                  <a:pt x="8220" y="13987"/>
                  <a:pt x="8061" y="13904"/>
                  <a:pt x="7947" y="13774"/>
                </a:cubicBezTo>
                <a:cubicBezTo>
                  <a:pt x="7837" y="13647"/>
                  <a:pt x="7682" y="13308"/>
                  <a:pt x="7518" y="12779"/>
                </a:cubicBezTo>
                <a:lnTo>
                  <a:pt x="5431" y="6076"/>
                </a:lnTo>
                <a:cubicBezTo>
                  <a:pt x="5414" y="6019"/>
                  <a:pt x="5376" y="5980"/>
                  <a:pt x="5330" y="5980"/>
                </a:cubicBezTo>
                <a:lnTo>
                  <a:pt x="5175" y="5980"/>
                </a:lnTo>
                <a:close/>
                <a:moveTo>
                  <a:pt x="11113" y="6630"/>
                </a:moveTo>
                <a:cubicBezTo>
                  <a:pt x="10832" y="6630"/>
                  <a:pt x="10606" y="6936"/>
                  <a:pt x="10606" y="7312"/>
                </a:cubicBezTo>
                <a:cubicBezTo>
                  <a:pt x="10606" y="7691"/>
                  <a:pt x="10832" y="8003"/>
                  <a:pt x="11113" y="8003"/>
                </a:cubicBezTo>
                <a:lnTo>
                  <a:pt x="16735" y="8003"/>
                </a:lnTo>
                <a:cubicBezTo>
                  <a:pt x="17015" y="8003"/>
                  <a:pt x="17242" y="7691"/>
                  <a:pt x="17242" y="7312"/>
                </a:cubicBezTo>
                <a:cubicBezTo>
                  <a:pt x="17242" y="6936"/>
                  <a:pt x="17015" y="6630"/>
                  <a:pt x="16735" y="6630"/>
                </a:cubicBezTo>
                <a:lnTo>
                  <a:pt x="11113" y="6630"/>
                </a:lnTo>
                <a:close/>
                <a:moveTo>
                  <a:pt x="5276" y="7914"/>
                </a:moveTo>
                <a:lnTo>
                  <a:pt x="6123" y="10635"/>
                </a:lnTo>
                <a:cubicBezTo>
                  <a:pt x="6123" y="10635"/>
                  <a:pt x="4406" y="10635"/>
                  <a:pt x="4406" y="10635"/>
                </a:cubicBezTo>
                <a:lnTo>
                  <a:pt x="5276" y="7914"/>
                </a:lnTo>
                <a:close/>
                <a:moveTo>
                  <a:pt x="11113" y="9167"/>
                </a:moveTo>
                <a:cubicBezTo>
                  <a:pt x="10832" y="9167"/>
                  <a:pt x="10606" y="9472"/>
                  <a:pt x="10606" y="9849"/>
                </a:cubicBezTo>
                <a:cubicBezTo>
                  <a:pt x="10606" y="10225"/>
                  <a:pt x="10832" y="10531"/>
                  <a:pt x="11113" y="10531"/>
                </a:cubicBezTo>
                <a:lnTo>
                  <a:pt x="16735" y="10531"/>
                </a:lnTo>
                <a:cubicBezTo>
                  <a:pt x="17015" y="10531"/>
                  <a:pt x="17242" y="10225"/>
                  <a:pt x="17242" y="9849"/>
                </a:cubicBezTo>
                <a:cubicBezTo>
                  <a:pt x="17242" y="9472"/>
                  <a:pt x="17015" y="9167"/>
                  <a:pt x="16735" y="9167"/>
                </a:cubicBezTo>
                <a:lnTo>
                  <a:pt x="11113" y="9167"/>
                </a:lnTo>
                <a:close/>
                <a:moveTo>
                  <a:pt x="11113" y="11711"/>
                </a:moveTo>
                <a:cubicBezTo>
                  <a:pt x="10832" y="11711"/>
                  <a:pt x="10606" y="12014"/>
                  <a:pt x="10606" y="12393"/>
                </a:cubicBezTo>
                <a:cubicBezTo>
                  <a:pt x="10606" y="12770"/>
                  <a:pt x="10832" y="13076"/>
                  <a:pt x="11113" y="13076"/>
                </a:cubicBezTo>
                <a:lnTo>
                  <a:pt x="13832" y="13076"/>
                </a:lnTo>
                <a:cubicBezTo>
                  <a:pt x="14112" y="13076"/>
                  <a:pt x="14338" y="12770"/>
                  <a:pt x="14338" y="12393"/>
                </a:cubicBezTo>
                <a:cubicBezTo>
                  <a:pt x="14338" y="12014"/>
                  <a:pt x="14112" y="11711"/>
                  <a:pt x="13832" y="11711"/>
                </a:cubicBezTo>
                <a:lnTo>
                  <a:pt x="11113" y="11711"/>
                </a:lnTo>
                <a:close/>
                <a:moveTo>
                  <a:pt x="15465" y="11711"/>
                </a:moveTo>
                <a:cubicBezTo>
                  <a:pt x="15185" y="11711"/>
                  <a:pt x="14958" y="12014"/>
                  <a:pt x="14958" y="12393"/>
                </a:cubicBezTo>
                <a:cubicBezTo>
                  <a:pt x="14958" y="12770"/>
                  <a:pt x="15185" y="13076"/>
                  <a:pt x="15465" y="13076"/>
                </a:cubicBezTo>
                <a:lnTo>
                  <a:pt x="16735" y="13076"/>
                </a:lnTo>
                <a:cubicBezTo>
                  <a:pt x="17015" y="13076"/>
                  <a:pt x="17242" y="12770"/>
                  <a:pt x="17242" y="12393"/>
                </a:cubicBezTo>
                <a:cubicBezTo>
                  <a:pt x="17242" y="12014"/>
                  <a:pt x="17015" y="11711"/>
                  <a:pt x="16735" y="11711"/>
                </a:cubicBezTo>
                <a:lnTo>
                  <a:pt x="15465" y="11711"/>
                </a:lnTo>
                <a:close/>
                <a:moveTo>
                  <a:pt x="11113" y="14247"/>
                </a:moveTo>
                <a:cubicBezTo>
                  <a:pt x="10832" y="14247"/>
                  <a:pt x="10606" y="14553"/>
                  <a:pt x="10606" y="14930"/>
                </a:cubicBezTo>
                <a:cubicBezTo>
                  <a:pt x="10606" y="15306"/>
                  <a:pt x="10832" y="15612"/>
                  <a:pt x="11113" y="15612"/>
                </a:cubicBezTo>
                <a:lnTo>
                  <a:pt x="16735" y="15612"/>
                </a:lnTo>
                <a:cubicBezTo>
                  <a:pt x="17015" y="15612"/>
                  <a:pt x="17242" y="15306"/>
                  <a:pt x="17242" y="14930"/>
                </a:cubicBezTo>
                <a:cubicBezTo>
                  <a:pt x="17242" y="14553"/>
                  <a:pt x="17015" y="14247"/>
                  <a:pt x="16735" y="14247"/>
                </a:cubicBezTo>
                <a:lnTo>
                  <a:pt x="11113" y="14247"/>
                </a:lnTo>
                <a:close/>
                <a:moveTo>
                  <a:pt x="3661" y="15909"/>
                </a:moveTo>
                <a:cubicBezTo>
                  <a:pt x="3395" y="15909"/>
                  <a:pt x="3178" y="16194"/>
                  <a:pt x="3178" y="16551"/>
                </a:cubicBezTo>
                <a:cubicBezTo>
                  <a:pt x="3178" y="16909"/>
                  <a:pt x="3395" y="17201"/>
                  <a:pt x="3661" y="17201"/>
                </a:cubicBezTo>
                <a:cubicBezTo>
                  <a:pt x="3926" y="17201"/>
                  <a:pt x="4138" y="16909"/>
                  <a:pt x="4138" y="16551"/>
                </a:cubicBezTo>
                <a:cubicBezTo>
                  <a:pt x="4138" y="16194"/>
                  <a:pt x="3926" y="15909"/>
                  <a:pt x="3661" y="15909"/>
                </a:cubicBezTo>
                <a:close/>
                <a:moveTo>
                  <a:pt x="2611" y="16246"/>
                </a:moveTo>
                <a:cubicBezTo>
                  <a:pt x="2460" y="16246"/>
                  <a:pt x="2337" y="16381"/>
                  <a:pt x="2337" y="16543"/>
                </a:cubicBezTo>
                <a:lnTo>
                  <a:pt x="2337" y="16567"/>
                </a:lnTo>
                <a:cubicBezTo>
                  <a:pt x="2337" y="16728"/>
                  <a:pt x="2460" y="16856"/>
                  <a:pt x="2611" y="16856"/>
                </a:cubicBezTo>
                <a:lnTo>
                  <a:pt x="2993" y="16856"/>
                </a:lnTo>
                <a:cubicBezTo>
                  <a:pt x="2968" y="16760"/>
                  <a:pt x="2951" y="16658"/>
                  <a:pt x="2951" y="16551"/>
                </a:cubicBezTo>
                <a:cubicBezTo>
                  <a:pt x="2951" y="16443"/>
                  <a:pt x="2968" y="16344"/>
                  <a:pt x="2993" y="16246"/>
                </a:cubicBezTo>
                <a:cubicBezTo>
                  <a:pt x="2993" y="16246"/>
                  <a:pt x="2611" y="16246"/>
                  <a:pt x="2611" y="16246"/>
                </a:cubicBezTo>
                <a:close/>
                <a:moveTo>
                  <a:pt x="4322" y="16246"/>
                </a:moveTo>
                <a:cubicBezTo>
                  <a:pt x="4347" y="16343"/>
                  <a:pt x="4364" y="16443"/>
                  <a:pt x="4364" y="16551"/>
                </a:cubicBezTo>
                <a:cubicBezTo>
                  <a:pt x="4364" y="16658"/>
                  <a:pt x="4347" y="16760"/>
                  <a:pt x="4322" y="16856"/>
                </a:cubicBezTo>
                <a:lnTo>
                  <a:pt x="7983" y="16856"/>
                </a:lnTo>
                <a:cubicBezTo>
                  <a:pt x="8135" y="16856"/>
                  <a:pt x="8257" y="16728"/>
                  <a:pt x="8257" y="16567"/>
                </a:cubicBezTo>
                <a:lnTo>
                  <a:pt x="8257" y="16543"/>
                </a:lnTo>
                <a:cubicBezTo>
                  <a:pt x="8257" y="16381"/>
                  <a:pt x="8135" y="16246"/>
                  <a:pt x="7983" y="16246"/>
                </a:cubicBezTo>
                <a:lnTo>
                  <a:pt x="4322" y="16246"/>
                </a:lnTo>
                <a:close/>
                <a:moveTo>
                  <a:pt x="11113" y="16784"/>
                </a:moveTo>
                <a:cubicBezTo>
                  <a:pt x="10832" y="16784"/>
                  <a:pt x="10606" y="17088"/>
                  <a:pt x="10606" y="17466"/>
                </a:cubicBezTo>
                <a:cubicBezTo>
                  <a:pt x="10606" y="17843"/>
                  <a:pt x="10832" y="18148"/>
                  <a:pt x="11113" y="18148"/>
                </a:cubicBezTo>
                <a:lnTo>
                  <a:pt x="11656" y="18148"/>
                </a:lnTo>
                <a:cubicBezTo>
                  <a:pt x="11936" y="18148"/>
                  <a:pt x="12162" y="17843"/>
                  <a:pt x="12162" y="17466"/>
                </a:cubicBezTo>
                <a:cubicBezTo>
                  <a:pt x="12162" y="17088"/>
                  <a:pt x="11936" y="16784"/>
                  <a:pt x="11656" y="16784"/>
                </a:cubicBezTo>
                <a:lnTo>
                  <a:pt x="11113" y="16784"/>
                </a:lnTo>
                <a:close/>
                <a:moveTo>
                  <a:pt x="13432" y="16784"/>
                </a:moveTo>
                <a:cubicBezTo>
                  <a:pt x="13152" y="16784"/>
                  <a:pt x="12925" y="17088"/>
                  <a:pt x="12925" y="17466"/>
                </a:cubicBezTo>
                <a:cubicBezTo>
                  <a:pt x="12925" y="17843"/>
                  <a:pt x="13152" y="18148"/>
                  <a:pt x="13432" y="18148"/>
                </a:cubicBezTo>
                <a:lnTo>
                  <a:pt x="16735" y="18148"/>
                </a:lnTo>
                <a:cubicBezTo>
                  <a:pt x="17015" y="18148"/>
                  <a:pt x="17242" y="17843"/>
                  <a:pt x="17242" y="17466"/>
                </a:cubicBezTo>
                <a:cubicBezTo>
                  <a:pt x="17242" y="17088"/>
                  <a:pt x="17015" y="16784"/>
                  <a:pt x="16735" y="16784"/>
                </a:cubicBezTo>
                <a:lnTo>
                  <a:pt x="13432" y="16784"/>
                </a:lnTo>
                <a:close/>
                <a:moveTo>
                  <a:pt x="6981" y="17811"/>
                </a:moveTo>
                <a:cubicBezTo>
                  <a:pt x="6715" y="17811"/>
                  <a:pt x="6498" y="18103"/>
                  <a:pt x="6498" y="18462"/>
                </a:cubicBezTo>
                <a:cubicBezTo>
                  <a:pt x="6498" y="18818"/>
                  <a:pt x="6715" y="19104"/>
                  <a:pt x="6981" y="19104"/>
                </a:cubicBezTo>
                <a:cubicBezTo>
                  <a:pt x="7247" y="19104"/>
                  <a:pt x="7458" y="18818"/>
                  <a:pt x="7458" y="18462"/>
                </a:cubicBezTo>
                <a:cubicBezTo>
                  <a:pt x="7458" y="18103"/>
                  <a:pt x="7247" y="17811"/>
                  <a:pt x="6981" y="17811"/>
                </a:cubicBezTo>
                <a:close/>
                <a:moveTo>
                  <a:pt x="2611" y="18157"/>
                </a:moveTo>
                <a:cubicBezTo>
                  <a:pt x="2460" y="18157"/>
                  <a:pt x="2337" y="18283"/>
                  <a:pt x="2337" y="18445"/>
                </a:cubicBezTo>
                <a:lnTo>
                  <a:pt x="2337" y="18470"/>
                </a:lnTo>
                <a:cubicBezTo>
                  <a:pt x="2337" y="18632"/>
                  <a:pt x="2460" y="18759"/>
                  <a:pt x="2611" y="18759"/>
                </a:cubicBezTo>
                <a:lnTo>
                  <a:pt x="6314" y="18759"/>
                </a:lnTo>
                <a:cubicBezTo>
                  <a:pt x="6290" y="18662"/>
                  <a:pt x="6272" y="18568"/>
                  <a:pt x="6272" y="18462"/>
                </a:cubicBezTo>
                <a:cubicBezTo>
                  <a:pt x="6272" y="18354"/>
                  <a:pt x="6290" y="18253"/>
                  <a:pt x="6314" y="18157"/>
                </a:cubicBezTo>
                <a:cubicBezTo>
                  <a:pt x="6314" y="18157"/>
                  <a:pt x="2611" y="18157"/>
                  <a:pt x="2611" y="18157"/>
                </a:cubicBezTo>
                <a:close/>
                <a:moveTo>
                  <a:pt x="7643" y="18157"/>
                </a:moveTo>
                <a:cubicBezTo>
                  <a:pt x="7667" y="18253"/>
                  <a:pt x="7685" y="18354"/>
                  <a:pt x="7685" y="18462"/>
                </a:cubicBezTo>
                <a:cubicBezTo>
                  <a:pt x="7685" y="18568"/>
                  <a:pt x="7667" y="18662"/>
                  <a:pt x="7643" y="18759"/>
                </a:cubicBezTo>
                <a:lnTo>
                  <a:pt x="7983" y="18759"/>
                </a:lnTo>
                <a:cubicBezTo>
                  <a:pt x="8135" y="18759"/>
                  <a:pt x="8257" y="18632"/>
                  <a:pt x="8257" y="18470"/>
                </a:cubicBezTo>
                <a:lnTo>
                  <a:pt x="8257" y="18445"/>
                </a:lnTo>
                <a:cubicBezTo>
                  <a:pt x="8257" y="18283"/>
                  <a:pt x="8135" y="18156"/>
                  <a:pt x="7983" y="18157"/>
                </a:cubicBezTo>
                <a:lnTo>
                  <a:pt x="7643" y="18157"/>
                </a:lnTo>
                <a:close/>
              </a:path>
            </a:pathLst>
          </a:custGeom>
          <a:solidFill>
            <a:schemeClr val="accent2">
              <a:lumMod val="75000"/>
            </a:schemeClr>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4" name="Shape 5010"/>
          <p:cNvSpPr/>
          <p:nvPr/>
        </p:nvSpPr>
        <p:spPr>
          <a:xfrm>
            <a:off x="7244888" y="1741611"/>
            <a:ext cx="417784" cy="355099"/>
          </a:xfrm>
          <a:custGeom>
            <a:avLst/>
            <a:gdLst/>
            <a:ahLst/>
            <a:cxnLst>
              <a:cxn ang="0">
                <a:pos x="wd2" y="hd2"/>
              </a:cxn>
              <a:cxn ang="5400000">
                <a:pos x="wd2" y="hd2"/>
              </a:cxn>
              <a:cxn ang="10800000">
                <a:pos x="wd2" y="hd2"/>
              </a:cxn>
              <a:cxn ang="16200000">
                <a:pos x="wd2" y="hd2"/>
              </a:cxn>
            </a:cxnLst>
            <a:rect l="0" t="0" r="r" b="b"/>
            <a:pathLst>
              <a:path w="21600" h="21600" extrusionOk="0">
                <a:moveTo>
                  <a:pt x="4995" y="0"/>
                </a:moveTo>
                <a:cubicBezTo>
                  <a:pt x="4178" y="55"/>
                  <a:pt x="3625" y="520"/>
                  <a:pt x="3317" y="1413"/>
                </a:cubicBezTo>
                <a:lnTo>
                  <a:pt x="76" y="12628"/>
                </a:lnTo>
                <a:cubicBezTo>
                  <a:pt x="41" y="12756"/>
                  <a:pt x="31" y="12879"/>
                  <a:pt x="19" y="13009"/>
                </a:cubicBezTo>
                <a:lnTo>
                  <a:pt x="19" y="13054"/>
                </a:lnTo>
                <a:cubicBezTo>
                  <a:pt x="15" y="13105"/>
                  <a:pt x="0" y="13137"/>
                  <a:pt x="0" y="13189"/>
                </a:cubicBezTo>
                <a:cubicBezTo>
                  <a:pt x="0" y="13234"/>
                  <a:pt x="17" y="13279"/>
                  <a:pt x="19" y="13323"/>
                </a:cubicBezTo>
                <a:lnTo>
                  <a:pt x="19" y="19783"/>
                </a:lnTo>
                <a:cubicBezTo>
                  <a:pt x="21" y="20701"/>
                  <a:pt x="605" y="21579"/>
                  <a:pt x="1506" y="21600"/>
                </a:cubicBezTo>
                <a:lnTo>
                  <a:pt x="20094" y="21600"/>
                </a:lnTo>
                <a:cubicBezTo>
                  <a:pt x="20995" y="21579"/>
                  <a:pt x="21579" y="20700"/>
                  <a:pt x="21581" y="19783"/>
                </a:cubicBezTo>
                <a:lnTo>
                  <a:pt x="21581" y="13346"/>
                </a:lnTo>
                <a:cubicBezTo>
                  <a:pt x="21584" y="13297"/>
                  <a:pt x="21600" y="13238"/>
                  <a:pt x="21600" y="13189"/>
                </a:cubicBezTo>
                <a:cubicBezTo>
                  <a:pt x="21600" y="13134"/>
                  <a:pt x="21585" y="13086"/>
                  <a:pt x="21581" y="13032"/>
                </a:cubicBezTo>
                <a:lnTo>
                  <a:pt x="21581" y="13009"/>
                </a:lnTo>
                <a:cubicBezTo>
                  <a:pt x="21565" y="12876"/>
                  <a:pt x="21541" y="12749"/>
                  <a:pt x="21505" y="12628"/>
                </a:cubicBezTo>
                <a:lnTo>
                  <a:pt x="18283" y="1413"/>
                </a:lnTo>
                <a:cubicBezTo>
                  <a:pt x="17976" y="520"/>
                  <a:pt x="17403" y="55"/>
                  <a:pt x="16586" y="0"/>
                </a:cubicBezTo>
                <a:lnTo>
                  <a:pt x="4995" y="0"/>
                </a:lnTo>
                <a:close/>
                <a:moveTo>
                  <a:pt x="5262" y="2871"/>
                </a:moveTo>
                <a:lnTo>
                  <a:pt x="16357" y="2871"/>
                </a:lnTo>
                <a:lnTo>
                  <a:pt x="19198" y="12695"/>
                </a:lnTo>
                <a:lnTo>
                  <a:pt x="2440" y="12695"/>
                </a:lnTo>
                <a:cubicBezTo>
                  <a:pt x="2440" y="12695"/>
                  <a:pt x="5262" y="2871"/>
                  <a:pt x="5262" y="2871"/>
                </a:cubicBezTo>
                <a:close/>
                <a:moveTo>
                  <a:pt x="1830" y="15073"/>
                </a:moveTo>
                <a:lnTo>
                  <a:pt x="19312" y="15073"/>
                </a:lnTo>
                <a:cubicBezTo>
                  <a:pt x="19312" y="15073"/>
                  <a:pt x="19312" y="19424"/>
                  <a:pt x="19312" y="19424"/>
                </a:cubicBezTo>
                <a:lnTo>
                  <a:pt x="1830" y="19424"/>
                </a:lnTo>
                <a:lnTo>
                  <a:pt x="1830" y="15073"/>
                </a:lnTo>
                <a:close/>
                <a:moveTo>
                  <a:pt x="8102" y="16508"/>
                </a:moveTo>
                <a:cubicBezTo>
                  <a:pt x="7666" y="16508"/>
                  <a:pt x="7321" y="16916"/>
                  <a:pt x="7321" y="17428"/>
                </a:cubicBezTo>
                <a:cubicBezTo>
                  <a:pt x="7321" y="17938"/>
                  <a:pt x="7666" y="18370"/>
                  <a:pt x="8102" y="18370"/>
                </a:cubicBezTo>
                <a:cubicBezTo>
                  <a:pt x="8536" y="18370"/>
                  <a:pt x="8903" y="17938"/>
                  <a:pt x="8903" y="17428"/>
                </a:cubicBezTo>
                <a:cubicBezTo>
                  <a:pt x="8903" y="16916"/>
                  <a:pt x="8536" y="16508"/>
                  <a:pt x="8102" y="16508"/>
                </a:cubicBezTo>
                <a:close/>
                <a:moveTo>
                  <a:pt x="10409" y="16508"/>
                </a:moveTo>
                <a:cubicBezTo>
                  <a:pt x="9975" y="16508"/>
                  <a:pt x="9608" y="16916"/>
                  <a:pt x="9608" y="17428"/>
                </a:cubicBezTo>
                <a:cubicBezTo>
                  <a:pt x="9608" y="17938"/>
                  <a:pt x="9975" y="18370"/>
                  <a:pt x="10409" y="18370"/>
                </a:cubicBezTo>
                <a:cubicBezTo>
                  <a:pt x="10844" y="18370"/>
                  <a:pt x="11191" y="17938"/>
                  <a:pt x="11191" y="17428"/>
                </a:cubicBezTo>
                <a:cubicBezTo>
                  <a:pt x="11191" y="16916"/>
                  <a:pt x="10844" y="16508"/>
                  <a:pt x="10409" y="16508"/>
                </a:cubicBezTo>
                <a:close/>
                <a:moveTo>
                  <a:pt x="12697" y="16508"/>
                </a:moveTo>
                <a:cubicBezTo>
                  <a:pt x="12261" y="16508"/>
                  <a:pt x="11915" y="16916"/>
                  <a:pt x="11915" y="17428"/>
                </a:cubicBezTo>
                <a:cubicBezTo>
                  <a:pt x="11915" y="17938"/>
                  <a:pt x="12261" y="18370"/>
                  <a:pt x="12697" y="18370"/>
                </a:cubicBezTo>
                <a:cubicBezTo>
                  <a:pt x="13131" y="18370"/>
                  <a:pt x="13479" y="17938"/>
                  <a:pt x="13479" y="17428"/>
                </a:cubicBezTo>
                <a:cubicBezTo>
                  <a:pt x="13479" y="16916"/>
                  <a:pt x="13131" y="16508"/>
                  <a:pt x="12697" y="16508"/>
                </a:cubicBezTo>
                <a:close/>
              </a:path>
            </a:pathLst>
          </a:custGeom>
          <a:solidFill>
            <a:schemeClr val="accent3">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5" name="Shape 5011"/>
          <p:cNvSpPr/>
          <p:nvPr/>
        </p:nvSpPr>
        <p:spPr>
          <a:xfrm>
            <a:off x="9655880" y="1675385"/>
            <a:ext cx="446891" cy="460887"/>
          </a:xfrm>
          <a:custGeom>
            <a:avLst/>
            <a:gdLst/>
            <a:ahLst/>
            <a:cxnLst>
              <a:cxn ang="0">
                <a:pos x="wd2" y="hd2"/>
              </a:cxn>
              <a:cxn ang="5400000">
                <a:pos x="wd2" y="hd2"/>
              </a:cxn>
              <a:cxn ang="10800000">
                <a:pos x="wd2" y="hd2"/>
              </a:cxn>
              <a:cxn ang="16200000">
                <a:pos x="wd2" y="hd2"/>
              </a:cxn>
            </a:cxnLst>
            <a:rect l="0" t="0" r="r" b="b"/>
            <a:pathLst>
              <a:path w="21600" h="21600" extrusionOk="0">
                <a:moveTo>
                  <a:pt x="10987" y="0"/>
                </a:moveTo>
                <a:lnTo>
                  <a:pt x="10578" y="961"/>
                </a:lnTo>
                <a:cubicBezTo>
                  <a:pt x="10460" y="952"/>
                  <a:pt x="10337" y="939"/>
                  <a:pt x="10217" y="939"/>
                </a:cubicBezTo>
                <a:cubicBezTo>
                  <a:pt x="9945" y="939"/>
                  <a:pt x="9682" y="967"/>
                  <a:pt x="9424" y="1018"/>
                </a:cubicBezTo>
                <a:lnTo>
                  <a:pt x="9074" y="68"/>
                </a:lnTo>
                <a:lnTo>
                  <a:pt x="8327" y="294"/>
                </a:lnTo>
                <a:lnTo>
                  <a:pt x="8467" y="1312"/>
                </a:lnTo>
                <a:cubicBezTo>
                  <a:pt x="8114" y="1471"/>
                  <a:pt x="7779" y="1687"/>
                  <a:pt x="7488" y="1934"/>
                </a:cubicBezTo>
                <a:lnTo>
                  <a:pt x="6706" y="1289"/>
                </a:lnTo>
                <a:lnTo>
                  <a:pt x="6170" y="1855"/>
                </a:lnTo>
                <a:lnTo>
                  <a:pt x="6811" y="2669"/>
                </a:lnTo>
                <a:cubicBezTo>
                  <a:pt x="6589" y="2977"/>
                  <a:pt x="6414" y="3312"/>
                  <a:pt x="6286" y="3675"/>
                </a:cubicBezTo>
                <a:lnTo>
                  <a:pt x="5272" y="3494"/>
                </a:lnTo>
                <a:lnTo>
                  <a:pt x="5108" y="4230"/>
                </a:lnTo>
                <a:lnTo>
                  <a:pt x="6076" y="4625"/>
                </a:lnTo>
                <a:cubicBezTo>
                  <a:pt x="6066" y="4739"/>
                  <a:pt x="6065" y="4859"/>
                  <a:pt x="6065" y="4976"/>
                </a:cubicBezTo>
                <a:cubicBezTo>
                  <a:pt x="6065" y="5246"/>
                  <a:pt x="6083" y="5513"/>
                  <a:pt x="6135" y="5768"/>
                </a:cubicBezTo>
                <a:lnTo>
                  <a:pt x="5178" y="6095"/>
                </a:lnTo>
                <a:lnTo>
                  <a:pt x="5423" y="6819"/>
                </a:lnTo>
                <a:lnTo>
                  <a:pt x="6450" y="6695"/>
                </a:lnTo>
                <a:cubicBezTo>
                  <a:pt x="6618" y="7040"/>
                  <a:pt x="6845" y="7350"/>
                  <a:pt x="7103" y="7634"/>
                </a:cubicBezTo>
                <a:lnTo>
                  <a:pt x="6438" y="8391"/>
                </a:lnTo>
                <a:lnTo>
                  <a:pt x="7010" y="8900"/>
                </a:lnTo>
                <a:lnTo>
                  <a:pt x="7849" y="8289"/>
                </a:lnTo>
                <a:cubicBezTo>
                  <a:pt x="8169" y="8505"/>
                  <a:pt x="8523" y="8675"/>
                  <a:pt x="8899" y="8798"/>
                </a:cubicBezTo>
                <a:lnTo>
                  <a:pt x="8712" y="9771"/>
                </a:lnTo>
                <a:lnTo>
                  <a:pt x="9482" y="9941"/>
                </a:lnTo>
                <a:lnTo>
                  <a:pt x="9890" y="8991"/>
                </a:lnTo>
                <a:cubicBezTo>
                  <a:pt x="10003" y="9000"/>
                  <a:pt x="10103" y="9002"/>
                  <a:pt x="10217" y="9002"/>
                </a:cubicBezTo>
                <a:cubicBezTo>
                  <a:pt x="10500" y="9002"/>
                  <a:pt x="10779" y="8986"/>
                  <a:pt x="11045" y="8934"/>
                </a:cubicBezTo>
                <a:lnTo>
                  <a:pt x="11395" y="9861"/>
                </a:lnTo>
                <a:lnTo>
                  <a:pt x="12141" y="9646"/>
                </a:lnTo>
                <a:lnTo>
                  <a:pt x="12001" y="8617"/>
                </a:lnTo>
                <a:cubicBezTo>
                  <a:pt x="12353" y="8454"/>
                  <a:pt x="12691" y="8242"/>
                  <a:pt x="12981" y="7995"/>
                </a:cubicBezTo>
                <a:lnTo>
                  <a:pt x="13762" y="8640"/>
                </a:lnTo>
                <a:lnTo>
                  <a:pt x="14299" y="8097"/>
                </a:lnTo>
                <a:lnTo>
                  <a:pt x="13646" y="7260"/>
                </a:lnTo>
                <a:cubicBezTo>
                  <a:pt x="13865" y="6956"/>
                  <a:pt x="14034" y="6624"/>
                  <a:pt x="14159" y="6265"/>
                </a:cubicBezTo>
                <a:lnTo>
                  <a:pt x="15197" y="6446"/>
                </a:lnTo>
                <a:lnTo>
                  <a:pt x="15360" y="5711"/>
                </a:lnTo>
                <a:lnTo>
                  <a:pt x="14369" y="5304"/>
                </a:lnTo>
                <a:cubicBezTo>
                  <a:pt x="14377" y="5195"/>
                  <a:pt x="14381" y="5088"/>
                  <a:pt x="14381" y="4976"/>
                </a:cubicBezTo>
                <a:cubicBezTo>
                  <a:pt x="14381" y="4707"/>
                  <a:pt x="14362" y="4438"/>
                  <a:pt x="14311" y="4184"/>
                </a:cubicBezTo>
                <a:lnTo>
                  <a:pt x="15290" y="3845"/>
                </a:lnTo>
                <a:lnTo>
                  <a:pt x="15045" y="3121"/>
                </a:lnTo>
                <a:lnTo>
                  <a:pt x="13984" y="3257"/>
                </a:lnTo>
                <a:cubicBezTo>
                  <a:pt x="13819" y="2916"/>
                  <a:pt x="13607" y="2597"/>
                  <a:pt x="13354" y="2318"/>
                </a:cubicBezTo>
                <a:lnTo>
                  <a:pt x="14031" y="1549"/>
                </a:lnTo>
                <a:lnTo>
                  <a:pt x="13459" y="1040"/>
                </a:lnTo>
                <a:lnTo>
                  <a:pt x="12596" y="1662"/>
                </a:lnTo>
                <a:cubicBezTo>
                  <a:pt x="12283" y="1452"/>
                  <a:pt x="11938" y="1276"/>
                  <a:pt x="11570" y="1154"/>
                </a:cubicBezTo>
                <a:lnTo>
                  <a:pt x="11756" y="158"/>
                </a:lnTo>
                <a:lnTo>
                  <a:pt x="10987" y="0"/>
                </a:lnTo>
                <a:close/>
                <a:moveTo>
                  <a:pt x="10229" y="2341"/>
                </a:moveTo>
                <a:cubicBezTo>
                  <a:pt x="11726" y="2341"/>
                  <a:pt x="12946" y="3512"/>
                  <a:pt x="12946" y="4965"/>
                </a:cubicBezTo>
                <a:cubicBezTo>
                  <a:pt x="12946" y="6417"/>
                  <a:pt x="11726" y="7600"/>
                  <a:pt x="10229" y="7600"/>
                </a:cubicBezTo>
                <a:cubicBezTo>
                  <a:pt x="8730" y="7600"/>
                  <a:pt x="7523" y="6417"/>
                  <a:pt x="7523" y="4965"/>
                </a:cubicBezTo>
                <a:cubicBezTo>
                  <a:pt x="7523" y="3512"/>
                  <a:pt x="8730" y="2341"/>
                  <a:pt x="10229" y="2341"/>
                </a:cubicBezTo>
                <a:close/>
                <a:moveTo>
                  <a:pt x="10252" y="3347"/>
                </a:moveTo>
                <a:cubicBezTo>
                  <a:pt x="9300" y="3347"/>
                  <a:pt x="8526" y="4098"/>
                  <a:pt x="8526" y="5021"/>
                </a:cubicBezTo>
                <a:cubicBezTo>
                  <a:pt x="8526" y="5943"/>
                  <a:pt x="9300" y="6695"/>
                  <a:pt x="10252" y="6695"/>
                </a:cubicBezTo>
                <a:cubicBezTo>
                  <a:pt x="11204" y="6695"/>
                  <a:pt x="11978" y="5943"/>
                  <a:pt x="11978" y="5021"/>
                </a:cubicBezTo>
                <a:cubicBezTo>
                  <a:pt x="11978" y="4098"/>
                  <a:pt x="11204" y="3347"/>
                  <a:pt x="10252" y="3347"/>
                </a:cubicBezTo>
                <a:close/>
                <a:moveTo>
                  <a:pt x="7569" y="8810"/>
                </a:moveTo>
                <a:lnTo>
                  <a:pt x="7033" y="10042"/>
                </a:lnTo>
                <a:cubicBezTo>
                  <a:pt x="6880" y="10029"/>
                  <a:pt x="6721" y="10020"/>
                  <a:pt x="6566" y="10020"/>
                </a:cubicBezTo>
                <a:cubicBezTo>
                  <a:pt x="6215" y="10020"/>
                  <a:pt x="5884" y="10059"/>
                  <a:pt x="5552" y="10121"/>
                </a:cubicBezTo>
                <a:lnTo>
                  <a:pt x="5097" y="8900"/>
                </a:lnTo>
                <a:lnTo>
                  <a:pt x="4140" y="9194"/>
                </a:lnTo>
                <a:lnTo>
                  <a:pt x="4304" y="10517"/>
                </a:lnTo>
                <a:cubicBezTo>
                  <a:pt x="3847" y="10724"/>
                  <a:pt x="3431" y="10982"/>
                  <a:pt x="3056" y="11298"/>
                </a:cubicBezTo>
                <a:lnTo>
                  <a:pt x="2041" y="10472"/>
                </a:lnTo>
                <a:lnTo>
                  <a:pt x="1365" y="11185"/>
                </a:lnTo>
                <a:lnTo>
                  <a:pt x="2193" y="12236"/>
                </a:lnTo>
                <a:cubicBezTo>
                  <a:pt x="1907" y="12631"/>
                  <a:pt x="1668" y="13071"/>
                  <a:pt x="1505" y="13537"/>
                </a:cubicBezTo>
                <a:lnTo>
                  <a:pt x="210" y="13311"/>
                </a:lnTo>
                <a:lnTo>
                  <a:pt x="0" y="14261"/>
                </a:lnTo>
                <a:lnTo>
                  <a:pt x="1236" y="14758"/>
                </a:lnTo>
                <a:cubicBezTo>
                  <a:pt x="1223" y="14907"/>
                  <a:pt x="1225" y="15060"/>
                  <a:pt x="1225" y="15210"/>
                </a:cubicBezTo>
                <a:cubicBezTo>
                  <a:pt x="1225" y="15555"/>
                  <a:pt x="1263" y="15902"/>
                  <a:pt x="1330" y="16228"/>
                </a:cubicBezTo>
                <a:lnTo>
                  <a:pt x="93" y="16658"/>
                </a:lnTo>
                <a:lnTo>
                  <a:pt x="397" y="17585"/>
                </a:lnTo>
                <a:lnTo>
                  <a:pt x="1726" y="17416"/>
                </a:lnTo>
                <a:cubicBezTo>
                  <a:pt x="1942" y="17859"/>
                  <a:pt x="2224" y="18270"/>
                  <a:pt x="2554" y="18637"/>
                </a:cubicBezTo>
                <a:lnTo>
                  <a:pt x="1714" y="19610"/>
                </a:lnTo>
                <a:lnTo>
                  <a:pt x="2449" y="20266"/>
                </a:lnTo>
                <a:lnTo>
                  <a:pt x="3522" y="19474"/>
                </a:lnTo>
                <a:cubicBezTo>
                  <a:pt x="3933" y="19750"/>
                  <a:pt x="4382" y="19974"/>
                  <a:pt x="4863" y="20130"/>
                </a:cubicBezTo>
                <a:lnTo>
                  <a:pt x="4630" y="21385"/>
                </a:lnTo>
                <a:lnTo>
                  <a:pt x="5610" y="21600"/>
                </a:lnTo>
                <a:lnTo>
                  <a:pt x="6135" y="20379"/>
                </a:lnTo>
                <a:cubicBezTo>
                  <a:pt x="6278" y="20390"/>
                  <a:pt x="6420" y="20401"/>
                  <a:pt x="6566" y="20401"/>
                </a:cubicBezTo>
                <a:cubicBezTo>
                  <a:pt x="6929" y="20401"/>
                  <a:pt x="7297" y="20365"/>
                  <a:pt x="7639" y="20299"/>
                </a:cubicBezTo>
                <a:lnTo>
                  <a:pt x="8083" y="21510"/>
                </a:lnTo>
                <a:lnTo>
                  <a:pt x="9039" y="21215"/>
                </a:lnTo>
                <a:lnTo>
                  <a:pt x="8864" y="19904"/>
                </a:lnTo>
                <a:cubicBezTo>
                  <a:pt x="9318" y="19694"/>
                  <a:pt x="9739" y="19420"/>
                  <a:pt x="10112" y="19101"/>
                </a:cubicBezTo>
                <a:lnTo>
                  <a:pt x="11127" y="19938"/>
                </a:lnTo>
                <a:lnTo>
                  <a:pt x="11815" y="19225"/>
                </a:lnTo>
                <a:lnTo>
                  <a:pt x="10975" y="18162"/>
                </a:lnTo>
                <a:cubicBezTo>
                  <a:pt x="11255" y="17771"/>
                  <a:pt x="11491" y="17337"/>
                  <a:pt x="11651" y="16873"/>
                </a:cubicBezTo>
                <a:lnTo>
                  <a:pt x="12969" y="17099"/>
                </a:lnTo>
                <a:lnTo>
                  <a:pt x="13179" y="16149"/>
                </a:lnTo>
                <a:lnTo>
                  <a:pt x="11908" y="15629"/>
                </a:lnTo>
                <a:cubicBezTo>
                  <a:pt x="11920" y="15490"/>
                  <a:pt x="11920" y="15351"/>
                  <a:pt x="11920" y="15210"/>
                </a:cubicBezTo>
                <a:cubicBezTo>
                  <a:pt x="11920" y="14863"/>
                  <a:pt x="11893" y="14522"/>
                  <a:pt x="11826" y="14193"/>
                </a:cubicBezTo>
                <a:lnTo>
                  <a:pt x="13086" y="13752"/>
                </a:lnTo>
                <a:lnTo>
                  <a:pt x="12783" y="12824"/>
                </a:lnTo>
                <a:lnTo>
                  <a:pt x="11418" y="12994"/>
                </a:lnTo>
                <a:cubicBezTo>
                  <a:pt x="11204" y="12557"/>
                  <a:pt x="10928" y="12156"/>
                  <a:pt x="10602" y="11795"/>
                </a:cubicBezTo>
                <a:lnTo>
                  <a:pt x="11465" y="10800"/>
                </a:lnTo>
                <a:lnTo>
                  <a:pt x="10730" y="10144"/>
                </a:lnTo>
                <a:lnTo>
                  <a:pt x="9634" y="10958"/>
                </a:lnTo>
                <a:cubicBezTo>
                  <a:pt x="9230" y="10685"/>
                  <a:pt x="8779" y="10461"/>
                  <a:pt x="8304" y="10302"/>
                </a:cubicBezTo>
                <a:lnTo>
                  <a:pt x="8549" y="9025"/>
                </a:lnTo>
                <a:lnTo>
                  <a:pt x="7569" y="8810"/>
                </a:lnTo>
                <a:close/>
                <a:moveTo>
                  <a:pt x="17961" y="8810"/>
                </a:moveTo>
                <a:lnTo>
                  <a:pt x="17623" y="9613"/>
                </a:lnTo>
                <a:cubicBezTo>
                  <a:pt x="17525" y="9604"/>
                  <a:pt x="17420" y="9601"/>
                  <a:pt x="17320" y="9601"/>
                </a:cubicBezTo>
                <a:cubicBezTo>
                  <a:pt x="17092" y="9601"/>
                  <a:pt x="16871" y="9618"/>
                  <a:pt x="16655" y="9658"/>
                </a:cubicBezTo>
                <a:lnTo>
                  <a:pt x="16363" y="8877"/>
                </a:lnTo>
                <a:lnTo>
                  <a:pt x="15745" y="9058"/>
                </a:lnTo>
                <a:lnTo>
                  <a:pt x="15850" y="9907"/>
                </a:lnTo>
                <a:cubicBezTo>
                  <a:pt x="15554" y="10040"/>
                  <a:pt x="15287" y="10220"/>
                  <a:pt x="15045" y="10427"/>
                </a:cubicBezTo>
                <a:lnTo>
                  <a:pt x="14392" y="9884"/>
                </a:lnTo>
                <a:lnTo>
                  <a:pt x="13949" y="10348"/>
                </a:lnTo>
                <a:lnTo>
                  <a:pt x="14486" y="11037"/>
                </a:lnTo>
                <a:cubicBezTo>
                  <a:pt x="14299" y="11292"/>
                  <a:pt x="14147" y="11572"/>
                  <a:pt x="14042" y="11874"/>
                </a:cubicBezTo>
                <a:lnTo>
                  <a:pt x="13203" y="11727"/>
                </a:lnTo>
                <a:lnTo>
                  <a:pt x="13063" y="12338"/>
                </a:lnTo>
                <a:lnTo>
                  <a:pt x="13867" y="12666"/>
                </a:lnTo>
                <a:cubicBezTo>
                  <a:pt x="13859" y="12761"/>
                  <a:pt x="13856" y="12851"/>
                  <a:pt x="13856" y="12949"/>
                </a:cubicBezTo>
                <a:cubicBezTo>
                  <a:pt x="13856" y="13174"/>
                  <a:pt x="13883" y="13403"/>
                  <a:pt x="13926" y="13616"/>
                </a:cubicBezTo>
                <a:lnTo>
                  <a:pt x="13121" y="13887"/>
                </a:lnTo>
                <a:lnTo>
                  <a:pt x="13319" y="14487"/>
                </a:lnTo>
                <a:lnTo>
                  <a:pt x="14182" y="14385"/>
                </a:lnTo>
                <a:cubicBezTo>
                  <a:pt x="14323" y="14673"/>
                  <a:pt x="14504" y="14940"/>
                  <a:pt x="14719" y="15177"/>
                </a:cubicBezTo>
                <a:lnTo>
                  <a:pt x="14171" y="15810"/>
                </a:lnTo>
                <a:lnTo>
                  <a:pt x="14649" y="16228"/>
                </a:lnTo>
                <a:lnTo>
                  <a:pt x="15349" y="15719"/>
                </a:lnTo>
                <a:cubicBezTo>
                  <a:pt x="15613" y="15898"/>
                  <a:pt x="15899" y="16036"/>
                  <a:pt x="16212" y="16138"/>
                </a:cubicBezTo>
                <a:lnTo>
                  <a:pt x="16060" y="16952"/>
                </a:lnTo>
                <a:lnTo>
                  <a:pt x="16702" y="17088"/>
                </a:lnTo>
                <a:lnTo>
                  <a:pt x="17040" y="16307"/>
                </a:lnTo>
                <a:cubicBezTo>
                  <a:pt x="17133" y="16314"/>
                  <a:pt x="17225" y="16319"/>
                  <a:pt x="17320" y="16319"/>
                </a:cubicBezTo>
                <a:cubicBezTo>
                  <a:pt x="17555" y="16319"/>
                  <a:pt x="17785" y="16295"/>
                  <a:pt x="18008" y="16251"/>
                </a:cubicBezTo>
                <a:lnTo>
                  <a:pt x="18299" y="17031"/>
                </a:lnTo>
                <a:lnTo>
                  <a:pt x="18917" y="16839"/>
                </a:lnTo>
                <a:lnTo>
                  <a:pt x="18813" y="15991"/>
                </a:lnTo>
                <a:cubicBezTo>
                  <a:pt x="19107" y="15854"/>
                  <a:pt x="19364" y="15676"/>
                  <a:pt x="19606" y="15471"/>
                </a:cubicBezTo>
                <a:lnTo>
                  <a:pt x="20270" y="16013"/>
                </a:lnTo>
                <a:lnTo>
                  <a:pt x="20714" y="15550"/>
                </a:lnTo>
                <a:lnTo>
                  <a:pt x="20177" y="14871"/>
                </a:lnTo>
                <a:cubicBezTo>
                  <a:pt x="20358" y="14616"/>
                  <a:pt x="20505" y="14333"/>
                  <a:pt x="20609" y="14034"/>
                </a:cubicBezTo>
                <a:cubicBezTo>
                  <a:pt x="20609" y="14034"/>
                  <a:pt x="21460" y="14181"/>
                  <a:pt x="21460" y="14181"/>
                </a:cubicBezTo>
                <a:lnTo>
                  <a:pt x="21600" y="13571"/>
                </a:lnTo>
                <a:lnTo>
                  <a:pt x="20772" y="13231"/>
                </a:lnTo>
                <a:cubicBezTo>
                  <a:pt x="20780" y="13141"/>
                  <a:pt x="20784" y="13041"/>
                  <a:pt x="20784" y="12949"/>
                </a:cubicBezTo>
                <a:cubicBezTo>
                  <a:pt x="20784" y="12725"/>
                  <a:pt x="20769" y="12517"/>
                  <a:pt x="20725" y="12304"/>
                </a:cubicBezTo>
                <a:lnTo>
                  <a:pt x="21542" y="12010"/>
                </a:lnTo>
                <a:lnTo>
                  <a:pt x="21343" y="11411"/>
                </a:lnTo>
                <a:lnTo>
                  <a:pt x="20457" y="11524"/>
                </a:lnTo>
                <a:cubicBezTo>
                  <a:pt x="20319" y="11240"/>
                  <a:pt x="20143" y="10976"/>
                  <a:pt x="19932" y="10743"/>
                </a:cubicBezTo>
                <a:lnTo>
                  <a:pt x="20492" y="10099"/>
                </a:lnTo>
                <a:lnTo>
                  <a:pt x="20014" y="9669"/>
                </a:lnTo>
                <a:lnTo>
                  <a:pt x="19302" y="10201"/>
                </a:lnTo>
                <a:cubicBezTo>
                  <a:pt x="19040" y="10024"/>
                  <a:pt x="18747" y="9884"/>
                  <a:pt x="18439" y="9782"/>
                </a:cubicBezTo>
                <a:lnTo>
                  <a:pt x="18591" y="8945"/>
                </a:lnTo>
                <a:lnTo>
                  <a:pt x="17961" y="8810"/>
                </a:lnTo>
                <a:close/>
                <a:moveTo>
                  <a:pt x="17366" y="10766"/>
                </a:moveTo>
                <a:cubicBezTo>
                  <a:pt x="18614" y="10766"/>
                  <a:pt x="19617" y="11739"/>
                  <a:pt x="19617" y="12949"/>
                </a:cubicBezTo>
                <a:cubicBezTo>
                  <a:pt x="19617" y="14159"/>
                  <a:pt x="18614" y="15143"/>
                  <a:pt x="17366" y="15143"/>
                </a:cubicBezTo>
                <a:cubicBezTo>
                  <a:pt x="16118" y="15143"/>
                  <a:pt x="15104" y="14159"/>
                  <a:pt x="15104" y="12949"/>
                </a:cubicBezTo>
                <a:cubicBezTo>
                  <a:pt x="15104" y="11739"/>
                  <a:pt x="16118" y="10766"/>
                  <a:pt x="17366" y="10766"/>
                </a:cubicBezTo>
                <a:close/>
                <a:moveTo>
                  <a:pt x="17168" y="11716"/>
                </a:moveTo>
                <a:cubicBezTo>
                  <a:pt x="16376" y="11716"/>
                  <a:pt x="15733" y="12339"/>
                  <a:pt x="15733" y="13107"/>
                </a:cubicBezTo>
                <a:cubicBezTo>
                  <a:pt x="15733" y="13875"/>
                  <a:pt x="16376" y="14498"/>
                  <a:pt x="17168" y="14498"/>
                </a:cubicBezTo>
                <a:cubicBezTo>
                  <a:pt x="17961" y="14498"/>
                  <a:pt x="18603" y="13875"/>
                  <a:pt x="18603" y="13107"/>
                </a:cubicBezTo>
                <a:cubicBezTo>
                  <a:pt x="18603" y="12339"/>
                  <a:pt x="17961" y="11716"/>
                  <a:pt x="17168" y="11716"/>
                </a:cubicBezTo>
                <a:close/>
                <a:moveTo>
                  <a:pt x="6590" y="11761"/>
                </a:moveTo>
                <a:cubicBezTo>
                  <a:pt x="8515" y="11761"/>
                  <a:pt x="10077" y="13273"/>
                  <a:pt x="10077" y="15143"/>
                </a:cubicBezTo>
                <a:cubicBezTo>
                  <a:pt x="10077" y="17010"/>
                  <a:pt x="8515" y="18524"/>
                  <a:pt x="6590" y="18524"/>
                </a:cubicBezTo>
                <a:cubicBezTo>
                  <a:pt x="4663" y="18524"/>
                  <a:pt x="3102" y="17010"/>
                  <a:pt x="3102" y="15143"/>
                </a:cubicBezTo>
                <a:cubicBezTo>
                  <a:pt x="3102" y="13273"/>
                  <a:pt x="4663" y="11761"/>
                  <a:pt x="6590" y="11761"/>
                </a:cubicBezTo>
                <a:close/>
                <a:moveTo>
                  <a:pt x="6566" y="13050"/>
                </a:moveTo>
                <a:cubicBezTo>
                  <a:pt x="5342" y="13050"/>
                  <a:pt x="4350" y="14011"/>
                  <a:pt x="4350" y="15199"/>
                </a:cubicBezTo>
                <a:cubicBezTo>
                  <a:pt x="4350" y="16385"/>
                  <a:pt x="5342" y="17348"/>
                  <a:pt x="6566" y="17348"/>
                </a:cubicBezTo>
                <a:cubicBezTo>
                  <a:pt x="7790" y="17348"/>
                  <a:pt x="8782" y="16385"/>
                  <a:pt x="8782" y="15199"/>
                </a:cubicBezTo>
                <a:cubicBezTo>
                  <a:pt x="8782" y="14011"/>
                  <a:pt x="7790" y="13050"/>
                  <a:pt x="6566" y="13050"/>
                </a:cubicBezTo>
                <a:close/>
              </a:path>
            </a:pathLst>
          </a:custGeom>
          <a:solidFill>
            <a:schemeClr val="accent4">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6" name="Shape 5012"/>
          <p:cNvSpPr/>
          <p:nvPr/>
        </p:nvSpPr>
        <p:spPr>
          <a:xfrm>
            <a:off x="9638985" y="4603085"/>
            <a:ext cx="425474" cy="397310"/>
          </a:xfrm>
          <a:custGeom>
            <a:avLst/>
            <a:gdLst/>
            <a:ahLst/>
            <a:cxnLst>
              <a:cxn ang="0">
                <a:pos x="wd2" y="hd2"/>
              </a:cxn>
              <a:cxn ang="5400000">
                <a:pos x="wd2" y="hd2"/>
              </a:cxn>
              <a:cxn ang="10800000">
                <a:pos x="wd2" y="hd2"/>
              </a:cxn>
              <a:cxn ang="16200000">
                <a:pos x="wd2" y="hd2"/>
              </a:cxn>
            </a:cxnLst>
            <a:rect l="0" t="0" r="r" b="b"/>
            <a:pathLst>
              <a:path w="20830" h="20721" extrusionOk="0">
                <a:moveTo>
                  <a:pt x="9217" y="4981"/>
                </a:moveTo>
                <a:lnTo>
                  <a:pt x="8900" y="4981"/>
                </a:lnTo>
                <a:cubicBezTo>
                  <a:pt x="8695" y="4981"/>
                  <a:pt x="8514" y="5101"/>
                  <a:pt x="8447" y="5280"/>
                </a:cubicBezTo>
                <a:lnTo>
                  <a:pt x="7712" y="7280"/>
                </a:lnTo>
                <a:lnTo>
                  <a:pt x="6989" y="5281"/>
                </a:lnTo>
                <a:cubicBezTo>
                  <a:pt x="6923" y="5102"/>
                  <a:pt x="6740" y="4981"/>
                  <a:pt x="6535" y="4981"/>
                </a:cubicBezTo>
                <a:lnTo>
                  <a:pt x="6371" y="4981"/>
                </a:lnTo>
                <a:cubicBezTo>
                  <a:pt x="6166" y="4981"/>
                  <a:pt x="5983" y="5102"/>
                  <a:pt x="5918" y="5281"/>
                </a:cubicBezTo>
                <a:lnTo>
                  <a:pt x="5190" y="7280"/>
                </a:lnTo>
                <a:lnTo>
                  <a:pt x="4458" y="5280"/>
                </a:lnTo>
                <a:cubicBezTo>
                  <a:pt x="4393" y="5101"/>
                  <a:pt x="4211" y="4981"/>
                  <a:pt x="4007" y="4981"/>
                </a:cubicBezTo>
                <a:lnTo>
                  <a:pt x="3694" y="4981"/>
                </a:lnTo>
                <a:cubicBezTo>
                  <a:pt x="3538" y="4981"/>
                  <a:pt x="3394" y="5050"/>
                  <a:pt x="3304" y="5167"/>
                </a:cubicBezTo>
                <a:cubicBezTo>
                  <a:pt x="3214" y="5283"/>
                  <a:pt x="3192" y="5431"/>
                  <a:pt x="3242" y="5566"/>
                </a:cubicBezTo>
                <a:lnTo>
                  <a:pt x="4586" y="9118"/>
                </a:lnTo>
                <a:cubicBezTo>
                  <a:pt x="4654" y="9296"/>
                  <a:pt x="4834" y="9414"/>
                  <a:pt x="5037" y="9414"/>
                </a:cubicBezTo>
                <a:lnTo>
                  <a:pt x="5356" y="9414"/>
                </a:lnTo>
                <a:cubicBezTo>
                  <a:pt x="5561" y="9414"/>
                  <a:pt x="5742" y="9295"/>
                  <a:pt x="5807" y="9115"/>
                </a:cubicBezTo>
                <a:lnTo>
                  <a:pt x="6423" y="7445"/>
                </a:lnTo>
                <a:lnTo>
                  <a:pt x="6425" y="7437"/>
                </a:lnTo>
                <a:lnTo>
                  <a:pt x="6451" y="7361"/>
                </a:lnTo>
                <a:lnTo>
                  <a:pt x="6481" y="7448"/>
                </a:lnTo>
                <a:lnTo>
                  <a:pt x="6484" y="7455"/>
                </a:lnTo>
                <a:lnTo>
                  <a:pt x="7092" y="9115"/>
                </a:lnTo>
                <a:cubicBezTo>
                  <a:pt x="7158" y="9294"/>
                  <a:pt x="7340" y="9414"/>
                  <a:pt x="7545" y="9414"/>
                </a:cubicBezTo>
                <a:lnTo>
                  <a:pt x="7863" y="9414"/>
                </a:lnTo>
                <a:cubicBezTo>
                  <a:pt x="8067" y="9414"/>
                  <a:pt x="8246" y="9297"/>
                  <a:pt x="8314" y="9119"/>
                </a:cubicBezTo>
                <a:lnTo>
                  <a:pt x="9668" y="5567"/>
                </a:lnTo>
                <a:cubicBezTo>
                  <a:pt x="9720" y="5432"/>
                  <a:pt x="9698" y="5283"/>
                  <a:pt x="9607" y="5167"/>
                </a:cubicBezTo>
                <a:cubicBezTo>
                  <a:pt x="9518" y="5050"/>
                  <a:pt x="9373" y="4981"/>
                  <a:pt x="9217" y="4981"/>
                </a:cubicBezTo>
                <a:close/>
                <a:moveTo>
                  <a:pt x="20703" y="31"/>
                </a:moveTo>
                <a:cubicBezTo>
                  <a:pt x="17797" y="844"/>
                  <a:pt x="15146" y="7102"/>
                  <a:pt x="15146" y="7102"/>
                </a:cubicBezTo>
                <a:lnTo>
                  <a:pt x="13874" y="4504"/>
                </a:lnTo>
                <a:lnTo>
                  <a:pt x="11053" y="6244"/>
                </a:lnTo>
                <a:cubicBezTo>
                  <a:pt x="13513" y="6786"/>
                  <a:pt x="15337" y="9814"/>
                  <a:pt x="15337" y="9814"/>
                </a:cubicBezTo>
                <a:cubicBezTo>
                  <a:pt x="17797" y="5363"/>
                  <a:pt x="20830" y="3668"/>
                  <a:pt x="20830" y="3668"/>
                </a:cubicBezTo>
                <a:cubicBezTo>
                  <a:pt x="20363" y="2426"/>
                  <a:pt x="20703" y="31"/>
                  <a:pt x="20703" y="31"/>
                </a:cubicBezTo>
                <a:close/>
                <a:moveTo>
                  <a:pt x="13948" y="12987"/>
                </a:moveTo>
                <a:cubicBezTo>
                  <a:pt x="13788" y="12784"/>
                  <a:pt x="13504" y="12757"/>
                  <a:pt x="13313" y="12928"/>
                </a:cubicBezTo>
                <a:lnTo>
                  <a:pt x="10840" y="15138"/>
                </a:lnTo>
                <a:cubicBezTo>
                  <a:pt x="10650" y="15309"/>
                  <a:pt x="10625" y="15611"/>
                  <a:pt x="10785" y="15814"/>
                </a:cubicBezTo>
                <a:lnTo>
                  <a:pt x="14515" y="20550"/>
                </a:lnTo>
                <a:cubicBezTo>
                  <a:pt x="14675" y="20753"/>
                  <a:pt x="14959" y="20780"/>
                  <a:pt x="15150" y="20609"/>
                </a:cubicBezTo>
                <a:lnTo>
                  <a:pt x="17623" y="18399"/>
                </a:lnTo>
                <a:cubicBezTo>
                  <a:pt x="17813" y="18229"/>
                  <a:pt x="17839" y="17926"/>
                  <a:pt x="17679" y="17723"/>
                </a:cubicBezTo>
                <a:cubicBezTo>
                  <a:pt x="17679" y="17723"/>
                  <a:pt x="13948" y="12987"/>
                  <a:pt x="13948" y="12987"/>
                </a:cubicBezTo>
                <a:close/>
                <a:moveTo>
                  <a:pt x="12557" y="8302"/>
                </a:moveTo>
                <a:cubicBezTo>
                  <a:pt x="12022" y="7832"/>
                  <a:pt x="11403" y="7439"/>
                  <a:pt x="10826" y="7321"/>
                </a:cubicBezTo>
                <a:lnTo>
                  <a:pt x="10584" y="7267"/>
                </a:lnTo>
                <a:cubicBezTo>
                  <a:pt x="10470" y="8388"/>
                  <a:pt x="9969" y="9465"/>
                  <a:pt x="9094" y="10247"/>
                </a:cubicBezTo>
                <a:cubicBezTo>
                  <a:pt x="7297" y="11854"/>
                  <a:pt x="4617" y="11604"/>
                  <a:pt x="3109" y="9689"/>
                </a:cubicBezTo>
                <a:cubicBezTo>
                  <a:pt x="1600" y="7774"/>
                  <a:pt x="1835" y="4919"/>
                  <a:pt x="3632" y="3312"/>
                </a:cubicBezTo>
                <a:cubicBezTo>
                  <a:pt x="5430" y="1705"/>
                  <a:pt x="8110" y="1955"/>
                  <a:pt x="9619" y="3870"/>
                </a:cubicBezTo>
                <a:cubicBezTo>
                  <a:pt x="9941" y="4279"/>
                  <a:pt x="10179" y="4734"/>
                  <a:pt x="10344" y="5208"/>
                </a:cubicBezTo>
                <a:lnTo>
                  <a:pt x="12193" y="4068"/>
                </a:lnTo>
                <a:cubicBezTo>
                  <a:pt x="11955" y="3488"/>
                  <a:pt x="11640" y="2932"/>
                  <a:pt x="11238" y="2422"/>
                </a:cubicBezTo>
                <a:cubicBezTo>
                  <a:pt x="8979" y="-446"/>
                  <a:pt x="4966" y="-820"/>
                  <a:pt x="2273" y="1587"/>
                </a:cubicBezTo>
                <a:cubicBezTo>
                  <a:pt x="-419" y="3993"/>
                  <a:pt x="-770" y="8269"/>
                  <a:pt x="1489" y="11137"/>
                </a:cubicBezTo>
                <a:cubicBezTo>
                  <a:pt x="3748" y="14005"/>
                  <a:pt x="7762" y="14379"/>
                  <a:pt x="10454" y="11972"/>
                </a:cubicBezTo>
                <a:cubicBezTo>
                  <a:pt x="11555" y="10987"/>
                  <a:pt x="12258" y="9688"/>
                  <a:pt x="12557" y="8302"/>
                </a:cubicBezTo>
                <a:close/>
                <a:moveTo>
                  <a:pt x="10988" y="14369"/>
                </a:moveTo>
                <a:lnTo>
                  <a:pt x="12577" y="12949"/>
                </a:lnTo>
                <a:cubicBezTo>
                  <a:pt x="12699" y="12839"/>
                  <a:pt x="12715" y="12645"/>
                  <a:pt x="12612" y="12514"/>
                </a:cubicBezTo>
                <a:lnTo>
                  <a:pt x="11930" y="11648"/>
                </a:lnTo>
                <a:cubicBezTo>
                  <a:pt x="11828" y="11518"/>
                  <a:pt x="11645" y="11501"/>
                  <a:pt x="11523" y="11610"/>
                </a:cubicBezTo>
                <a:lnTo>
                  <a:pt x="9934" y="13031"/>
                </a:lnTo>
                <a:cubicBezTo>
                  <a:pt x="9811" y="13140"/>
                  <a:pt x="9795" y="13335"/>
                  <a:pt x="9898" y="13465"/>
                </a:cubicBezTo>
                <a:lnTo>
                  <a:pt x="10581" y="14331"/>
                </a:lnTo>
                <a:cubicBezTo>
                  <a:pt x="10683" y="14462"/>
                  <a:pt x="10866" y="14479"/>
                  <a:pt x="10988" y="14369"/>
                </a:cubicBezTo>
                <a:close/>
              </a:path>
            </a:pathLst>
          </a:custGeom>
          <a:solidFill>
            <a:schemeClr val="accent1"/>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7" name="Shape 5013"/>
          <p:cNvSpPr/>
          <p:nvPr/>
        </p:nvSpPr>
        <p:spPr>
          <a:xfrm>
            <a:off x="7250824" y="4617747"/>
            <a:ext cx="425474" cy="406087"/>
          </a:xfrm>
          <a:custGeom>
            <a:avLst/>
            <a:gdLst/>
            <a:ahLst/>
            <a:cxnLst>
              <a:cxn ang="0">
                <a:pos x="wd2" y="hd2"/>
              </a:cxn>
              <a:cxn ang="5400000">
                <a:pos x="wd2" y="hd2"/>
              </a:cxn>
              <a:cxn ang="10800000">
                <a:pos x="wd2" y="hd2"/>
              </a:cxn>
              <a:cxn ang="16200000">
                <a:pos x="wd2" y="hd2"/>
              </a:cxn>
            </a:cxnLst>
            <a:rect l="0" t="0" r="r" b="b"/>
            <a:pathLst>
              <a:path w="21600" h="21600" extrusionOk="0">
                <a:moveTo>
                  <a:pt x="2554" y="0"/>
                </a:moveTo>
                <a:cubicBezTo>
                  <a:pt x="1143" y="0"/>
                  <a:pt x="0" y="1199"/>
                  <a:pt x="0" y="2676"/>
                </a:cubicBezTo>
                <a:lnTo>
                  <a:pt x="0" y="12139"/>
                </a:lnTo>
                <a:cubicBezTo>
                  <a:pt x="0" y="13615"/>
                  <a:pt x="1143" y="14812"/>
                  <a:pt x="2554" y="14812"/>
                </a:cubicBezTo>
                <a:lnTo>
                  <a:pt x="7915" y="14812"/>
                </a:lnTo>
                <a:lnTo>
                  <a:pt x="18653" y="21600"/>
                </a:lnTo>
                <a:lnTo>
                  <a:pt x="18653" y="14812"/>
                </a:lnTo>
                <a:lnTo>
                  <a:pt x="19046" y="14812"/>
                </a:lnTo>
                <a:cubicBezTo>
                  <a:pt x="20457" y="14812"/>
                  <a:pt x="21600" y="13615"/>
                  <a:pt x="21600" y="12139"/>
                </a:cubicBezTo>
                <a:lnTo>
                  <a:pt x="21600" y="2676"/>
                </a:lnTo>
                <a:cubicBezTo>
                  <a:pt x="21600" y="1199"/>
                  <a:pt x="20457" y="0"/>
                  <a:pt x="19046" y="0"/>
                </a:cubicBezTo>
                <a:lnTo>
                  <a:pt x="2554" y="0"/>
                </a:lnTo>
                <a:close/>
                <a:moveTo>
                  <a:pt x="2339" y="2369"/>
                </a:moveTo>
                <a:lnTo>
                  <a:pt x="18832" y="2369"/>
                </a:lnTo>
                <a:cubicBezTo>
                  <a:pt x="18875" y="2369"/>
                  <a:pt x="18913" y="2404"/>
                  <a:pt x="18913" y="2451"/>
                </a:cubicBezTo>
                <a:cubicBezTo>
                  <a:pt x="18913" y="2451"/>
                  <a:pt x="18913" y="11914"/>
                  <a:pt x="18913" y="11914"/>
                </a:cubicBezTo>
                <a:cubicBezTo>
                  <a:pt x="18913" y="11959"/>
                  <a:pt x="18875" y="11999"/>
                  <a:pt x="18832" y="11999"/>
                </a:cubicBezTo>
                <a:lnTo>
                  <a:pt x="15966" y="11999"/>
                </a:lnTo>
                <a:lnTo>
                  <a:pt x="15966" y="16786"/>
                </a:lnTo>
                <a:lnTo>
                  <a:pt x="8980" y="12370"/>
                </a:lnTo>
                <a:lnTo>
                  <a:pt x="8389" y="11999"/>
                </a:lnTo>
                <a:lnTo>
                  <a:pt x="2339" y="11999"/>
                </a:lnTo>
                <a:cubicBezTo>
                  <a:pt x="2295" y="11999"/>
                  <a:pt x="2261" y="11959"/>
                  <a:pt x="2261" y="11914"/>
                </a:cubicBezTo>
                <a:lnTo>
                  <a:pt x="2261" y="2451"/>
                </a:lnTo>
                <a:cubicBezTo>
                  <a:pt x="2261" y="2404"/>
                  <a:pt x="2295" y="2369"/>
                  <a:pt x="2339" y="2369"/>
                </a:cubicBezTo>
                <a:close/>
                <a:moveTo>
                  <a:pt x="3956" y="4145"/>
                </a:moveTo>
                <a:lnTo>
                  <a:pt x="3956" y="6207"/>
                </a:lnTo>
                <a:lnTo>
                  <a:pt x="9679" y="6207"/>
                </a:lnTo>
                <a:cubicBezTo>
                  <a:pt x="9679" y="6207"/>
                  <a:pt x="9679" y="4145"/>
                  <a:pt x="9679" y="4145"/>
                </a:cubicBezTo>
                <a:lnTo>
                  <a:pt x="3956" y="4145"/>
                </a:lnTo>
                <a:close/>
                <a:moveTo>
                  <a:pt x="11246" y="4145"/>
                </a:moveTo>
                <a:cubicBezTo>
                  <a:pt x="11246" y="4145"/>
                  <a:pt x="11246" y="6207"/>
                  <a:pt x="11246" y="6207"/>
                </a:cubicBezTo>
                <a:lnTo>
                  <a:pt x="16969" y="6207"/>
                </a:lnTo>
                <a:lnTo>
                  <a:pt x="16969" y="4145"/>
                </a:lnTo>
                <a:lnTo>
                  <a:pt x="11246" y="4145"/>
                </a:lnTo>
                <a:close/>
                <a:moveTo>
                  <a:pt x="3956" y="7848"/>
                </a:moveTo>
                <a:cubicBezTo>
                  <a:pt x="3956" y="7848"/>
                  <a:pt x="3956" y="9911"/>
                  <a:pt x="3956" y="9911"/>
                </a:cubicBezTo>
                <a:lnTo>
                  <a:pt x="12060" y="9911"/>
                </a:lnTo>
                <a:lnTo>
                  <a:pt x="12060" y="7848"/>
                </a:lnTo>
                <a:lnTo>
                  <a:pt x="3956" y="7848"/>
                </a:lnTo>
                <a:close/>
                <a:moveTo>
                  <a:pt x="13554" y="7848"/>
                </a:moveTo>
                <a:cubicBezTo>
                  <a:pt x="13554" y="7848"/>
                  <a:pt x="13554" y="9911"/>
                  <a:pt x="13554" y="9911"/>
                </a:cubicBezTo>
                <a:lnTo>
                  <a:pt x="16969" y="9911"/>
                </a:lnTo>
                <a:lnTo>
                  <a:pt x="16969" y="7848"/>
                </a:lnTo>
                <a:lnTo>
                  <a:pt x="13554" y="7848"/>
                </a:lnTo>
                <a:close/>
              </a:path>
            </a:pathLst>
          </a:custGeom>
          <a:solidFill>
            <a:schemeClr val="accent2"/>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8" name="Shape 5014"/>
          <p:cNvSpPr/>
          <p:nvPr/>
        </p:nvSpPr>
        <p:spPr>
          <a:xfrm>
            <a:off x="4692622" y="4609272"/>
            <a:ext cx="423068" cy="332021"/>
          </a:xfrm>
          <a:custGeom>
            <a:avLst/>
            <a:gdLst/>
            <a:ahLst/>
            <a:cxnLst>
              <a:cxn ang="0">
                <a:pos x="wd2" y="hd2"/>
              </a:cxn>
              <a:cxn ang="5400000">
                <a:pos x="wd2" y="hd2"/>
              </a:cxn>
              <a:cxn ang="10800000">
                <a:pos x="wd2" y="hd2"/>
              </a:cxn>
              <a:cxn ang="16200000">
                <a:pos x="wd2" y="hd2"/>
              </a:cxn>
            </a:cxnLst>
            <a:rect l="0" t="0" r="r" b="b"/>
            <a:pathLst>
              <a:path w="21591" h="21596" extrusionOk="0">
                <a:moveTo>
                  <a:pt x="10798" y="0"/>
                </a:moveTo>
                <a:cubicBezTo>
                  <a:pt x="9936" y="-2"/>
                  <a:pt x="9137" y="644"/>
                  <a:pt x="8608" y="1680"/>
                </a:cubicBezTo>
                <a:lnTo>
                  <a:pt x="623" y="17131"/>
                </a:lnTo>
                <a:cubicBezTo>
                  <a:pt x="230" y="17898"/>
                  <a:pt x="4" y="18651"/>
                  <a:pt x="0" y="19399"/>
                </a:cubicBezTo>
                <a:cubicBezTo>
                  <a:pt x="-4" y="19982"/>
                  <a:pt x="165" y="20591"/>
                  <a:pt x="524" y="21004"/>
                </a:cubicBezTo>
                <a:cubicBezTo>
                  <a:pt x="881" y="21420"/>
                  <a:pt x="1361" y="21598"/>
                  <a:pt x="1864" y="21597"/>
                </a:cubicBezTo>
                <a:lnTo>
                  <a:pt x="19735" y="21597"/>
                </a:lnTo>
                <a:cubicBezTo>
                  <a:pt x="20235" y="21597"/>
                  <a:pt x="20713" y="21418"/>
                  <a:pt x="21068" y="21004"/>
                </a:cubicBezTo>
                <a:cubicBezTo>
                  <a:pt x="21428" y="20590"/>
                  <a:pt x="21596" y="19982"/>
                  <a:pt x="21592" y="19399"/>
                </a:cubicBezTo>
                <a:cubicBezTo>
                  <a:pt x="21588" y="18651"/>
                  <a:pt x="21362" y="17898"/>
                  <a:pt x="20969" y="17131"/>
                </a:cubicBezTo>
                <a:lnTo>
                  <a:pt x="12984" y="1680"/>
                </a:lnTo>
                <a:cubicBezTo>
                  <a:pt x="12455" y="644"/>
                  <a:pt x="11660" y="-2"/>
                  <a:pt x="10798" y="0"/>
                </a:cubicBezTo>
                <a:close/>
                <a:moveTo>
                  <a:pt x="10783" y="2091"/>
                </a:moveTo>
                <a:cubicBezTo>
                  <a:pt x="11075" y="2093"/>
                  <a:pt x="11425" y="2292"/>
                  <a:pt x="11764" y="2940"/>
                </a:cubicBezTo>
                <a:lnTo>
                  <a:pt x="19314" y="17644"/>
                </a:lnTo>
                <a:cubicBezTo>
                  <a:pt x="19594" y="18183"/>
                  <a:pt x="19695" y="18644"/>
                  <a:pt x="19691" y="18900"/>
                </a:cubicBezTo>
                <a:cubicBezTo>
                  <a:pt x="19687" y="19108"/>
                  <a:pt x="19650" y="19160"/>
                  <a:pt x="19615" y="19208"/>
                </a:cubicBezTo>
                <a:cubicBezTo>
                  <a:pt x="19576" y="19252"/>
                  <a:pt x="19477" y="19336"/>
                  <a:pt x="19226" y="19338"/>
                </a:cubicBezTo>
                <a:lnTo>
                  <a:pt x="2340" y="19338"/>
                </a:lnTo>
                <a:cubicBezTo>
                  <a:pt x="2090" y="19337"/>
                  <a:pt x="1990" y="19252"/>
                  <a:pt x="1952" y="19208"/>
                </a:cubicBezTo>
                <a:cubicBezTo>
                  <a:pt x="1916" y="19160"/>
                  <a:pt x="1879" y="19108"/>
                  <a:pt x="1875" y="18900"/>
                </a:cubicBezTo>
                <a:cubicBezTo>
                  <a:pt x="1872" y="18644"/>
                  <a:pt x="1973" y="18183"/>
                  <a:pt x="2252" y="17644"/>
                </a:cubicBezTo>
                <a:lnTo>
                  <a:pt x="9802" y="2940"/>
                </a:lnTo>
                <a:cubicBezTo>
                  <a:pt x="10141" y="2292"/>
                  <a:pt x="10492" y="2093"/>
                  <a:pt x="10783" y="2091"/>
                </a:cubicBezTo>
                <a:close/>
                <a:moveTo>
                  <a:pt x="10791" y="5376"/>
                </a:moveTo>
                <a:cubicBezTo>
                  <a:pt x="10440" y="5376"/>
                  <a:pt x="10137" y="5525"/>
                  <a:pt x="9879" y="5829"/>
                </a:cubicBezTo>
                <a:cubicBezTo>
                  <a:pt x="9621" y="6132"/>
                  <a:pt x="9491" y="6650"/>
                  <a:pt x="9491" y="7378"/>
                </a:cubicBezTo>
                <a:cubicBezTo>
                  <a:pt x="9491" y="7621"/>
                  <a:pt x="9534" y="7954"/>
                  <a:pt x="9619" y="8381"/>
                </a:cubicBezTo>
                <a:cubicBezTo>
                  <a:pt x="9674" y="8656"/>
                  <a:pt x="9794" y="9205"/>
                  <a:pt x="9985" y="10029"/>
                </a:cubicBezTo>
                <a:cubicBezTo>
                  <a:pt x="10135" y="10674"/>
                  <a:pt x="10239" y="11178"/>
                  <a:pt x="10289" y="11536"/>
                </a:cubicBezTo>
                <a:cubicBezTo>
                  <a:pt x="10339" y="11893"/>
                  <a:pt x="10436" y="12830"/>
                  <a:pt x="10582" y="14350"/>
                </a:cubicBezTo>
                <a:lnTo>
                  <a:pt x="11025" y="14350"/>
                </a:lnTo>
                <a:cubicBezTo>
                  <a:pt x="11130" y="13143"/>
                  <a:pt x="11204" y="12341"/>
                  <a:pt x="11252" y="11942"/>
                </a:cubicBezTo>
                <a:cubicBezTo>
                  <a:pt x="11299" y="11543"/>
                  <a:pt x="11389" y="11045"/>
                  <a:pt x="11519" y="10444"/>
                </a:cubicBezTo>
                <a:cubicBezTo>
                  <a:pt x="11735" y="9448"/>
                  <a:pt x="11883" y="8730"/>
                  <a:pt x="11966" y="8293"/>
                </a:cubicBezTo>
                <a:cubicBezTo>
                  <a:pt x="12048" y="7855"/>
                  <a:pt x="12090" y="7525"/>
                  <a:pt x="12090" y="7308"/>
                </a:cubicBezTo>
                <a:cubicBezTo>
                  <a:pt x="12090" y="6619"/>
                  <a:pt x="11958" y="6124"/>
                  <a:pt x="11695" y="5824"/>
                </a:cubicBezTo>
                <a:cubicBezTo>
                  <a:pt x="11432" y="5524"/>
                  <a:pt x="11131" y="5376"/>
                  <a:pt x="10791" y="5376"/>
                </a:cubicBezTo>
                <a:close/>
                <a:moveTo>
                  <a:pt x="10791" y="15134"/>
                </a:moveTo>
                <a:cubicBezTo>
                  <a:pt x="10478" y="15134"/>
                  <a:pt x="10215" y="15270"/>
                  <a:pt x="9996" y="15549"/>
                </a:cubicBezTo>
                <a:cubicBezTo>
                  <a:pt x="9778" y="15828"/>
                  <a:pt x="9667" y="16169"/>
                  <a:pt x="9667" y="16566"/>
                </a:cubicBezTo>
                <a:cubicBezTo>
                  <a:pt x="9667" y="16964"/>
                  <a:pt x="9778" y="17301"/>
                  <a:pt x="9996" y="17579"/>
                </a:cubicBezTo>
                <a:cubicBezTo>
                  <a:pt x="10215" y="17858"/>
                  <a:pt x="10478" y="17999"/>
                  <a:pt x="10791" y="17999"/>
                </a:cubicBezTo>
                <a:cubicBezTo>
                  <a:pt x="11102" y="17999"/>
                  <a:pt x="11370" y="17858"/>
                  <a:pt x="11589" y="17579"/>
                </a:cubicBezTo>
                <a:cubicBezTo>
                  <a:pt x="11807" y="17301"/>
                  <a:pt x="11915" y="16964"/>
                  <a:pt x="11915" y="16566"/>
                </a:cubicBezTo>
                <a:cubicBezTo>
                  <a:pt x="11915" y="16169"/>
                  <a:pt x="11807" y="15828"/>
                  <a:pt x="11589" y="15549"/>
                </a:cubicBezTo>
                <a:cubicBezTo>
                  <a:pt x="11370" y="15270"/>
                  <a:pt x="11102" y="15134"/>
                  <a:pt x="10791" y="15134"/>
                </a:cubicBezTo>
                <a:close/>
              </a:path>
            </a:pathLst>
          </a:custGeom>
          <a:solidFill>
            <a:schemeClr val="accent3"/>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9" name="Shape 5015"/>
          <p:cNvSpPr/>
          <p:nvPr/>
        </p:nvSpPr>
        <p:spPr>
          <a:xfrm>
            <a:off x="2194914" y="4593739"/>
            <a:ext cx="446891" cy="363088"/>
          </a:xfrm>
          <a:custGeom>
            <a:avLst/>
            <a:gdLst/>
            <a:ahLst/>
            <a:cxnLst>
              <a:cxn ang="0">
                <a:pos x="wd2" y="hd2"/>
              </a:cxn>
              <a:cxn ang="5400000">
                <a:pos x="wd2" y="hd2"/>
              </a:cxn>
              <a:cxn ang="10800000">
                <a:pos x="wd2" y="hd2"/>
              </a:cxn>
              <a:cxn ang="16200000">
                <a:pos x="wd2" y="hd2"/>
              </a:cxn>
            </a:cxnLst>
            <a:rect l="0" t="0" r="r" b="b"/>
            <a:pathLst>
              <a:path w="21600" h="21600" extrusionOk="0">
                <a:moveTo>
                  <a:pt x="20250" y="16616"/>
                </a:moveTo>
                <a:cubicBezTo>
                  <a:pt x="20250" y="17075"/>
                  <a:pt x="19948" y="17446"/>
                  <a:pt x="19575" y="17446"/>
                </a:cubicBezTo>
                <a:lnTo>
                  <a:pt x="18804" y="17446"/>
                </a:lnTo>
                <a:cubicBezTo>
                  <a:pt x="18502" y="16017"/>
                  <a:pt x="17454" y="14954"/>
                  <a:pt x="16200" y="14954"/>
                </a:cubicBezTo>
                <a:cubicBezTo>
                  <a:pt x="14945" y="14954"/>
                  <a:pt x="13897" y="16017"/>
                  <a:pt x="13595" y="17446"/>
                </a:cubicBezTo>
                <a:lnTo>
                  <a:pt x="10029" y="17446"/>
                </a:lnTo>
                <a:cubicBezTo>
                  <a:pt x="9727" y="16017"/>
                  <a:pt x="8679" y="14954"/>
                  <a:pt x="7425" y="14954"/>
                </a:cubicBezTo>
                <a:cubicBezTo>
                  <a:pt x="6170" y="14954"/>
                  <a:pt x="5122" y="16017"/>
                  <a:pt x="4820" y="17446"/>
                </a:cubicBezTo>
                <a:lnTo>
                  <a:pt x="4050" y="17446"/>
                </a:lnTo>
                <a:cubicBezTo>
                  <a:pt x="3677" y="17446"/>
                  <a:pt x="3375" y="17075"/>
                  <a:pt x="3375" y="16616"/>
                </a:cubicBezTo>
                <a:lnTo>
                  <a:pt x="3375" y="14123"/>
                </a:lnTo>
                <a:lnTo>
                  <a:pt x="12150" y="14123"/>
                </a:lnTo>
                <a:cubicBezTo>
                  <a:pt x="13267" y="14123"/>
                  <a:pt x="14175" y="13005"/>
                  <a:pt x="14175" y="11631"/>
                </a:cubicBezTo>
                <a:lnTo>
                  <a:pt x="14175" y="5815"/>
                </a:lnTo>
                <a:lnTo>
                  <a:pt x="16875" y="5815"/>
                </a:lnTo>
                <a:cubicBezTo>
                  <a:pt x="17101" y="5815"/>
                  <a:pt x="17311" y="5954"/>
                  <a:pt x="17437" y="6185"/>
                </a:cubicBezTo>
                <a:lnTo>
                  <a:pt x="20136" y="11170"/>
                </a:lnTo>
                <a:cubicBezTo>
                  <a:pt x="20211" y="11306"/>
                  <a:pt x="20250" y="11467"/>
                  <a:pt x="20250" y="11631"/>
                </a:cubicBezTo>
                <a:cubicBezTo>
                  <a:pt x="20250" y="11631"/>
                  <a:pt x="20250" y="16616"/>
                  <a:pt x="20250" y="16616"/>
                </a:cubicBezTo>
                <a:close/>
                <a:moveTo>
                  <a:pt x="16200" y="19938"/>
                </a:moveTo>
                <a:cubicBezTo>
                  <a:pt x="15455" y="19938"/>
                  <a:pt x="14850" y="19194"/>
                  <a:pt x="14850" y="18277"/>
                </a:cubicBezTo>
                <a:cubicBezTo>
                  <a:pt x="14850" y="17360"/>
                  <a:pt x="15455" y="16616"/>
                  <a:pt x="16200" y="16616"/>
                </a:cubicBezTo>
                <a:cubicBezTo>
                  <a:pt x="16945" y="16616"/>
                  <a:pt x="17550" y="17360"/>
                  <a:pt x="17550" y="18277"/>
                </a:cubicBezTo>
                <a:cubicBezTo>
                  <a:pt x="17550" y="19194"/>
                  <a:pt x="16945" y="19938"/>
                  <a:pt x="16200" y="19938"/>
                </a:cubicBezTo>
                <a:moveTo>
                  <a:pt x="7425" y="19938"/>
                </a:moveTo>
                <a:cubicBezTo>
                  <a:pt x="6680" y="19938"/>
                  <a:pt x="6075" y="19194"/>
                  <a:pt x="6075" y="18277"/>
                </a:cubicBezTo>
                <a:cubicBezTo>
                  <a:pt x="6075" y="17360"/>
                  <a:pt x="6680" y="16616"/>
                  <a:pt x="7425" y="16616"/>
                </a:cubicBezTo>
                <a:cubicBezTo>
                  <a:pt x="8171" y="16616"/>
                  <a:pt x="8775" y="17360"/>
                  <a:pt x="8775" y="18277"/>
                </a:cubicBezTo>
                <a:cubicBezTo>
                  <a:pt x="8775" y="19194"/>
                  <a:pt x="8171" y="19938"/>
                  <a:pt x="7425" y="19938"/>
                </a:cubicBezTo>
                <a:moveTo>
                  <a:pt x="2025" y="12462"/>
                </a:moveTo>
                <a:cubicBezTo>
                  <a:pt x="1652" y="12462"/>
                  <a:pt x="1350" y="12091"/>
                  <a:pt x="1350" y="11631"/>
                </a:cubicBezTo>
                <a:lnTo>
                  <a:pt x="1350" y="2492"/>
                </a:lnTo>
                <a:cubicBezTo>
                  <a:pt x="1350" y="2033"/>
                  <a:pt x="1652" y="1662"/>
                  <a:pt x="2025" y="1662"/>
                </a:cubicBezTo>
                <a:lnTo>
                  <a:pt x="12150" y="1662"/>
                </a:lnTo>
                <a:cubicBezTo>
                  <a:pt x="12523" y="1662"/>
                  <a:pt x="12825" y="2033"/>
                  <a:pt x="12825" y="2492"/>
                </a:cubicBezTo>
                <a:lnTo>
                  <a:pt x="12825" y="4154"/>
                </a:lnTo>
                <a:lnTo>
                  <a:pt x="12825" y="5815"/>
                </a:lnTo>
                <a:lnTo>
                  <a:pt x="12825" y="11631"/>
                </a:lnTo>
                <a:cubicBezTo>
                  <a:pt x="12825" y="12091"/>
                  <a:pt x="12523" y="12462"/>
                  <a:pt x="12150" y="12462"/>
                </a:cubicBezTo>
                <a:cubicBezTo>
                  <a:pt x="12150" y="12462"/>
                  <a:pt x="2025" y="12462"/>
                  <a:pt x="2025" y="12462"/>
                </a:cubicBezTo>
                <a:close/>
                <a:moveTo>
                  <a:pt x="21260" y="10249"/>
                </a:moveTo>
                <a:lnTo>
                  <a:pt x="18560" y="5264"/>
                </a:lnTo>
                <a:cubicBezTo>
                  <a:pt x="18183" y="4569"/>
                  <a:pt x="17553" y="4154"/>
                  <a:pt x="16875" y="4154"/>
                </a:cubicBezTo>
                <a:lnTo>
                  <a:pt x="14175" y="4154"/>
                </a:lnTo>
                <a:lnTo>
                  <a:pt x="14175" y="2492"/>
                </a:lnTo>
                <a:cubicBezTo>
                  <a:pt x="14175" y="1118"/>
                  <a:pt x="13267" y="0"/>
                  <a:pt x="12150" y="0"/>
                </a:cubicBezTo>
                <a:lnTo>
                  <a:pt x="2025" y="0"/>
                </a:lnTo>
                <a:cubicBezTo>
                  <a:pt x="908" y="0"/>
                  <a:pt x="0" y="1118"/>
                  <a:pt x="0" y="2492"/>
                </a:cubicBezTo>
                <a:lnTo>
                  <a:pt x="0" y="11631"/>
                </a:lnTo>
                <a:cubicBezTo>
                  <a:pt x="0" y="13005"/>
                  <a:pt x="908" y="14123"/>
                  <a:pt x="2025" y="14123"/>
                </a:cubicBezTo>
                <a:lnTo>
                  <a:pt x="2026" y="14123"/>
                </a:lnTo>
                <a:lnTo>
                  <a:pt x="2026" y="16616"/>
                </a:lnTo>
                <a:cubicBezTo>
                  <a:pt x="2026" y="17990"/>
                  <a:pt x="2933" y="19108"/>
                  <a:pt x="4050" y="19108"/>
                </a:cubicBezTo>
                <a:lnTo>
                  <a:pt x="4820" y="19108"/>
                </a:lnTo>
                <a:cubicBezTo>
                  <a:pt x="5122" y="20537"/>
                  <a:pt x="6170" y="21600"/>
                  <a:pt x="7425" y="21600"/>
                </a:cubicBezTo>
                <a:cubicBezTo>
                  <a:pt x="8679" y="21600"/>
                  <a:pt x="9727" y="20537"/>
                  <a:pt x="10029" y="19108"/>
                </a:cubicBezTo>
                <a:lnTo>
                  <a:pt x="13595" y="19108"/>
                </a:lnTo>
                <a:cubicBezTo>
                  <a:pt x="13897" y="20537"/>
                  <a:pt x="14945" y="21600"/>
                  <a:pt x="16200" y="21600"/>
                </a:cubicBezTo>
                <a:cubicBezTo>
                  <a:pt x="17454" y="21600"/>
                  <a:pt x="18502" y="20537"/>
                  <a:pt x="18804" y="19108"/>
                </a:cubicBezTo>
                <a:lnTo>
                  <a:pt x="19575" y="19108"/>
                </a:lnTo>
                <a:cubicBezTo>
                  <a:pt x="20692" y="19108"/>
                  <a:pt x="21600" y="17990"/>
                  <a:pt x="21600" y="16616"/>
                </a:cubicBezTo>
                <a:lnTo>
                  <a:pt x="21600" y="11631"/>
                </a:lnTo>
                <a:cubicBezTo>
                  <a:pt x="21600" y="11137"/>
                  <a:pt x="21483" y="10659"/>
                  <a:pt x="21260" y="10249"/>
                </a:cubicBezTo>
              </a:path>
            </a:pathLst>
          </a:custGeom>
          <a:solidFill>
            <a:schemeClr val="accent4"/>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0" name="Shape 5016"/>
          <p:cNvSpPr/>
          <p:nvPr/>
        </p:nvSpPr>
        <p:spPr>
          <a:xfrm>
            <a:off x="28590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08</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1" name="Shape 5017"/>
          <p:cNvSpPr/>
          <p:nvPr/>
        </p:nvSpPr>
        <p:spPr>
          <a:xfrm>
            <a:off x="53482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07</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2" name="Shape 5018"/>
          <p:cNvSpPr/>
          <p:nvPr/>
        </p:nvSpPr>
        <p:spPr>
          <a:xfrm>
            <a:off x="791998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06</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3" name="Shape 5019"/>
          <p:cNvSpPr/>
          <p:nvPr/>
        </p:nvSpPr>
        <p:spPr>
          <a:xfrm>
            <a:off x="10319678"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05</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6" name="Shape 5020"/>
          <p:cNvSpPr/>
          <p:nvPr/>
        </p:nvSpPr>
        <p:spPr>
          <a:xfrm rot="16200000">
            <a:off x="2261667"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2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Shape 5021"/>
          <p:cNvSpPr/>
          <p:nvPr/>
        </p:nvSpPr>
        <p:spPr>
          <a:xfrm>
            <a:off x="2032748"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10</a:t>
            </a:r>
            <a:endPar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4" name="Shape 5023"/>
          <p:cNvSpPr/>
          <p:nvPr/>
        </p:nvSpPr>
        <p:spPr>
          <a:xfrm rot="16200000">
            <a:off x="4730423"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Shape 5024"/>
          <p:cNvSpPr/>
          <p:nvPr/>
        </p:nvSpPr>
        <p:spPr>
          <a:xfrm>
            <a:off x="4501504"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2" name="Shape 5026"/>
          <p:cNvSpPr/>
          <p:nvPr/>
        </p:nvSpPr>
        <p:spPr>
          <a:xfrm rot="16200000">
            <a:off x="7284388"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Shape 5027"/>
          <p:cNvSpPr/>
          <p:nvPr/>
        </p:nvSpPr>
        <p:spPr>
          <a:xfrm>
            <a:off x="7055469"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February 12</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0" name="Shape 5029"/>
          <p:cNvSpPr/>
          <p:nvPr/>
        </p:nvSpPr>
        <p:spPr>
          <a:xfrm rot="16200000">
            <a:off x="9675980"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Shape 5030"/>
          <p:cNvSpPr/>
          <p:nvPr/>
        </p:nvSpPr>
        <p:spPr>
          <a:xfrm>
            <a:off x="9447061"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March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8" name="Shape 5032"/>
          <p:cNvSpPr/>
          <p:nvPr/>
        </p:nvSpPr>
        <p:spPr>
          <a:xfrm rot="16200000">
            <a:off x="2261667"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Shape 5042"/>
          <p:cNvSpPr/>
          <p:nvPr/>
        </p:nvSpPr>
        <p:spPr>
          <a:xfrm>
            <a:off x="2032748"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December 15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6" name="Shape 5035"/>
          <p:cNvSpPr/>
          <p:nvPr/>
        </p:nvSpPr>
        <p:spPr>
          <a:xfrm rot="16200000">
            <a:off x="4730423"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Shape 5039"/>
          <p:cNvSpPr/>
          <p:nvPr/>
        </p:nvSpPr>
        <p:spPr>
          <a:xfrm>
            <a:off x="4501504"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err="1">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Octobe</a:t>
            </a: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 18</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4" name="Shape 5038"/>
          <p:cNvSpPr/>
          <p:nvPr/>
        </p:nvSpPr>
        <p:spPr>
          <a:xfrm rot="16200000">
            <a:off x="7284388"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Shape 5036"/>
          <p:cNvSpPr/>
          <p:nvPr/>
        </p:nvSpPr>
        <p:spPr>
          <a:xfrm>
            <a:off x="7055469"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August 30</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2" name="Shape 5041"/>
          <p:cNvSpPr/>
          <p:nvPr/>
        </p:nvSpPr>
        <p:spPr>
          <a:xfrm rot="16200000">
            <a:off x="9675980"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Shape 5033"/>
          <p:cNvSpPr/>
          <p:nvPr/>
        </p:nvSpPr>
        <p:spPr>
          <a:xfrm>
            <a:off x="9447061"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June 04</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86" name="矩形 85"/>
          <p:cNvSpPr/>
          <p:nvPr/>
        </p:nvSpPr>
        <p:spPr>
          <a:xfrm>
            <a:off x="19464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直角三角形 87"/>
          <p:cNvSpPr/>
          <p:nvPr/>
        </p:nvSpPr>
        <p:spPr>
          <a:xfrm rot="2700000">
            <a:off x="915572" y="4378771"/>
            <a:ext cx="858638" cy="858638"/>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432228"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高压线束项目启动筹备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文本框 89"/>
          <p:cNvSpPr txBox="1"/>
          <p:nvPr/>
        </p:nvSpPr>
        <p:spPr>
          <a:xfrm>
            <a:off x="1439289"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牵头启动某车企定制化高压线束项目，完成项目团队组建，制定详细项目计划，明确关键节点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 name="文本框 108"/>
          <p:cNvSpPr txBox="1"/>
          <p:nvPr/>
        </p:nvSpPr>
        <p:spPr>
          <a:xfrm>
            <a:off x="1432228"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项目管理体系优化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0" name="文本框 109"/>
          <p:cNvSpPr txBox="1"/>
          <p:nvPr/>
        </p:nvSpPr>
        <p:spPr>
          <a:xfrm>
            <a:off x="1439289"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同步升级项目管理工具，引入专业项目管理软件，实现项目进度、预算、风险实时可视化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3906724"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核心零部件需求确认</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2" name="文本框 111"/>
          <p:cNvSpPr txBox="1"/>
          <p:nvPr/>
        </p:nvSpPr>
        <p:spPr>
          <a:xfrm>
            <a:off x="3913785"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针对高压线束核心原材料开展需求梳理，组织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场跨部门需求评审会，确认</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项关键技术参数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3906724"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车载充电器外壳项目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4" name="文本框 113"/>
          <p:cNvSpPr txBox="1"/>
          <p:nvPr/>
        </p:nvSpPr>
        <p:spPr>
          <a:xfrm>
            <a:off x="3913785"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月期间，同步支持车载充电器外壳项目，协助</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次供应链瓶颈问题</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次项目进度评审会</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6523301"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样品开发与初步测试</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6" name="文本框 115"/>
          <p:cNvSpPr txBox="1"/>
          <p:nvPr/>
        </p:nvSpPr>
        <p:spPr>
          <a:xfrm>
            <a:off x="6530362"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联合研发部门推进高压线束样品开发，完成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套样品制作，耗时</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天；启动样品初步测试，涵盖耐高压性能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7" name="文本框 116"/>
          <p:cNvSpPr txBox="1"/>
          <p:nvPr/>
        </p:nvSpPr>
        <p:spPr>
          <a:xfrm>
            <a:off x="6523301"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小批量生产与交付</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6530362"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截至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月底，小批量生产进度达</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，交付进度达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，实现项目上半年关键目标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8939612"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样品优化与客户审核</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0" name="文本框 119"/>
          <p:cNvSpPr txBox="1"/>
          <p:nvPr/>
        </p:nvSpPr>
        <p:spPr>
          <a:xfrm>
            <a:off x="8946673"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月测试结果，研发团队完成耐温性能优化，更换耐高温绝缘材料，二次测试所有指标均达标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939612"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小批量生产准备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2" name="文本框 121"/>
          <p:cNvSpPr txBox="1"/>
          <p:nvPr/>
        </p:nvSpPr>
        <p:spPr>
          <a:xfrm>
            <a:off x="8946673"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客户审核通过与小批量生产准备：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日客户现场审核顺利通过，获得批量生产准入资格</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64120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944"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0" name="任意多边形: 形状 129"/>
          <p:cNvSpPr/>
          <p:nvPr/>
        </p:nvSpPr>
        <p:spPr>
          <a:xfrm>
            <a:off x="0" y="3795511"/>
            <a:ext cx="1838960" cy="1120601"/>
          </a:xfrm>
          <a:custGeom>
            <a:avLst/>
            <a:gdLst>
              <a:gd name="connsiteX0" fmla="*/ 1016182 w 1838960"/>
              <a:gd name="connsiteY0" fmla="*/ 0 h 1120601"/>
              <a:gd name="connsiteX1" fmla="*/ 1838960 w 1838960"/>
              <a:gd name="connsiteY1" fmla="*/ 213900 h 1120601"/>
              <a:gd name="connsiteX2" fmla="*/ 248462 w 1838960"/>
              <a:gd name="connsiteY2" fmla="*/ 1120601 h 1120601"/>
              <a:gd name="connsiteX3" fmla="*/ 0 w 1838960"/>
              <a:gd name="connsiteY3" fmla="*/ 1120601 h 1120601"/>
              <a:gd name="connsiteX4" fmla="*/ 0 w 1838960"/>
              <a:gd name="connsiteY4" fmla="*/ 525178 h 1120601"/>
              <a:gd name="connsiteX5" fmla="*/ 248462 w 1838960"/>
              <a:gd name="connsiteY5" fmla="*/ 525178 h 1120601"/>
              <a:gd name="connsiteX6" fmla="*/ 1016182 w 1838960"/>
              <a:gd name="connsiteY6" fmla="*/ 0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960" h="1120601">
                <a:moveTo>
                  <a:pt x="1016182" y="0"/>
                </a:moveTo>
                <a:cubicBezTo>
                  <a:pt x="1296523" y="193200"/>
                  <a:pt x="1530177" y="190450"/>
                  <a:pt x="1838960" y="213900"/>
                </a:cubicBezTo>
                <a:cubicBezTo>
                  <a:pt x="1173847" y="213900"/>
                  <a:pt x="1102259" y="1120601"/>
                  <a:pt x="248462" y="1120601"/>
                </a:cubicBezTo>
                <a:lnTo>
                  <a:pt x="0" y="1120601"/>
                </a:lnTo>
                <a:lnTo>
                  <a:pt x="0" y="525178"/>
                </a:lnTo>
                <a:lnTo>
                  <a:pt x="248462" y="525178"/>
                </a:lnTo>
                <a:cubicBezTo>
                  <a:pt x="547157" y="525178"/>
                  <a:pt x="753871" y="247881"/>
                  <a:pt x="1016182" y="0"/>
                </a:cubicBezTo>
                <a:close/>
              </a:path>
            </a:pathLst>
          </a:custGeom>
          <a:solidFill>
            <a:schemeClr val="tx1">
              <a:lumMod val="50000"/>
              <a:lumOff val="50000"/>
              <a:alpha val="40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6" name="任意多边形: 形状 125"/>
          <p:cNvSpPr/>
          <p:nvPr/>
        </p:nvSpPr>
        <p:spPr>
          <a:xfrm>
            <a:off x="0" y="1934237"/>
            <a:ext cx="1838960" cy="1120601"/>
          </a:xfrm>
          <a:custGeom>
            <a:avLst/>
            <a:gdLst>
              <a:gd name="connsiteX0" fmla="*/ 0 w 1838960"/>
              <a:gd name="connsiteY0" fmla="*/ 0 h 1120601"/>
              <a:gd name="connsiteX1" fmla="*/ 248462 w 1838960"/>
              <a:gd name="connsiteY1" fmla="*/ 0 h 1120601"/>
              <a:gd name="connsiteX2" fmla="*/ 1838960 w 1838960"/>
              <a:gd name="connsiteY2" fmla="*/ 906701 h 1120601"/>
              <a:gd name="connsiteX3" fmla="*/ 1016182 w 1838960"/>
              <a:gd name="connsiteY3" fmla="*/ 1120601 h 1120601"/>
              <a:gd name="connsiteX4" fmla="*/ 248462 w 1838960"/>
              <a:gd name="connsiteY4" fmla="*/ 595423 h 1120601"/>
              <a:gd name="connsiteX5" fmla="*/ 0 w 1838960"/>
              <a:gd name="connsiteY5" fmla="*/ 595423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960" h="1120601">
                <a:moveTo>
                  <a:pt x="0" y="0"/>
                </a:moveTo>
                <a:lnTo>
                  <a:pt x="248462" y="0"/>
                </a:lnTo>
                <a:cubicBezTo>
                  <a:pt x="1102259" y="0"/>
                  <a:pt x="1173847" y="906701"/>
                  <a:pt x="1838960" y="906701"/>
                </a:cubicBezTo>
                <a:cubicBezTo>
                  <a:pt x="1530177" y="930151"/>
                  <a:pt x="1296523" y="927401"/>
                  <a:pt x="1016182" y="1120601"/>
                </a:cubicBezTo>
                <a:cubicBezTo>
                  <a:pt x="753871" y="872720"/>
                  <a:pt x="547157" y="595423"/>
                  <a:pt x="248462" y="595423"/>
                </a:cubicBezTo>
                <a:lnTo>
                  <a:pt x="0" y="595423"/>
                </a:lnTo>
                <a:close/>
              </a:path>
            </a:pathLst>
          </a:custGeom>
          <a:solidFill>
            <a:schemeClr val="tx1">
              <a:lumMod val="65000"/>
              <a:lumOff val="35000"/>
              <a:alpha val="75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Shape 6"/>
          <p:cNvSpPr/>
          <p:nvPr/>
        </p:nvSpPr>
        <p:spPr>
          <a:xfrm>
            <a:off x="10702515" y="2685004"/>
            <a:ext cx="1000108"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Shape 7"/>
          <p:cNvSpPr/>
          <p:nvPr/>
        </p:nvSpPr>
        <p:spPr>
          <a:xfrm>
            <a:off x="8383336"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Shape 8"/>
          <p:cNvSpPr/>
          <p:nvPr/>
        </p:nvSpPr>
        <p:spPr>
          <a:xfrm>
            <a:off x="8212366"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Shape 9"/>
          <p:cNvSpPr/>
          <p:nvPr/>
        </p:nvSpPr>
        <p:spPr>
          <a:xfrm>
            <a:off x="6075228"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Shape 10"/>
          <p:cNvSpPr/>
          <p:nvPr/>
        </p:nvSpPr>
        <p:spPr>
          <a:xfrm>
            <a:off x="5885260"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Shape 11"/>
          <p:cNvSpPr/>
          <p:nvPr/>
        </p:nvSpPr>
        <p:spPr>
          <a:xfrm>
            <a:off x="3748122"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3" name="Shape 14"/>
          <p:cNvSpPr/>
          <p:nvPr/>
        </p:nvSpPr>
        <p:spPr>
          <a:xfrm>
            <a:off x="1553994" y="2833592"/>
            <a:ext cx="2142112" cy="11908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4" name="Shape 15"/>
          <p:cNvSpPr/>
          <p:nvPr/>
        </p:nvSpPr>
        <p:spPr>
          <a:xfrm>
            <a:off x="3558155"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0" y="2747567"/>
            <a:ext cx="1557320" cy="1276334"/>
          </a:xfrm>
          <a:custGeom>
            <a:avLst/>
            <a:gdLst>
              <a:gd name="connsiteX0" fmla="*/ 0 w 1557320"/>
              <a:gd name="connsiteY0" fmla="*/ 0 h 1276334"/>
              <a:gd name="connsiteX1" fmla="*/ 90743 w 1557320"/>
              <a:gd name="connsiteY1" fmla="*/ 0 h 1276334"/>
              <a:gd name="connsiteX2" fmla="*/ 1557320 w 1557320"/>
              <a:gd name="connsiteY2" fmla="*/ 680948 h 1276334"/>
              <a:gd name="connsiteX3" fmla="*/ 1557320 w 1557320"/>
              <a:gd name="connsiteY3" fmla="*/ 1276334 h 1276334"/>
              <a:gd name="connsiteX4" fmla="*/ 90743 w 1557320"/>
              <a:gd name="connsiteY4" fmla="*/ 595387 h 1276334"/>
              <a:gd name="connsiteX5" fmla="*/ 0 w 1557320"/>
              <a:gd name="connsiteY5" fmla="*/ 595387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7320" h="1276334">
                <a:moveTo>
                  <a:pt x="0" y="0"/>
                </a:moveTo>
                <a:lnTo>
                  <a:pt x="90743" y="0"/>
                </a:lnTo>
                <a:cubicBezTo>
                  <a:pt x="874571" y="0"/>
                  <a:pt x="746337" y="680948"/>
                  <a:pt x="1557320" y="680948"/>
                </a:cubicBezTo>
                <a:cubicBezTo>
                  <a:pt x="1557320" y="680948"/>
                  <a:pt x="1557320" y="1276334"/>
                  <a:pt x="1557320" y="1276334"/>
                </a:cubicBezTo>
                <a:cubicBezTo>
                  <a:pt x="746337" y="1276334"/>
                  <a:pt x="874571" y="595387"/>
                  <a:pt x="90743" y="595387"/>
                </a:cubicBezTo>
                <a:lnTo>
                  <a:pt x="0" y="595387"/>
                </a:ln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6" name="Shape 17"/>
          <p:cNvSpPr/>
          <p:nvPr/>
        </p:nvSpPr>
        <p:spPr>
          <a:xfrm>
            <a:off x="396563" y="3076027"/>
            <a:ext cx="1024867" cy="675625"/>
          </a:xfrm>
          <a:custGeom>
            <a:avLst/>
            <a:gdLst/>
            <a:ahLst/>
            <a:cxnLst>
              <a:cxn ang="0">
                <a:pos x="wd2" y="hd2"/>
              </a:cxn>
              <a:cxn ang="5400000">
                <a:pos x="wd2" y="hd2"/>
              </a:cxn>
              <a:cxn ang="10800000">
                <a:pos x="wd2" y="hd2"/>
              </a:cxn>
              <a:cxn ang="16200000">
                <a:pos x="wd2" y="hd2"/>
              </a:cxn>
            </a:cxnLst>
            <a:rect l="0" t="0" r="r" b="b"/>
            <a:pathLst>
              <a:path w="21600" h="21600" extrusionOk="0">
                <a:moveTo>
                  <a:pt x="8488" y="0"/>
                </a:moveTo>
                <a:cubicBezTo>
                  <a:pt x="8149" y="512"/>
                  <a:pt x="7815" y="1024"/>
                  <a:pt x="7488" y="1529"/>
                </a:cubicBezTo>
                <a:cubicBezTo>
                  <a:pt x="5243" y="4995"/>
                  <a:pt x="3187" y="8149"/>
                  <a:pt x="0" y="9958"/>
                </a:cubicBezTo>
                <a:cubicBezTo>
                  <a:pt x="5004" y="12482"/>
                  <a:pt x="6914" y="17009"/>
                  <a:pt x="10175" y="21600"/>
                </a:cubicBezTo>
                <a:cubicBezTo>
                  <a:pt x="11922" y="18777"/>
                  <a:pt x="15911" y="12634"/>
                  <a:pt x="21600" y="11021"/>
                </a:cubicBezTo>
                <a:cubicBezTo>
                  <a:pt x="14849" y="9938"/>
                  <a:pt x="11679" y="4924"/>
                  <a:pt x="8488" y="0"/>
                </a:cubicBezTo>
                <a:close/>
              </a:path>
            </a:pathLst>
          </a:custGeom>
          <a:solidFill>
            <a:schemeClr val="accent5">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0" y="2833592"/>
            <a:ext cx="1557320" cy="1276334"/>
          </a:xfrm>
          <a:custGeom>
            <a:avLst/>
            <a:gdLst>
              <a:gd name="connsiteX0" fmla="*/ 1557320 w 1557320"/>
              <a:gd name="connsiteY0" fmla="*/ 0 h 1276334"/>
              <a:gd name="connsiteX1" fmla="*/ 1557320 w 1557320"/>
              <a:gd name="connsiteY1" fmla="*/ 595386 h 1276334"/>
              <a:gd name="connsiteX2" fmla="*/ 90743 w 1557320"/>
              <a:gd name="connsiteY2" fmla="*/ 1276334 h 1276334"/>
              <a:gd name="connsiteX3" fmla="*/ 0 w 1557320"/>
              <a:gd name="connsiteY3" fmla="*/ 1276334 h 1276334"/>
              <a:gd name="connsiteX4" fmla="*/ 0 w 1557320"/>
              <a:gd name="connsiteY4" fmla="*/ 680948 h 1276334"/>
              <a:gd name="connsiteX5" fmla="*/ 90743 w 1557320"/>
              <a:gd name="connsiteY5" fmla="*/ 680948 h 1276334"/>
              <a:gd name="connsiteX6" fmla="*/ 1557320 w 1557320"/>
              <a:gd name="connsiteY6" fmla="*/ 0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7320" h="1276334">
                <a:moveTo>
                  <a:pt x="1557320" y="0"/>
                </a:moveTo>
                <a:cubicBezTo>
                  <a:pt x="1557320" y="0"/>
                  <a:pt x="1557320" y="595386"/>
                  <a:pt x="1557320" y="595386"/>
                </a:cubicBezTo>
                <a:cubicBezTo>
                  <a:pt x="746337" y="595386"/>
                  <a:pt x="874571" y="1276334"/>
                  <a:pt x="90743" y="1276334"/>
                </a:cubicBezTo>
                <a:lnTo>
                  <a:pt x="0" y="1276334"/>
                </a:lnTo>
                <a:lnTo>
                  <a:pt x="0" y="680948"/>
                </a:lnTo>
                <a:lnTo>
                  <a:pt x="90743" y="680948"/>
                </a:lnTo>
                <a:cubicBezTo>
                  <a:pt x="874571" y="680948"/>
                  <a:pt x="746337" y="0"/>
                  <a:pt x="155732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536968"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223969"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项目筹备阶段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4" name="直接连接符 33"/>
          <p:cNvCxnSpPr/>
          <p:nvPr/>
        </p:nvCxnSpPr>
        <p:spPr>
          <a:xfrm>
            <a:off x="1661985"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箭头: 五边形 35"/>
          <p:cNvSpPr/>
          <p:nvPr/>
        </p:nvSpPr>
        <p:spPr>
          <a:xfrm>
            <a:off x="1661986" y="1116317"/>
            <a:ext cx="1435004" cy="35228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1722595"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- 2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1722595"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制定项目销售目标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组建销售团队</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完成销售团队考核</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完成项目市场深度调研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1536968"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市场调研与团队搭建</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544028"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完成区域房地产市场深度调研，覆盖周边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个竞品楼盘，分析户型、价格、去化率等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162417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162417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51"/>
          <p:cNvSpPr/>
          <p:nvPr/>
        </p:nvSpPr>
        <p:spPr>
          <a:xfrm>
            <a:off x="2365767"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348741"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2348741"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54"/>
          <p:cNvSpPr/>
          <p:nvPr/>
        </p:nvSpPr>
        <p:spPr>
          <a:xfrm>
            <a:off x="30903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30733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启动</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0733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矩形 57"/>
          <p:cNvSpPr/>
          <p:nvPr/>
        </p:nvSpPr>
        <p:spPr>
          <a:xfrm>
            <a:off x="411507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4010844"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697845"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1" name="直接连接符 60"/>
          <p:cNvCxnSpPr/>
          <p:nvPr/>
        </p:nvCxnSpPr>
        <p:spPr>
          <a:xfrm>
            <a:off x="4135861"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箭头: 五边形 61"/>
          <p:cNvSpPr/>
          <p:nvPr/>
        </p:nvSpPr>
        <p:spPr>
          <a:xfrm>
            <a:off x="4135862" y="1116317"/>
            <a:ext cx="1435004" cy="35228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a:off x="4196471"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4196471"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搭建多渠道推广矩阵</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完成项目销售展厅开放</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同步梳理楼盘销售物料</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完成户型图、价格表等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4010844"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推广获客与展厅开放​</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4017904"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线上投放朋友圈广告、房产平台信息流（月度预算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万元），线下开展社区巡展</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场、商超展位宣传</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409805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线索</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获取率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a:off x="409805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94%</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矩形 68"/>
          <p:cNvSpPr/>
          <p:nvPr/>
        </p:nvSpPr>
        <p:spPr>
          <a:xfrm>
            <a:off x="483964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482261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482261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矩形 74"/>
          <p:cNvSpPr/>
          <p:nvPr/>
        </p:nvSpPr>
        <p:spPr>
          <a:xfrm>
            <a:off x="658895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6484720"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7131081"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销售执行阶段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8" name="直接连接符 77"/>
          <p:cNvCxnSpPr/>
          <p:nvPr/>
        </p:nvCxnSpPr>
        <p:spPr>
          <a:xfrm>
            <a:off x="6609737"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箭头: 五边形 78"/>
          <p:cNvSpPr/>
          <p:nvPr/>
        </p:nvSpPr>
        <p:spPr>
          <a:xfrm>
            <a:off x="6609738" y="1116317"/>
            <a:ext cx="1435004" cy="35228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文本框 79"/>
          <p:cNvSpPr txBox="1"/>
          <p:nvPr/>
        </p:nvSpPr>
        <p:spPr>
          <a:xfrm>
            <a:off x="6670347"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 name="文本框 80"/>
          <p:cNvSpPr txBox="1"/>
          <p:nvPr/>
        </p:nvSpPr>
        <p:spPr>
          <a:xfrm>
            <a:off x="6670347"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优化客户接待流程</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冲刺半年度目标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推出多项优惠政策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文本框 81"/>
          <p:cNvSpPr txBox="1"/>
          <p:nvPr/>
        </p:nvSpPr>
        <p:spPr>
          <a:xfrm>
            <a:off x="6484720"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客户转化与成交攻坚​</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3" name="文本框 82"/>
          <p:cNvSpPr txBox="1"/>
          <p:nvPr/>
        </p:nvSpPr>
        <p:spPr>
          <a:xfrm>
            <a:off x="6491780"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聚焦意向客户跟进，组织 “春日节” 活动，推出分期、家电礼包等优惠政策，当月实现成交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文本框 83"/>
          <p:cNvSpPr txBox="1"/>
          <p:nvPr/>
        </p:nvSpPr>
        <p:spPr>
          <a:xfrm>
            <a:off x="657192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a:off x="657192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6" name="矩形 85"/>
          <p:cNvSpPr/>
          <p:nvPr/>
        </p:nvSpPr>
        <p:spPr>
          <a:xfrm>
            <a:off x="731351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729649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成交</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29649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天</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矩形 88"/>
          <p:cNvSpPr/>
          <p:nvPr/>
        </p:nvSpPr>
        <p:spPr>
          <a:xfrm>
            <a:off x="803808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0" name="文本框 89"/>
          <p:cNvSpPr txBox="1"/>
          <p:nvPr/>
        </p:nvSpPr>
        <p:spPr>
          <a:xfrm>
            <a:off x="802105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老带新成交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1" name="文本框 90"/>
          <p:cNvSpPr txBox="1"/>
          <p:nvPr/>
        </p:nvSpPr>
        <p:spPr>
          <a:xfrm>
            <a:off x="802105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35%</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矩形 91"/>
          <p:cNvSpPr/>
          <p:nvPr/>
        </p:nvSpPr>
        <p:spPr>
          <a:xfrm>
            <a:off x="90628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8958596"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5" name="直接连接符 94"/>
          <p:cNvCxnSpPr/>
          <p:nvPr/>
        </p:nvCxnSpPr>
        <p:spPr>
          <a:xfrm>
            <a:off x="9083613"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箭头: 五边形 95"/>
          <p:cNvSpPr/>
          <p:nvPr/>
        </p:nvSpPr>
        <p:spPr>
          <a:xfrm>
            <a:off x="9083614" y="1116317"/>
            <a:ext cx="1435004" cy="35228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7" name="文本框 96"/>
          <p:cNvSpPr txBox="1"/>
          <p:nvPr/>
        </p:nvSpPr>
        <p:spPr>
          <a:xfrm>
            <a:off x="9144223"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月底</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9144223"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重点跟进企业客户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客户满意度调研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完成问题梳理</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推出定制装修套餐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8958596"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成果总结与问题优化​</a:t>
            </a:r>
            <a:endPar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0" name="文本框 99"/>
          <p:cNvSpPr txBox="1"/>
          <p:nvPr/>
        </p:nvSpPr>
        <p:spPr>
          <a:xfrm>
            <a:off x="8965656"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累计到访客户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1560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套，成交均价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（高于区域均价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），完成客户满意度调研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文本框 100"/>
          <p:cNvSpPr txBox="1"/>
          <p:nvPr/>
        </p:nvSpPr>
        <p:spPr>
          <a:xfrm>
            <a:off x="90458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线上</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 name="文本框 101"/>
          <p:cNvSpPr txBox="1"/>
          <p:nvPr/>
        </p:nvSpPr>
        <p:spPr>
          <a:xfrm>
            <a:off x="90458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矩形 102"/>
          <p:cNvSpPr/>
          <p:nvPr/>
        </p:nvSpPr>
        <p:spPr>
          <a:xfrm>
            <a:off x="978739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文本框 103"/>
          <p:cNvSpPr txBox="1"/>
          <p:nvPr/>
        </p:nvSpPr>
        <p:spPr>
          <a:xfrm>
            <a:off x="977036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文本框 104"/>
          <p:cNvSpPr txBox="1"/>
          <p:nvPr/>
        </p:nvSpPr>
        <p:spPr>
          <a:xfrm>
            <a:off x="977036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 name="矩形 105"/>
          <p:cNvSpPr/>
          <p:nvPr/>
        </p:nvSpPr>
        <p:spPr>
          <a:xfrm>
            <a:off x="1051195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文本框 106"/>
          <p:cNvSpPr txBox="1"/>
          <p:nvPr/>
        </p:nvSpPr>
        <p:spPr>
          <a:xfrm>
            <a:off x="1049493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文本框 107"/>
          <p:cNvSpPr txBox="1"/>
          <p:nvPr/>
        </p:nvSpPr>
        <p:spPr>
          <a:xfrm>
            <a:off x="1049493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1" name="Freeform: Shape 65"/>
          <p:cNvSpPr>
            <a:spLocks noChangeAspect="1"/>
          </p:cNvSpPr>
          <p:nvPr/>
        </p:nvSpPr>
        <p:spPr>
          <a:xfrm>
            <a:off x="9121975" y="3258643"/>
            <a:ext cx="348866" cy="348866"/>
          </a:xfrm>
          <a:custGeom>
            <a:avLst/>
            <a:gdLst>
              <a:gd name="connsiteX0" fmla="*/ 1314450 w 4876800"/>
              <a:gd name="connsiteY0" fmla="*/ 3848100 h 4876800"/>
              <a:gd name="connsiteX1" fmla="*/ 1504950 w 4876800"/>
              <a:gd name="connsiteY1" fmla="*/ 4038600 h 4876800"/>
              <a:gd name="connsiteX2" fmla="*/ 1314450 w 4876800"/>
              <a:gd name="connsiteY2" fmla="*/ 4229100 h 4876800"/>
              <a:gd name="connsiteX3" fmla="*/ 1123950 w 4876800"/>
              <a:gd name="connsiteY3" fmla="*/ 4038600 h 4876800"/>
              <a:gd name="connsiteX4" fmla="*/ 1314450 w 4876800"/>
              <a:gd name="connsiteY4" fmla="*/ 3848100 h 4876800"/>
              <a:gd name="connsiteX5" fmla="*/ 952500 w 4876800"/>
              <a:gd name="connsiteY5" fmla="*/ 3371850 h 4876800"/>
              <a:gd name="connsiteX6" fmla="*/ 1676400 w 4876800"/>
              <a:gd name="connsiteY6" fmla="*/ 3371850 h 4876800"/>
              <a:gd name="connsiteX7" fmla="*/ 1866900 w 4876800"/>
              <a:gd name="connsiteY7" fmla="*/ 3562350 h 4876800"/>
              <a:gd name="connsiteX8" fmla="*/ 1676400 w 4876800"/>
              <a:gd name="connsiteY8" fmla="*/ 3752850 h 4876800"/>
              <a:gd name="connsiteX9" fmla="*/ 952500 w 4876800"/>
              <a:gd name="connsiteY9" fmla="*/ 3752850 h 4876800"/>
              <a:gd name="connsiteX10" fmla="*/ 762000 w 4876800"/>
              <a:gd name="connsiteY10" fmla="*/ 3562350 h 4876800"/>
              <a:gd name="connsiteX11" fmla="*/ 952500 w 4876800"/>
              <a:gd name="connsiteY11" fmla="*/ 3371850 h 4876800"/>
              <a:gd name="connsiteX12" fmla="*/ 3280984 w 4876800"/>
              <a:gd name="connsiteY12" fmla="*/ 3092380 h 4876800"/>
              <a:gd name="connsiteX13" fmla="*/ 3415684 w 4876800"/>
              <a:gd name="connsiteY13" fmla="*/ 3148165 h 4876800"/>
              <a:gd name="connsiteX14" fmla="*/ 3561969 w 4876800"/>
              <a:gd name="connsiteY14" fmla="*/ 3294450 h 4876800"/>
              <a:gd name="connsiteX15" fmla="*/ 3708254 w 4876800"/>
              <a:gd name="connsiteY15" fmla="*/ 3148165 h 4876800"/>
              <a:gd name="connsiteX16" fmla="*/ 3977659 w 4876800"/>
              <a:gd name="connsiteY16" fmla="*/ 3148165 h 4876800"/>
              <a:gd name="connsiteX17" fmla="*/ 3977659 w 4876800"/>
              <a:gd name="connsiteY17" fmla="*/ 3417580 h 4876800"/>
              <a:gd name="connsiteX18" fmla="*/ 3831383 w 4876800"/>
              <a:gd name="connsiteY18" fmla="*/ 3563855 h 4876800"/>
              <a:gd name="connsiteX19" fmla="*/ 3977659 w 4876800"/>
              <a:gd name="connsiteY19" fmla="*/ 3710131 h 4876800"/>
              <a:gd name="connsiteX20" fmla="*/ 3977659 w 4876800"/>
              <a:gd name="connsiteY20" fmla="*/ 3979545 h 4876800"/>
              <a:gd name="connsiteX21" fmla="*/ 3842956 w 4876800"/>
              <a:gd name="connsiteY21" fmla="*/ 4035333 h 4876800"/>
              <a:gd name="connsiteX22" fmla="*/ 3708254 w 4876800"/>
              <a:gd name="connsiteY22" fmla="*/ 3979545 h 4876800"/>
              <a:gd name="connsiteX23" fmla="*/ 3561969 w 4876800"/>
              <a:gd name="connsiteY23" fmla="*/ 3833260 h 4876800"/>
              <a:gd name="connsiteX24" fmla="*/ 3415684 w 4876800"/>
              <a:gd name="connsiteY24" fmla="*/ 3979545 h 4876800"/>
              <a:gd name="connsiteX25" fmla="*/ 3280981 w 4876800"/>
              <a:gd name="connsiteY25" fmla="*/ 4035333 h 4876800"/>
              <a:gd name="connsiteX26" fmla="*/ 3146279 w 4876800"/>
              <a:gd name="connsiteY26" fmla="*/ 3979545 h 4876800"/>
              <a:gd name="connsiteX27" fmla="*/ 3146279 w 4876800"/>
              <a:gd name="connsiteY27" fmla="*/ 3710131 h 4876800"/>
              <a:gd name="connsiteX28" fmla="*/ 3292554 w 4876800"/>
              <a:gd name="connsiteY28" fmla="*/ 3563855 h 4876800"/>
              <a:gd name="connsiteX29" fmla="*/ 3146279 w 4876800"/>
              <a:gd name="connsiteY29" fmla="*/ 3417580 h 4876800"/>
              <a:gd name="connsiteX30" fmla="*/ 3146279 w 4876800"/>
              <a:gd name="connsiteY30" fmla="*/ 3148165 h 4876800"/>
              <a:gd name="connsiteX31" fmla="*/ 3280984 w 4876800"/>
              <a:gd name="connsiteY31" fmla="*/ 3092380 h 4876800"/>
              <a:gd name="connsiteX32" fmla="*/ 1314450 w 4876800"/>
              <a:gd name="connsiteY32" fmla="*/ 2895600 h 4876800"/>
              <a:gd name="connsiteX33" fmla="*/ 1504950 w 4876800"/>
              <a:gd name="connsiteY33" fmla="*/ 3086100 h 4876800"/>
              <a:gd name="connsiteX34" fmla="*/ 1314450 w 4876800"/>
              <a:gd name="connsiteY34" fmla="*/ 3276600 h 4876800"/>
              <a:gd name="connsiteX35" fmla="*/ 1123950 w 4876800"/>
              <a:gd name="connsiteY35" fmla="*/ 3086100 h 4876800"/>
              <a:gd name="connsiteX36" fmla="*/ 1314450 w 4876800"/>
              <a:gd name="connsiteY36" fmla="*/ 2895600 h 4876800"/>
              <a:gd name="connsiteX37" fmla="*/ 381000 w 4876800"/>
              <a:gd name="connsiteY37" fmla="*/ 2638425 h 4876800"/>
              <a:gd name="connsiteX38" fmla="*/ 381000 w 4876800"/>
              <a:gd name="connsiteY38" fmla="*/ 4114800 h 4876800"/>
              <a:gd name="connsiteX39" fmla="*/ 762000 w 4876800"/>
              <a:gd name="connsiteY39" fmla="*/ 4495800 h 4876800"/>
              <a:gd name="connsiteX40" fmla="*/ 2247900 w 4876800"/>
              <a:gd name="connsiteY40" fmla="*/ 4495800 h 4876800"/>
              <a:gd name="connsiteX41" fmla="*/ 2247900 w 4876800"/>
              <a:gd name="connsiteY41" fmla="*/ 2638425 h 4876800"/>
              <a:gd name="connsiteX42" fmla="*/ 3200400 w 4876800"/>
              <a:gd name="connsiteY42" fmla="*/ 1123950 h 4876800"/>
              <a:gd name="connsiteX43" fmla="*/ 3924300 w 4876800"/>
              <a:gd name="connsiteY43" fmla="*/ 1123950 h 4876800"/>
              <a:gd name="connsiteX44" fmla="*/ 4114800 w 4876800"/>
              <a:gd name="connsiteY44" fmla="*/ 1314450 h 4876800"/>
              <a:gd name="connsiteX45" fmla="*/ 3924300 w 4876800"/>
              <a:gd name="connsiteY45" fmla="*/ 1504950 h 4876800"/>
              <a:gd name="connsiteX46" fmla="*/ 3200400 w 4876800"/>
              <a:gd name="connsiteY46" fmla="*/ 1504950 h 4876800"/>
              <a:gd name="connsiteX47" fmla="*/ 3009900 w 4876800"/>
              <a:gd name="connsiteY47" fmla="*/ 1314450 h 4876800"/>
              <a:gd name="connsiteX48" fmla="*/ 3200400 w 4876800"/>
              <a:gd name="connsiteY48" fmla="*/ 1123950 h 4876800"/>
              <a:gd name="connsiteX49" fmla="*/ 1314450 w 4876800"/>
              <a:gd name="connsiteY49" fmla="*/ 762000 h 4876800"/>
              <a:gd name="connsiteX50" fmla="*/ 1504950 w 4876800"/>
              <a:gd name="connsiteY50" fmla="*/ 952500 h 4876800"/>
              <a:gd name="connsiteX51" fmla="*/ 1504950 w 4876800"/>
              <a:gd name="connsiteY51" fmla="*/ 1123950 h 4876800"/>
              <a:gd name="connsiteX52" fmla="*/ 1676400 w 4876800"/>
              <a:gd name="connsiteY52" fmla="*/ 1123950 h 4876800"/>
              <a:gd name="connsiteX53" fmla="*/ 1866900 w 4876800"/>
              <a:gd name="connsiteY53" fmla="*/ 1314450 h 4876800"/>
              <a:gd name="connsiteX54" fmla="*/ 1676400 w 4876800"/>
              <a:gd name="connsiteY54" fmla="*/ 1504950 h 4876800"/>
              <a:gd name="connsiteX55" fmla="*/ 1504950 w 4876800"/>
              <a:gd name="connsiteY55" fmla="*/ 1504950 h 4876800"/>
              <a:gd name="connsiteX56" fmla="*/ 1504950 w 4876800"/>
              <a:gd name="connsiteY56" fmla="*/ 1676400 h 4876800"/>
              <a:gd name="connsiteX57" fmla="*/ 1314450 w 4876800"/>
              <a:gd name="connsiteY57" fmla="*/ 1866900 h 4876800"/>
              <a:gd name="connsiteX58" fmla="*/ 1123950 w 4876800"/>
              <a:gd name="connsiteY58" fmla="*/ 1676400 h 4876800"/>
              <a:gd name="connsiteX59" fmla="*/ 1123950 w 4876800"/>
              <a:gd name="connsiteY59" fmla="*/ 1504950 h 4876800"/>
              <a:gd name="connsiteX60" fmla="*/ 952500 w 4876800"/>
              <a:gd name="connsiteY60" fmla="*/ 1504950 h 4876800"/>
              <a:gd name="connsiteX61" fmla="*/ 762000 w 4876800"/>
              <a:gd name="connsiteY61" fmla="*/ 1314450 h 4876800"/>
              <a:gd name="connsiteX62" fmla="*/ 952500 w 4876800"/>
              <a:gd name="connsiteY62" fmla="*/ 1123950 h 4876800"/>
              <a:gd name="connsiteX63" fmla="*/ 1123950 w 4876800"/>
              <a:gd name="connsiteY63" fmla="*/ 1123950 h 4876800"/>
              <a:gd name="connsiteX64" fmla="*/ 1123950 w 4876800"/>
              <a:gd name="connsiteY64" fmla="*/ 952500 h 4876800"/>
              <a:gd name="connsiteX65" fmla="*/ 1314450 w 4876800"/>
              <a:gd name="connsiteY65" fmla="*/ 762000 h 4876800"/>
              <a:gd name="connsiteX66" fmla="*/ 2628900 w 4876800"/>
              <a:gd name="connsiteY66" fmla="*/ 381000 h 4876800"/>
              <a:gd name="connsiteX67" fmla="*/ 2628900 w 4876800"/>
              <a:gd name="connsiteY67" fmla="*/ 2257425 h 4876800"/>
              <a:gd name="connsiteX68" fmla="*/ 4495800 w 4876800"/>
              <a:gd name="connsiteY68" fmla="*/ 2257425 h 4876800"/>
              <a:gd name="connsiteX69" fmla="*/ 4495800 w 4876800"/>
              <a:gd name="connsiteY69" fmla="*/ 762000 h 4876800"/>
              <a:gd name="connsiteX70" fmla="*/ 4114800 w 4876800"/>
              <a:gd name="connsiteY70" fmla="*/ 381000 h 4876800"/>
              <a:gd name="connsiteX71" fmla="*/ 762000 w 4876800"/>
              <a:gd name="connsiteY71" fmla="*/ 381000 h 4876800"/>
              <a:gd name="connsiteX72" fmla="*/ 381000 w 4876800"/>
              <a:gd name="connsiteY72" fmla="*/ 762000 h 4876800"/>
              <a:gd name="connsiteX73" fmla="*/ 381000 w 4876800"/>
              <a:gd name="connsiteY73" fmla="*/ 2257425 h 4876800"/>
              <a:gd name="connsiteX74" fmla="*/ 2247900 w 4876800"/>
              <a:gd name="connsiteY74" fmla="*/ 2257425 h 4876800"/>
              <a:gd name="connsiteX75" fmla="*/ 2247900 w 4876800"/>
              <a:gd name="connsiteY75" fmla="*/ 381000 h 4876800"/>
              <a:gd name="connsiteX76" fmla="*/ 762000 w 4876800"/>
              <a:gd name="connsiteY76" fmla="*/ 0 h 4876800"/>
              <a:gd name="connsiteX77" fmla="*/ 4114800 w 4876800"/>
              <a:gd name="connsiteY77" fmla="*/ 0 h 4876800"/>
              <a:gd name="connsiteX78" fmla="*/ 4876800 w 4876800"/>
              <a:gd name="connsiteY78" fmla="*/ 762000 h 4876800"/>
              <a:gd name="connsiteX79" fmla="*/ 4876800 w 4876800"/>
              <a:gd name="connsiteY79" fmla="*/ 3162300 h 4876800"/>
              <a:gd name="connsiteX80" fmla="*/ 4686300 w 4876800"/>
              <a:gd name="connsiteY80" fmla="*/ 3352800 h 4876800"/>
              <a:gd name="connsiteX81" fmla="*/ 4495800 w 4876800"/>
              <a:gd name="connsiteY81" fmla="*/ 3162300 h 4876800"/>
              <a:gd name="connsiteX82" fmla="*/ 4495800 w 4876800"/>
              <a:gd name="connsiteY82" fmla="*/ 2638425 h 4876800"/>
              <a:gd name="connsiteX83" fmla="*/ 2628900 w 4876800"/>
              <a:gd name="connsiteY83" fmla="*/ 2638425 h 4876800"/>
              <a:gd name="connsiteX84" fmla="*/ 2628900 w 4876800"/>
              <a:gd name="connsiteY84" fmla="*/ 4495800 h 4876800"/>
              <a:gd name="connsiteX85" fmla="*/ 4114800 w 4876800"/>
              <a:gd name="connsiteY85" fmla="*/ 4495800 h 4876800"/>
              <a:gd name="connsiteX86" fmla="*/ 4495800 w 4876800"/>
              <a:gd name="connsiteY86" fmla="*/ 4114800 h 4876800"/>
              <a:gd name="connsiteX87" fmla="*/ 4686300 w 4876800"/>
              <a:gd name="connsiteY87" fmla="*/ 3924300 h 4876800"/>
              <a:gd name="connsiteX88" fmla="*/ 4876800 w 4876800"/>
              <a:gd name="connsiteY88" fmla="*/ 4114800 h 4876800"/>
              <a:gd name="connsiteX89" fmla="*/ 4114800 w 4876800"/>
              <a:gd name="connsiteY89" fmla="*/ 4876800 h 4876800"/>
              <a:gd name="connsiteX90" fmla="*/ 762000 w 4876800"/>
              <a:gd name="connsiteY90" fmla="*/ 4876800 h 4876800"/>
              <a:gd name="connsiteX91" fmla="*/ 0 w 4876800"/>
              <a:gd name="connsiteY91" fmla="*/ 4114800 h 4876800"/>
              <a:gd name="connsiteX92" fmla="*/ 0 w 4876800"/>
              <a:gd name="connsiteY92" fmla="*/ 762000 h 4876800"/>
              <a:gd name="connsiteX93" fmla="*/ 762000 w 4876800"/>
              <a:gd name="connsiteY93"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876800" h="4876800">
                <a:moveTo>
                  <a:pt x="1314450" y="3848100"/>
                </a:moveTo>
                <a:cubicBezTo>
                  <a:pt x="1419660" y="3848100"/>
                  <a:pt x="1504950" y="3933390"/>
                  <a:pt x="1504950" y="4038600"/>
                </a:cubicBezTo>
                <a:cubicBezTo>
                  <a:pt x="1504950" y="4143810"/>
                  <a:pt x="1419660" y="4229100"/>
                  <a:pt x="1314450" y="4229100"/>
                </a:cubicBezTo>
                <a:cubicBezTo>
                  <a:pt x="1209240" y="4229100"/>
                  <a:pt x="1123950" y="4143810"/>
                  <a:pt x="1123950" y="4038600"/>
                </a:cubicBezTo>
                <a:cubicBezTo>
                  <a:pt x="1123950" y="3933390"/>
                  <a:pt x="1209240" y="3848100"/>
                  <a:pt x="1314450" y="3848100"/>
                </a:cubicBezTo>
                <a:close/>
                <a:moveTo>
                  <a:pt x="952500" y="3371850"/>
                </a:moveTo>
                <a:lnTo>
                  <a:pt x="1676400" y="3371850"/>
                </a:lnTo>
                <a:cubicBezTo>
                  <a:pt x="1781613" y="3371850"/>
                  <a:pt x="1866900" y="3457137"/>
                  <a:pt x="1866900" y="3562350"/>
                </a:cubicBezTo>
                <a:cubicBezTo>
                  <a:pt x="1866900" y="3667563"/>
                  <a:pt x="1781613" y="3752850"/>
                  <a:pt x="1676400" y="3752850"/>
                </a:cubicBezTo>
                <a:lnTo>
                  <a:pt x="952500" y="3752850"/>
                </a:lnTo>
                <a:cubicBezTo>
                  <a:pt x="847287" y="3752850"/>
                  <a:pt x="762000" y="3667563"/>
                  <a:pt x="762000" y="3562350"/>
                </a:cubicBezTo>
                <a:cubicBezTo>
                  <a:pt x="762000" y="3457137"/>
                  <a:pt x="847287" y="3371850"/>
                  <a:pt x="952500" y="3371850"/>
                </a:cubicBezTo>
                <a:close/>
                <a:moveTo>
                  <a:pt x="3280984" y="3092380"/>
                </a:moveTo>
                <a:cubicBezTo>
                  <a:pt x="3329737" y="3092380"/>
                  <a:pt x="3378489" y="3110975"/>
                  <a:pt x="3415684" y="3148165"/>
                </a:cubicBezTo>
                <a:lnTo>
                  <a:pt x="3561969" y="3294450"/>
                </a:lnTo>
                <a:lnTo>
                  <a:pt x="3708254" y="3148165"/>
                </a:lnTo>
                <a:cubicBezTo>
                  <a:pt x="3782653" y="3073785"/>
                  <a:pt x="3903268" y="3073785"/>
                  <a:pt x="3977659" y="3148165"/>
                </a:cubicBezTo>
                <a:cubicBezTo>
                  <a:pt x="4052059" y="3222555"/>
                  <a:pt x="4052059" y="3343180"/>
                  <a:pt x="3977659" y="3417580"/>
                </a:cubicBezTo>
                <a:lnTo>
                  <a:pt x="3831383" y="3563855"/>
                </a:lnTo>
                <a:lnTo>
                  <a:pt x="3977659" y="3710131"/>
                </a:lnTo>
                <a:cubicBezTo>
                  <a:pt x="4052059" y="3784530"/>
                  <a:pt x="4052059" y="3905155"/>
                  <a:pt x="3977659" y="3979545"/>
                </a:cubicBezTo>
                <a:cubicBezTo>
                  <a:pt x="3940464" y="4016731"/>
                  <a:pt x="3891715" y="4035333"/>
                  <a:pt x="3842956" y="4035333"/>
                </a:cubicBezTo>
                <a:cubicBezTo>
                  <a:pt x="3794198" y="4035333"/>
                  <a:pt x="3745449" y="4016731"/>
                  <a:pt x="3708254" y="3979545"/>
                </a:cubicBezTo>
                <a:lnTo>
                  <a:pt x="3561969" y="3833260"/>
                </a:lnTo>
                <a:lnTo>
                  <a:pt x="3415684" y="3979545"/>
                </a:lnTo>
                <a:cubicBezTo>
                  <a:pt x="3378489" y="4016731"/>
                  <a:pt x="3329740" y="4035333"/>
                  <a:pt x="3280981" y="4035333"/>
                </a:cubicBezTo>
                <a:cubicBezTo>
                  <a:pt x="3232223" y="4035333"/>
                  <a:pt x="3183474" y="4016731"/>
                  <a:pt x="3146279" y="3979545"/>
                </a:cubicBezTo>
                <a:cubicBezTo>
                  <a:pt x="3071879" y="3905146"/>
                  <a:pt x="3071879" y="3784521"/>
                  <a:pt x="3146279" y="3710131"/>
                </a:cubicBezTo>
                <a:lnTo>
                  <a:pt x="3292554" y="3563855"/>
                </a:lnTo>
                <a:lnTo>
                  <a:pt x="3146279" y="3417580"/>
                </a:lnTo>
                <a:cubicBezTo>
                  <a:pt x="3071879" y="3343180"/>
                  <a:pt x="3071879" y="3222555"/>
                  <a:pt x="3146279" y="3148165"/>
                </a:cubicBezTo>
                <a:cubicBezTo>
                  <a:pt x="3183479" y="3110975"/>
                  <a:pt x="3232232" y="3092380"/>
                  <a:pt x="3280984" y="3092380"/>
                </a:cubicBezTo>
                <a:close/>
                <a:moveTo>
                  <a:pt x="1314450" y="2895600"/>
                </a:moveTo>
                <a:cubicBezTo>
                  <a:pt x="1419660" y="2895600"/>
                  <a:pt x="1504950" y="2980890"/>
                  <a:pt x="1504950" y="3086100"/>
                </a:cubicBezTo>
                <a:cubicBezTo>
                  <a:pt x="1504950" y="3191310"/>
                  <a:pt x="1419660" y="3276600"/>
                  <a:pt x="1314450" y="3276600"/>
                </a:cubicBezTo>
                <a:cubicBezTo>
                  <a:pt x="1209240" y="3276600"/>
                  <a:pt x="1123950" y="3191310"/>
                  <a:pt x="1123950" y="3086100"/>
                </a:cubicBezTo>
                <a:cubicBezTo>
                  <a:pt x="1123950" y="2980890"/>
                  <a:pt x="1209240" y="2895600"/>
                  <a:pt x="1314450" y="2895600"/>
                </a:cubicBezTo>
                <a:close/>
                <a:moveTo>
                  <a:pt x="381000" y="2638425"/>
                </a:moveTo>
                <a:lnTo>
                  <a:pt x="381000" y="4114800"/>
                </a:lnTo>
                <a:cubicBezTo>
                  <a:pt x="381000" y="4324883"/>
                  <a:pt x="551916" y="4495800"/>
                  <a:pt x="762000" y="4495800"/>
                </a:cubicBezTo>
                <a:lnTo>
                  <a:pt x="2247900" y="4495800"/>
                </a:lnTo>
                <a:lnTo>
                  <a:pt x="2247900" y="2638425"/>
                </a:lnTo>
                <a:close/>
                <a:moveTo>
                  <a:pt x="3200400" y="1123950"/>
                </a:moveTo>
                <a:lnTo>
                  <a:pt x="3924300" y="1123950"/>
                </a:lnTo>
                <a:cubicBezTo>
                  <a:pt x="4029513" y="1123950"/>
                  <a:pt x="4114800" y="1209237"/>
                  <a:pt x="4114800" y="1314450"/>
                </a:cubicBezTo>
                <a:cubicBezTo>
                  <a:pt x="4114800" y="1419663"/>
                  <a:pt x="4029513" y="1504950"/>
                  <a:pt x="3924300" y="1504950"/>
                </a:cubicBezTo>
                <a:lnTo>
                  <a:pt x="3200400" y="1504950"/>
                </a:lnTo>
                <a:cubicBezTo>
                  <a:pt x="3095187" y="1504950"/>
                  <a:pt x="3009900" y="1419663"/>
                  <a:pt x="3009900" y="1314450"/>
                </a:cubicBezTo>
                <a:cubicBezTo>
                  <a:pt x="3009900" y="1209237"/>
                  <a:pt x="3095187" y="1123950"/>
                  <a:pt x="3200400" y="1123950"/>
                </a:cubicBezTo>
                <a:close/>
                <a:moveTo>
                  <a:pt x="1314450" y="762000"/>
                </a:moveTo>
                <a:cubicBezTo>
                  <a:pt x="1419663" y="762000"/>
                  <a:pt x="1504950" y="847287"/>
                  <a:pt x="1504950" y="952500"/>
                </a:cubicBezTo>
                <a:lnTo>
                  <a:pt x="1504950" y="1123950"/>
                </a:lnTo>
                <a:lnTo>
                  <a:pt x="1676400" y="1123950"/>
                </a:lnTo>
                <a:cubicBezTo>
                  <a:pt x="1781613" y="1123950"/>
                  <a:pt x="1866900" y="1209237"/>
                  <a:pt x="1866900" y="1314450"/>
                </a:cubicBezTo>
                <a:cubicBezTo>
                  <a:pt x="1866900" y="1419663"/>
                  <a:pt x="1781613" y="1504950"/>
                  <a:pt x="1676400" y="1504950"/>
                </a:cubicBezTo>
                <a:lnTo>
                  <a:pt x="1504950" y="1504950"/>
                </a:lnTo>
                <a:lnTo>
                  <a:pt x="1504950" y="1676400"/>
                </a:lnTo>
                <a:cubicBezTo>
                  <a:pt x="1504950" y="1781613"/>
                  <a:pt x="1419663" y="1866900"/>
                  <a:pt x="1314450" y="1866900"/>
                </a:cubicBezTo>
                <a:cubicBezTo>
                  <a:pt x="1209237" y="1866900"/>
                  <a:pt x="1123950" y="1781613"/>
                  <a:pt x="1123950" y="1676400"/>
                </a:cubicBezTo>
                <a:lnTo>
                  <a:pt x="1123950" y="1504950"/>
                </a:lnTo>
                <a:lnTo>
                  <a:pt x="952500" y="1504950"/>
                </a:lnTo>
                <a:cubicBezTo>
                  <a:pt x="847287" y="1504950"/>
                  <a:pt x="762000" y="1419663"/>
                  <a:pt x="762000" y="1314450"/>
                </a:cubicBezTo>
                <a:cubicBezTo>
                  <a:pt x="762000" y="1209237"/>
                  <a:pt x="847287" y="1123950"/>
                  <a:pt x="952500" y="1123950"/>
                </a:cubicBezTo>
                <a:lnTo>
                  <a:pt x="1123950" y="1123950"/>
                </a:lnTo>
                <a:lnTo>
                  <a:pt x="1123950" y="952500"/>
                </a:lnTo>
                <a:cubicBezTo>
                  <a:pt x="1123950" y="847287"/>
                  <a:pt x="1209237" y="762000"/>
                  <a:pt x="1314450" y="762000"/>
                </a:cubicBezTo>
                <a:close/>
                <a:moveTo>
                  <a:pt x="2628900" y="381000"/>
                </a:moveTo>
                <a:lnTo>
                  <a:pt x="2628900" y="2257425"/>
                </a:lnTo>
                <a:lnTo>
                  <a:pt x="4495800" y="2257425"/>
                </a:lnTo>
                <a:lnTo>
                  <a:pt x="4495800" y="762000"/>
                </a:lnTo>
                <a:cubicBezTo>
                  <a:pt x="4495800" y="551916"/>
                  <a:pt x="4324883" y="381000"/>
                  <a:pt x="4114800" y="381000"/>
                </a:cubicBezTo>
                <a:close/>
                <a:moveTo>
                  <a:pt x="762000" y="381000"/>
                </a:moveTo>
                <a:cubicBezTo>
                  <a:pt x="551916" y="381000"/>
                  <a:pt x="381000" y="551916"/>
                  <a:pt x="381000" y="762000"/>
                </a:cubicBezTo>
                <a:lnTo>
                  <a:pt x="381000" y="2257425"/>
                </a:lnTo>
                <a:lnTo>
                  <a:pt x="2247900" y="2257425"/>
                </a:lnTo>
                <a:lnTo>
                  <a:pt x="2247900" y="381000"/>
                </a:lnTo>
                <a:close/>
                <a:moveTo>
                  <a:pt x="762000" y="0"/>
                </a:moveTo>
                <a:lnTo>
                  <a:pt x="4114800" y="0"/>
                </a:lnTo>
                <a:cubicBezTo>
                  <a:pt x="4534967" y="0"/>
                  <a:pt x="4876800" y="341833"/>
                  <a:pt x="4876800" y="762000"/>
                </a:cubicBezTo>
                <a:lnTo>
                  <a:pt x="4876800" y="3162300"/>
                </a:lnTo>
                <a:cubicBezTo>
                  <a:pt x="4876800" y="3267513"/>
                  <a:pt x="4791513" y="3352800"/>
                  <a:pt x="4686300" y="3352800"/>
                </a:cubicBezTo>
                <a:cubicBezTo>
                  <a:pt x="4581087" y="3352800"/>
                  <a:pt x="4495800" y="3267513"/>
                  <a:pt x="4495800" y="3162300"/>
                </a:cubicBezTo>
                <a:lnTo>
                  <a:pt x="4495800" y="2638425"/>
                </a:lnTo>
                <a:lnTo>
                  <a:pt x="2628900" y="2638425"/>
                </a:lnTo>
                <a:lnTo>
                  <a:pt x="2628900" y="4495800"/>
                </a:lnTo>
                <a:lnTo>
                  <a:pt x="4114800" y="4495800"/>
                </a:lnTo>
                <a:cubicBezTo>
                  <a:pt x="4324883" y="4495800"/>
                  <a:pt x="4495800" y="4324883"/>
                  <a:pt x="4495800" y="4114800"/>
                </a:cubicBezTo>
                <a:cubicBezTo>
                  <a:pt x="4495800" y="4009587"/>
                  <a:pt x="4581087" y="3924300"/>
                  <a:pt x="4686300" y="3924300"/>
                </a:cubicBezTo>
                <a:cubicBezTo>
                  <a:pt x="4791513" y="3924300"/>
                  <a:pt x="4876800" y="4009587"/>
                  <a:pt x="4876800" y="4114800"/>
                </a:cubicBezTo>
                <a:cubicBezTo>
                  <a:pt x="4876800" y="4534967"/>
                  <a:pt x="4534967" y="4876800"/>
                  <a:pt x="4114800" y="4876800"/>
                </a:cubicBezTo>
                <a:lnTo>
                  <a:pt x="762000" y="4876800"/>
                </a:lnTo>
                <a:cubicBezTo>
                  <a:pt x="341833" y="4876800"/>
                  <a:pt x="0" y="4534967"/>
                  <a:pt x="0" y="4114800"/>
                </a:cubicBezTo>
                <a:lnTo>
                  <a:pt x="0" y="762000"/>
                </a:lnTo>
                <a:cubicBezTo>
                  <a:pt x="0" y="341833"/>
                  <a:pt x="341833" y="0"/>
                  <a:pt x="762000"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Freeform: Shape 83"/>
          <p:cNvSpPr>
            <a:spLocks noChangeAspect="1"/>
          </p:cNvSpPr>
          <p:nvPr/>
        </p:nvSpPr>
        <p:spPr>
          <a:xfrm>
            <a:off x="6647549" y="3258643"/>
            <a:ext cx="348866" cy="348866"/>
          </a:xfrm>
          <a:custGeom>
            <a:avLst/>
            <a:gdLst>
              <a:gd name="connsiteX0" fmla="*/ 381000 w 4876800"/>
              <a:gd name="connsiteY0" fmla="*/ 2067220 h 4876800"/>
              <a:gd name="connsiteX1" fmla="*/ 381000 w 4876800"/>
              <a:gd name="connsiteY1" fmla="*/ 2428580 h 4876800"/>
              <a:gd name="connsiteX2" fmla="*/ 628993 w 4876800"/>
              <a:gd name="connsiteY2" fmla="*/ 2247900 h 4876800"/>
              <a:gd name="connsiteX3" fmla="*/ 2800350 w 4876800"/>
              <a:gd name="connsiteY3" fmla="*/ 1371600 h 4876800"/>
              <a:gd name="connsiteX4" fmla="*/ 2541070 w 4876800"/>
              <a:gd name="connsiteY4" fmla="*/ 1410757 h 4876800"/>
              <a:gd name="connsiteX5" fmla="*/ 2625271 w 4876800"/>
              <a:gd name="connsiteY5" fmla="*/ 1558004 h 4876800"/>
              <a:gd name="connsiteX6" fmla="*/ 2554471 w 4876800"/>
              <a:gd name="connsiteY6" fmla="*/ 1817941 h 4876800"/>
              <a:gd name="connsiteX7" fmla="*/ 2460079 w 4876800"/>
              <a:gd name="connsiteY7" fmla="*/ 1843106 h 4876800"/>
              <a:gd name="connsiteX8" fmla="*/ 2294534 w 4876800"/>
              <a:gd name="connsiteY8" fmla="*/ 1747142 h 4876800"/>
              <a:gd name="connsiteX9" fmla="*/ 2210581 w 4876800"/>
              <a:gd name="connsiteY9" fmla="*/ 1600333 h 4876800"/>
              <a:gd name="connsiteX10" fmla="*/ 1944967 w 4876800"/>
              <a:gd name="connsiteY10" fmla="*/ 2057400 h 4876800"/>
              <a:gd name="connsiteX11" fmla="*/ 2114550 w 4876800"/>
              <a:gd name="connsiteY11" fmla="*/ 2057400 h 4876800"/>
              <a:gd name="connsiteX12" fmla="*/ 2305050 w 4876800"/>
              <a:gd name="connsiteY12" fmla="*/ 2247900 h 4876800"/>
              <a:gd name="connsiteX13" fmla="*/ 2114550 w 4876800"/>
              <a:gd name="connsiteY13" fmla="*/ 2438400 h 4876800"/>
              <a:gd name="connsiteX14" fmla="*/ 1944957 w 4876800"/>
              <a:gd name="connsiteY14" fmla="*/ 2438400 h 4876800"/>
              <a:gd name="connsiteX15" fmla="*/ 2210571 w 4876800"/>
              <a:gd name="connsiteY15" fmla="*/ 2895466 h 4876800"/>
              <a:gd name="connsiteX16" fmla="*/ 2294525 w 4876800"/>
              <a:gd name="connsiteY16" fmla="*/ 2748658 h 4876800"/>
              <a:gd name="connsiteX17" fmla="*/ 2554462 w 4876800"/>
              <a:gd name="connsiteY17" fmla="*/ 2677858 h 4876800"/>
              <a:gd name="connsiteX18" fmla="*/ 2625261 w 4876800"/>
              <a:gd name="connsiteY18" fmla="*/ 2937795 h 4876800"/>
              <a:gd name="connsiteX19" fmla="*/ 2541060 w 4876800"/>
              <a:gd name="connsiteY19" fmla="*/ 3085033 h 4876800"/>
              <a:gd name="connsiteX20" fmla="*/ 2800350 w 4876800"/>
              <a:gd name="connsiteY20" fmla="*/ 3124200 h 4876800"/>
              <a:gd name="connsiteX21" fmla="*/ 3059630 w 4876800"/>
              <a:gd name="connsiteY21" fmla="*/ 3085043 h 4876800"/>
              <a:gd name="connsiteX22" fmla="*/ 2975429 w 4876800"/>
              <a:gd name="connsiteY22" fmla="*/ 2937805 h 4876800"/>
              <a:gd name="connsiteX23" fmla="*/ 3046228 w 4876800"/>
              <a:gd name="connsiteY23" fmla="*/ 2677868 h 4876800"/>
              <a:gd name="connsiteX24" fmla="*/ 3306165 w 4876800"/>
              <a:gd name="connsiteY24" fmla="*/ 2748667 h 4876800"/>
              <a:gd name="connsiteX25" fmla="*/ 3390119 w 4876800"/>
              <a:gd name="connsiteY25" fmla="*/ 2895476 h 4876800"/>
              <a:gd name="connsiteX26" fmla="*/ 3655733 w 4876800"/>
              <a:gd name="connsiteY26" fmla="*/ 2438409 h 4876800"/>
              <a:gd name="connsiteX27" fmla="*/ 3486150 w 4876800"/>
              <a:gd name="connsiteY27" fmla="*/ 2438409 h 4876800"/>
              <a:gd name="connsiteX28" fmla="*/ 3295650 w 4876800"/>
              <a:gd name="connsiteY28" fmla="*/ 2247909 h 4876800"/>
              <a:gd name="connsiteX29" fmla="*/ 3486150 w 4876800"/>
              <a:gd name="connsiteY29" fmla="*/ 2057409 h 4876800"/>
              <a:gd name="connsiteX30" fmla="*/ 3655742 w 4876800"/>
              <a:gd name="connsiteY30" fmla="*/ 2057409 h 4876800"/>
              <a:gd name="connsiteX31" fmla="*/ 3390128 w 4876800"/>
              <a:gd name="connsiteY31" fmla="*/ 1600343 h 4876800"/>
              <a:gd name="connsiteX32" fmla="*/ 3306175 w 4876800"/>
              <a:gd name="connsiteY32" fmla="*/ 1747151 h 4876800"/>
              <a:gd name="connsiteX33" fmla="*/ 3140630 w 4876800"/>
              <a:gd name="connsiteY33" fmla="*/ 1843116 h 4876800"/>
              <a:gd name="connsiteX34" fmla="*/ 3046238 w 4876800"/>
              <a:gd name="connsiteY34" fmla="*/ 1817951 h 4876800"/>
              <a:gd name="connsiteX35" fmla="*/ 2975438 w 4876800"/>
              <a:gd name="connsiteY35" fmla="*/ 1558014 h 4876800"/>
              <a:gd name="connsiteX36" fmla="*/ 3059639 w 4876800"/>
              <a:gd name="connsiteY36" fmla="*/ 1410767 h 4876800"/>
              <a:gd name="connsiteX37" fmla="*/ 2800350 w 4876800"/>
              <a:gd name="connsiteY37" fmla="*/ 1371600 h 4876800"/>
              <a:gd name="connsiteX38" fmla="*/ 2800350 w 4876800"/>
              <a:gd name="connsiteY38" fmla="*/ 990600 h 4876800"/>
              <a:gd name="connsiteX39" fmla="*/ 3418961 w 4876800"/>
              <a:gd name="connsiteY39" fmla="*/ 1153658 h 4876800"/>
              <a:gd name="connsiteX40" fmla="*/ 3424504 w 4876800"/>
              <a:gd name="connsiteY40" fmla="*/ 1156468 h 4876800"/>
              <a:gd name="connsiteX41" fmla="*/ 3429724 w 4876800"/>
              <a:gd name="connsiteY41" fmla="*/ 1159802 h 4876800"/>
              <a:gd name="connsiteX42" fmla="*/ 4057650 w 4876800"/>
              <a:gd name="connsiteY42" fmla="*/ 2247900 h 4876800"/>
              <a:gd name="connsiteX43" fmla="*/ 3429629 w 4876800"/>
              <a:gd name="connsiteY43" fmla="*/ 3336055 h 4876800"/>
              <a:gd name="connsiteX44" fmla="*/ 3424504 w 4876800"/>
              <a:gd name="connsiteY44" fmla="*/ 3339332 h 4876800"/>
              <a:gd name="connsiteX45" fmla="*/ 3415084 w 4876800"/>
              <a:gd name="connsiteY45" fmla="*/ 3344313 h 4876800"/>
              <a:gd name="connsiteX46" fmla="*/ 2800350 w 4876800"/>
              <a:gd name="connsiteY46" fmla="*/ 3505200 h 4876800"/>
              <a:gd name="connsiteX47" fmla="*/ 2185578 w 4876800"/>
              <a:gd name="connsiteY47" fmla="*/ 3344284 h 4876800"/>
              <a:gd name="connsiteX48" fmla="*/ 2176196 w 4876800"/>
              <a:gd name="connsiteY48" fmla="*/ 3339322 h 4876800"/>
              <a:gd name="connsiteX49" fmla="*/ 2171071 w 4876800"/>
              <a:gd name="connsiteY49" fmla="*/ 3336045 h 4876800"/>
              <a:gd name="connsiteX50" fmla="*/ 1543050 w 4876800"/>
              <a:gd name="connsiteY50" fmla="*/ 2247900 h 4876800"/>
              <a:gd name="connsiteX51" fmla="*/ 2170985 w 4876800"/>
              <a:gd name="connsiteY51" fmla="*/ 1159802 h 4876800"/>
              <a:gd name="connsiteX52" fmla="*/ 2176196 w 4876800"/>
              <a:gd name="connsiteY52" fmla="*/ 1156459 h 4876800"/>
              <a:gd name="connsiteX53" fmla="*/ 2181730 w 4876800"/>
              <a:gd name="connsiteY53" fmla="*/ 1153658 h 4876800"/>
              <a:gd name="connsiteX54" fmla="*/ 2800350 w 4876800"/>
              <a:gd name="connsiteY54" fmla="*/ 990600 h 4876800"/>
              <a:gd name="connsiteX55" fmla="*/ 762000 w 4876800"/>
              <a:gd name="connsiteY55" fmla="*/ 0 h 4876800"/>
              <a:gd name="connsiteX56" fmla="*/ 4114800 w 4876800"/>
              <a:gd name="connsiteY56" fmla="*/ 0 h 4876800"/>
              <a:gd name="connsiteX57" fmla="*/ 4876800 w 4876800"/>
              <a:gd name="connsiteY57" fmla="*/ 762000 h 4876800"/>
              <a:gd name="connsiteX58" fmla="*/ 4876800 w 4876800"/>
              <a:gd name="connsiteY58" fmla="*/ 2781300 h 4876800"/>
              <a:gd name="connsiteX59" fmla="*/ 4686300 w 4876800"/>
              <a:gd name="connsiteY59" fmla="*/ 2971800 h 4876800"/>
              <a:gd name="connsiteX60" fmla="*/ 4495800 w 4876800"/>
              <a:gd name="connsiteY60" fmla="*/ 2781300 h 4876800"/>
              <a:gd name="connsiteX61" fmla="*/ 4495800 w 4876800"/>
              <a:gd name="connsiteY61" fmla="*/ 762000 h 4876800"/>
              <a:gd name="connsiteX62" fmla="*/ 4114800 w 4876800"/>
              <a:gd name="connsiteY62" fmla="*/ 381000 h 4876800"/>
              <a:gd name="connsiteX63" fmla="*/ 762000 w 4876800"/>
              <a:gd name="connsiteY63" fmla="*/ 381000 h 4876800"/>
              <a:gd name="connsiteX64" fmla="*/ 381000 w 4876800"/>
              <a:gd name="connsiteY64" fmla="*/ 762000 h 4876800"/>
              <a:gd name="connsiteX65" fmla="*/ 381000 w 4876800"/>
              <a:gd name="connsiteY65" fmla="*/ 1597161 h 4876800"/>
              <a:gd name="connsiteX66" fmla="*/ 397926 w 4876800"/>
              <a:gd name="connsiteY66" fmla="*/ 1608153 h 4876800"/>
              <a:gd name="connsiteX67" fmla="*/ 1064676 w 4876800"/>
              <a:gd name="connsiteY67" fmla="*/ 2093928 h 4876800"/>
              <a:gd name="connsiteX68" fmla="*/ 1143000 w 4876800"/>
              <a:gd name="connsiteY68" fmla="*/ 2247900 h 4876800"/>
              <a:gd name="connsiteX69" fmla="*/ 1064676 w 4876800"/>
              <a:gd name="connsiteY69" fmla="*/ 2401871 h 4876800"/>
              <a:gd name="connsiteX70" fmla="*/ 397926 w 4876800"/>
              <a:gd name="connsiteY70" fmla="*/ 2887647 h 4876800"/>
              <a:gd name="connsiteX71" fmla="*/ 381000 w 4876800"/>
              <a:gd name="connsiteY71" fmla="*/ 2898524 h 4876800"/>
              <a:gd name="connsiteX72" fmla="*/ 381000 w 4876800"/>
              <a:gd name="connsiteY72" fmla="*/ 3733800 h 4876800"/>
              <a:gd name="connsiteX73" fmla="*/ 762000 w 4876800"/>
              <a:gd name="connsiteY73" fmla="*/ 4114800 h 4876800"/>
              <a:gd name="connsiteX74" fmla="*/ 4114800 w 4876800"/>
              <a:gd name="connsiteY74" fmla="*/ 4114800 h 4876800"/>
              <a:gd name="connsiteX75" fmla="*/ 4495800 w 4876800"/>
              <a:gd name="connsiteY75" fmla="*/ 3733800 h 4876800"/>
              <a:gd name="connsiteX76" fmla="*/ 4686300 w 4876800"/>
              <a:gd name="connsiteY76" fmla="*/ 3543300 h 4876800"/>
              <a:gd name="connsiteX77" fmla="*/ 4876800 w 4876800"/>
              <a:gd name="connsiteY77" fmla="*/ 3733800 h 4876800"/>
              <a:gd name="connsiteX78" fmla="*/ 4114800 w 4876800"/>
              <a:gd name="connsiteY78" fmla="*/ 4495800 h 4876800"/>
              <a:gd name="connsiteX79" fmla="*/ 4114800 w 4876800"/>
              <a:gd name="connsiteY79" fmla="*/ 4686300 h 4876800"/>
              <a:gd name="connsiteX80" fmla="*/ 3924300 w 4876800"/>
              <a:gd name="connsiteY80" fmla="*/ 4876800 h 4876800"/>
              <a:gd name="connsiteX81" fmla="*/ 3543300 w 4876800"/>
              <a:gd name="connsiteY81" fmla="*/ 4876800 h 4876800"/>
              <a:gd name="connsiteX82" fmla="*/ 3352800 w 4876800"/>
              <a:gd name="connsiteY82" fmla="*/ 4686300 h 4876800"/>
              <a:gd name="connsiteX83" fmla="*/ 3352800 w 4876800"/>
              <a:gd name="connsiteY83" fmla="*/ 4495800 h 4876800"/>
              <a:gd name="connsiteX84" fmla="*/ 1524000 w 4876800"/>
              <a:gd name="connsiteY84" fmla="*/ 4495800 h 4876800"/>
              <a:gd name="connsiteX85" fmla="*/ 1524000 w 4876800"/>
              <a:gd name="connsiteY85" fmla="*/ 4686300 h 4876800"/>
              <a:gd name="connsiteX86" fmla="*/ 1333500 w 4876800"/>
              <a:gd name="connsiteY86" fmla="*/ 4876800 h 4876800"/>
              <a:gd name="connsiteX87" fmla="*/ 952500 w 4876800"/>
              <a:gd name="connsiteY87" fmla="*/ 4876800 h 4876800"/>
              <a:gd name="connsiteX88" fmla="*/ 762000 w 4876800"/>
              <a:gd name="connsiteY88" fmla="*/ 4686300 h 4876800"/>
              <a:gd name="connsiteX89" fmla="*/ 762000 w 4876800"/>
              <a:gd name="connsiteY89" fmla="*/ 4495800 h 4876800"/>
              <a:gd name="connsiteX90" fmla="*/ 0 w 4876800"/>
              <a:gd name="connsiteY90" fmla="*/ 3733800 h 4876800"/>
              <a:gd name="connsiteX91" fmla="*/ 0 w 4876800"/>
              <a:gd name="connsiteY91" fmla="*/ 762000 h 4876800"/>
              <a:gd name="connsiteX92" fmla="*/ 762000 w 4876800"/>
              <a:gd name="connsiteY92"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4876800" h="4876800">
                <a:moveTo>
                  <a:pt x="381000" y="2067220"/>
                </a:moveTo>
                <a:lnTo>
                  <a:pt x="381000" y="2428580"/>
                </a:lnTo>
                <a:lnTo>
                  <a:pt x="628993" y="2247900"/>
                </a:lnTo>
                <a:close/>
                <a:moveTo>
                  <a:pt x="2800350" y="1371600"/>
                </a:moveTo>
                <a:cubicBezTo>
                  <a:pt x="2710120" y="1371600"/>
                  <a:pt x="2623032" y="1385316"/>
                  <a:pt x="2541070" y="1410757"/>
                </a:cubicBezTo>
                <a:lnTo>
                  <a:pt x="2625271" y="1558004"/>
                </a:lnTo>
                <a:cubicBezTo>
                  <a:pt x="2677496" y="1649330"/>
                  <a:pt x="2645797" y="1765716"/>
                  <a:pt x="2554471" y="1817941"/>
                </a:cubicBezTo>
                <a:cubicBezTo>
                  <a:pt x="2524639" y="1835001"/>
                  <a:pt x="2492140" y="1843106"/>
                  <a:pt x="2460079" y="1843106"/>
                </a:cubicBezTo>
                <a:cubicBezTo>
                  <a:pt x="2393956" y="1843106"/>
                  <a:pt x="2329700" y="1808654"/>
                  <a:pt x="2294534" y="1747142"/>
                </a:cubicBezTo>
                <a:lnTo>
                  <a:pt x="2210581" y="1600333"/>
                </a:lnTo>
                <a:cubicBezTo>
                  <a:pt x="2079545" y="1719777"/>
                  <a:pt x="1984810" y="1878368"/>
                  <a:pt x="1944967" y="2057400"/>
                </a:cubicBezTo>
                <a:lnTo>
                  <a:pt x="2114550" y="2057400"/>
                </a:lnTo>
                <a:cubicBezTo>
                  <a:pt x="2219763" y="2057400"/>
                  <a:pt x="2305050" y="2142687"/>
                  <a:pt x="2305050" y="2247900"/>
                </a:cubicBezTo>
                <a:cubicBezTo>
                  <a:pt x="2305050" y="2353113"/>
                  <a:pt x="2219763" y="2438400"/>
                  <a:pt x="2114550" y="2438400"/>
                </a:cubicBezTo>
                <a:lnTo>
                  <a:pt x="1944957" y="2438400"/>
                </a:lnTo>
                <a:cubicBezTo>
                  <a:pt x="1984800" y="2617432"/>
                  <a:pt x="2079536" y="2776014"/>
                  <a:pt x="2210571" y="2895466"/>
                </a:cubicBezTo>
                <a:lnTo>
                  <a:pt x="2294525" y="2748658"/>
                </a:lnTo>
                <a:cubicBezTo>
                  <a:pt x="2346750" y="2657332"/>
                  <a:pt x="2463127" y="2625633"/>
                  <a:pt x="2554462" y="2677858"/>
                </a:cubicBezTo>
                <a:cubicBezTo>
                  <a:pt x="2645788" y="2730084"/>
                  <a:pt x="2677487" y="2846460"/>
                  <a:pt x="2625261" y="2937795"/>
                </a:cubicBezTo>
                <a:lnTo>
                  <a:pt x="2541060" y="3085033"/>
                </a:lnTo>
                <a:cubicBezTo>
                  <a:pt x="2623042" y="3110484"/>
                  <a:pt x="2710120" y="3124200"/>
                  <a:pt x="2800350" y="3124200"/>
                </a:cubicBezTo>
                <a:cubicBezTo>
                  <a:pt x="2890580" y="3124200"/>
                  <a:pt x="2977658" y="3110484"/>
                  <a:pt x="3059630" y="3085043"/>
                </a:cubicBezTo>
                <a:lnTo>
                  <a:pt x="2975429" y="2937805"/>
                </a:lnTo>
                <a:cubicBezTo>
                  <a:pt x="2923203" y="2846470"/>
                  <a:pt x="2954903" y="2730093"/>
                  <a:pt x="3046228" y="2677868"/>
                </a:cubicBezTo>
                <a:cubicBezTo>
                  <a:pt x="3137582" y="2625642"/>
                  <a:pt x="3253949" y="2657341"/>
                  <a:pt x="3306165" y="2748667"/>
                </a:cubicBezTo>
                <a:lnTo>
                  <a:pt x="3390119" y="2895476"/>
                </a:lnTo>
                <a:cubicBezTo>
                  <a:pt x="3521154" y="2776023"/>
                  <a:pt x="3615890" y="2617441"/>
                  <a:pt x="3655733" y="2438409"/>
                </a:cubicBezTo>
                <a:lnTo>
                  <a:pt x="3486150" y="2438409"/>
                </a:lnTo>
                <a:cubicBezTo>
                  <a:pt x="3380937" y="2438409"/>
                  <a:pt x="3295650" y="2353122"/>
                  <a:pt x="3295650" y="2247909"/>
                </a:cubicBezTo>
                <a:cubicBezTo>
                  <a:pt x="3295650" y="2142696"/>
                  <a:pt x="3380937" y="2057409"/>
                  <a:pt x="3486150" y="2057409"/>
                </a:cubicBezTo>
                <a:lnTo>
                  <a:pt x="3655742" y="2057409"/>
                </a:lnTo>
                <a:cubicBezTo>
                  <a:pt x="3615899" y="1878377"/>
                  <a:pt x="3521164" y="1719786"/>
                  <a:pt x="3390128" y="1600343"/>
                </a:cubicBezTo>
                <a:lnTo>
                  <a:pt x="3306175" y="1747151"/>
                </a:lnTo>
                <a:cubicBezTo>
                  <a:pt x="3271009" y="1808654"/>
                  <a:pt x="3206743" y="1843116"/>
                  <a:pt x="3140630" y="1843116"/>
                </a:cubicBezTo>
                <a:cubicBezTo>
                  <a:pt x="3108569" y="1843116"/>
                  <a:pt x="3076070" y="1835010"/>
                  <a:pt x="3046238" y="1817951"/>
                </a:cubicBezTo>
                <a:cubicBezTo>
                  <a:pt x="2954912" y="1765725"/>
                  <a:pt x="2923213" y="1649339"/>
                  <a:pt x="2975438" y="1558014"/>
                </a:cubicBezTo>
                <a:lnTo>
                  <a:pt x="3059639" y="1410767"/>
                </a:lnTo>
                <a:cubicBezTo>
                  <a:pt x="2977667" y="1385316"/>
                  <a:pt x="2890580" y="1371600"/>
                  <a:pt x="2800350" y="1371600"/>
                </a:cubicBezTo>
                <a:close/>
                <a:moveTo>
                  <a:pt x="2800350" y="990600"/>
                </a:moveTo>
                <a:cubicBezTo>
                  <a:pt x="3025083" y="990600"/>
                  <a:pt x="3236204" y="1049931"/>
                  <a:pt x="3418961" y="1153658"/>
                </a:cubicBezTo>
                <a:cubicBezTo>
                  <a:pt x="3420799" y="1154630"/>
                  <a:pt x="3422685" y="1155430"/>
                  <a:pt x="3424504" y="1156468"/>
                </a:cubicBezTo>
                <a:cubicBezTo>
                  <a:pt x="3426323" y="1157497"/>
                  <a:pt x="3427962" y="1158716"/>
                  <a:pt x="3429724" y="1159802"/>
                </a:cubicBezTo>
                <a:cubicBezTo>
                  <a:pt x="3804837" y="1377620"/>
                  <a:pt x="4057650" y="1783775"/>
                  <a:pt x="4057650" y="2247900"/>
                </a:cubicBezTo>
                <a:cubicBezTo>
                  <a:pt x="4057650" y="2712062"/>
                  <a:pt x="3804799" y="3118247"/>
                  <a:pt x="3429629" y="3336055"/>
                </a:cubicBezTo>
                <a:cubicBezTo>
                  <a:pt x="3427885" y="3337122"/>
                  <a:pt x="3426285" y="3338312"/>
                  <a:pt x="3424504" y="3339332"/>
                </a:cubicBezTo>
                <a:cubicBezTo>
                  <a:pt x="3421399" y="3341103"/>
                  <a:pt x="3418246" y="3342722"/>
                  <a:pt x="3415084" y="3344313"/>
                </a:cubicBezTo>
                <a:cubicBezTo>
                  <a:pt x="3233214" y="3446688"/>
                  <a:pt x="3023502" y="3505200"/>
                  <a:pt x="2800350" y="3505200"/>
                </a:cubicBezTo>
                <a:cubicBezTo>
                  <a:pt x="2577179" y="3505200"/>
                  <a:pt x="2367458" y="3446678"/>
                  <a:pt x="2185578" y="3344284"/>
                </a:cubicBezTo>
                <a:cubicBezTo>
                  <a:pt x="2182425" y="3342703"/>
                  <a:pt x="2179291" y="3341094"/>
                  <a:pt x="2176196" y="3339322"/>
                </a:cubicBezTo>
                <a:cubicBezTo>
                  <a:pt x="2174414" y="3338312"/>
                  <a:pt x="2172805" y="3337112"/>
                  <a:pt x="2171071" y="3336045"/>
                </a:cubicBezTo>
                <a:cubicBezTo>
                  <a:pt x="1795900" y="3118247"/>
                  <a:pt x="1543050" y="2712062"/>
                  <a:pt x="1543050" y="2247900"/>
                </a:cubicBezTo>
                <a:cubicBezTo>
                  <a:pt x="1543050" y="1783775"/>
                  <a:pt x="1795862" y="1377620"/>
                  <a:pt x="2170985" y="1159802"/>
                </a:cubicBezTo>
                <a:cubicBezTo>
                  <a:pt x="2172748" y="1158716"/>
                  <a:pt x="2174386" y="1157487"/>
                  <a:pt x="2176196" y="1156459"/>
                </a:cubicBezTo>
                <a:cubicBezTo>
                  <a:pt x="2178005" y="1155430"/>
                  <a:pt x="2179891" y="1154630"/>
                  <a:pt x="2181730" y="1153658"/>
                </a:cubicBezTo>
                <a:cubicBezTo>
                  <a:pt x="2364486" y="1049931"/>
                  <a:pt x="2575607" y="990600"/>
                  <a:pt x="2800350" y="990600"/>
                </a:cubicBezTo>
                <a:close/>
                <a:moveTo>
                  <a:pt x="762000" y="0"/>
                </a:moveTo>
                <a:lnTo>
                  <a:pt x="4114800" y="0"/>
                </a:lnTo>
                <a:cubicBezTo>
                  <a:pt x="4534967" y="0"/>
                  <a:pt x="4876800" y="341833"/>
                  <a:pt x="4876800" y="762000"/>
                </a:cubicBezTo>
                <a:lnTo>
                  <a:pt x="4876800" y="2781300"/>
                </a:lnTo>
                <a:cubicBezTo>
                  <a:pt x="4876800" y="2886513"/>
                  <a:pt x="4791513" y="2971800"/>
                  <a:pt x="4686300" y="2971800"/>
                </a:cubicBezTo>
                <a:cubicBezTo>
                  <a:pt x="4581087" y="2971800"/>
                  <a:pt x="4495800" y="2886513"/>
                  <a:pt x="4495800" y="2781300"/>
                </a:cubicBezTo>
                <a:lnTo>
                  <a:pt x="4495800" y="762000"/>
                </a:lnTo>
                <a:cubicBezTo>
                  <a:pt x="4495800" y="551916"/>
                  <a:pt x="4324883" y="381000"/>
                  <a:pt x="4114800" y="381000"/>
                </a:cubicBezTo>
                <a:lnTo>
                  <a:pt x="762000" y="381000"/>
                </a:lnTo>
                <a:cubicBezTo>
                  <a:pt x="551916" y="381000"/>
                  <a:pt x="381000" y="551916"/>
                  <a:pt x="381000" y="762000"/>
                </a:cubicBezTo>
                <a:lnTo>
                  <a:pt x="381000" y="1597161"/>
                </a:lnTo>
                <a:cubicBezTo>
                  <a:pt x="386762" y="1600505"/>
                  <a:pt x="392420" y="1604143"/>
                  <a:pt x="397926" y="1608153"/>
                </a:cubicBezTo>
                <a:lnTo>
                  <a:pt x="1064676" y="2093928"/>
                </a:lnTo>
                <a:cubicBezTo>
                  <a:pt x="1113891" y="2129790"/>
                  <a:pt x="1143000" y="2187006"/>
                  <a:pt x="1143000" y="2247900"/>
                </a:cubicBezTo>
                <a:cubicBezTo>
                  <a:pt x="1143000" y="2308793"/>
                  <a:pt x="1113891" y="2366010"/>
                  <a:pt x="1064676" y="2401871"/>
                </a:cubicBezTo>
                <a:lnTo>
                  <a:pt x="397926" y="2887647"/>
                </a:lnTo>
                <a:cubicBezTo>
                  <a:pt x="392439" y="2891647"/>
                  <a:pt x="386753" y="2895190"/>
                  <a:pt x="381000" y="2898524"/>
                </a:cubicBezTo>
                <a:lnTo>
                  <a:pt x="381000" y="3733800"/>
                </a:lnTo>
                <a:cubicBezTo>
                  <a:pt x="381000" y="3943883"/>
                  <a:pt x="551916" y="4114800"/>
                  <a:pt x="762000" y="4114800"/>
                </a:cubicBezTo>
                <a:lnTo>
                  <a:pt x="4114800" y="4114800"/>
                </a:lnTo>
                <a:cubicBezTo>
                  <a:pt x="4324883" y="4114800"/>
                  <a:pt x="4495800" y="3943883"/>
                  <a:pt x="4495800" y="3733800"/>
                </a:cubicBezTo>
                <a:cubicBezTo>
                  <a:pt x="4495800" y="3628587"/>
                  <a:pt x="4581087" y="3543300"/>
                  <a:pt x="4686300" y="3543300"/>
                </a:cubicBezTo>
                <a:cubicBezTo>
                  <a:pt x="4791513" y="3543300"/>
                  <a:pt x="4876800" y="3628587"/>
                  <a:pt x="4876800" y="3733800"/>
                </a:cubicBezTo>
                <a:cubicBezTo>
                  <a:pt x="4876800" y="4153967"/>
                  <a:pt x="4534967" y="4495800"/>
                  <a:pt x="4114800" y="4495800"/>
                </a:cubicBezTo>
                <a:lnTo>
                  <a:pt x="4114800" y="4686300"/>
                </a:lnTo>
                <a:cubicBezTo>
                  <a:pt x="4114800" y="4791513"/>
                  <a:pt x="4029513" y="4876800"/>
                  <a:pt x="3924300" y="4876800"/>
                </a:cubicBezTo>
                <a:lnTo>
                  <a:pt x="3543300" y="4876800"/>
                </a:lnTo>
                <a:cubicBezTo>
                  <a:pt x="3438087" y="4876800"/>
                  <a:pt x="3352800" y="4791513"/>
                  <a:pt x="3352800" y="4686300"/>
                </a:cubicBezTo>
                <a:lnTo>
                  <a:pt x="3352800" y="4495800"/>
                </a:lnTo>
                <a:lnTo>
                  <a:pt x="1524000" y="4495800"/>
                </a:lnTo>
                <a:lnTo>
                  <a:pt x="1524000" y="4686300"/>
                </a:lnTo>
                <a:cubicBezTo>
                  <a:pt x="1524000" y="4791513"/>
                  <a:pt x="1438713" y="4876800"/>
                  <a:pt x="1333500" y="4876800"/>
                </a:cubicBezTo>
                <a:lnTo>
                  <a:pt x="952500" y="4876800"/>
                </a:lnTo>
                <a:cubicBezTo>
                  <a:pt x="847287" y="4876800"/>
                  <a:pt x="762000" y="4791513"/>
                  <a:pt x="762000" y="4686300"/>
                </a:cubicBezTo>
                <a:lnTo>
                  <a:pt x="762000" y="4495800"/>
                </a:lnTo>
                <a:cubicBezTo>
                  <a:pt x="341833" y="4495800"/>
                  <a:pt x="0" y="4153967"/>
                  <a:pt x="0" y="3733800"/>
                </a:cubicBezTo>
                <a:lnTo>
                  <a:pt x="0" y="762000"/>
                </a:lnTo>
                <a:cubicBezTo>
                  <a:pt x="0" y="341833"/>
                  <a:pt x="341833" y="0"/>
                  <a:pt x="762000" y="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Freeform: Shape 84"/>
          <p:cNvSpPr>
            <a:spLocks noChangeAspect="1"/>
          </p:cNvSpPr>
          <p:nvPr/>
        </p:nvSpPr>
        <p:spPr>
          <a:xfrm>
            <a:off x="1725769" y="3258643"/>
            <a:ext cx="304663" cy="348866"/>
          </a:xfrm>
          <a:custGeom>
            <a:avLst/>
            <a:gdLst>
              <a:gd name="connsiteX0" fmla="*/ 3096561 w 4258894"/>
              <a:gd name="connsiteY0" fmla="*/ 1532561 h 4876808"/>
              <a:gd name="connsiteX1" fmla="*/ 3238290 w 4258894"/>
              <a:gd name="connsiteY1" fmla="*/ 1565546 h 4876808"/>
              <a:gd name="connsiteX2" fmla="*/ 3282210 w 4258894"/>
              <a:gd name="connsiteY2" fmla="*/ 1830818 h 4876808"/>
              <a:gd name="connsiteX3" fmla="*/ 2341244 w 4258894"/>
              <a:gd name="connsiteY3" fmla="*/ 3145173 h 4876808"/>
              <a:gd name="connsiteX4" fmla="*/ 2334853 w 4258894"/>
              <a:gd name="connsiteY4" fmla="*/ 3153593 h 4876808"/>
              <a:gd name="connsiteX5" fmla="*/ 1986324 w 4258894"/>
              <a:gd name="connsiteY5" fmla="*/ 3335149 h 4876808"/>
              <a:gd name="connsiteX6" fmla="*/ 1954063 w 4258894"/>
              <a:gd name="connsiteY6" fmla="*/ 3336215 h 4876808"/>
              <a:gd name="connsiteX7" fmla="*/ 1616773 w 4258894"/>
              <a:gd name="connsiteY7" fmla="*/ 3201465 h 4876808"/>
              <a:gd name="connsiteX8" fmla="*/ 1615068 w 4258894"/>
              <a:gd name="connsiteY8" fmla="*/ 3199827 h 4876808"/>
              <a:gd name="connsiteX9" fmla="*/ 1008354 w 4258894"/>
              <a:gd name="connsiteY9" fmla="*/ 2607753 h 4876808"/>
              <a:gd name="connsiteX10" fmla="*/ 1005068 w 4258894"/>
              <a:gd name="connsiteY10" fmla="*/ 2338891 h 4876808"/>
              <a:gd name="connsiteX11" fmla="*/ 1273930 w 4258894"/>
              <a:gd name="connsiteY11" fmla="*/ 2335605 h 4876808"/>
              <a:gd name="connsiteX12" fmla="*/ 1879606 w 4258894"/>
              <a:gd name="connsiteY12" fmla="*/ 2926669 h 4876808"/>
              <a:gd name="connsiteX13" fmla="*/ 1961025 w 4258894"/>
              <a:gd name="connsiteY13" fmla="*/ 2955730 h 4876808"/>
              <a:gd name="connsiteX14" fmla="*/ 2035873 w 4258894"/>
              <a:gd name="connsiteY14" fmla="*/ 2918506 h 4876808"/>
              <a:gd name="connsiteX15" fmla="*/ 2973028 w 4258894"/>
              <a:gd name="connsiteY15" fmla="*/ 1609466 h 4876808"/>
              <a:gd name="connsiteX16" fmla="*/ 3096561 w 4258894"/>
              <a:gd name="connsiteY16" fmla="*/ 1532561 h 4876808"/>
              <a:gd name="connsiteX17" fmla="*/ 2119593 w 4258894"/>
              <a:gd name="connsiteY17" fmla="*/ 1 h 4876808"/>
              <a:gd name="connsiteX18" fmla="*/ 2197075 w 4258894"/>
              <a:gd name="connsiteY18" fmla="*/ 16353 h 4876808"/>
              <a:gd name="connsiteX19" fmla="*/ 4145890 w 4258894"/>
              <a:gd name="connsiteY19" fmla="*/ 881442 h 4876808"/>
              <a:gd name="connsiteX20" fmla="*/ 4258894 w 4258894"/>
              <a:gd name="connsiteY20" fmla="*/ 1055216 h 4876808"/>
              <a:gd name="connsiteX21" fmla="*/ 4258894 w 4258894"/>
              <a:gd name="connsiteY21" fmla="*/ 2557242 h 4876808"/>
              <a:gd name="connsiteX22" fmla="*/ 3914670 w 4258894"/>
              <a:gd name="connsiteY22" fmla="*/ 3776128 h 4876808"/>
              <a:gd name="connsiteX23" fmla="*/ 3654085 w 4258894"/>
              <a:gd name="connsiteY23" fmla="*/ 3842441 h 4876808"/>
              <a:gd name="connsiteX24" fmla="*/ 3587772 w 4258894"/>
              <a:gd name="connsiteY24" fmla="*/ 3581856 h 4876808"/>
              <a:gd name="connsiteX25" fmla="*/ 3878637 w 4258894"/>
              <a:gd name="connsiteY25" fmla="*/ 2557233 h 4876808"/>
              <a:gd name="connsiteX26" fmla="*/ 3878637 w 4258894"/>
              <a:gd name="connsiteY26" fmla="*/ 1178841 h 4876808"/>
              <a:gd name="connsiteX27" fmla="*/ 2120332 w 4258894"/>
              <a:gd name="connsiteY27" fmla="*/ 398325 h 4876808"/>
              <a:gd name="connsiteX28" fmla="*/ 380276 w 4258894"/>
              <a:gd name="connsiteY28" fmla="*/ 1178346 h 4876808"/>
              <a:gd name="connsiteX29" fmla="*/ 380276 w 4258894"/>
              <a:gd name="connsiteY29" fmla="*/ 2557242 h 4876808"/>
              <a:gd name="connsiteX30" fmla="*/ 2129457 w 4258894"/>
              <a:gd name="connsiteY30" fmla="*/ 4496551 h 4876808"/>
              <a:gd name="connsiteX31" fmla="*/ 3044266 w 4258894"/>
              <a:gd name="connsiteY31" fmla="*/ 4190723 h 4876808"/>
              <a:gd name="connsiteX32" fmla="*/ 3309871 w 4258894"/>
              <a:gd name="connsiteY32" fmla="*/ 4232566 h 4876808"/>
              <a:gd name="connsiteX33" fmla="*/ 3268027 w 4258894"/>
              <a:gd name="connsiteY33" fmla="*/ 4498180 h 4876808"/>
              <a:gd name="connsiteX34" fmla="*/ 2129447 w 4258894"/>
              <a:gd name="connsiteY34" fmla="*/ 4876808 h 4876808"/>
              <a:gd name="connsiteX35" fmla="*/ 1289580 w 4258894"/>
              <a:gd name="connsiteY35" fmla="*/ 4674640 h 4876808"/>
              <a:gd name="connsiteX36" fmla="*/ 615458 w 4258894"/>
              <a:gd name="connsiteY36" fmla="*/ 4149260 h 4876808"/>
              <a:gd name="connsiteX37" fmla="*/ 0 w 4258894"/>
              <a:gd name="connsiteY37" fmla="*/ 2557233 h 4876808"/>
              <a:gd name="connsiteX38" fmla="*/ 0 w 4258894"/>
              <a:gd name="connsiteY38" fmla="*/ 1055216 h 4876808"/>
              <a:gd name="connsiteX39" fmla="*/ 112357 w 4258894"/>
              <a:gd name="connsiteY39" fmla="*/ 881728 h 4876808"/>
              <a:gd name="connsiteX40" fmla="*/ 2042169 w 4258894"/>
              <a:gd name="connsiteY40" fmla="*/ 16639 h 4876808"/>
              <a:gd name="connsiteX41" fmla="*/ 2119593 w 4258894"/>
              <a:gd name="connsiteY41" fmla="*/ 1 h 487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58894" h="4876808">
                <a:moveTo>
                  <a:pt x="3096561" y="1532561"/>
                </a:moveTo>
                <a:cubicBezTo>
                  <a:pt x="3144566" y="1524613"/>
                  <a:pt x="3195603" y="1534981"/>
                  <a:pt x="3238290" y="1565546"/>
                </a:cubicBezTo>
                <a:cubicBezTo>
                  <a:pt x="3323663" y="1626668"/>
                  <a:pt x="3343332" y="1745436"/>
                  <a:pt x="3282210" y="1830818"/>
                </a:cubicBezTo>
                <a:lnTo>
                  <a:pt x="2341244" y="3145173"/>
                </a:lnTo>
                <a:cubicBezTo>
                  <a:pt x="2339197" y="3148040"/>
                  <a:pt x="2337063" y="3150849"/>
                  <a:pt x="2334853" y="3153593"/>
                </a:cubicBezTo>
                <a:cubicBezTo>
                  <a:pt x="2249433" y="3259901"/>
                  <a:pt x="2122398" y="3326081"/>
                  <a:pt x="1986324" y="3335149"/>
                </a:cubicBezTo>
                <a:cubicBezTo>
                  <a:pt x="1975570" y="3335872"/>
                  <a:pt x="1964788" y="3336225"/>
                  <a:pt x="1954063" y="3336215"/>
                </a:cubicBezTo>
                <a:cubicBezTo>
                  <a:pt x="1829142" y="3336215"/>
                  <a:pt x="1707737" y="3288057"/>
                  <a:pt x="1616773" y="3201465"/>
                </a:cubicBezTo>
                <a:cubicBezTo>
                  <a:pt x="1616201" y="3200922"/>
                  <a:pt x="1615630" y="3200380"/>
                  <a:pt x="1615068" y="3199827"/>
                </a:cubicBezTo>
                <a:lnTo>
                  <a:pt x="1008354" y="2607753"/>
                </a:lnTo>
                <a:cubicBezTo>
                  <a:pt x="933202" y="2534411"/>
                  <a:pt x="931735" y="2414043"/>
                  <a:pt x="1005068" y="2338891"/>
                </a:cubicBezTo>
                <a:cubicBezTo>
                  <a:pt x="1078401" y="2263729"/>
                  <a:pt x="1198778" y="2262262"/>
                  <a:pt x="1273930" y="2335605"/>
                </a:cubicBezTo>
                <a:lnTo>
                  <a:pt x="1879606" y="2926669"/>
                </a:lnTo>
                <a:cubicBezTo>
                  <a:pt x="1909486" y="2954663"/>
                  <a:pt x="1943357" y="2956911"/>
                  <a:pt x="1961025" y="2955730"/>
                </a:cubicBezTo>
                <a:cubicBezTo>
                  <a:pt x="1978218" y="2954596"/>
                  <a:pt x="2010279" y="2948186"/>
                  <a:pt x="2035873" y="2918506"/>
                </a:cubicBezTo>
                <a:lnTo>
                  <a:pt x="2973028" y="1609466"/>
                </a:lnTo>
                <a:cubicBezTo>
                  <a:pt x="3003584" y="1566771"/>
                  <a:pt x="3048556" y="1540508"/>
                  <a:pt x="3096561" y="1532561"/>
                </a:cubicBezTo>
                <a:close/>
                <a:moveTo>
                  <a:pt x="2119593" y="1"/>
                </a:moveTo>
                <a:cubicBezTo>
                  <a:pt x="2145997" y="-47"/>
                  <a:pt x="2172410" y="5404"/>
                  <a:pt x="2197075" y="16353"/>
                </a:cubicBezTo>
                <a:lnTo>
                  <a:pt x="4145890" y="881442"/>
                </a:lnTo>
                <a:cubicBezTo>
                  <a:pt x="4214603" y="911941"/>
                  <a:pt x="4258885" y="980055"/>
                  <a:pt x="4258894" y="1055216"/>
                </a:cubicBezTo>
                <a:lnTo>
                  <a:pt x="4258894" y="2557242"/>
                </a:lnTo>
                <a:cubicBezTo>
                  <a:pt x="4258894" y="2975694"/>
                  <a:pt x="4139870" y="3397176"/>
                  <a:pt x="3914670" y="3776128"/>
                </a:cubicBezTo>
                <a:cubicBezTo>
                  <a:pt x="3861025" y="3866396"/>
                  <a:pt x="3744373" y="3896095"/>
                  <a:pt x="3654085" y="3842441"/>
                </a:cubicBezTo>
                <a:cubicBezTo>
                  <a:pt x="3563817" y="3788796"/>
                  <a:pt x="3534127" y="3672124"/>
                  <a:pt x="3587772" y="3581856"/>
                </a:cubicBezTo>
                <a:cubicBezTo>
                  <a:pt x="3778063" y="3261664"/>
                  <a:pt x="3878637" y="2907343"/>
                  <a:pt x="3878637" y="2557233"/>
                </a:cubicBezTo>
                <a:lnTo>
                  <a:pt x="3878637" y="1178841"/>
                </a:lnTo>
                <a:lnTo>
                  <a:pt x="2120332" y="398325"/>
                </a:lnTo>
                <a:lnTo>
                  <a:pt x="380276" y="1178346"/>
                </a:lnTo>
                <a:lnTo>
                  <a:pt x="380276" y="2557242"/>
                </a:lnTo>
                <a:cubicBezTo>
                  <a:pt x="380276" y="3572207"/>
                  <a:pt x="1213999" y="4496551"/>
                  <a:pt x="2129457" y="4496551"/>
                </a:cubicBezTo>
                <a:cubicBezTo>
                  <a:pt x="2453021" y="4496551"/>
                  <a:pt x="2769356" y="4390795"/>
                  <a:pt x="3044266" y="4190723"/>
                </a:cubicBezTo>
                <a:cubicBezTo>
                  <a:pt x="3129162" y="4128934"/>
                  <a:pt x="3248082" y="4147670"/>
                  <a:pt x="3309871" y="4232566"/>
                </a:cubicBezTo>
                <a:cubicBezTo>
                  <a:pt x="3371669" y="4317472"/>
                  <a:pt x="3352933" y="4436391"/>
                  <a:pt x="3268027" y="4498180"/>
                </a:cubicBezTo>
                <a:cubicBezTo>
                  <a:pt x="2927671" y="4745878"/>
                  <a:pt x="2533964" y="4876808"/>
                  <a:pt x="2129447" y="4876808"/>
                </a:cubicBezTo>
                <a:cubicBezTo>
                  <a:pt x="1840554" y="4876808"/>
                  <a:pt x="1557985" y="4808791"/>
                  <a:pt x="1289580" y="4674640"/>
                </a:cubicBezTo>
                <a:cubicBezTo>
                  <a:pt x="1038996" y="4549406"/>
                  <a:pt x="812197" y="4372641"/>
                  <a:pt x="615458" y="4149260"/>
                </a:cubicBezTo>
                <a:cubicBezTo>
                  <a:pt x="224323" y="3705157"/>
                  <a:pt x="0" y="3124885"/>
                  <a:pt x="0" y="2557233"/>
                </a:cubicBezTo>
                <a:lnTo>
                  <a:pt x="0" y="1055216"/>
                </a:lnTo>
                <a:cubicBezTo>
                  <a:pt x="0" y="980312"/>
                  <a:pt x="43996" y="912379"/>
                  <a:pt x="112357" y="881728"/>
                </a:cubicBezTo>
                <a:lnTo>
                  <a:pt x="2042169" y="16639"/>
                </a:lnTo>
                <a:cubicBezTo>
                  <a:pt x="2066796" y="5595"/>
                  <a:pt x="2093190" y="49"/>
                  <a:pt x="2119593" y="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4" name="Freeform: Shape 85"/>
          <p:cNvSpPr>
            <a:spLocks noChangeAspect="1"/>
          </p:cNvSpPr>
          <p:nvPr/>
        </p:nvSpPr>
        <p:spPr>
          <a:xfrm>
            <a:off x="4180548" y="3259355"/>
            <a:ext cx="348866" cy="348284"/>
          </a:xfrm>
          <a:custGeom>
            <a:avLst/>
            <a:gdLst>
              <a:gd name="connsiteX0" fmla="*/ 3752860 w 4876810"/>
              <a:gd name="connsiteY0" fmla="*/ 2620804 h 4868676"/>
              <a:gd name="connsiteX1" fmla="*/ 3013777 w 4876810"/>
              <a:gd name="connsiteY1" fmla="*/ 2811295 h 4868676"/>
              <a:gd name="connsiteX2" fmla="*/ 3752860 w 4876810"/>
              <a:gd name="connsiteY2" fmla="*/ 3001804 h 4868676"/>
              <a:gd name="connsiteX3" fmla="*/ 3918595 w 4876810"/>
              <a:gd name="connsiteY3" fmla="*/ 2995251 h 4868676"/>
              <a:gd name="connsiteX4" fmla="*/ 4123725 w 4876810"/>
              <a:gd name="connsiteY4" fmla="*/ 3169902 h 4868676"/>
              <a:gd name="connsiteX5" fmla="*/ 3949075 w 4876810"/>
              <a:gd name="connsiteY5" fmla="*/ 3375032 h 4868676"/>
              <a:gd name="connsiteX6" fmla="*/ 3752860 w 4876810"/>
              <a:gd name="connsiteY6" fmla="*/ 3382795 h 4868676"/>
              <a:gd name="connsiteX7" fmla="*/ 3020825 w 4876810"/>
              <a:gd name="connsiteY7" fmla="*/ 3257074 h 4868676"/>
              <a:gd name="connsiteX8" fmla="*/ 3009910 w 4876810"/>
              <a:gd name="connsiteY8" fmla="*/ 3252436 h 4868676"/>
              <a:gd name="connsiteX9" fmla="*/ 3009910 w 4876810"/>
              <a:gd name="connsiteY9" fmla="*/ 3538643 h 4868676"/>
              <a:gd name="connsiteX10" fmla="*/ 3752860 w 4876810"/>
              <a:gd name="connsiteY10" fmla="*/ 3735210 h 4868676"/>
              <a:gd name="connsiteX11" fmla="*/ 3918595 w 4876810"/>
              <a:gd name="connsiteY11" fmla="*/ 3728657 h 4868676"/>
              <a:gd name="connsiteX12" fmla="*/ 4123725 w 4876810"/>
              <a:gd name="connsiteY12" fmla="*/ 3903307 h 4868676"/>
              <a:gd name="connsiteX13" fmla="*/ 3949075 w 4876810"/>
              <a:gd name="connsiteY13" fmla="*/ 4108438 h 4868676"/>
              <a:gd name="connsiteX14" fmla="*/ 3752860 w 4876810"/>
              <a:gd name="connsiteY14" fmla="*/ 4116201 h 4868676"/>
              <a:gd name="connsiteX15" fmla="*/ 3020825 w 4876810"/>
              <a:gd name="connsiteY15" fmla="*/ 3990480 h 4868676"/>
              <a:gd name="connsiteX16" fmla="*/ 3009910 w 4876810"/>
              <a:gd name="connsiteY16" fmla="*/ 3985842 h 4868676"/>
              <a:gd name="connsiteX17" fmla="*/ 3009910 w 4876810"/>
              <a:gd name="connsiteY17" fmla="*/ 4291137 h 4868676"/>
              <a:gd name="connsiteX18" fmla="*/ 3752860 w 4876810"/>
              <a:gd name="connsiteY18" fmla="*/ 4487676 h 4868676"/>
              <a:gd name="connsiteX19" fmla="*/ 4495810 w 4876810"/>
              <a:gd name="connsiteY19" fmla="*/ 4291137 h 4868676"/>
              <a:gd name="connsiteX20" fmla="*/ 4495810 w 4876810"/>
              <a:gd name="connsiteY20" fmla="*/ 2817343 h 4868676"/>
              <a:gd name="connsiteX21" fmla="*/ 3752860 w 4876810"/>
              <a:gd name="connsiteY21" fmla="*/ 2620804 h 4868676"/>
              <a:gd name="connsiteX22" fmla="*/ 3752860 w 4876810"/>
              <a:gd name="connsiteY22" fmla="*/ 2239776 h 4868676"/>
              <a:gd name="connsiteX23" fmla="*/ 4484894 w 4876810"/>
              <a:gd name="connsiteY23" fmla="*/ 2365496 h 4868676"/>
              <a:gd name="connsiteX24" fmla="*/ 4876810 w 4876810"/>
              <a:gd name="connsiteY24" fmla="*/ 2811276 h 4868676"/>
              <a:gd name="connsiteX25" fmla="*/ 4876810 w 4876810"/>
              <a:gd name="connsiteY25" fmla="*/ 4297176 h 4868676"/>
              <a:gd name="connsiteX26" fmla="*/ 4484894 w 4876810"/>
              <a:gd name="connsiteY26" fmla="*/ 4742955 h 4868676"/>
              <a:gd name="connsiteX27" fmla="*/ 3752860 w 4876810"/>
              <a:gd name="connsiteY27" fmla="*/ 4868676 h 4868676"/>
              <a:gd name="connsiteX28" fmla="*/ 3020825 w 4876810"/>
              <a:gd name="connsiteY28" fmla="*/ 4742955 h 4868676"/>
              <a:gd name="connsiteX29" fmla="*/ 2628910 w 4876810"/>
              <a:gd name="connsiteY29" fmla="*/ 4297176 h 4868676"/>
              <a:gd name="connsiteX30" fmla="*/ 2628910 w 4876810"/>
              <a:gd name="connsiteY30" fmla="*/ 2811276 h 4868676"/>
              <a:gd name="connsiteX31" fmla="*/ 3020825 w 4876810"/>
              <a:gd name="connsiteY31" fmla="*/ 2365496 h 4868676"/>
              <a:gd name="connsiteX32" fmla="*/ 3752860 w 4876810"/>
              <a:gd name="connsiteY32" fmla="*/ 2239776 h 4868676"/>
              <a:gd name="connsiteX33" fmla="*/ 2190750 w 4876810"/>
              <a:gd name="connsiteY33" fmla="*/ 763401 h 4868676"/>
              <a:gd name="connsiteX34" fmla="*/ 2381250 w 4876810"/>
              <a:gd name="connsiteY34" fmla="*/ 953901 h 4868676"/>
              <a:gd name="connsiteX35" fmla="*/ 2381250 w 4876810"/>
              <a:gd name="connsiteY35" fmla="*/ 2190751 h 4868676"/>
              <a:gd name="connsiteX36" fmla="*/ 2325453 w 4876810"/>
              <a:gd name="connsiteY36" fmla="*/ 2325453 h 4868676"/>
              <a:gd name="connsiteX37" fmla="*/ 1654217 w 4876810"/>
              <a:gd name="connsiteY37" fmla="*/ 2996690 h 4868676"/>
              <a:gd name="connsiteX38" fmla="*/ 1519514 w 4876810"/>
              <a:gd name="connsiteY38" fmla="*/ 3052487 h 4868676"/>
              <a:gd name="connsiteX39" fmla="*/ 1384812 w 4876810"/>
              <a:gd name="connsiteY39" fmla="*/ 2996690 h 4868676"/>
              <a:gd name="connsiteX40" fmla="*/ 1384812 w 4876810"/>
              <a:gd name="connsiteY40" fmla="*/ 2727285 h 4868676"/>
              <a:gd name="connsiteX41" fmla="*/ 2000250 w 4876810"/>
              <a:gd name="connsiteY41" fmla="*/ 2111846 h 4868676"/>
              <a:gd name="connsiteX42" fmla="*/ 2000250 w 4876810"/>
              <a:gd name="connsiteY42" fmla="*/ 953901 h 4868676"/>
              <a:gd name="connsiteX43" fmla="*/ 2190750 w 4876810"/>
              <a:gd name="connsiteY43" fmla="*/ 763401 h 4868676"/>
              <a:gd name="connsiteX44" fmla="*/ 2190750 w 4876810"/>
              <a:gd name="connsiteY44" fmla="*/ 0 h 4868676"/>
              <a:gd name="connsiteX45" fmla="*/ 3570684 w 4876810"/>
              <a:gd name="connsiteY45" fmla="*/ 489147 h 4868676"/>
              <a:gd name="connsiteX46" fmla="*/ 4329341 w 4876810"/>
              <a:gd name="connsiteY46" fmla="*/ 1713614 h 4868676"/>
              <a:gd name="connsiteX47" fmla="*/ 4184694 w 4876810"/>
              <a:gd name="connsiteY47" fmla="*/ 1940900 h 4868676"/>
              <a:gd name="connsiteX48" fmla="*/ 3957409 w 4876810"/>
              <a:gd name="connsiteY48" fmla="*/ 1796253 h 4868676"/>
              <a:gd name="connsiteX49" fmla="*/ 2190750 w 4876810"/>
              <a:gd name="connsiteY49" fmla="*/ 381000 h 4868676"/>
              <a:gd name="connsiteX50" fmla="*/ 381000 w 4876810"/>
              <a:gd name="connsiteY50" fmla="*/ 2190750 h 4868676"/>
              <a:gd name="connsiteX51" fmla="*/ 2113054 w 4876810"/>
              <a:gd name="connsiteY51" fmla="*/ 3998862 h 4868676"/>
              <a:gd name="connsiteX52" fmla="*/ 2295363 w 4876810"/>
              <a:gd name="connsiteY52" fmla="*/ 4197220 h 4868676"/>
              <a:gd name="connsiteX53" fmla="*/ 2105168 w 4876810"/>
              <a:gd name="connsiteY53" fmla="*/ 4379700 h 4868676"/>
              <a:gd name="connsiteX54" fmla="*/ 2097005 w 4876810"/>
              <a:gd name="connsiteY54" fmla="*/ 4379528 h 4868676"/>
              <a:gd name="connsiteX55" fmla="*/ 611057 w 4876810"/>
              <a:gd name="connsiteY55" fmla="*/ 3708635 h 4868676"/>
              <a:gd name="connsiteX56" fmla="*/ 0 w 4876810"/>
              <a:gd name="connsiteY56" fmla="*/ 2190750 h 4868676"/>
              <a:gd name="connsiteX57" fmla="*/ 641651 w 4876810"/>
              <a:gd name="connsiteY57" fmla="*/ 641651 h 4868676"/>
              <a:gd name="connsiteX58" fmla="*/ 2190750 w 4876810"/>
              <a:gd name="connsiteY58" fmla="*/ 0 h 486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6810" h="4868676">
                <a:moveTo>
                  <a:pt x="3752860" y="2620804"/>
                </a:moveTo>
                <a:cubicBezTo>
                  <a:pt x="3312481" y="2620804"/>
                  <a:pt x="3058487" y="2749821"/>
                  <a:pt x="3013777" y="2811295"/>
                </a:cubicBezTo>
                <a:cubicBezTo>
                  <a:pt x="3058420" y="2872750"/>
                  <a:pt x="3312405" y="3001804"/>
                  <a:pt x="3752860" y="3001804"/>
                </a:cubicBezTo>
                <a:cubicBezTo>
                  <a:pt x="3808686" y="3001804"/>
                  <a:pt x="3864445" y="2999595"/>
                  <a:pt x="3918595" y="2995251"/>
                </a:cubicBezTo>
                <a:cubicBezTo>
                  <a:pt x="4023598" y="2986860"/>
                  <a:pt x="4115305" y="3065022"/>
                  <a:pt x="4123725" y="3169902"/>
                </a:cubicBezTo>
                <a:cubicBezTo>
                  <a:pt x="4132145" y="3274781"/>
                  <a:pt x="4053945" y="3366621"/>
                  <a:pt x="3949075" y="3375032"/>
                </a:cubicBezTo>
                <a:cubicBezTo>
                  <a:pt x="3884829" y="3380185"/>
                  <a:pt x="3818811" y="3382795"/>
                  <a:pt x="3752860" y="3382795"/>
                </a:cubicBezTo>
                <a:cubicBezTo>
                  <a:pt x="3479426" y="3382795"/>
                  <a:pt x="3219450" y="3338142"/>
                  <a:pt x="3020825" y="3257074"/>
                </a:cubicBezTo>
                <a:cubicBezTo>
                  <a:pt x="3017082" y="3255541"/>
                  <a:pt x="3013577" y="3253979"/>
                  <a:pt x="3009910" y="3252436"/>
                </a:cubicBezTo>
                <a:lnTo>
                  <a:pt x="3009910" y="3538643"/>
                </a:lnTo>
                <a:cubicBezTo>
                  <a:pt x="3041266" y="3597193"/>
                  <a:pt x="3297374" y="3735210"/>
                  <a:pt x="3752860" y="3735210"/>
                </a:cubicBezTo>
                <a:cubicBezTo>
                  <a:pt x="3808686" y="3735210"/>
                  <a:pt x="3864445" y="3733000"/>
                  <a:pt x="3918595" y="3728657"/>
                </a:cubicBezTo>
                <a:cubicBezTo>
                  <a:pt x="4023598" y="3720275"/>
                  <a:pt x="4115305" y="3798428"/>
                  <a:pt x="4123725" y="3903307"/>
                </a:cubicBezTo>
                <a:cubicBezTo>
                  <a:pt x="4132145" y="4008187"/>
                  <a:pt x="4053945" y="4100027"/>
                  <a:pt x="3949075" y="4108438"/>
                </a:cubicBezTo>
                <a:cubicBezTo>
                  <a:pt x="3884829" y="4113591"/>
                  <a:pt x="3818811" y="4116201"/>
                  <a:pt x="3752860" y="4116201"/>
                </a:cubicBezTo>
                <a:cubicBezTo>
                  <a:pt x="3479426" y="4116201"/>
                  <a:pt x="3219450" y="4071547"/>
                  <a:pt x="3020825" y="3990480"/>
                </a:cubicBezTo>
                <a:cubicBezTo>
                  <a:pt x="3017082" y="3988947"/>
                  <a:pt x="3013577" y="3987385"/>
                  <a:pt x="3009910" y="3985842"/>
                </a:cubicBezTo>
                <a:lnTo>
                  <a:pt x="3009910" y="4291137"/>
                </a:lnTo>
                <a:cubicBezTo>
                  <a:pt x="3041380" y="4349716"/>
                  <a:pt x="3297498" y="4487676"/>
                  <a:pt x="3752860" y="4487676"/>
                </a:cubicBezTo>
                <a:cubicBezTo>
                  <a:pt x="4208222" y="4487676"/>
                  <a:pt x="4464339" y="4349706"/>
                  <a:pt x="4495810" y="4291137"/>
                </a:cubicBezTo>
                <a:lnTo>
                  <a:pt x="4495810" y="2817343"/>
                </a:lnTo>
                <a:cubicBezTo>
                  <a:pt x="4464339" y="2758764"/>
                  <a:pt x="4208222" y="2620804"/>
                  <a:pt x="3752860" y="2620804"/>
                </a:cubicBezTo>
                <a:close/>
                <a:moveTo>
                  <a:pt x="3752860" y="2239776"/>
                </a:moveTo>
                <a:cubicBezTo>
                  <a:pt x="4026294" y="2239776"/>
                  <a:pt x="4286269" y="2284429"/>
                  <a:pt x="4484894" y="2365496"/>
                </a:cubicBezTo>
                <a:cubicBezTo>
                  <a:pt x="4825889" y="2504676"/>
                  <a:pt x="4876810" y="2704529"/>
                  <a:pt x="4876810" y="2811276"/>
                </a:cubicBezTo>
                <a:lnTo>
                  <a:pt x="4876810" y="4297176"/>
                </a:lnTo>
                <a:cubicBezTo>
                  <a:pt x="4876810" y="4403913"/>
                  <a:pt x="4825889" y="4603776"/>
                  <a:pt x="4484894" y="4742955"/>
                </a:cubicBezTo>
                <a:cubicBezTo>
                  <a:pt x="4286269" y="4824022"/>
                  <a:pt x="4026294" y="4868676"/>
                  <a:pt x="3752860" y="4868676"/>
                </a:cubicBezTo>
                <a:cubicBezTo>
                  <a:pt x="3479426" y="4868676"/>
                  <a:pt x="3219450" y="4824022"/>
                  <a:pt x="3020825" y="4742955"/>
                </a:cubicBezTo>
                <a:cubicBezTo>
                  <a:pt x="2679830" y="4603776"/>
                  <a:pt x="2628910" y="4403923"/>
                  <a:pt x="2628910" y="4297176"/>
                </a:cubicBezTo>
                <a:lnTo>
                  <a:pt x="2628910" y="2811276"/>
                </a:lnTo>
                <a:cubicBezTo>
                  <a:pt x="2628910" y="2704539"/>
                  <a:pt x="2679830" y="2504676"/>
                  <a:pt x="3020825" y="2365496"/>
                </a:cubicBezTo>
                <a:cubicBezTo>
                  <a:pt x="3219450" y="2284429"/>
                  <a:pt x="3479426" y="2239776"/>
                  <a:pt x="3752860" y="2239776"/>
                </a:cubicBezTo>
                <a:close/>
                <a:moveTo>
                  <a:pt x="2190750" y="763401"/>
                </a:moveTo>
                <a:cubicBezTo>
                  <a:pt x="2295964" y="763401"/>
                  <a:pt x="2381250" y="848688"/>
                  <a:pt x="2381250" y="953901"/>
                </a:cubicBezTo>
                <a:lnTo>
                  <a:pt x="2381250" y="2190751"/>
                </a:lnTo>
                <a:cubicBezTo>
                  <a:pt x="2381250" y="2241271"/>
                  <a:pt x="2361181" y="2289734"/>
                  <a:pt x="2325453" y="2325453"/>
                </a:cubicBezTo>
                <a:lnTo>
                  <a:pt x="1654217" y="2996690"/>
                </a:lnTo>
                <a:cubicBezTo>
                  <a:pt x="1617022" y="3033885"/>
                  <a:pt x="1568273" y="3052487"/>
                  <a:pt x="1519514" y="3052487"/>
                </a:cubicBezTo>
                <a:cubicBezTo>
                  <a:pt x="1470756" y="3052487"/>
                  <a:pt x="1422007" y="3033885"/>
                  <a:pt x="1384812" y="2996690"/>
                </a:cubicBezTo>
                <a:cubicBezTo>
                  <a:pt x="1310412" y="2922290"/>
                  <a:pt x="1310412" y="2801675"/>
                  <a:pt x="1384812" y="2727285"/>
                </a:cubicBezTo>
                <a:lnTo>
                  <a:pt x="2000250" y="2111846"/>
                </a:lnTo>
                <a:lnTo>
                  <a:pt x="2000250" y="953901"/>
                </a:lnTo>
                <a:cubicBezTo>
                  <a:pt x="2000250" y="848688"/>
                  <a:pt x="2085537" y="763401"/>
                  <a:pt x="2190750" y="763401"/>
                </a:cubicBezTo>
                <a:close/>
                <a:moveTo>
                  <a:pt x="2190750" y="0"/>
                </a:moveTo>
                <a:cubicBezTo>
                  <a:pt x="2692089" y="0"/>
                  <a:pt x="3182159" y="173717"/>
                  <a:pt x="3570684" y="489147"/>
                </a:cubicBezTo>
                <a:cubicBezTo>
                  <a:pt x="3953523" y="799966"/>
                  <a:pt x="4222947" y="1234830"/>
                  <a:pt x="4329341" y="1713614"/>
                </a:cubicBezTo>
                <a:cubicBezTo>
                  <a:pt x="4352163" y="1816322"/>
                  <a:pt x="4287403" y="1918078"/>
                  <a:pt x="4184694" y="1940900"/>
                </a:cubicBezTo>
                <a:cubicBezTo>
                  <a:pt x="4081958" y="1963712"/>
                  <a:pt x="3980231" y="1898961"/>
                  <a:pt x="3957409" y="1796253"/>
                </a:cubicBezTo>
                <a:cubicBezTo>
                  <a:pt x="3775196" y="976208"/>
                  <a:pt x="3032208" y="381000"/>
                  <a:pt x="2190750" y="381000"/>
                </a:cubicBezTo>
                <a:cubicBezTo>
                  <a:pt x="1192854" y="381000"/>
                  <a:pt x="381000" y="1192854"/>
                  <a:pt x="381000" y="2190750"/>
                </a:cubicBezTo>
                <a:cubicBezTo>
                  <a:pt x="381000" y="3163700"/>
                  <a:pt x="1141809" y="3957923"/>
                  <a:pt x="2113054" y="3998862"/>
                </a:cubicBezTo>
                <a:cubicBezTo>
                  <a:pt x="2218172" y="4003291"/>
                  <a:pt x="2299802" y="4092102"/>
                  <a:pt x="2295363" y="4197220"/>
                </a:cubicBezTo>
                <a:cubicBezTo>
                  <a:pt x="2291048" y="4299604"/>
                  <a:pt x="2206685" y="4379700"/>
                  <a:pt x="2105168" y="4379700"/>
                </a:cubicBezTo>
                <a:cubicBezTo>
                  <a:pt x="2102453" y="4379700"/>
                  <a:pt x="2099739" y="4379643"/>
                  <a:pt x="2097005" y="4379528"/>
                </a:cubicBezTo>
                <a:cubicBezTo>
                  <a:pt x="1531667" y="4355697"/>
                  <a:pt x="1003954" y="4117429"/>
                  <a:pt x="611057" y="3708635"/>
                </a:cubicBezTo>
                <a:cubicBezTo>
                  <a:pt x="217017" y="3298641"/>
                  <a:pt x="0" y="2759573"/>
                  <a:pt x="0" y="2190750"/>
                </a:cubicBezTo>
                <a:cubicBezTo>
                  <a:pt x="0" y="1605572"/>
                  <a:pt x="227876" y="1055436"/>
                  <a:pt x="641651" y="641651"/>
                </a:cubicBezTo>
                <a:cubicBezTo>
                  <a:pt x="1055436" y="227876"/>
                  <a:pt x="1605572" y="0"/>
                  <a:pt x="21907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矩形 130"/>
          <p:cNvSpPr/>
          <p:nvPr/>
        </p:nvSpPr>
        <p:spPr>
          <a:xfrm>
            <a:off x="10445994" y="2833592"/>
            <a:ext cx="420139" cy="1190309"/>
          </a:xfrm>
          <a:prstGeom prst="rect">
            <a:avLst/>
          </a:pr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9604957"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39" name="组合 138"/>
          <p:cNvGrpSpPr/>
          <p:nvPr/>
        </p:nvGrpSpPr>
        <p:grpSpPr>
          <a:xfrm>
            <a:off x="11024399" y="1109067"/>
            <a:ext cx="975514" cy="882999"/>
            <a:chOff x="11024399" y="1109067"/>
            <a:chExt cx="975514" cy="882999"/>
          </a:xfrm>
        </p:grpSpPr>
        <p:sp>
          <p:nvSpPr>
            <p:cNvPr id="133" name="Shape 6"/>
            <p:cNvSpPr/>
            <p:nvPr/>
          </p:nvSpPr>
          <p:spPr>
            <a:xfrm>
              <a:off x="11473162" y="1310758"/>
              <a:ext cx="526751" cy="338133"/>
            </a:xfrm>
            <a:custGeom>
              <a:avLst/>
              <a:gdLst/>
              <a:ahLst/>
              <a:cxnLst>
                <a:cxn ang="0">
                  <a:pos x="wd2" y="hd2"/>
                </a:cxn>
                <a:cxn ang="5400000">
                  <a:pos x="wd2" y="hd2"/>
                </a:cxn>
                <a:cxn ang="10800000">
                  <a:pos x="wd2" y="hd2"/>
                </a:cxn>
                <a:cxn ang="16200000">
                  <a:pos x="wd2" y="hd2"/>
                </a:cxn>
              </a:cxnLst>
              <a:rect l="0" t="0" r="r" b="b"/>
              <a:pathLst>
                <a:path w="20378" h="19504" extrusionOk="0">
                  <a:moveTo>
                    <a:pt x="1526" y="0"/>
                  </a:moveTo>
                  <a:cubicBezTo>
                    <a:pt x="2926" y="1960"/>
                    <a:pt x="6884" y="-1770"/>
                    <a:pt x="10502" y="1518"/>
                  </a:cubicBezTo>
                  <a:cubicBezTo>
                    <a:pt x="14121" y="4806"/>
                    <a:pt x="14460" y="8768"/>
                    <a:pt x="19945" y="9442"/>
                  </a:cubicBezTo>
                  <a:cubicBezTo>
                    <a:pt x="20510" y="9442"/>
                    <a:pt x="20793" y="9948"/>
                    <a:pt x="19040" y="10538"/>
                  </a:cubicBezTo>
                  <a:cubicBezTo>
                    <a:pt x="17287" y="11128"/>
                    <a:pt x="14178" y="11466"/>
                    <a:pt x="10333" y="10791"/>
                  </a:cubicBezTo>
                  <a:cubicBezTo>
                    <a:pt x="6488" y="10117"/>
                    <a:pt x="3604" y="18041"/>
                    <a:pt x="608" y="19474"/>
                  </a:cubicBezTo>
                  <a:cubicBezTo>
                    <a:pt x="-807" y="19830"/>
                    <a:pt x="565" y="17198"/>
                    <a:pt x="1526"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4" name="Shape 7"/>
            <p:cNvSpPr/>
            <p:nvPr/>
          </p:nvSpPr>
          <p:spPr>
            <a:xfrm>
              <a:off x="11024399" y="1964688"/>
              <a:ext cx="419665" cy="27378"/>
            </a:xfrm>
            <a:custGeom>
              <a:avLst/>
              <a:gdLst/>
              <a:ahLst/>
              <a:cxnLst>
                <a:cxn ang="0">
                  <a:pos x="wd2" y="hd2"/>
                </a:cxn>
                <a:cxn ang="5400000">
                  <a:pos x="wd2" y="hd2"/>
                </a:cxn>
                <a:cxn ang="10800000">
                  <a:pos x="wd2" y="hd2"/>
                </a:cxn>
                <a:cxn ang="16200000">
                  <a:pos x="wd2" y="hd2"/>
                </a:cxn>
              </a:cxnLst>
              <a:rect l="0" t="0" r="r" b="b"/>
              <a:pathLst>
                <a:path w="17977" h="13488" extrusionOk="0">
                  <a:moveTo>
                    <a:pt x="335" y="1540"/>
                  </a:moveTo>
                  <a:cubicBezTo>
                    <a:pt x="-291" y="4420"/>
                    <a:pt x="-1856" y="20980"/>
                    <a:pt x="15862" y="9460"/>
                  </a:cubicBezTo>
                  <a:cubicBezTo>
                    <a:pt x="19744" y="5140"/>
                    <a:pt x="17928" y="5140"/>
                    <a:pt x="13295" y="2260"/>
                  </a:cubicBezTo>
                  <a:cubicBezTo>
                    <a:pt x="8662" y="-620"/>
                    <a:pt x="1650" y="-620"/>
                    <a:pt x="335" y="1540"/>
                  </a:cubicBezTo>
                  <a:close/>
                </a:path>
              </a:pathLst>
            </a:custGeom>
            <a:solidFill>
              <a:schemeClr val="tx1">
                <a:alpha val="8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5" name="Shape 8"/>
            <p:cNvSpPr/>
            <p:nvPr/>
          </p:nvSpPr>
          <p:spPr>
            <a:xfrm>
              <a:off x="11069778" y="1146884"/>
              <a:ext cx="446476" cy="513659"/>
            </a:xfrm>
            <a:custGeom>
              <a:avLst/>
              <a:gdLst/>
              <a:ahLst/>
              <a:cxnLst>
                <a:cxn ang="0">
                  <a:pos x="wd2" y="hd2"/>
                </a:cxn>
                <a:cxn ang="5400000">
                  <a:pos x="wd2" y="hd2"/>
                </a:cxn>
                <a:cxn ang="10800000">
                  <a:pos x="wd2" y="hd2"/>
                </a:cxn>
                <a:cxn ang="16200000">
                  <a:pos x="wd2" y="hd2"/>
                </a:cxn>
              </a:cxnLst>
              <a:rect l="0" t="0" r="r" b="b"/>
              <a:pathLst>
                <a:path w="21423" h="20030" extrusionOk="0">
                  <a:moveTo>
                    <a:pt x="0" y="1375"/>
                  </a:moveTo>
                  <a:cubicBezTo>
                    <a:pt x="2174" y="-50"/>
                    <a:pt x="5751" y="-962"/>
                    <a:pt x="10099" y="1717"/>
                  </a:cubicBezTo>
                  <a:cubicBezTo>
                    <a:pt x="14447" y="4395"/>
                    <a:pt x="17813" y="6903"/>
                    <a:pt x="19706" y="6504"/>
                  </a:cubicBezTo>
                  <a:cubicBezTo>
                    <a:pt x="21600" y="6105"/>
                    <a:pt x="21530" y="6162"/>
                    <a:pt x="21319" y="8841"/>
                  </a:cubicBezTo>
                  <a:cubicBezTo>
                    <a:pt x="21109" y="11519"/>
                    <a:pt x="20758" y="18890"/>
                    <a:pt x="20618" y="19403"/>
                  </a:cubicBezTo>
                  <a:cubicBezTo>
                    <a:pt x="20197" y="20087"/>
                    <a:pt x="16200" y="20638"/>
                    <a:pt x="11010" y="18643"/>
                  </a:cubicBezTo>
                  <a:cubicBezTo>
                    <a:pt x="5821" y="16649"/>
                    <a:pt x="1894" y="17788"/>
                    <a:pt x="210" y="18415"/>
                  </a:cubicBezTo>
                  <a:cubicBezTo>
                    <a:pt x="281" y="14141"/>
                    <a:pt x="0" y="1375"/>
                    <a:pt x="0" y="1375"/>
                  </a:cubicBez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6" name="Shape 9"/>
            <p:cNvSpPr/>
            <p:nvPr/>
          </p:nvSpPr>
          <p:spPr>
            <a:xfrm>
              <a:off x="11029441" y="1109067"/>
              <a:ext cx="50471" cy="872487"/>
            </a:xfrm>
            <a:custGeom>
              <a:avLst/>
              <a:gdLst/>
              <a:ahLst/>
              <a:cxnLst>
                <a:cxn ang="0">
                  <a:pos x="wd2" y="hd2"/>
                </a:cxn>
                <a:cxn ang="5400000">
                  <a:pos x="wd2" y="hd2"/>
                </a:cxn>
                <a:cxn ang="10800000">
                  <a:pos x="wd2" y="hd2"/>
                </a:cxn>
                <a:cxn ang="16200000">
                  <a:pos x="wd2" y="hd2"/>
                </a:cxn>
              </a:cxnLst>
              <a:rect l="0" t="0" r="r" b="b"/>
              <a:pathLst>
                <a:path w="21600" h="21600" extrusionOk="0">
                  <a:moveTo>
                    <a:pt x="21600" y="21209"/>
                  </a:moveTo>
                  <a:cubicBezTo>
                    <a:pt x="21600" y="21425"/>
                    <a:pt x="16765" y="21600"/>
                    <a:pt x="10800" y="21600"/>
                  </a:cubicBezTo>
                  <a:lnTo>
                    <a:pt x="10800" y="21600"/>
                  </a:lnTo>
                  <a:cubicBezTo>
                    <a:pt x="4835" y="21600"/>
                    <a:pt x="0" y="21425"/>
                    <a:pt x="0" y="21209"/>
                  </a:cubicBezTo>
                  <a:lnTo>
                    <a:pt x="0" y="391"/>
                  </a:lnTo>
                  <a:cubicBezTo>
                    <a:pt x="0" y="175"/>
                    <a:pt x="4835" y="0"/>
                    <a:pt x="10800" y="0"/>
                  </a:cubicBezTo>
                  <a:lnTo>
                    <a:pt x="10800" y="0"/>
                  </a:lnTo>
                  <a:cubicBezTo>
                    <a:pt x="16765" y="0"/>
                    <a:pt x="21600" y="175"/>
                    <a:pt x="21600" y="391"/>
                  </a:cubicBezTo>
                  <a:cubicBezTo>
                    <a:pt x="21600" y="391"/>
                    <a:pt x="21600" y="21209"/>
                    <a:pt x="21600" y="21209"/>
                  </a:cubicBezTo>
                  <a:close/>
                </a:path>
              </a:pathLst>
            </a:custGeom>
            <a:solidFill>
              <a:schemeClr val="accent1">
                <a:lumMod val="20000"/>
                <a:lumOff val="80000"/>
                <a:alpha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7" name="Shape 10"/>
            <p:cNvSpPr/>
            <p:nvPr/>
          </p:nvSpPr>
          <p:spPr>
            <a:xfrm>
              <a:off x="11024833" y="1151926"/>
              <a:ext cx="59258" cy="478311"/>
            </a:xfrm>
            <a:custGeom>
              <a:avLst/>
              <a:gdLst/>
              <a:ahLst/>
              <a:cxnLst>
                <a:cxn ang="0">
                  <a:pos x="wd2" y="hd2"/>
                </a:cxn>
                <a:cxn ang="5400000">
                  <a:pos x="wd2" y="hd2"/>
                </a:cxn>
                <a:cxn ang="10800000">
                  <a:pos x="wd2" y="hd2"/>
                </a:cxn>
                <a:cxn ang="16200000">
                  <a:pos x="wd2" y="hd2"/>
                </a:cxn>
              </a:cxnLst>
              <a:rect l="0" t="0" r="r" b="b"/>
              <a:pathLst>
                <a:path w="20794" h="21292" extrusionOk="0">
                  <a:moveTo>
                    <a:pt x="154" y="733"/>
                  </a:moveTo>
                  <a:cubicBezTo>
                    <a:pt x="2554" y="-308"/>
                    <a:pt x="18394" y="-178"/>
                    <a:pt x="20794" y="733"/>
                  </a:cubicBezTo>
                  <a:lnTo>
                    <a:pt x="19834" y="20381"/>
                  </a:lnTo>
                  <a:cubicBezTo>
                    <a:pt x="19834" y="21162"/>
                    <a:pt x="19834" y="20706"/>
                    <a:pt x="16474" y="20381"/>
                  </a:cubicBezTo>
                  <a:cubicBezTo>
                    <a:pt x="13114" y="20056"/>
                    <a:pt x="1114" y="19926"/>
                    <a:pt x="2074" y="21292"/>
                  </a:cubicBezTo>
                  <a:cubicBezTo>
                    <a:pt x="-806" y="21227"/>
                    <a:pt x="154" y="20121"/>
                    <a:pt x="154" y="18039"/>
                  </a:cubicBezTo>
                  <a:cubicBezTo>
                    <a:pt x="154" y="18039"/>
                    <a:pt x="154" y="733"/>
                    <a:pt x="154" y="733"/>
                  </a:cubicBezTo>
                  <a:close/>
                </a:path>
              </a:pathLst>
            </a:custGeom>
            <a:solidFill>
              <a:schemeClr val="accent1">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8" name="Shape 11"/>
            <p:cNvSpPr/>
            <p:nvPr/>
          </p:nvSpPr>
          <p:spPr>
            <a:xfrm>
              <a:off x="11192921" y="1323101"/>
              <a:ext cx="194721" cy="1851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37" y="7110"/>
                  </a:lnTo>
                  <a:lnTo>
                    <a:pt x="21600" y="8250"/>
                  </a:lnTo>
                  <a:lnTo>
                    <a:pt x="16200" y="13785"/>
                  </a:lnTo>
                  <a:lnTo>
                    <a:pt x="17475" y="21600"/>
                  </a:lnTo>
                  <a:lnTo>
                    <a:pt x="10800" y="17910"/>
                  </a:lnTo>
                  <a:lnTo>
                    <a:pt x="4125" y="21600"/>
                  </a:lnTo>
                  <a:lnTo>
                    <a:pt x="5400" y="13785"/>
                  </a:lnTo>
                  <a:lnTo>
                    <a:pt x="0" y="8250"/>
                  </a:lnTo>
                  <a:lnTo>
                    <a:pt x="7463" y="7110"/>
                  </a:lnTo>
                  <a:cubicBezTo>
                    <a:pt x="7463" y="7110"/>
                    <a:pt x="10800" y="0"/>
                    <a:pt x="1080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564961" y="1242615"/>
            <a:ext cx="3017429" cy="3017429"/>
            <a:chOff x="3765138" y="1627854"/>
            <a:chExt cx="1629814" cy="1629814"/>
          </a:xfrm>
          <a:solidFill>
            <a:schemeClr val="accent2"/>
          </a:solidFill>
        </p:grpSpPr>
        <p:sp>
          <p:nvSpPr>
            <p:cNvPr id="45"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1" name="组合 40"/>
          <p:cNvGrpSpPr/>
          <p:nvPr/>
        </p:nvGrpSpPr>
        <p:grpSpPr>
          <a:xfrm>
            <a:off x="4750581" y="983215"/>
            <a:ext cx="2330862" cy="2330862"/>
            <a:chOff x="3765138" y="1627854"/>
            <a:chExt cx="1629814" cy="1629814"/>
          </a:xfrm>
          <a:solidFill>
            <a:schemeClr val="accent1"/>
          </a:solidFill>
        </p:grpSpPr>
        <p:sp>
          <p:nvSpPr>
            <p:cNvPr id="42"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 name="矩形 4"/>
          <p:cNvSpPr/>
          <p:nvPr/>
        </p:nvSpPr>
        <p:spPr>
          <a:xfrm>
            <a:off x="19625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齿轮图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925975"/>
            <a:ext cx="3039485" cy="3988831"/>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18747" y="1124658"/>
            <a:ext cx="2155833" cy="6628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市场调研、创意提出与团队搭建</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25807" y="1865670"/>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智能穿戴设备市场年增长率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，健康监测功能需求激增，目标用户聚焦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25-45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岁职场人群及中老年健康管理群体</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425807" y="2920636"/>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推出具备心率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血氧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睡眠监测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久坐提醒</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蓝牙通话功能的智能手环，抢占中端市场，首年实现销量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万台，市场占有率提升至</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425807" y="3975602"/>
            <a:ext cx="253731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投入研发预算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万元，组建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人专项团队（研发</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人、设计</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人、供应链</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人、市场</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箭头: V 形 13"/>
          <p:cNvSpPr/>
          <p:nvPr/>
        </p:nvSpPr>
        <p:spPr>
          <a:xfrm>
            <a:off x="192088"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 name="箭头: V 形 14"/>
          <p:cNvSpPr/>
          <p:nvPr/>
        </p:nvSpPr>
        <p:spPr>
          <a:xfrm>
            <a:off x="2522950"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箭头: V 形 15"/>
          <p:cNvSpPr/>
          <p:nvPr/>
        </p:nvSpPr>
        <p:spPr>
          <a:xfrm>
            <a:off x="4853812"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箭头: V 形 16"/>
          <p:cNvSpPr/>
          <p:nvPr/>
        </p:nvSpPr>
        <p:spPr>
          <a:xfrm>
            <a:off x="7184674"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箭头: V 形 17"/>
          <p:cNvSpPr/>
          <p:nvPr/>
        </p:nvSpPr>
        <p:spPr>
          <a:xfrm>
            <a:off x="9515536"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418747"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425807"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3000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份用户问卷调研，明确核心需求</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448834"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需求调研与定义</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749609"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756669"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完成产品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ID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设计，与供应商签订合作意向书</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779696"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产品设计与方案确定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5080471" y="5258226"/>
            <a:ext cx="173485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5087531"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硬件原型开发、健康算法调试、</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APP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联调</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5110558"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研发攻坚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7411333" y="5258226"/>
            <a:ext cx="179313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418393"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性能测试续航稳定性等、用户内测</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7441420"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测试与优化</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9742195"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9749255"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线上发布会、电商平台上架、线下渠道铺陈</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文本框 30"/>
          <p:cNvSpPr txBox="1"/>
          <p:nvPr/>
        </p:nvSpPr>
        <p:spPr>
          <a:xfrm>
            <a:off x="9772282"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项目上市推广</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0" name="组合 39"/>
          <p:cNvGrpSpPr/>
          <p:nvPr/>
        </p:nvGrpSpPr>
        <p:grpSpPr>
          <a:xfrm>
            <a:off x="3491055" y="1858100"/>
            <a:ext cx="1875700" cy="1875700"/>
            <a:chOff x="3765138" y="1627854"/>
            <a:chExt cx="1629814" cy="1629814"/>
          </a:xfrm>
          <a:solidFill>
            <a:schemeClr val="accent1">
              <a:lumMod val="75000"/>
            </a:schemeClr>
          </a:solidFill>
        </p:grpSpPr>
        <p:sp>
          <p:nvSpPr>
            <p:cNvPr id="6"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7" name="组合 46"/>
          <p:cNvGrpSpPr/>
          <p:nvPr/>
        </p:nvGrpSpPr>
        <p:grpSpPr>
          <a:xfrm>
            <a:off x="9630275" y="947619"/>
            <a:ext cx="2205644" cy="2205644"/>
            <a:chOff x="3765138" y="1627854"/>
            <a:chExt cx="1629814" cy="1629814"/>
          </a:xfrm>
          <a:solidFill>
            <a:schemeClr val="accent3"/>
          </a:solidFill>
        </p:grpSpPr>
        <p:sp>
          <p:nvSpPr>
            <p:cNvPr id="48"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50" name="组合 49"/>
          <p:cNvGrpSpPr/>
          <p:nvPr/>
        </p:nvGrpSpPr>
        <p:grpSpPr>
          <a:xfrm>
            <a:off x="9072598" y="2790851"/>
            <a:ext cx="1702892" cy="1702892"/>
            <a:chOff x="3765138" y="1627854"/>
            <a:chExt cx="1629814" cy="1629814"/>
          </a:xfrm>
          <a:solidFill>
            <a:schemeClr val="accent4"/>
          </a:solidFill>
        </p:grpSpPr>
        <p:sp>
          <p:nvSpPr>
            <p:cNvPr id="51"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椭圆 51"/>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3" name="文本框 52"/>
          <p:cNvSpPr txBox="1"/>
          <p:nvPr/>
        </p:nvSpPr>
        <p:spPr>
          <a:xfrm>
            <a:off x="3709360" y="2379345"/>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98.7%</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3882287" y="2881908"/>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文档评审率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5188422" y="169972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99.5%</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5361353" y="220229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354172" y="187375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78.3%</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7527103" y="237632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59129" y="2802645"/>
            <a:ext cx="1835783"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与</a:t>
            </a:r>
            <a:r>
              <a:rPr kumimoji="0" lang="en-US" altLang="zh-CN"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家核心元器件供应商签订合作协议，完成软件功能模块划分</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10010567" y="1584122"/>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0183502" y="2086685"/>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上市预期率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168275" y="3217586"/>
            <a:ext cx="1439092"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9405331" y="3648731"/>
            <a:ext cx="954107" cy="299056"/>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性能测试率</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flipV="1">
            <a:off x="11749263" y="2273410"/>
            <a:ext cx="0" cy="3944510"/>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9412305" y="3996637"/>
            <a:ext cx="13156" cy="222128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7075347" y="3573477"/>
            <a:ext cx="15662" cy="264444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83" name="任意多边形: 形状 82"/>
          <p:cNvSpPr/>
          <p:nvPr/>
        </p:nvSpPr>
        <p:spPr>
          <a:xfrm>
            <a:off x="4765040" y="3007360"/>
            <a:ext cx="701040" cy="3220720"/>
          </a:xfrm>
          <a:custGeom>
            <a:avLst/>
            <a:gdLst>
              <a:gd name="connsiteX0" fmla="*/ 0 w 701040"/>
              <a:gd name="connsiteY0" fmla="*/ 3220720 h 3220720"/>
              <a:gd name="connsiteX1" fmla="*/ 0 w 701040"/>
              <a:gd name="connsiteY1" fmla="*/ 772160 h 3220720"/>
              <a:gd name="connsiteX2" fmla="*/ 701040 w 701040"/>
              <a:gd name="connsiteY2" fmla="*/ 772160 h 3220720"/>
              <a:gd name="connsiteX3" fmla="*/ 701040 w 701040"/>
              <a:gd name="connsiteY3" fmla="*/ 0 h 3220720"/>
            </a:gdLst>
            <a:ahLst/>
            <a:cxnLst>
              <a:cxn ang="0">
                <a:pos x="connsiteX0" y="connsiteY0"/>
              </a:cxn>
              <a:cxn ang="0">
                <a:pos x="connsiteX1" y="connsiteY1"/>
              </a:cxn>
              <a:cxn ang="0">
                <a:pos x="connsiteX2" y="connsiteY2"/>
              </a:cxn>
              <a:cxn ang="0">
                <a:pos x="connsiteX3" y="connsiteY3"/>
              </a:cxn>
            </a:cxnLst>
            <a:rect l="l" t="t" r="r" b="b"/>
            <a:pathLst>
              <a:path w="701040" h="3220720">
                <a:moveTo>
                  <a:pt x="0" y="3220720"/>
                </a:moveTo>
                <a:lnTo>
                  <a:pt x="0" y="772160"/>
                </a:lnTo>
                <a:lnTo>
                  <a:pt x="701040" y="772160"/>
                </a:lnTo>
                <a:lnTo>
                  <a:pt x="70104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2407920" y="2804160"/>
            <a:ext cx="1300480" cy="3403600"/>
          </a:xfrm>
          <a:custGeom>
            <a:avLst/>
            <a:gdLst>
              <a:gd name="connsiteX0" fmla="*/ 0 w 1300480"/>
              <a:gd name="connsiteY0" fmla="*/ 3403600 h 3403600"/>
              <a:gd name="connsiteX1" fmla="*/ 0 w 1300480"/>
              <a:gd name="connsiteY1" fmla="*/ 2346960 h 3403600"/>
              <a:gd name="connsiteX2" fmla="*/ 934720 w 1300480"/>
              <a:gd name="connsiteY2" fmla="*/ 2346960 h 3403600"/>
              <a:gd name="connsiteX3" fmla="*/ 934720 w 1300480"/>
              <a:gd name="connsiteY3" fmla="*/ 0 h 3403600"/>
              <a:gd name="connsiteX4" fmla="*/ 1300480 w 1300480"/>
              <a:gd name="connsiteY4" fmla="*/ 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480" h="3403600">
                <a:moveTo>
                  <a:pt x="0" y="3403600"/>
                </a:moveTo>
                <a:lnTo>
                  <a:pt x="0" y="2346960"/>
                </a:lnTo>
                <a:lnTo>
                  <a:pt x="934720" y="2346960"/>
                </a:lnTo>
                <a:lnTo>
                  <a:pt x="934720" y="0"/>
                </a:lnTo>
                <a:lnTo>
                  <a:pt x="130048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p="http://schemas.openxmlformats.org/presentationml/2006/main">
  <p:tag name="KSO_WM_SLIDE_NOBEATY" val="1"/>
</p:tagLst>
</file>

<file path=ppt/tags/tag36.xml><?xml version="1.0" encoding="utf-8"?>
<p:tagLst xmlns:p="http://schemas.openxmlformats.org/presentationml/2006/main">
  <p:tag name="KSO_WM_SLIDE_NOBEATY" val="1"/>
</p:tagLst>
</file>

<file path=ppt/tags/tag37.xml><?xml version="1.0" encoding="utf-8"?>
<p:tagLst xmlns:p="http://schemas.openxmlformats.org/presentationml/2006/main">
  <p:tag name="KSO_WM_SLIDE_NOBEATY" val="1"/>
</p:tagLst>
</file>

<file path=ppt/tags/tag38.xml><?xml version="1.0" encoding="utf-8"?>
<p:tagLst xmlns:p="http://schemas.openxmlformats.org/presentationml/2006/main">
  <p:tag name="SHADOWSIZE" val="102"/>
</p:tagLst>
</file>

<file path=ppt/tags/tag39.xml><?xml version="1.0" encoding="utf-8"?>
<p:tagLst xmlns:p="http://schemas.openxmlformats.org/presentationml/2006/main">
  <p:tag name="ADJUSTMENTS" val="3.994823"/>
</p:tagLst>
</file>

<file path=ppt/tags/tag40.xml><?xml version="1.0" encoding="utf-8"?>
<p:tagLst xmlns:p="http://schemas.openxmlformats.org/presentationml/2006/main">
  <p:tag name="ADJUSTMENTS" val="1.534444"/>
</p:tagLst>
</file>

<file path=ppt/tags/tag41.xml><?xml version="1.0" encoding="utf-8"?>
<p:tagLst xmlns:p="http://schemas.openxmlformats.org/presentationml/2006/main">
  <p:tag name="ADJUSTMENTS" val="1.534444"/>
</p:tagLst>
</file>

<file path=ppt/tags/tag42.xml><?xml version="1.0" encoding="utf-8"?>
<p:tagLst xmlns:p="http://schemas.openxmlformats.org/presentationml/2006/main">
  <p:tag name="ADJUSTMENTS" val="1.534444"/>
</p:tagLst>
</file>

<file path=ppt/tags/tag43.xml><?xml version="1.0" encoding="utf-8"?>
<p:tagLst xmlns:p="http://schemas.openxmlformats.org/presentationml/2006/main">
  <p:tag name="ADJUSTMENTS" val="1.534444"/>
</p:tagLst>
</file>

<file path=ppt/tags/tag44.xml><?xml version="1.0" encoding="utf-8"?>
<p:tagLst xmlns:p="http://schemas.openxmlformats.org/presentationml/2006/main">
  <p:tag name="ADJUSTMENTS" val="1.534444"/>
</p:tagLst>
</file>

<file path=ppt/tags/tag45.xml><?xml version="1.0" encoding="utf-8"?>
<p:tagLst xmlns:p="http://schemas.openxmlformats.org/presentationml/2006/main">
  <p:tag name="ADJUSTMENTS" val="1.534444"/>
</p:tagLst>
</file>

<file path=ppt/tags/tag46.xml><?xml version="1.0" encoding="utf-8"?>
<p:tagLst xmlns:p="http://schemas.openxmlformats.org/presentationml/2006/main">
  <p:tag name="ADJUSTMENTS" val="1.534444"/>
</p:tagLst>
</file>

<file path=ppt/tags/tag47.xml><?xml version="1.0" encoding="utf-8"?>
<p:tagLst xmlns:p="http://schemas.openxmlformats.org/presentationml/2006/main">
  <p:tag name="ADJUSTMENTS" val="1.534444"/>
</p:tagLst>
</file>

<file path=ppt/tags/tag48.xml><?xml version="1.0" encoding="utf-8"?>
<p:tagLst xmlns:p="http://schemas.openxmlformats.org/presentationml/2006/main">
  <p:tag name="ADJUSTMENTS" val="3.680464"/>
</p:tagLst>
</file>

<file path=ppt/tags/tag49.xml><?xml version="1.0" encoding="utf-8"?>
<p:tagLst xmlns:p="http://schemas.openxmlformats.org/presentationml/2006/main">
  <p:tag name="ADJUSTMENTS" val="3.680464"/>
</p:tagLst>
</file>

<file path=ppt/tags/tag50.xml><?xml version="1.0" encoding="utf-8"?>
<p:tagLst xmlns:p="http://schemas.openxmlformats.org/presentationml/2006/main">
  <p:tag name="ADJUSTMENTS" val="6.271676"/>
</p:tagLst>
</file>

<file path=ppt/tags/tag51.xml><?xml version="1.0" encoding="utf-8"?>
<p:tagLst xmlns:p="http://schemas.openxmlformats.org/presentationml/2006/main">
  <p:tag name="ADJUSTMENTS" val="3.342557"/>
</p:tagLst>
</file>

<file path=ppt/tags/tag52.xml><?xml version="1.0" encoding="utf-8"?>
<p:tagLst xmlns:p="http://schemas.openxmlformats.org/presentationml/2006/main">
  <p:tag name="ADJUSTMENTS" val="3.342557"/>
</p:tagLst>
</file>

<file path=ppt/tags/tag53.xml><?xml version="1.0" encoding="utf-8"?>
<p:tagLst xmlns:p="http://schemas.openxmlformats.org/presentationml/2006/main">
  <p:tag name="ADJUSTMENTS" val="3.342557"/>
</p:tagLst>
</file>

<file path=ppt/tags/tag54.xml><?xml version="1.0" encoding="utf-8"?>
<p:tagLst xmlns:p="http://schemas.openxmlformats.org/presentationml/2006/main">
  <p:tag name="ADJUSTMENTS" val="10.52547"/>
</p:tagLst>
</file>

<file path=ppt/tags/tag55.xml><?xml version="1.0" encoding="utf-8"?>
<p:tagLst xmlns:p="http://schemas.openxmlformats.org/presentationml/2006/main">
  <p:tag name="ADJUSTMENTS" val="10.52547"/>
</p:tagLst>
</file>

<file path=ppt/tags/tag56.xml><?xml version="1.0" encoding="utf-8"?>
<p:tagLst xmlns:p="http://schemas.openxmlformats.org/presentationml/2006/main">
  <p:tag name="ADJUSTMENTS" val="10.52547"/>
</p:tagLst>
</file>

<file path=ppt/tags/tag57.xml><?xml version="1.0" encoding="utf-8"?>
<p:tagLst xmlns:p="http://schemas.openxmlformats.org/presentationml/2006/main">
  <p:tag name="ADJUSTMENTS" val="10.52547"/>
</p:tagLst>
</file>

<file path=ppt/tags/tag58.xml><?xml version="1.0" encoding="utf-8"?>
<p:tagLst xmlns:p="http://schemas.openxmlformats.org/presentationml/2006/main">
  <p:tag name="ADJUSTMENTS" val="10.52547"/>
</p:tagLst>
</file>

<file path=ppt/tags/tag59.xml><?xml version="1.0" encoding="utf-8"?>
<p:tagLst xmlns:p="http://schemas.openxmlformats.org/presentationml/2006/main">
  <p:tag name="ADJUSTMENTS" val="9.693701"/>
  <p:tag name="SHADOWSIZE" val="102"/>
</p:tagLst>
</file>

<file path=ppt/tags/tag60.xml><?xml version="1.0" encoding="utf-8"?>
<p:tagLst xmlns:p="http://schemas.openxmlformats.org/presentationml/2006/main">
  <p:tag name="ADJUSTMENTS" val="9.693701"/>
  <p:tag name="SHADOWSIZE" val="102"/>
</p:tagLst>
</file>

<file path=ppt/tags/tag61.xml><?xml version="1.0" encoding="utf-8"?>
<p:tagLst xmlns:p="http://schemas.openxmlformats.org/presentationml/2006/main">
  <p:tag name="ADJUSTMENTS" val="9.693701"/>
  <p:tag name="SHADOWSIZE" val="102"/>
</p:tagLst>
</file>

<file path=ppt/tags/tag62.xml><?xml version="1.0" encoding="utf-8"?>
<p:tagLst xmlns:p="http://schemas.openxmlformats.org/presentationml/2006/main">
  <p:tag name="ADJUSTMENTS" val="9.693701"/>
  <p:tag name="SHADOWSIZE" val="102"/>
</p:tagLst>
</file>

<file path=ppt/tags/tag63.xml><?xml version="1.0" encoding="utf-8"?>
<p:tagLst xmlns:p="http://schemas.openxmlformats.org/presentationml/2006/main">
  <p:tag name="ADJUSTMENTS" val="9.693701"/>
  <p:tag name="SHADOWSIZE" val="102"/>
</p:tagLst>
</file>

<file path=ppt/tags/tag64.xml><?xml version="1.0" encoding="utf-8"?>
<p:tagLst xmlns:p="http://schemas.openxmlformats.org/presentationml/2006/main">
  <p:tag name="ADJUSTMENTS" val="3.780706"/>
</p:tagLst>
</file>

<file path=ppt/tags/tag65.xml><?xml version="1.0" encoding="utf-8"?>
<p:tagLst xmlns:p="http://schemas.openxmlformats.org/presentationml/2006/main">
  <p:tag name="ADJUSTMENTS" val="4.861794"/>
</p:tagLst>
</file>

<file path=ppt/tags/tag66.xml><?xml version="1.0" encoding="utf-8"?>
<p:tagLst xmlns:p="http://schemas.openxmlformats.org/presentationml/2006/main">
  <p:tag name="ADJUSTMENTS" val="2.258923"/>
</p:tagLst>
</file>

<file path=ppt/tags/tag67.xml><?xml version="1.0" encoding="utf-8"?>
<p:tagLst xmlns:p="http://schemas.openxmlformats.org/presentationml/2006/main">
  <p:tag name="ADJUSTMENTS" val="2.179996"/>
</p:tagLst>
</file>

<file path=ppt/tags/tag68.xml><?xml version="1.0" encoding="utf-8"?>
<p:tagLst xmlns:p="http://schemas.openxmlformats.org/presentationml/2006/main">
  <p:tag name="ADJUSTMENTS" val="2.179996"/>
</p:tagLst>
</file>

<file path=ppt/tags/tag69.xml><?xml version="1.0" encoding="utf-8"?>
<p:tagLst xmlns:p="http://schemas.openxmlformats.org/presentationml/2006/main">
  <p:tag name="ADJUSTMENTS" val="2.179996"/>
</p:tagLst>
</file>

<file path=ppt/tags/tag70.xml><?xml version="1.0" encoding="utf-8"?>
<p:tagLst xmlns:p="http://schemas.openxmlformats.org/presentationml/2006/main">
  <p:tag name="ADJUSTMENTS" val="2.179996"/>
</p:tagLst>
</file>

<file path=ppt/tags/tag71.xml><?xml version="1.0" encoding="utf-8"?>
<p:tagLst xmlns:p="http://schemas.openxmlformats.org/presentationml/2006/main">
  <p:tag name="ADJUSTMENTS" val="3.272681"/>
</p:tagLst>
</file>

<file path=ppt/tags/tag72.xml><?xml version="1.0" encoding="utf-8"?>
<p:tagLst xmlns:p="http://schemas.openxmlformats.org/presentationml/2006/main">
  <p:tag name="ADJUSTMENTS" val="3.272681"/>
</p:tagLst>
</file>

<file path=ppt/tags/tag73.xml><?xml version="1.0" encoding="utf-8"?>
<p:tagLst xmlns:p="http://schemas.openxmlformats.org/presentationml/2006/main">
  <p:tag name="ADJUSTMENTS" val="3.272681"/>
</p:tagLst>
</file>

<file path=ppt/tags/tag74.xml><?xml version="1.0" encoding="utf-8"?>
<p:tagLst xmlns:p="http://schemas.openxmlformats.org/presentationml/2006/main">
  <p:tag name="ADJUSTMENTS" val="11.11843"/>
</p:tagLst>
</file>

<file path=ppt/tags/tag75.xml><?xml version="1.0" encoding="utf-8"?>
<p:tagLst xmlns:p="http://schemas.openxmlformats.org/presentationml/2006/main">
  <p:tag name="ADJUSTMENTS" val="11.11843"/>
</p:tagLst>
</file>

<file path=ppt/tags/tag76.xml><?xml version="1.0" encoding="utf-8"?>
<p:tagLst xmlns:p="http://schemas.openxmlformats.org/presentationml/2006/main">
  <p:tag name="ADJUSTMENTS" val="11.11843"/>
</p:tagLst>
</file>

<file path=ppt/tags/tag77.xml><?xml version="1.0" encoding="utf-8"?>
<p:tagLst xmlns:p="http://schemas.openxmlformats.org/presentationml/2006/main">
  <p:tag name="ADJUSTMENTS" val="11.11843"/>
</p:tagLst>
</file>

<file path=ppt/tags/tag78.xml><?xml version="1.0" encoding="utf-8"?>
<p:tagLst xmlns:p="http://schemas.openxmlformats.org/presentationml/2006/main">
  <p:tag name="ADJUSTMENTS" val="11.11843"/>
</p:tagLst>
</file>

<file path=ppt/tags/tag79.xml><?xml version="1.0" encoding="utf-8"?>
<p:tagLst xmlns:p="http://schemas.openxmlformats.org/presentationml/2006/main">
  <p:tag name="ADJUSTMENTS" val="11.11843"/>
</p:tagLst>
</file>

<file path=ppt/tags/tag80.xml><?xml version="1.0" encoding="utf-8"?>
<p:tagLst xmlns:p="http://schemas.openxmlformats.org/presentationml/2006/main">
  <p:tag name="SHADOWSIZE" val="102"/>
</p:tagLst>
</file>

<file path=ppt/tags/tag81.xml><?xml version="1.0" encoding="utf-8"?>
<p:tagLst xmlns:p="http://schemas.openxmlformats.org/presentationml/2006/main">
  <p:tag name="SHADOWSIZE" val="102"/>
</p:tagLst>
</file>

<file path=ppt/tags/tag82.xml><?xml version="1.0" encoding="utf-8"?>
<p:tagLst xmlns:p="http://schemas.openxmlformats.org/presentationml/2006/main">
  <p:tag name="SHADOWSIZE" val="102"/>
</p:tagLst>
</file>

<file path=ppt/tags/tag83.xml><?xml version="1.0" encoding="utf-8"?>
<p:tagLst xmlns:p="http://schemas.openxmlformats.org/presentationml/2006/main">
  <p:tag name="SHADOWSIZE" val="102"/>
</p:tagLst>
</file>

<file path=ppt/tags/tag84.xml><?xml version="1.0" encoding="utf-8"?>
<p:tagLst xmlns:p="http://schemas.openxmlformats.org/presentationml/2006/main">
  <p:tag name="SHADOWSIZE" val="102"/>
</p:tagLst>
</file>

<file path=ppt/tags/tag85.xml><?xml version="1.0" encoding="utf-8"?>
<p:tagLst xmlns:p="http://schemas.openxmlformats.org/presentationml/2006/main">
  <p:tag name="SHADOWSIZE" val="102"/>
</p:tagLst>
</file>

<file path=ppt/tags/tag86.xml><?xml version="1.0" encoding="utf-8"?>
<p:tagLst xmlns:p="http://schemas.openxmlformats.org/presentationml/2006/main">
  <p:tag name="SHADOWSIZE" val="102"/>
</p:tagLst>
</file>

<file path=ppt/tags/tag87.xml><?xml version="1.0" encoding="utf-8"?>
<p:tagLst xmlns:p="http://schemas.openxmlformats.org/presentationml/2006/main">
  <p:tag name="SHADOWSIZE" val="102"/>
</p:tagLst>
</file>

<file path=ppt/tags/tag88.xml><?xml version="1.0" encoding="utf-8"?>
<p:tagLst xmlns:p="http://schemas.openxmlformats.org/presentationml/2006/main">
  <p:tag name="SHADOWSIZE" val="102"/>
</p:tagLst>
</file>

<file path=ppt/tags/tag89.xml><?xml version="1.0" encoding="utf-8"?>
<p:tagLst xmlns:p="http://schemas.openxmlformats.org/presentationml/2006/main">
  <p:tag name="SHADOWSIZE" val="102"/>
</p:tagLst>
</file>

<file path=ppt/tags/tag90.xml><?xml version="1.0" encoding="utf-8"?>
<p:tagLst xmlns:p="http://schemas.openxmlformats.org/presentationml/2006/main">
  <p:tag name="SHADOWSIZE" val="102"/>
</p:tagLst>
</file>

<file path=ppt/tags/tag91.xml><?xml version="1.0" encoding="utf-8"?>
<p:tagLst xmlns:p="http://schemas.openxmlformats.org/presentationml/2006/main">
  <p:tag name="ADJUSTMENTS" val="9.693701"/>
  <p:tag name="SHADOWSIZE" val="102"/>
</p:tagLst>
</file>

<file path=ppt/tags/tag92.xml><?xml version="1.0" encoding="utf-8"?>
<p:tagLst xmlns:p="http://schemas.openxmlformats.org/presentationml/2006/main">
  <p:tag name="ADJUSTMENTS" val="9.693701"/>
  <p:tag name="SHADOWSIZE" val="102"/>
</p:tagLst>
</file>

<file path=ppt/tags/tag93.xml><?xml version="1.0" encoding="utf-8"?>
<p:tagLst xmlns:p="http://schemas.openxmlformats.org/presentationml/2006/main">
  <p:tag name="ADJUSTMENTS" val="9.693701"/>
  <p:tag name="SHADOWSIZE" val="102"/>
</p:tagLst>
</file>

<file path=ppt/tags/tag94.xml><?xml version="1.0" encoding="utf-8"?>
<p:tagLst xmlns:p="http://schemas.openxmlformats.org/presentationml/2006/main">
  <p:tag name="ADJUSTMENTS" val="9.693701"/>
  <p:tag name="SHADOWSIZE" val="102"/>
</p:tagLst>
</file>

<file path=ppt/tags/tag95.xml><?xml version="1.0" encoding="utf-8"?>
<p:tagLst xmlns:p="http://schemas.openxmlformats.org/presentationml/2006/main">
  <p:tag name="ADJUSTMENTS" val="9.693701"/>
  <p:tag name="SHADOWSIZE" val="102"/>
</p:tagLst>
</file>

<file path=ppt/tags/tag96.xml><?xml version="1.0" encoding="utf-8"?>
<p:tagLst xmlns:p="http://schemas.openxmlformats.org/presentationml/2006/main">
  <p:tag name="KSO_WM_SLIDE_NOBEATY" val="1"/>
</p:tagLst>
</file>

<file path=ppt/tags/tag97.xml><?xml version="1.0" encoding="utf-8"?>
<p:tagLst xmlns:p="http://schemas.openxmlformats.org/presentationml/2006/main">
  <p:tag name="KSO_WM_SLIDE_NOBEATY" val="1"/>
</p:tagLst>
</file>

<file path=ppt/tags/tag98.xml><?xml version="1.0" encoding="utf-8"?>
<p:tagLst xmlns:p="http://schemas.openxmlformats.org/presentationml/2006/main">
  <p:tag name="KSO_WM_SLIDE_NOBEATY" val="1"/>
</p:tagLst>
</file>

<file path=ppt/tags/tag99.xml><?xml version="1.0" encoding="utf-8"?>
<p:tagLst xmlns:p="http://schemas.openxmlformats.org/presentationml/2006/main">
  <p:tag name="KSO_WM_SLIDE_NOBEATY" val="1"/>
</p:tagLst>
</file>

<file path=ppt/tags/tag100.xml><?xml version="1.0" encoding="utf-8"?>
<p:tagLst xmlns:p="http://schemas.openxmlformats.org/presentationml/2006/main">
  <p:tag name="KSO_WM_SLIDE_NOBEATY" val="1"/>
</p:tagLst>
</file>

<file path=ppt/tags/tag101.xml><?xml version="1.0" encoding="utf-8"?>
<p:tagLst xmlns:p="http://schemas.openxmlformats.org/presentationml/2006/main">
  <p:tag name="KSO_WM_SLIDE_NOBEATY" val="1"/>
</p:tagLst>
</file>

<file path=ppt/tags/tag102.xml><?xml version="1.0" encoding="utf-8"?>
<p:tagLst xmlns:p="http://schemas.openxmlformats.org/presentationml/2006/main">
  <p:tag name="KSO_WM_SLIDE_NOBEATY" val="1"/>
</p:tagLst>
</file>

<file path=ppt/tags/tag103.xml><?xml version="1.0" encoding="utf-8"?>
<p:tagLst xmlns:p="http://schemas.openxmlformats.org/presentationml/2006/main">
  <p:tag name="KSO_WM_SLIDE_NOBEATY" val="1"/>
</p:tagLst>
</file>

<file path=ppt/tags/tag104.xml><?xml version="1.0" encoding="utf-8"?>
<p:tagLst xmlns:p="http://schemas.openxmlformats.org/presentationml/2006/main">
  <p:tag name="KSO_WM_SLIDE_NOBEATY" val="1"/>
</p:tagLst>
</file>

<file path=ppt/tags/tag105.xml><?xml version="1.0" encoding="utf-8"?>
<p:tagLst xmlns:p="http://schemas.openxmlformats.org/presentationml/2006/main">
  <p:tag name="KSO_WM_SLIDE_NOBEATY" val="1"/>
</p:tagLst>
</file>

<file path=ppt/tags/tag106.xml><?xml version="1.0" encoding="utf-8"?>
<p:tagLst xmlns:p="http://schemas.openxmlformats.org/presentationml/2006/main">
  <p:tag name="KSO_WM_SLIDE_NOBEATY" val="1"/>
</p:tagLst>
</file>

<file path=ppt/tags/tag107.xml><?xml version="1.0" encoding="utf-8"?>
<p:tagLst xmlns:p="http://schemas.openxmlformats.org/presentationml/2006/main">
  <p:tag name="KSO_WM_SLIDE_NOBEATY" val="1"/>
</p:tagLst>
</file>

<file path=ppt/tags/tag108.xml><?xml version="1.0" encoding="utf-8"?>
<p:tagLst xmlns:p="http://schemas.openxmlformats.org/presentationml/2006/main">
  <p:tag name="KSO_WM_SLIDE_NOBEATY" val="1"/>
</p:tagLst>
</file>

<file path=ppt/tags/tag109.xml><?xml version="1.0" encoding="utf-8"?>
<p:tagLst xmlns:p="http://schemas.openxmlformats.org/presentationml/2006/main">
  <p:tag name="KSO_WM_SLIDE_NOBEATY" val="1"/>
</p:tagLst>
</file>

<file path=ppt/tags/tag110.xml><?xml version="1.0" encoding="utf-8"?>
<p:tagLst xmlns:p="http://schemas.openxmlformats.org/presentationml/2006/main">
  <p:tag name="KSO_WM_DIAGRAM_VIRTUALLY_FRAME" val="{&quot;height&quot;:364.9524409448819,&quot;left&quot;:15.125039370078742,&quot;top&quot;:60.25,&quot;width&quot;:418.697716535433}"/>
</p:tagLst>
</file>

<file path=ppt/tags/tag111.xml><?xml version="1.0" encoding="utf-8"?>
<p:tagLst xmlns:p="http://schemas.openxmlformats.org/presentationml/2006/main">
  <p:tag name="KSO_WM_DIAGRAM_VIRTUALLY_FRAME" val="{&quot;height&quot;:364.9524409448819,&quot;left&quot;:15.125039370078742,&quot;top&quot;:60.25,&quot;width&quot;:418.697716535433}"/>
</p:tagLst>
</file>

<file path=ppt/tags/tag112.xml><?xml version="1.0" encoding="utf-8"?>
<p:tagLst xmlns:p="http://schemas.openxmlformats.org/presentationml/2006/main">
  <p:tag name="KSO_WM_DIAGRAM_VIRTUALLY_FRAME" val="{&quot;height&quot;:364.9524409448819,&quot;left&quot;:15.125039370078742,&quot;top&quot;:60.25,&quot;width&quot;:418.697716535433}"/>
</p:tagLst>
</file>

<file path=ppt/tags/tag113.xml><?xml version="1.0" encoding="utf-8"?>
<p:tagLst xmlns:p="http://schemas.openxmlformats.org/presentationml/2006/main">
  <p:tag name="KSO_WM_DIAGRAM_VIRTUALLY_FRAME" val="{&quot;height&quot;:364.9524409448819,&quot;left&quot;:15.125039370078742,&quot;top&quot;:60.25,&quot;width&quot;:418.697716535433}"/>
</p:tagLst>
</file>

<file path=ppt/tags/tag114.xml><?xml version="1.0" encoding="utf-8"?>
<p:tagLst xmlns:p="http://schemas.openxmlformats.org/presentationml/2006/main">
  <p:tag name="KSO_WM_DIAGRAM_VIRTUALLY_FRAME" val="{&quot;height&quot;:364.9524409448819,&quot;left&quot;:15.125039370078742,&quot;top&quot;:60.25,&quot;width&quot;:418.697716535433}"/>
</p:tagLst>
</file>

<file path=ppt/tags/tag115.xml><?xml version="1.0" encoding="utf-8"?>
<p:tagLst xmlns:p="http://schemas.openxmlformats.org/presentationml/2006/main">
  <p:tag name="KSO_WM_DIAGRAM_VIRTUALLY_FRAME" val="{&quot;height&quot;:364.9524409448819,&quot;left&quot;:15.125039370078742,&quot;top&quot;:60.25,&quot;width&quot;:418.697716535433}"/>
</p:tagLst>
</file>

<file path=ppt/tags/tag116.xml><?xml version="1.0" encoding="utf-8"?>
<p:tagLst xmlns:p="http://schemas.openxmlformats.org/presentationml/2006/main">
  <p:tag name="KSO_WM_DIAGRAM_VIRTUALLY_FRAME" val="{&quot;height&quot;:364.9524409448819,&quot;left&quot;:15.125039370078742,&quot;top&quot;:60.25,&quot;width&quot;:418.697716535433}"/>
</p:tagLst>
</file>

<file path=ppt/tags/tag117.xml><?xml version="1.0" encoding="utf-8"?>
<p:tagLst xmlns:p="http://schemas.openxmlformats.org/presentationml/2006/main">
  <p:tag name="KSO_WM_DIAGRAM_VIRTUALLY_FRAME" val="{&quot;height&quot;:364.9524409448819,&quot;left&quot;:15.125039370078742,&quot;top&quot;:60.25,&quot;width&quot;:418.697716535433}"/>
</p:tagLst>
</file>

<file path=ppt/tags/tag118.xml><?xml version="1.0" encoding="utf-8"?>
<p:tagLst xmlns:p="http://schemas.openxmlformats.org/presentationml/2006/main">
  <p:tag name="KSO_WM_DIAGRAM_VIRTUALLY_FRAME" val="{&quot;height&quot;:364.9524409448819,&quot;left&quot;:15.125039370078742,&quot;top&quot;:60.25,&quot;width&quot;:418.697716535433}"/>
</p:tagLst>
</file>

<file path=ppt/tags/tag119.xml><?xml version="1.0" encoding="utf-8"?>
<p:tagLst xmlns:p="http://schemas.openxmlformats.org/presentationml/2006/main">
  <p:tag name="KSO_WM_DIAGRAM_VIRTUALLY_FRAME" val="{&quot;height&quot;:364.9524409448819,&quot;left&quot;:15.125039370078742,&quot;top&quot;:60.25,&quot;width&quot;:418.697716535433}"/>
</p:tagLst>
</file>

<file path=ppt/tags/tag120.xml><?xml version="1.0" encoding="utf-8"?>
<p:tagLst xmlns:p="http://schemas.openxmlformats.org/presentationml/2006/main">
  <p:tag name="KSO_WM_DIAGRAM_VIRTUALLY_FRAME" val="{&quot;height&quot;:364.9524409448819,&quot;left&quot;:15.125039370078742,&quot;top&quot;:60.25,&quot;width&quot;:418.697716535433}"/>
</p:tagLst>
</file>

<file path=ppt/tags/tag121.xml><?xml version="1.0" encoding="utf-8"?>
<p:tagLst xmlns:p="http://schemas.openxmlformats.org/presentationml/2006/main">
  <p:tag name="KSO_WM_DIAGRAM_VIRTUALLY_FRAME" val="{&quot;height&quot;:364.9524409448819,&quot;left&quot;:15.125039370078742,&quot;top&quot;:60.25,&quot;width&quot;:418.697716535433}"/>
</p:tagLst>
</file>

<file path=ppt/tags/tag122.xml><?xml version="1.0" encoding="utf-8"?>
<p:tagLst xmlns:p="http://schemas.openxmlformats.org/presentationml/2006/main">
  <p:tag name="KSO_WM_DIAGRAM_VIRTUALLY_FRAME" val="{&quot;height&quot;:364.9524409448819,&quot;left&quot;:15.125039370078742,&quot;top&quot;:60.25,&quot;width&quot;:418.697716535433}"/>
</p:tagLst>
</file>

<file path=ppt/tags/tag123.xml><?xml version="1.0" encoding="utf-8"?>
<p:tagLst xmlns:p="http://schemas.openxmlformats.org/presentationml/2006/main">
  <p:tag name="KSO_WM_DIAGRAM_VIRTUALLY_FRAME" val="{&quot;height&quot;:364.9524409448819,&quot;left&quot;:15.125039370078742,&quot;top&quot;:60.25,&quot;width&quot;:418.697716535433}"/>
</p:tagLst>
</file>

<file path=ppt/tags/tag124.xml><?xml version="1.0" encoding="utf-8"?>
<p:tagLst xmlns:p="http://schemas.openxmlformats.org/presentationml/2006/main">
  <p:tag name="KSO_WM_DIAGRAM_VIRTUALLY_FRAME" val="{&quot;height&quot;:364.9524409448819,&quot;left&quot;:15.125039370078742,&quot;top&quot;:60.25,&quot;width&quot;:418.697716535433}"/>
</p:tagLst>
</file>

<file path=ppt/tags/tag125.xml><?xml version="1.0" encoding="utf-8"?>
<p:tagLst xmlns:p="http://schemas.openxmlformats.org/presentationml/2006/main">
  <p:tag name="KSO_WM_DIAGRAM_VIRTUALLY_FRAME" val="{&quot;height&quot;:364.9524409448819,&quot;left&quot;:15.125039370078742,&quot;top&quot;:60.25,&quot;width&quot;:418.697716535433}"/>
</p:tagLst>
</file>

<file path=ppt/tags/tag126.xml><?xml version="1.0" encoding="utf-8"?>
<p:tagLst xmlns:p="http://schemas.openxmlformats.org/presentationml/2006/main">
  <p:tag name="KSO_WM_DIAGRAM_VIRTUALLY_FRAME" val="{&quot;height&quot;:364.9524409448819,&quot;left&quot;:15.125039370078742,&quot;top&quot;:60.25,&quot;width&quot;:418.697716535433}"/>
</p:tagLst>
</file>

<file path=ppt/tags/tag127.xml><?xml version="1.0" encoding="utf-8"?>
<p:tagLst xmlns:p="http://schemas.openxmlformats.org/presentationml/2006/main">
  <p:tag name="KSO_WM_DIAGRAM_VIRTUALLY_FRAME" val="{&quot;height&quot;:364.9524409448819,&quot;left&quot;:15.125039370078742,&quot;top&quot;:60.25,&quot;width&quot;:418.697716535433}"/>
</p:tagLst>
</file>

<file path=ppt/tags/tag128.xml><?xml version="1.0" encoding="utf-8"?>
<p:tagLst xmlns:p="http://schemas.openxmlformats.org/presentationml/2006/main">
  <p:tag name="KSO_WM_DIAGRAM_VIRTUALLY_FRAME" val="{&quot;height&quot;:364.9524409448819,&quot;left&quot;:15.125039370078742,&quot;top&quot;:60.25,&quot;width&quot;:418.697716535433}"/>
</p:tagLst>
</file>

<file path=ppt/tags/tag129.xml><?xml version="1.0" encoding="utf-8"?>
<p:tagLst xmlns:p="http://schemas.openxmlformats.org/presentationml/2006/main">
  <p:tag name="KSO_WM_DIAGRAM_VIRTUALLY_FRAME" val="{&quot;height&quot;:364.9524409448819,&quot;left&quot;:15.125039370078742,&quot;top&quot;:60.25,&quot;width&quot;:418.697716535433}"/>
</p:tagLst>
</file>

<file path=ppt/tags/tag130.xml><?xml version="1.0" encoding="utf-8"?>
<p:tagLst xmlns:p="http://schemas.openxmlformats.org/presentationml/2006/main">
  <p:tag name="KSO_WM_DIAGRAM_VIRTUALLY_FRAME" val="{&quot;height&quot;:364.9524409448819,&quot;left&quot;:15.125039370078742,&quot;top&quot;:60.25,&quot;width&quot;:418.697716535433}"/>
</p:tagLst>
</file>

<file path=ppt/tags/tag131.xml><?xml version="1.0" encoding="utf-8"?>
<p:tagLst xmlns:p="http://schemas.openxmlformats.org/presentationml/2006/main">
  <p:tag name="KSO_WM_DIAGRAM_VIRTUALLY_FRAME" val="{&quot;height&quot;:364.9524409448819,&quot;left&quot;:15.125039370078742,&quot;top&quot;:60.25,&quot;width&quot;:418.697716535433}"/>
</p:tagLst>
</file>

<file path=ppt/tags/tag132.xml><?xml version="1.0" encoding="utf-8"?>
<p:tagLst xmlns:p="http://schemas.openxmlformats.org/presentationml/2006/main">
  <p:tag name="KSO_WM_DIAGRAM_VIRTUALLY_FRAME" val="{&quot;height&quot;:364.9524409448819,&quot;left&quot;:15.125039370078742,&quot;top&quot;:60.25,&quot;width&quot;:418.697716535433}"/>
</p:tagLst>
</file>

<file path=ppt/tags/tag133.xml><?xml version="1.0" encoding="utf-8"?>
<p:tagLst xmlns:p="http://schemas.openxmlformats.org/presentationml/2006/main">
  <p:tag name="KSO_WM_DIAGRAM_VIRTUALLY_FRAME" val="{&quot;height&quot;:364.9524409448819,&quot;left&quot;:15.125039370078742,&quot;top&quot;:60.25,&quot;width&quot;:418.697716535433}"/>
</p:tagLst>
</file>

<file path=ppt/tags/tag134.xml><?xml version="1.0" encoding="utf-8"?>
<p:tagLst xmlns:p="http://schemas.openxmlformats.org/presentationml/2006/main">
  <p:tag name="KSO_WM_DIAGRAM_VIRTUALLY_FRAME" val="{&quot;height&quot;:364.9524409448819,&quot;left&quot;:15.125039370078742,&quot;top&quot;:60.25,&quot;width&quot;:418.697716535433}"/>
</p:tagLst>
</file>

<file path=ppt/tags/tag135.xml><?xml version="1.0" encoding="utf-8"?>
<p:tagLst xmlns:p="http://schemas.openxmlformats.org/presentationml/2006/main">
  <p:tag name="KSO_WM_DIAGRAM_VIRTUALLY_FRAME" val="{&quot;height&quot;:364.9524409448819,&quot;left&quot;:15.125039370078742,&quot;top&quot;:60.25,&quot;width&quot;:418.697716535433}"/>
</p:tagLst>
</file>

<file path=ppt/tags/tag136.xml><?xml version="1.0" encoding="utf-8"?>
<p:tagLst xmlns:p="http://schemas.openxmlformats.org/presentationml/2006/main">
  <p:tag name="KSO_WM_DIAGRAM_VIRTUALLY_FRAME" val="{&quot;height&quot;:364.9524409448819,&quot;left&quot;:15.125039370078742,&quot;top&quot;:60.25,&quot;width&quot;:418.697716535433}"/>
</p:tagLst>
</file>

<file path=ppt/tags/tag137.xml><?xml version="1.0" encoding="utf-8"?>
<p:tagLst xmlns:p="http://schemas.openxmlformats.org/presentationml/2006/main">
  <p:tag name="KSO_WM_DIAGRAM_VIRTUALLY_FRAME" val="{&quot;height&quot;:364.9524409448819,&quot;left&quot;:15.125039370078742,&quot;top&quot;:60.25,&quot;width&quot;:418.697716535433}"/>
</p:tagLst>
</file>

<file path=ppt/tags/tag138.xml><?xml version="1.0" encoding="utf-8"?>
<p:tagLst xmlns:p="http://schemas.openxmlformats.org/presentationml/2006/main">
  <p:tag name="KSO_WM_SLIDE_NOBEATY" val="1"/>
</p:tagLst>
</file>

<file path=ppt/tags/tag139.xml><?xml version="1.0" encoding="utf-8"?>
<p:tagLst xmlns:p="http://schemas.openxmlformats.org/presentationml/2006/main">
  <p:tag name="KSO_WM_SLIDE_NOBEATY" val="1"/>
</p:tagLst>
</file>

<file path=ppt/tags/tag140.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1.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2.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3.xml><?xml version="1.0" encoding="utf-8"?>
<p:tagLst xmlns:p="http://schemas.openxmlformats.org/presentationml/2006/main">
  <p:tag name="TOP" val="164.7632"/>
  <p:tag name="LEFT" val="636.3394"/>
  <p:tag name="WIDTH" val="153.625"/>
  <p:tag name="HEIGHT" val="69.25"/>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4.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5.xml><?xml version="1.0" encoding="utf-8"?>
<p:tagLst xmlns:p="http://schemas.openxmlformats.org/presentationml/2006/main">
  <p:tag name="TOP" val="188.6786"/>
  <p:tag name="LEFT" val="389.8394"/>
  <p:tag name="WIDTH" val="194.5"/>
  <p:tag name="HEIGHT" val="19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47.xml><?xml version="1.0" encoding="utf-8"?>
<p:tagLst xmlns:p="http://schemas.openxmlformats.org/presentationml/2006/main">
  <p:tag name="TOP" val="117.9287"/>
  <p:tag name="LEFT" val="410.8394"/>
  <p:tag name="WIDTH" val="150.75"/>
  <p:tag name="HEIGHT" val="12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8.xml><?xml version="1.0" encoding="utf-8"?>
<p:tagLst xmlns:p="http://schemas.openxmlformats.org/presentationml/2006/main">
  <p:tag name="TOP" val="209.6787"/>
  <p:tag name="LEFT" val="531.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9.xml><?xml version="1.0" encoding="utf-8"?>
<p:tagLst xmlns:p="http://schemas.openxmlformats.org/presentationml/2006/main">
  <p:tag name="TOP" val="211.4287"/>
  <p:tag name="LEFT" val="319.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0.xml><?xml version="1.0" encoding="utf-8"?>
<p:tagLst xmlns:p="http://schemas.openxmlformats.org/presentationml/2006/main">
  <p:tag name="TOP" val="294.9286"/>
  <p:tag name="LEFT" val="317.0894"/>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1.xml><?xml version="1.0" encoding="utf-8"?>
<p:tagLst xmlns:p="http://schemas.openxmlformats.org/presentationml/2006/main">
  <p:tag name="TOP" val="293.9286"/>
  <p:tag name="LEFT" val="316.0894"/>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2.xml><?xml version="1.0" encoding="utf-8"?>
<p:tagLst xmlns:p="http://schemas.openxmlformats.org/presentationml/2006/main">
  <p:tag name="TOP" val="303.1786"/>
  <p:tag name="LEFT" val="329.0894"/>
  <p:tag name="WIDTH" val="18.75"/>
  <p:tag name="HEIGHT" val="27.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3.xml><?xml version="1.0" encoding="utf-8"?>
<p:tagLst xmlns:p="http://schemas.openxmlformats.org/presentationml/2006/main">
  <p:tag name="TOP" val="234.4286"/>
  <p:tag name="LEFT" val="614.3395"/>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4.xml><?xml version="1.0" encoding="utf-8"?>
<p:tagLst xmlns:p="http://schemas.openxmlformats.org/presentationml/2006/main">
  <p:tag name="TOP" val="233.4286"/>
  <p:tag name="LEFT" val="613.3395"/>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5.xml><?xml version="1.0" encoding="utf-8"?>
<p:tagLst xmlns:p="http://schemas.openxmlformats.org/presentationml/2006/main">
  <p:tag name="TOP" val="115.9287"/>
  <p:tag name="LEFT" val="435.5894"/>
  <p:tag name="WIDTH" val="42.5"/>
  <p:tag name="HEIGHT" val="42.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6.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7.xml><?xml version="1.0" encoding="utf-8"?>
<p:tagLst xmlns:p="http://schemas.openxmlformats.org/presentationml/2006/main">
  <p:tag name="TOP" val="125.6787"/>
  <p:tag name="LEFT" val="443.5894"/>
  <p:tag name="WIDTH" val="25.75"/>
  <p:tag name="HEIGHT" val="21.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8.xml><?xml version="1.0" encoding="utf-8"?>
<p:tagLst xmlns:p="http://schemas.openxmlformats.org/presentationml/2006/main">
  <p:tag name="TOP" val="247.915"/>
  <p:tag name="LEFT" val="332.545"/>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59.xml><?xml version="1.0" encoding="utf-8"?>
<p:tagLst xmlns:p="http://schemas.openxmlformats.org/presentationml/2006/main">
  <p:tag name="TOP" val="283.915"/>
  <p:tag name="LEFT" val="532.707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0.xml><?xml version="1.0" encoding="utf-8"?>
<p:tagLst xmlns:p="http://schemas.openxmlformats.org/presentationml/2006/main">
  <p:tag name="TOP" val="165.8895"/>
  <p:tag name="LEFT" val="452.4161"/>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1.xml><?xml version="1.0" encoding="utf-8"?>
<p:tagLst xmlns:p="http://schemas.openxmlformats.org/presentationml/2006/main">
  <p:tag name="TOP" val="329.9286"/>
  <p:tag name="LEFT" val="412.5894"/>
  <p:tag name="WIDTH" val="150.75"/>
  <p:tag name="HEIGHT" val="124"/>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2.xml><?xml version="1.0" encoding="utf-8"?>
<p:tagLst xmlns:p="http://schemas.openxmlformats.org/presentationml/2006/main">
  <p:tag name="TOP" val="413.4286"/>
  <p:tag name="LEFT" val="496.0894"/>
  <p:tag name="WIDTH" val="42.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3.xml><?xml version="1.0" encoding="utf-8"?>
<p:tagLst xmlns:p="http://schemas.openxmlformats.org/presentationml/2006/main">
  <p:tag name="TOP" val="423.1786"/>
  <p:tag name="LEFT" val="506.3394"/>
  <p:tag name="WIDTH" val="21.75"/>
  <p:tag name="HEIGHT" val="21.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4.xml><?xml version="1.0" encoding="utf-8"?>
<p:tagLst xmlns:p="http://schemas.openxmlformats.org/presentationml/2006/main">
  <p:tag name="TOP" val="365.94"/>
  <p:tag name="LEFT" val="415.504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5.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7.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8.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KSO_WM_SLIDE_NOBEATY" val="1"/>
</p:tagLst>
</file>

<file path=ppt/tags/tag172.xml><?xml version="1.0" encoding="utf-8"?>
<p:tagLst xmlns:p="http://schemas.openxmlformats.org/presentationml/2006/main">
  <p:tag name="KSO_WM_SLIDE_NOBEATY" val="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KSO_WM_SLIDE_NOBEATY" val="1"/>
</p:tagLst>
</file>

<file path=ppt/tags/tag175.xml><?xml version="1.0" encoding="utf-8"?>
<p:tagLst xmlns:p="http://schemas.openxmlformats.org/presentationml/2006/main">
  <p:tag name="KSO_WM_SLIDE_NOBEATY" val="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KSO_WM_SLIDE_NOBEATY" val="1"/>
</p:tagLst>
</file>

<file path=ppt/tags/tag178.xml><?xml version="1.0" encoding="utf-8"?>
<p:tagLst xmlns:p="http://schemas.openxmlformats.org/presentationml/2006/main">
  <p:tag name="KSO_WM_SLIDE_NOBEATY" val="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SLIDE_NOBEATY" val="1"/>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KSO_WM_SLIDE_NOBEATY" val="1"/>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SLIDE_NOBEATY" val="1"/>
</p:tagLst>
</file>

<file path=ppt/theme/theme1.xml><?xml version="1.0" encoding="utf-8"?>
<a:theme xmlns:a="http://schemas.openxmlformats.org/drawingml/2006/main" name="3_WPS">
  <a:themeElements>
    <a:clrScheme name="逻辑图3">
      <a:dk1>
        <a:sysClr val="windowText" lastClr="000000"/>
      </a:dk1>
      <a:lt1>
        <a:sysClr val="window" lastClr="FFFFFF"/>
      </a:lt1>
      <a:dk2>
        <a:srgbClr val="44546A"/>
      </a:dk2>
      <a:lt2>
        <a:srgbClr val="E7E6E6"/>
      </a:lt2>
      <a:accent1>
        <a:srgbClr val="335CA7"/>
      </a:accent1>
      <a:accent2>
        <a:srgbClr val="6E94D4"/>
      </a:accent2>
      <a:accent3>
        <a:srgbClr val="020202"/>
      </a:accent3>
      <a:accent4>
        <a:srgbClr val="75BD42"/>
      </a:accent4>
      <a:accent5>
        <a:srgbClr val="30C0B4"/>
      </a:accent5>
      <a:accent6>
        <a:srgbClr val="E54C5E"/>
      </a:accent6>
      <a:hlink>
        <a:srgbClr val="0026E5"/>
      </a:hlink>
      <a:folHlink>
        <a:srgbClr val="7E1FAD"/>
      </a:folHlink>
    </a:clrScheme>
    <a:fontScheme name="">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深蓝色">
      <a:dk1>
        <a:sysClr val="windowText" lastClr="000000"/>
      </a:dk1>
      <a:lt1>
        <a:sysClr val="window" lastClr="FFFFFF"/>
      </a:lt1>
      <a:dk2>
        <a:srgbClr val="505046"/>
      </a:dk2>
      <a:lt2>
        <a:srgbClr val="EEECE1"/>
      </a:lt2>
      <a:accent1>
        <a:srgbClr val="4473C5"/>
      </a:accent1>
      <a:accent2>
        <a:srgbClr val="27467D"/>
      </a:accent2>
      <a:accent3>
        <a:srgbClr val="B64926"/>
      </a:accent3>
      <a:accent4>
        <a:srgbClr val="FF8427"/>
      </a:accent4>
      <a:accent5>
        <a:srgbClr val="CC9900"/>
      </a:accent5>
      <a:accent6>
        <a:srgbClr val="B22600"/>
      </a:accent6>
      <a:hlink>
        <a:srgbClr val="CC9900"/>
      </a:hlink>
      <a:folHlink>
        <a:srgbClr val="666699"/>
      </a:folHlink>
    </a:clrScheme>
    <a:fontScheme name="思源黑体">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6350">
          <a:noFill/>
        </a:ln>
      </a:spPr>
      <a:bodyPr vertOverflow="overflow" horzOverflow="overflow" vert="horz" wrap="square" numCol="1" spcCol="0" rtlCol="0" fromWordArt="0" anchor="ctr" anchorCtr="0" forceAA="0" compatLnSpc="1">
        <a:noAutofit/>
      </a:bodyPr>
      <a:lstStyle>
        <a:defPPr algn="ctr">
          <a:defRPr>
            <a:solidFill>
              <a:schemeClr val="lt1"/>
            </a:solidFill>
            <a:latin typeface="+mn-ea"/>
            <a:sym typeface="+mn-ea"/>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1.蓝色调">
      <a:dk1>
        <a:sysClr val="windowText" lastClr="000000"/>
      </a:dk1>
      <a:lt1>
        <a:sysClr val="window" lastClr="FFFFFF"/>
      </a:lt1>
      <a:dk2>
        <a:srgbClr val="17406D"/>
      </a:dk2>
      <a:lt2>
        <a:srgbClr val="DBEFF9"/>
      </a:lt2>
      <a:accent1>
        <a:srgbClr val="305598"/>
      </a:accent1>
      <a:accent2>
        <a:srgbClr val="4474C5"/>
      </a:accent2>
      <a:accent3>
        <a:srgbClr val="5B80D0"/>
      </a:accent3>
      <a:accent4>
        <a:srgbClr val="99B0E3"/>
      </a:accent4>
      <a:accent5>
        <a:srgbClr val="244072"/>
      </a:accent5>
      <a:accent6>
        <a:srgbClr val="A5C249"/>
      </a:accent6>
      <a:hlink>
        <a:srgbClr val="F49100"/>
      </a:hlink>
      <a:folHlink>
        <a:srgbClr val="85DFD0"/>
      </a:folHlink>
    </a:clrScheme>
    <a:fontScheme name="思源、">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1200" dirty="0">
            <a:solidFill>
              <a:schemeClr val="tx1">
                <a:lumMod val="65000"/>
                <a:lumOff val="3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高级商务蓝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自定义 3">
      <a:majorFont>
        <a:latin typeface="思源黑体 CN Heavy"/>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WPS">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Roboto"/>
        <a:ea typeface="思源黑体 CN Normal"/>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44300</Words>
  <Application>WPS 演示</Application>
  <PresentationFormat>宽屏</PresentationFormat>
  <Paragraphs>7122</Paragraphs>
  <Slides>118</Slides>
  <Notes>24</Notes>
  <HiddenSlides>0</HiddenSlides>
  <MMClips>0</MMClips>
  <ScaleCrop>false</ScaleCrop>
  <HeadingPairs>
    <vt:vector size="6" baseType="variant">
      <vt:variant>
        <vt:lpstr>已用的字体</vt:lpstr>
      </vt:variant>
      <vt:variant>
        <vt:i4>25</vt:i4>
      </vt:variant>
      <vt:variant>
        <vt:lpstr>主题</vt:lpstr>
      </vt:variant>
      <vt:variant>
        <vt:i4>7</vt:i4>
      </vt:variant>
      <vt:variant>
        <vt:lpstr>幻灯片标题</vt:lpstr>
      </vt:variant>
      <vt:variant>
        <vt:i4>118</vt:i4>
      </vt:variant>
    </vt:vector>
  </HeadingPairs>
  <TitlesOfParts>
    <vt:vector size="150" baseType="lpstr">
      <vt:lpstr>Arial</vt:lpstr>
      <vt:lpstr>宋体</vt:lpstr>
      <vt:lpstr>Wingdings</vt:lpstr>
      <vt:lpstr>思源黑体 CN Bold</vt:lpstr>
      <vt:lpstr>Roboto</vt:lpstr>
      <vt:lpstr>思源黑体 CN Normal</vt:lpstr>
      <vt:lpstr>Wingdings</vt:lpstr>
      <vt:lpstr>思源黑体 CN Heavy</vt:lpstr>
      <vt:lpstr>Roboto</vt:lpstr>
      <vt:lpstr>微软雅黑</vt:lpstr>
      <vt:lpstr>Arial Unicode MS</vt:lpstr>
      <vt:lpstr>思源宋体 CN Heavy</vt:lpstr>
      <vt:lpstr>Gill Sans</vt:lpstr>
      <vt:lpstr>Lato Black</vt:lpstr>
      <vt:lpstr>Segoe Print</vt:lpstr>
      <vt:lpstr>Lato Bold</vt:lpstr>
      <vt:lpstr>quote-cjk-patch</vt:lpstr>
      <vt:lpstr>思源黑体 CN Regular</vt:lpstr>
      <vt:lpstr>Inter</vt:lpstr>
      <vt:lpstr>Times New Roman</vt:lpstr>
      <vt:lpstr>阿里巴巴普惠体 M</vt:lpstr>
      <vt:lpstr>OPPOSans R</vt:lpstr>
      <vt:lpstr>Poppins</vt:lpstr>
      <vt:lpstr>OPPO Sans Bold</vt:lpstr>
      <vt:lpstr>Yu Gothic UI</vt:lpstr>
      <vt:lpstr>3_WPS</vt:lpstr>
      <vt:lpstr>自定义设计方案</vt:lpstr>
      <vt:lpstr>1_WPS</vt:lpstr>
      <vt:lpstr>2_Office 主题​​</vt:lpstr>
      <vt:lpstr>2_WPS</vt:lpstr>
      <vt:lpstr>3_Office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二木 张</dc:creator>
  <cp:lastModifiedBy>Administrator</cp:lastModifiedBy>
  <cp:revision>28</cp:revision>
  <dcterms:created xsi:type="dcterms:W3CDTF">2025-10-30T15:22:00Z</dcterms:created>
  <dcterms:modified xsi:type="dcterms:W3CDTF">2025-11-13T02:05:24Z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A679CEE7A3134B0EA887D718A0500490_12</vt:lpwstr>
  </property>
  <property fmtid="{D5CDD505-2E9C-101B-9397-08002B2CF9AE}" pid="3" name="KSOProductBuildVer">
    <vt:lpwstr>2052-11.1.0.11176</vt:lpwstr>
  </property>
  <property fmtid="{D5CDD505-2E9C-101B-9397-08002B2CF9AE}" pid="4" name="KSOTemplateUUID">
    <vt:lpwstr>v1.0_mb_T6SXoldR+jkvl+YK37Zk+A==</vt:lpwstr>
  </property>
</Properties>
</file>