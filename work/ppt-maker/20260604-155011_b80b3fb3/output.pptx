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2026 上半年总结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2025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销售数据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上季度同比增长 15%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