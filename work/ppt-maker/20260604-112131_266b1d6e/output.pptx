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8" r:id="rId16"/>
    <p:sldId id="280" r:id="rId6"/>
    <p:sldId id="270" r:id="rId5"/>
    <p:sldId id="27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 Review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年第二季度销售复盘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风险与问题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Risks &amp; Issues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供应链波动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核心原材料 Q3 采购价预计上涨 15%，可能影响毛利率。已启动替代供应商评估和期货锁价。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市场竞争加剧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竞品推出同类低价产品，华东市场占有率下降 3 个百分点，需加快差异化策略和品牌升级。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人才缺口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销售团队 Q2 离职率 18%，高于行业均值。招聘周期延长至 45 天，已启动专项保留计划。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渠道表现分析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Channels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线下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直营门店 45 家，营收 ¥720 万，同比增长 12%。单店平均 ¥16 万，坪效同比提升 8%。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直销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大客户直销营收 ¥510 万，同比增长 55%。签约百万级订单 3 个，覆盖金融和医疗行业。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经销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经销商营收 ¥650 万，同比增长 28%。新增 23 家经销商，覆盖三四线城市 18 个新区。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线上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电商渠道营收 ¥980 万，同比增长 45%。天猫 GMV 增长 52%，京东自营增长 38%，抖音直播环比提升 200%。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下一步行动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Action Plan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渠道拓展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9 月完成西南区域经销商布局，目标新增 15 家门店。同步启动跨境电商试点。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Q3 冲刺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7 月启动年中大促，目标 GMV ¥1,200 万。加大直播带货投入，覆盖抖音和视频号双平台。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新品上市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8 月推出 3 个新品 SKU，完成线上首发和线下铺货。预计新增营收 ¥500 万。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组织优化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推进销售团队架构调整，引入 CRM 系统提效。Q4 前完成全部关键岗位招聘。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关键指标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 Metrics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销售额达成率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客户增长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新增客户 127 家，留存率 94%，NPS 评分 72 分创历史新高，客户满意度持续提升。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营收增长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Q2 总营收 ¥2,860 万，同比增长 32%，超季度目标 12%。核心品类增长强劲，利润同比提升 18%。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