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80" r:id="rId6"/>
    <p:sldId id="276" r:id="rId13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Smoke Test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Agent05 冒烟测试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Release Goals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参考配色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 Colors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验证结果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风险与下一步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Risks &amp; Next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Release Goals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目标二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参考配色方案精准映射，确保输出与参考文件视觉一致。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参考映射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配色匹配模板: architecture-deck, report-savior, operations-deck。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配色方案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主色调: #E44C3C #1C3C94 #E84468 #504468 #1C4498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目标一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完成 Agent05 核心功能冒烟验证，确保全部 P0 用例通过。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验证结果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参考比对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参考配色验证通过，视觉一致性评分 4.5/5。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风险与下一步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6 项 P1 待修复，T+2 回归后进入发布评审。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功能验证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P0 用例 48/48 全部通过，核心功能稳定性达标。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覆盖评估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新增场景覆盖率 92%，回归测试无退化。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