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29" r:id="rId43"/>
    <p:sldId id="306" r:id="rId25"/>
    <p:sldId id="303" r:id="rId22"/>
    <p:sldId id="31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品牌销量</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品牌YTD销量表现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小鹏汽车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2026年YTD累计交付 285,640 辆，同比+186%，MONA M03 月销突破 3 万，P7+ 持续热销推动品牌向上突破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理想汽车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YTD累计交付 412,830 辆，同比+95%，L6 单月交付 3.8 万创新高，智驾版占比突破 65%</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蔚来汽车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YTD累计交付 168,250 辆，同比+78%，NT3.0 平台车型爬坡顺利，乐道品牌贡献增量约 40%</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极氪汽车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YTD累计交付 142,680 辆，同比+112%，极氪 007 月均 1.2 万，极氪 MIX 开拓家庭出行新市场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零跑汽车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YTD累计交付 221,370 辆，同比+148%，C10/C16 双车战略见效，海外出口占比提升至 18%</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小米汽车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YTD累计交付 198,560 辆，SU7 持续爬坡至月交付 3.5 万，SUV 车型 SU8 即将于 Q3 开启交付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品牌阵营概览</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主流品牌销量</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增长驱动因素</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趋势展望</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2026年乘用车市场趋势</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新能源渗透率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预计2026年全年新能源乘用车渗透率突破 65%，插混+增程占比升至 42%，纯电在网约车及高端市场保持领先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智驾平权趋势</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城市NOA渗透率将从 15% 跃升至 38%，15 万级车型标配智驾成为主流，华为/大疆/地平线方案加速下沉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出口与全球化</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中国品牌全年出口有望突破 650 万辆，东南亚、中东、南美成为新增量引擎，欧盟关税影响边际递减</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价格战趋缓</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碳酸锂价格企稳至 8-10 万/吨，电池包成本下降 20%，车企毛利率改善，终端价格战进入尾声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渠道变革</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直营+代理制门店占比突破 45%，传统 4S 店加速转型，商场店+交付中心模式成为新势力标配</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政策红利</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以旧换新补贴延续至年底，充电基础设施补贴加码，L3 级自动驾驶法规在 10 个试点城市落地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技术突破</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固态电池开启小批量量产装车，200kW 无线快充进入量产阶段，一体化压铸成本再降 15%</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竞争格局重塑</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三四线新能源品牌加速淘汰，CR5 市占率升至 68%，跨界科技企业入局加速行业洗牌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乘用车市场处于深度调整期，自主品牌凭借电动化与智能化双轮驱动，2026年市场份额有望突破70%</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全球</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2026年YTD全球交付 1,286,500 辆，同比+22%，储能业务同比+85%，Q2 毛利率回升至 18.6%</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 北美市场</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YTD交付 416,200 辆，同比+15%，Cybertruck 累计交付 78,400 辆，得州超级工厂产能持续爬坡至年产 75 万辆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 中国市场</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YTD交付 524,800 辆，同比+38%，Model Y 蝉联纯电 SUV 销冠，FSD 入华进展加速，本地化智驾研发团队已超 600 人</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03. 欧洲市场</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YTD交付 238,600 辆，同比+8%，柏林工厂升级后年产突破 50 万辆，Model 3 Highland 新版本驱动订单回升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 其他区域</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亚太+中东+澳洲YTD交付 106,900 辆，同比+45%，墨西哥工厂布局加速，印度市场准入谈判进入最终阶段</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 储能与服务</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储能部署 28.6 GWh，同比+85%，超充网络全球站点突破 8,000 座，保险业务营收同比+62%，服务利润率转正</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06. 自动驾驶进展</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Tesla Summary</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电动先驱</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Tesla全球表现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YTD全球交付超 128 万辆，FSD 累计行驶超 32 亿公里，Robotaxi 已在 5 城试运营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销量增速</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盈利改善</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核心指标</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乘用车市场核心指标</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2026年1-5月乘用车市场整体销量同比增长 8.2%，新能源车型增速达 42%，自主品牌市占率首次突破 68%，行业盈利水平回升至 4.8%</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三大变革驱动</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中国乘用车产业竞争力持续跃升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自主品牌高端化加速，30 万以上车型市占率突破 35%，问界M9/蔚来ET9/理想MEGA 等旗舰车型带动品牌溢价提升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混动增速达 58%，超越纯电成为增长第一动力，DM-i 5.0 推动油电同价全面实现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智能化选装率升至 48%，头部车企单车智驾收入突破 1.2 万元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头部自主品牌单车 ASP 从 12.8 万提升至 16.5 万，产品结构从性价比驱动转向技术品牌驱动，核心零部件国产化率突破 92%</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品牌高端化</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新能源全市场累计保有量突破 4,200 万辆，公共充电桩达 386 万台，车桩比改善至 2.1:1，补能焦虑显著缓解</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新能源加速渗透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智能驾驶城区总里程累计达 12.6 亿公里，事故率低于人工驾驶 42%，端到端大模型上车迭代周期缩短至 3 个月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智能化应用深化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合资品牌</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2026年YTD销量表现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186.4万</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YTD总销量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同比-8.2%</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82万</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一汽大众</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同比-12.5%</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64万</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上汽大众</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同比-6.7%</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广汽丰田</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同比-10.3%</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合资品牌市场份额</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YTD销量同比分析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