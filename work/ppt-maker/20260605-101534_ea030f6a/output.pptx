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Agent05 发布冒烟测试汇报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2026-06-05 | 质量保障部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/>
              <a:t>测试目标与能力范围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目标：验证 Agent05 发布版核心功能可用性。范围：登录、权限、搜索、内容发布。结果：全部通过，无 P0/P1 缺陷。风险：边缘场景兼容性待观察。下一步：全量回归测试。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