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季度复盘初稿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2025 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销售数据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去年同比增长 15%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