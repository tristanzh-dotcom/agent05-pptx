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80" r:id="rId6"/>
    <p:sldId id="274" r:id="rId10"/>
    <p:sldId id="276" r:id="rId13"/>
    <p:sldId id="27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Smoke Test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Agent05 发布冒烟测试汇报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 experience summary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Test Objectives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质量门槛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设立发布质量门槛：测试通过率 ≥ 98%，无 P0/P1 级别阻塞缺陷，关键性能指标满足 SLA。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性能基线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测量关键操作响应时间与资源消耗，建立与历史版本的性能基线对比，确保无退化。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兼容验证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在 Linux / macOS / Windows 三平台完成部署与运行验证，确保 Agent05 功能行为一致。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功能覆盖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确保 Agent05 全部 P0 功能模块在本次冒烟测试中全覆盖，核心任务链路经完整验证无误。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能力范围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Capability Scope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SCOPE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知识融合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验证 RAG 检索准确率与上下文整合能力，覆盖内部知识库与外部数据源的实时查询。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工具集成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验证与飞书 API、多维表格等外部系统的对接稳定性与数据同步一致性。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任务编排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验证 Agent05 的任务规划与多步执行能力，覆盖串行调度、并行分发与异常重试机制。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对话理解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验证多轮对话的上下文保持、意图识别歧义消解与自然语言生成质量。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验证结果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Verification Results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零严重缺陷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发现的 5 个缺陷均为低优先级优化建议，无 P0/P1 阻塞性问题，满足发布标准。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兼容确认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Linux / macOS / Windows 三平台均完成部署验证，功能与表现一致性通过。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通过率 99.2%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全部 128 个冒烟测试用例执行完毕，通过 127 个，1 个因环境依赖问题跳过。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性能达标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核心操作平均响应时间 1.2s，P99 延迟 3.5s，资源消耗无显著增长。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风险与下一步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Risks &amp; Next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文档补全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同步编写 Agent05 使用指南与故障排查手册，确保发布前文档就绪。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环境不稳定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部分测试环境资源争用导致偶发超时，已协调专用集群用于后续回归测试。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全量回归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计划在发布前完成全量回归测试，补充边界场景与异常注入用例，预计 3 人天。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灰度验证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灰度发布后持续监控 48 小时业务指标，确认无异常后执行全量推送。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