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Rice Husk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工作计划模板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 summary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组织架构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Org Chart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技术总监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负责技术战略与产品研发管理，推动技术创新，确保技术体系高效支撑业务发展。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管理层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负责公司整体战略规划与运营管理，统筹各部门资源协同，推动组织目标达成。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运营总监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负责日常运营管理与流程优化，建设高效团队，提升组织运营效率与交付质量。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