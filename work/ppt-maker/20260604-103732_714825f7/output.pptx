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0" r:id="rId5"/>
    <p:sldId id="280" r:id="rId6"/>
    <p:sldId id="272" r:id="rId7"/>
    <p:sldId id="267" r:id="rId8"/>
    <p:sldId id="273" r:id="rId9"/>
    <p:sldId id="274" r:id="rId10"/>
    <p:sldId id="268" r:id="rId11"/>
    <p:sldId id="275" r:id="rId12"/>
    <p:sldId id="276" r:id="rId13"/>
    <p:sldId id="269" r:id="rId14"/>
    <p:sldId id="277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 Husk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工作计划模板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METHOD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